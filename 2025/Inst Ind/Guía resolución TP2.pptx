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61"/>
  </p:notesMasterIdLst>
  <p:sldIdLst>
    <p:sldId id="256" r:id="rId5"/>
    <p:sldId id="257" r:id="rId6"/>
    <p:sldId id="346" r:id="rId7"/>
    <p:sldId id="277" r:id="rId8"/>
    <p:sldId id="259" r:id="rId9"/>
    <p:sldId id="347" r:id="rId10"/>
    <p:sldId id="348" r:id="rId11"/>
    <p:sldId id="349" r:id="rId12"/>
    <p:sldId id="350" r:id="rId13"/>
    <p:sldId id="352" r:id="rId14"/>
    <p:sldId id="355" r:id="rId15"/>
    <p:sldId id="371" r:id="rId16"/>
    <p:sldId id="354" r:id="rId17"/>
    <p:sldId id="356" r:id="rId18"/>
    <p:sldId id="372" r:id="rId19"/>
    <p:sldId id="357" r:id="rId20"/>
    <p:sldId id="368" r:id="rId21"/>
    <p:sldId id="373" r:id="rId22"/>
    <p:sldId id="374" r:id="rId23"/>
    <p:sldId id="351" r:id="rId24"/>
    <p:sldId id="375" r:id="rId25"/>
    <p:sldId id="358" r:id="rId26"/>
    <p:sldId id="359" r:id="rId27"/>
    <p:sldId id="361" r:id="rId28"/>
    <p:sldId id="363" r:id="rId29"/>
    <p:sldId id="364" r:id="rId30"/>
    <p:sldId id="365" r:id="rId31"/>
    <p:sldId id="366" r:id="rId32"/>
    <p:sldId id="367" r:id="rId33"/>
    <p:sldId id="369" r:id="rId34"/>
    <p:sldId id="370" r:id="rId35"/>
    <p:sldId id="376" r:id="rId36"/>
    <p:sldId id="377" r:id="rId37"/>
    <p:sldId id="378" r:id="rId38"/>
    <p:sldId id="379" r:id="rId39"/>
    <p:sldId id="380" r:id="rId40"/>
    <p:sldId id="381" r:id="rId41"/>
    <p:sldId id="382" r:id="rId42"/>
    <p:sldId id="383" r:id="rId43"/>
    <p:sldId id="384" r:id="rId44"/>
    <p:sldId id="385" r:id="rId45"/>
    <p:sldId id="386" r:id="rId46"/>
    <p:sldId id="387" r:id="rId47"/>
    <p:sldId id="388" r:id="rId48"/>
    <p:sldId id="389" r:id="rId49"/>
    <p:sldId id="390" r:id="rId50"/>
    <p:sldId id="391" r:id="rId51"/>
    <p:sldId id="392" r:id="rId52"/>
    <p:sldId id="393" r:id="rId53"/>
    <p:sldId id="394" r:id="rId54"/>
    <p:sldId id="395" r:id="rId55"/>
    <p:sldId id="399" r:id="rId56"/>
    <p:sldId id="400" r:id="rId57"/>
    <p:sldId id="396" r:id="rId58"/>
    <p:sldId id="397" r:id="rId59"/>
    <p:sldId id="398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feldmantavani@frba.utn.edu.ar" initials="g" lastIdx="1" clrIdx="0">
    <p:extLst>
      <p:ext uri="{19B8F6BF-5375-455C-9EA6-DF929625EA0E}">
        <p15:presenceInfo xmlns:p15="http://schemas.microsoft.com/office/powerpoint/2012/main" userId="gfeldmantavani@frba.utn.edu.ar" providerId="None"/>
      </p:ext>
    </p:extLst>
  </p:cmAuthor>
  <p:cmAuthor id="2" name="Gaston M. Feldman Tavani" initials="GMFT" lastIdx="1" clrIdx="1">
    <p:extLst>
      <p:ext uri="{19B8F6BF-5375-455C-9EA6-DF929625EA0E}">
        <p15:presenceInfo xmlns:p15="http://schemas.microsoft.com/office/powerpoint/2012/main" userId="046016954e18969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8312"/>
    <a:srgbClr val="969696"/>
    <a:srgbClr val="4EE5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753C2-D399-4563-BFDD-611383F0A39C}" v="1166" dt="2020-09-08T00:54:29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49" autoAdjust="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ston M. Feldman Tavani" userId="046016954e189690" providerId="LiveId" clId="{22753571-CE37-4445-B11F-34B8E00BCDB8}"/>
    <pc:docChg chg="undo custSel addSld delSld modSld sldOrd">
      <pc:chgData name="Gaston M. Feldman Tavani" userId="046016954e189690" providerId="LiveId" clId="{22753571-CE37-4445-B11F-34B8E00BCDB8}" dt="2020-04-01T13:42:28.435" v="2947" actId="20577"/>
      <pc:docMkLst>
        <pc:docMk/>
      </pc:docMkLst>
      <pc:sldChg chg="addSp delSp modSp modTransition addAnim delAnim">
        <pc:chgData name="Gaston M. Feldman Tavani" userId="046016954e189690" providerId="LiveId" clId="{22753571-CE37-4445-B11F-34B8E00BCDB8}" dt="2020-03-31T00:19:59.274" v="155"/>
        <pc:sldMkLst>
          <pc:docMk/>
          <pc:sldMk cId="1956143080" sldId="263"/>
        </pc:sldMkLst>
        <pc:spChg chg="add del mod">
          <ac:chgData name="Gaston M. Feldman Tavani" userId="046016954e189690" providerId="LiveId" clId="{22753571-CE37-4445-B11F-34B8E00BCDB8}" dt="2020-03-31T00:19:56.735" v="154"/>
          <ac:spMkLst>
            <pc:docMk/>
            <pc:sldMk cId="1956143080" sldId="263"/>
            <ac:spMk id="4" creationId="{F2207B76-AC5E-4A74-830A-1425A894006F}"/>
          </ac:spMkLst>
        </pc:spChg>
        <pc:spChg chg="add del mod">
          <ac:chgData name="Gaston M. Feldman Tavani" userId="046016954e189690" providerId="LiveId" clId="{22753571-CE37-4445-B11F-34B8E00BCDB8}" dt="2020-03-31T00:19:56.735" v="154"/>
          <ac:spMkLst>
            <pc:docMk/>
            <pc:sldMk cId="1956143080" sldId="263"/>
            <ac:spMk id="5" creationId="{CC61CE29-8035-4F32-ADA5-CD8A5DB9A923}"/>
          </ac:spMkLst>
        </pc:spChg>
        <pc:spChg chg="add del">
          <ac:chgData name="Gaston M. Feldman Tavani" userId="046016954e189690" providerId="LiveId" clId="{22753571-CE37-4445-B11F-34B8E00BCDB8}" dt="2020-03-31T00:09:24.916" v="22" actId="478"/>
          <ac:spMkLst>
            <pc:docMk/>
            <pc:sldMk cId="1956143080" sldId="263"/>
            <ac:spMk id="9" creationId="{2BBAFE48-C345-49A6-8281-EF5CF24B6109}"/>
          </ac:spMkLst>
        </pc:spChg>
        <pc:picChg chg="add del">
          <ac:chgData name="Gaston M. Feldman Tavani" userId="046016954e189690" providerId="LiveId" clId="{22753571-CE37-4445-B11F-34B8E00BCDB8}" dt="2020-03-31T00:09:25.255" v="23" actId="478"/>
          <ac:picMkLst>
            <pc:docMk/>
            <pc:sldMk cId="1956143080" sldId="263"/>
            <ac:picMk id="7" creationId="{6C9AE29C-823A-4238-9724-DC43EB4CDFE1}"/>
          </ac:picMkLst>
        </pc:picChg>
      </pc:sldChg>
      <pc:sldChg chg="modTransition">
        <pc:chgData name="Gaston M. Feldman Tavani" userId="046016954e189690" providerId="LiveId" clId="{22753571-CE37-4445-B11F-34B8E00BCDB8}" dt="2020-03-31T00:20:06.993" v="157"/>
        <pc:sldMkLst>
          <pc:docMk/>
          <pc:sldMk cId="3626703957" sldId="264"/>
        </pc:sldMkLst>
      </pc:sldChg>
      <pc:sldChg chg="addSp delSp modTransition addAnim delAnim">
        <pc:chgData name="Gaston M. Feldman Tavani" userId="046016954e189690" providerId="LiveId" clId="{22753571-CE37-4445-B11F-34B8E00BCDB8}" dt="2020-03-31T00:20:21.307" v="160"/>
        <pc:sldMkLst>
          <pc:docMk/>
          <pc:sldMk cId="4184028695" sldId="267"/>
        </pc:sldMkLst>
        <pc:spChg chg="add del">
          <ac:chgData name="Gaston M. Feldman Tavani" userId="046016954e189690" providerId="LiveId" clId="{22753571-CE37-4445-B11F-34B8E00BCDB8}" dt="2020-03-31T00:10:55.561" v="54" actId="478"/>
          <ac:spMkLst>
            <pc:docMk/>
            <pc:sldMk cId="4184028695" sldId="267"/>
            <ac:spMk id="6" creationId="{8F7ED8F9-5771-42B0-B23E-72E31A782027}"/>
          </ac:spMkLst>
        </pc:spChg>
        <pc:spChg chg="add del">
          <ac:chgData name="Gaston M. Feldman Tavani" userId="046016954e189690" providerId="LiveId" clId="{22753571-CE37-4445-B11F-34B8E00BCDB8}" dt="2020-03-31T00:10:55.352" v="53" actId="478"/>
          <ac:spMkLst>
            <pc:docMk/>
            <pc:sldMk cId="4184028695" sldId="267"/>
            <ac:spMk id="8" creationId="{276AB42C-27ED-48DD-AA12-5C23BD072B99}"/>
          </ac:spMkLst>
        </pc:spChg>
        <pc:picChg chg="add del">
          <ac:chgData name="Gaston M. Feldman Tavani" userId="046016954e189690" providerId="LiveId" clId="{22753571-CE37-4445-B11F-34B8E00BCDB8}" dt="2020-03-31T00:10:55.768" v="55" actId="478"/>
          <ac:picMkLst>
            <pc:docMk/>
            <pc:sldMk cId="4184028695" sldId="267"/>
            <ac:picMk id="5" creationId="{BAA1EB7E-9AA7-4363-97B2-88942DFBD741}"/>
          </ac:picMkLst>
        </pc:picChg>
        <pc:picChg chg="add del">
          <ac:chgData name="Gaston M. Feldman Tavani" userId="046016954e189690" providerId="LiveId" clId="{22753571-CE37-4445-B11F-34B8E00BCDB8}" dt="2020-03-31T00:10:56.396" v="56" actId="478"/>
          <ac:picMkLst>
            <pc:docMk/>
            <pc:sldMk cId="4184028695" sldId="267"/>
            <ac:picMk id="7" creationId="{3C3907A2-8734-4A9A-B74C-28CAE81954C7}"/>
          </ac:picMkLst>
        </pc:picChg>
      </pc:sldChg>
      <pc:sldChg chg="modTransition">
        <pc:chgData name="Gaston M. Feldman Tavani" userId="046016954e189690" providerId="LiveId" clId="{22753571-CE37-4445-B11F-34B8E00BCDB8}" dt="2020-03-31T00:20:22.711" v="161"/>
        <pc:sldMkLst>
          <pc:docMk/>
          <pc:sldMk cId="2327263591" sldId="268"/>
        </pc:sldMkLst>
      </pc:sldChg>
      <pc:sldChg chg="modTransition">
        <pc:chgData name="Gaston M. Feldman Tavani" userId="046016954e189690" providerId="LiveId" clId="{22753571-CE37-4445-B11F-34B8E00BCDB8}" dt="2020-03-31T00:20:34.035" v="165"/>
        <pc:sldMkLst>
          <pc:docMk/>
          <pc:sldMk cId="3486110331" sldId="273"/>
        </pc:sldMkLst>
      </pc:sldChg>
      <pc:sldChg chg="modTransition">
        <pc:chgData name="Gaston M. Feldman Tavani" userId="046016954e189690" providerId="LiveId" clId="{22753571-CE37-4445-B11F-34B8E00BCDB8}" dt="2020-03-31T00:20:29.445" v="163"/>
        <pc:sldMkLst>
          <pc:docMk/>
          <pc:sldMk cId="2001576268" sldId="275"/>
        </pc:sldMkLst>
      </pc:sldChg>
      <pc:sldChg chg="modTransition">
        <pc:chgData name="Gaston M. Feldman Tavani" userId="046016954e189690" providerId="LiveId" clId="{22753571-CE37-4445-B11F-34B8E00BCDB8}" dt="2020-03-31T00:20:41.962" v="167"/>
        <pc:sldMkLst>
          <pc:docMk/>
          <pc:sldMk cId="1734377852" sldId="279"/>
        </pc:sldMkLst>
      </pc:sldChg>
      <pc:sldChg chg="modSp">
        <pc:chgData name="Gaston M. Feldman Tavani" userId="046016954e189690" providerId="LiveId" clId="{22753571-CE37-4445-B11F-34B8E00BCDB8}" dt="2020-03-31T22:57:30.780" v="1339" actId="20577"/>
        <pc:sldMkLst>
          <pc:docMk/>
          <pc:sldMk cId="4092112446" sldId="290"/>
        </pc:sldMkLst>
        <pc:spChg chg="mod">
          <ac:chgData name="Gaston M. Feldman Tavani" userId="046016954e189690" providerId="LiveId" clId="{22753571-CE37-4445-B11F-34B8E00BCDB8}" dt="2020-03-31T22:57:30.780" v="1339" actId="20577"/>
          <ac:spMkLst>
            <pc:docMk/>
            <pc:sldMk cId="4092112446" sldId="290"/>
            <ac:spMk id="3" creationId="{2D4E2013-A5D5-4089-9694-91D9D721E8F8}"/>
          </ac:spMkLst>
        </pc:spChg>
      </pc:sldChg>
      <pc:sldChg chg="modSp">
        <pc:chgData name="Gaston M. Feldman Tavani" userId="046016954e189690" providerId="LiveId" clId="{22753571-CE37-4445-B11F-34B8E00BCDB8}" dt="2020-03-31T23:01:51.740" v="1469" actId="20577"/>
        <pc:sldMkLst>
          <pc:docMk/>
          <pc:sldMk cId="142188872" sldId="292"/>
        </pc:sldMkLst>
        <pc:spChg chg="mod">
          <ac:chgData name="Gaston M. Feldman Tavani" userId="046016954e189690" providerId="LiveId" clId="{22753571-CE37-4445-B11F-34B8E00BCDB8}" dt="2020-03-31T23:01:51.740" v="1469" actId="20577"/>
          <ac:spMkLst>
            <pc:docMk/>
            <pc:sldMk cId="142188872" sldId="292"/>
            <ac:spMk id="3" creationId="{2D4E2013-A5D5-4089-9694-91D9D721E8F8}"/>
          </ac:spMkLst>
        </pc:spChg>
      </pc:sldChg>
      <pc:sldChg chg="modSp">
        <pc:chgData name="Gaston M. Feldman Tavani" userId="046016954e189690" providerId="LiveId" clId="{22753571-CE37-4445-B11F-34B8E00BCDB8}" dt="2020-03-31T23:02:47.981" v="1492" actId="20577"/>
        <pc:sldMkLst>
          <pc:docMk/>
          <pc:sldMk cId="368520331" sldId="314"/>
        </pc:sldMkLst>
        <pc:spChg chg="mod">
          <ac:chgData name="Gaston M. Feldman Tavani" userId="046016954e189690" providerId="LiveId" clId="{22753571-CE37-4445-B11F-34B8E00BCDB8}" dt="2020-03-31T23:02:47.981" v="1492" actId="20577"/>
          <ac:spMkLst>
            <pc:docMk/>
            <pc:sldMk cId="368520331" sldId="314"/>
            <ac:spMk id="3" creationId="{00D9FAB9-7925-490D-B38F-9AF2AE0C9900}"/>
          </ac:spMkLst>
        </pc:spChg>
      </pc:sldChg>
      <pc:sldChg chg="modSp">
        <pc:chgData name="Gaston M. Feldman Tavani" userId="046016954e189690" providerId="LiveId" clId="{22753571-CE37-4445-B11F-34B8E00BCDB8}" dt="2020-03-31T23:03:42.889" v="1500" actId="20577"/>
        <pc:sldMkLst>
          <pc:docMk/>
          <pc:sldMk cId="535974368" sldId="316"/>
        </pc:sldMkLst>
        <pc:spChg chg="mod">
          <ac:chgData name="Gaston M. Feldman Tavani" userId="046016954e189690" providerId="LiveId" clId="{22753571-CE37-4445-B11F-34B8E00BCDB8}" dt="2020-03-31T23:03:42.889" v="1500" actId="20577"/>
          <ac:spMkLst>
            <pc:docMk/>
            <pc:sldMk cId="535974368" sldId="316"/>
            <ac:spMk id="3" creationId="{00D9FAB9-7925-490D-B38F-9AF2AE0C9900}"/>
          </ac:spMkLst>
        </pc:spChg>
      </pc:sldChg>
      <pc:sldChg chg="modSp">
        <pc:chgData name="Gaston M. Feldman Tavani" userId="046016954e189690" providerId="LiveId" clId="{22753571-CE37-4445-B11F-34B8E00BCDB8}" dt="2020-03-31T23:06:10.568" v="1514" actId="20577"/>
        <pc:sldMkLst>
          <pc:docMk/>
          <pc:sldMk cId="2206142937" sldId="317"/>
        </pc:sldMkLst>
        <pc:spChg chg="mod">
          <ac:chgData name="Gaston M. Feldman Tavani" userId="046016954e189690" providerId="LiveId" clId="{22753571-CE37-4445-B11F-34B8E00BCDB8}" dt="2020-03-31T23:06:10.568" v="1514" actId="20577"/>
          <ac:spMkLst>
            <pc:docMk/>
            <pc:sldMk cId="2206142937" sldId="317"/>
            <ac:spMk id="3" creationId="{2DA1574E-82F2-45C1-9827-7BA148D9B65B}"/>
          </ac:spMkLst>
        </pc:spChg>
      </pc:sldChg>
      <pc:sldChg chg="del">
        <pc:chgData name="Gaston M. Feldman Tavani" userId="046016954e189690" providerId="LiveId" clId="{22753571-CE37-4445-B11F-34B8E00BCDB8}" dt="2020-03-31T22:51:34.597" v="996" actId="47"/>
        <pc:sldMkLst>
          <pc:docMk/>
          <pc:sldMk cId="4000371382" sldId="318"/>
        </pc:sldMkLst>
      </pc:sldChg>
      <pc:sldChg chg="addSp delSp modSp add modTransition delAnim">
        <pc:chgData name="Gaston M. Feldman Tavani" userId="046016954e189690" providerId="LiveId" clId="{22753571-CE37-4445-B11F-34B8E00BCDB8}" dt="2020-03-31T00:20:04.896" v="156"/>
        <pc:sldMkLst>
          <pc:docMk/>
          <pc:sldMk cId="3217313407" sldId="319"/>
        </pc:sldMkLst>
        <pc:spChg chg="del">
          <ac:chgData name="Gaston M. Feldman Tavani" userId="046016954e189690" providerId="LiveId" clId="{22753571-CE37-4445-B11F-34B8E00BCDB8}" dt="2020-03-31T00:09:37.100" v="27" actId="478"/>
          <ac:spMkLst>
            <pc:docMk/>
            <pc:sldMk cId="3217313407" sldId="319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09:39.409" v="28" actId="478"/>
          <ac:spMkLst>
            <pc:docMk/>
            <pc:sldMk cId="3217313407" sldId="319"/>
            <ac:spMk id="3" creationId="{2D4E2013-A5D5-4089-9694-91D9D721E8F8}"/>
          </ac:spMkLst>
        </pc:spChg>
        <pc:spChg chg="add del mod">
          <ac:chgData name="Gaston M. Feldman Tavani" userId="046016954e189690" providerId="LiveId" clId="{22753571-CE37-4445-B11F-34B8E00BCDB8}" dt="2020-03-31T00:09:45.509" v="31" actId="478"/>
          <ac:spMkLst>
            <pc:docMk/>
            <pc:sldMk cId="3217313407" sldId="319"/>
            <ac:spMk id="5" creationId="{E83A0C10-4585-4E6E-874A-AA91D21F4ED9}"/>
          </ac:spMkLst>
        </pc:spChg>
        <pc:spChg chg="add del mod">
          <ac:chgData name="Gaston M. Feldman Tavani" userId="046016954e189690" providerId="LiveId" clId="{22753571-CE37-4445-B11F-34B8E00BCDB8}" dt="2020-03-31T00:09:42.317" v="29" actId="478"/>
          <ac:spMkLst>
            <pc:docMk/>
            <pc:sldMk cId="3217313407" sldId="319"/>
            <ac:spMk id="8" creationId="{D81D811D-A204-4731-9263-04E031C0F001}"/>
          </ac:spMkLst>
        </pc:spChg>
        <pc:spChg chg="del">
          <ac:chgData name="Gaston M. Feldman Tavani" userId="046016954e189690" providerId="LiveId" clId="{22753571-CE37-4445-B11F-34B8E00BCDB8}" dt="2020-03-31T00:09:44.211" v="30" actId="478"/>
          <ac:spMkLst>
            <pc:docMk/>
            <pc:sldMk cId="3217313407" sldId="319"/>
            <ac:spMk id="11" creationId="{EC11C6FE-0974-4135-9556-1E42EBF14C0D}"/>
          </ac:spMkLst>
        </pc:spChg>
      </pc:sldChg>
      <pc:sldChg chg="addSp delSp modSp add modTransition addAnim delAnim">
        <pc:chgData name="Gaston M. Feldman Tavani" userId="046016954e189690" providerId="LiveId" clId="{22753571-CE37-4445-B11F-34B8E00BCDB8}" dt="2020-03-31T00:20:04.896" v="156"/>
        <pc:sldMkLst>
          <pc:docMk/>
          <pc:sldMk cId="2184726588" sldId="320"/>
        </pc:sldMkLst>
        <pc:spChg chg="add del">
          <ac:chgData name="Gaston M. Feldman Tavani" userId="046016954e189690" providerId="LiveId" clId="{22753571-CE37-4445-B11F-34B8E00BCDB8}" dt="2020-03-31T00:09:23.356" v="17" actId="478"/>
          <ac:spMkLst>
            <pc:docMk/>
            <pc:sldMk cId="2184726588" sldId="320"/>
            <ac:spMk id="2" creationId="{94FA6339-C1BA-4FCA-8087-5D2CB77D5C21}"/>
          </ac:spMkLst>
        </pc:spChg>
        <pc:spChg chg="add del mod">
          <ac:chgData name="Gaston M. Feldman Tavani" userId="046016954e189690" providerId="LiveId" clId="{22753571-CE37-4445-B11F-34B8E00BCDB8}" dt="2020-03-31T00:09:24.177" v="20" actId="20577"/>
          <ac:spMkLst>
            <pc:docMk/>
            <pc:sldMk cId="2184726588" sldId="320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09:32.561" v="26" actId="478"/>
          <ac:spMkLst>
            <pc:docMk/>
            <pc:sldMk cId="2184726588" sldId="320"/>
            <ac:spMk id="9" creationId="{2BBAFE48-C345-49A6-8281-EF5CF24B6109}"/>
          </ac:spMkLst>
        </pc:spChg>
        <pc:spChg chg="add del">
          <ac:chgData name="Gaston M. Feldman Tavani" userId="046016954e189690" providerId="LiveId" clId="{22753571-CE37-4445-B11F-34B8E00BCDB8}" dt="2020-03-31T00:09:23.524" v="18" actId="478"/>
          <ac:spMkLst>
            <pc:docMk/>
            <pc:sldMk cId="2184726588" sldId="320"/>
            <ac:spMk id="11" creationId="{EC11C6FE-0974-4135-9556-1E42EBF14C0D}"/>
          </ac:spMkLst>
        </pc:spChg>
        <pc:picChg chg="del mod">
          <ac:chgData name="Gaston M. Feldman Tavani" userId="046016954e189690" providerId="LiveId" clId="{22753571-CE37-4445-B11F-34B8E00BCDB8}" dt="2020-03-31T00:09:31.515" v="25" actId="478"/>
          <ac:picMkLst>
            <pc:docMk/>
            <pc:sldMk cId="2184726588" sldId="320"/>
            <ac:picMk id="7" creationId="{6C9AE29C-823A-4238-9724-DC43EB4CDFE1}"/>
          </ac:picMkLst>
        </pc:picChg>
      </pc:sldChg>
      <pc:sldChg chg="add del">
        <pc:chgData name="Gaston M. Feldman Tavani" userId="046016954e189690" providerId="LiveId" clId="{22753571-CE37-4445-B11F-34B8E00BCDB8}" dt="2020-03-31T00:09:22.975" v="15"/>
        <pc:sldMkLst>
          <pc:docMk/>
          <pc:sldMk cId="1444645273" sldId="321"/>
        </pc:sldMkLst>
      </pc:sldChg>
      <pc:sldChg chg="delSp add modTransition delAnim">
        <pc:chgData name="Gaston M. Feldman Tavani" userId="046016954e189690" providerId="LiveId" clId="{22753571-CE37-4445-B11F-34B8E00BCDB8}" dt="2020-03-31T00:20:13.382" v="158"/>
        <pc:sldMkLst>
          <pc:docMk/>
          <pc:sldMk cId="2574315250" sldId="321"/>
        </pc:sldMkLst>
        <pc:spChg chg="del">
          <ac:chgData name="Gaston M. Feldman Tavani" userId="046016954e189690" providerId="LiveId" clId="{22753571-CE37-4445-B11F-34B8E00BCDB8}" dt="2020-03-31T00:10:13.625" v="36" actId="478"/>
          <ac:spMkLst>
            <pc:docMk/>
            <pc:sldMk cId="2574315250" sldId="321"/>
            <ac:spMk id="6" creationId="{DB6861CB-12EA-48A9-8653-B7632242FE4F}"/>
          </ac:spMkLst>
        </pc:spChg>
        <pc:picChg chg="del">
          <ac:chgData name="Gaston M. Feldman Tavani" userId="046016954e189690" providerId="LiveId" clId="{22753571-CE37-4445-B11F-34B8E00BCDB8}" dt="2020-03-31T00:10:12.353" v="35" actId="478"/>
          <ac:picMkLst>
            <pc:docMk/>
            <pc:sldMk cId="2574315250" sldId="321"/>
            <ac:picMk id="5" creationId="{67470365-BBE4-42FE-A0E3-79F27514665E}"/>
          </ac:picMkLst>
        </pc:picChg>
      </pc:sldChg>
      <pc:sldChg chg="addSp delSp modSp add modTransition delAnim">
        <pc:chgData name="Gaston M. Feldman Tavani" userId="046016954e189690" providerId="LiveId" clId="{22753571-CE37-4445-B11F-34B8E00BCDB8}" dt="2020-03-31T00:20:13.382" v="158"/>
        <pc:sldMkLst>
          <pc:docMk/>
          <pc:sldMk cId="203675210" sldId="322"/>
        </pc:sldMkLst>
        <pc:spChg chg="del">
          <ac:chgData name="Gaston M. Feldman Tavani" userId="046016954e189690" providerId="LiveId" clId="{22753571-CE37-4445-B11F-34B8E00BCDB8}" dt="2020-03-31T00:10:19.792" v="38" actId="478"/>
          <ac:spMkLst>
            <pc:docMk/>
            <pc:sldMk cId="203675210" sldId="322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10:22.107" v="40" actId="478"/>
          <ac:spMkLst>
            <pc:docMk/>
            <pc:sldMk cId="203675210" sldId="322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10:26.874" v="42" actId="478"/>
          <ac:spMkLst>
            <pc:docMk/>
            <pc:sldMk cId="203675210" sldId="322"/>
            <ac:spMk id="7" creationId="{A9F21DAF-B0FA-4FCE-9C2F-A444FE913D5B}"/>
          </ac:spMkLst>
        </pc:spChg>
        <pc:spChg chg="add del mod">
          <ac:chgData name="Gaston M. Feldman Tavani" userId="046016954e189690" providerId="LiveId" clId="{22753571-CE37-4445-B11F-34B8E00BCDB8}" dt="2020-03-31T00:10:20.837" v="39" actId="478"/>
          <ac:spMkLst>
            <pc:docMk/>
            <pc:sldMk cId="203675210" sldId="322"/>
            <ac:spMk id="8" creationId="{0F8AA914-1150-4E82-A042-1D81F59E937C}"/>
          </ac:spMkLst>
        </pc:spChg>
        <pc:spChg chg="add del mod">
          <ac:chgData name="Gaston M. Feldman Tavani" userId="046016954e189690" providerId="LiveId" clId="{22753571-CE37-4445-B11F-34B8E00BCDB8}" dt="2020-03-31T00:10:24.974" v="41" actId="478"/>
          <ac:spMkLst>
            <pc:docMk/>
            <pc:sldMk cId="203675210" sldId="322"/>
            <ac:spMk id="10" creationId="{A632993A-2347-4C1E-82A2-A637E203EC8F}"/>
          </ac:spMkLst>
        </pc:spChg>
        <pc:picChg chg="mod">
          <ac:chgData name="Gaston M. Feldman Tavani" userId="046016954e189690" providerId="LiveId" clId="{22753571-CE37-4445-B11F-34B8E00BCDB8}" dt="2020-03-31T00:10:33.230" v="44" actId="1036"/>
          <ac:picMkLst>
            <pc:docMk/>
            <pc:sldMk cId="203675210" sldId="322"/>
            <ac:picMk id="5" creationId="{67470365-BBE4-42FE-A0E3-79F27514665E}"/>
          </ac:picMkLst>
        </pc:picChg>
      </pc:sldChg>
      <pc:sldChg chg="add del">
        <pc:chgData name="Gaston M. Feldman Tavani" userId="046016954e189690" providerId="LiveId" clId="{22753571-CE37-4445-B11F-34B8E00BCDB8}" dt="2020-03-31T00:09:22.742" v="14"/>
        <pc:sldMkLst>
          <pc:docMk/>
          <pc:sldMk cId="867868261" sldId="322"/>
        </pc:sldMkLst>
      </pc:sldChg>
      <pc:sldChg chg="delSp add modTransition delAnim">
        <pc:chgData name="Gaston M. Feldman Tavani" userId="046016954e189690" providerId="LiveId" clId="{22753571-CE37-4445-B11F-34B8E00BCDB8}" dt="2020-03-31T00:20:19.273" v="159"/>
        <pc:sldMkLst>
          <pc:docMk/>
          <pc:sldMk cId="3663854498" sldId="323"/>
        </pc:sldMkLst>
        <pc:spChg chg="del">
          <ac:chgData name="Gaston M. Feldman Tavani" userId="046016954e189690" providerId="LiveId" clId="{22753571-CE37-4445-B11F-34B8E00BCDB8}" dt="2020-03-31T00:11:02.338" v="61" actId="478"/>
          <ac:spMkLst>
            <pc:docMk/>
            <pc:sldMk cId="3663854498" sldId="323"/>
            <ac:spMk id="6" creationId="{8F7ED8F9-5771-42B0-B23E-72E31A782027}"/>
          </ac:spMkLst>
        </pc:spChg>
        <pc:spChg chg="del">
          <ac:chgData name="Gaston M. Feldman Tavani" userId="046016954e189690" providerId="LiveId" clId="{22753571-CE37-4445-B11F-34B8E00BCDB8}" dt="2020-03-31T00:11:03.252" v="62" actId="478"/>
          <ac:spMkLst>
            <pc:docMk/>
            <pc:sldMk cId="3663854498" sldId="323"/>
            <ac:spMk id="8" creationId="{276AB42C-27ED-48DD-AA12-5C23BD072B99}"/>
          </ac:spMkLst>
        </pc:spChg>
        <pc:picChg chg="del">
          <ac:chgData name="Gaston M. Feldman Tavani" userId="046016954e189690" providerId="LiveId" clId="{22753571-CE37-4445-B11F-34B8E00BCDB8}" dt="2020-03-31T00:11:01.434" v="60" actId="478"/>
          <ac:picMkLst>
            <pc:docMk/>
            <pc:sldMk cId="3663854498" sldId="323"/>
            <ac:picMk id="5" creationId="{BAA1EB7E-9AA7-4363-97B2-88942DFBD741}"/>
          </ac:picMkLst>
        </pc:picChg>
        <pc:picChg chg="del">
          <ac:chgData name="Gaston M. Feldman Tavani" userId="046016954e189690" providerId="LiveId" clId="{22753571-CE37-4445-B11F-34B8E00BCDB8}" dt="2020-03-31T00:11:00.878" v="59" actId="478"/>
          <ac:picMkLst>
            <pc:docMk/>
            <pc:sldMk cId="3663854498" sldId="323"/>
            <ac:picMk id="7" creationId="{3C3907A2-8734-4A9A-B74C-28CAE81954C7}"/>
          </ac:picMkLst>
        </pc:picChg>
      </pc:sldChg>
      <pc:sldChg chg="addSp delSp modSp add modTransition delAnim">
        <pc:chgData name="Gaston M. Feldman Tavani" userId="046016954e189690" providerId="LiveId" clId="{22753571-CE37-4445-B11F-34B8E00BCDB8}" dt="2020-03-31T00:20:19.273" v="159"/>
        <pc:sldMkLst>
          <pc:docMk/>
          <pc:sldMk cId="3346734111" sldId="324"/>
        </pc:sldMkLst>
        <pc:spChg chg="del">
          <ac:chgData name="Gaston M. Feldman Tavani" userId="046016954e189690" providerId="LiveId" clId="{22753571-CE37-4445-B11F-34B8E00BCDB8}" dt="2020-03-31T00:11:44.046" v="68" actId="478"/>
          <ac:spMkLst>
            <pc:docMk/>
            <pc:sldMk cId="3346734111" sldId="324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11:45.856" v="69" actId="478"/>
          <ac:spMkLst>
            <pc:docMk/>
            <pc:sldMk cId="3346734111" sldId="324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11:47.529" v="70" actId="478"/>
          <ac:spMkLst>
            <pc:docMk/>
            <pc:sldMk cId="3346734111" sldId="324"/>
            <ac:spMk id="4" creationId="{3762850D-071D-453A-807E-854FCEF96EE9}"/>
          </ac:spMkLst>
        </pc:spChg>
        <pc:spChg chg="del">
          <ac:chgData name="Gaston M. Feldman Tavani" userId="046016954e189690" providerId="LiveId" clId="{22753571-CE37-4445-B11F-34B8E00BCDB8}" dt="2020-03-31T00:11:36.383" v="65" actId="478"/>
          <ac:spMkLst>
            <pc:docMk/>
            <pc:sldMk cId="3346734111" sldId="324"/>
            <ac:spMk id="8" creationId="{276AB42C-27ED-48DD-AA12-5C23BD072B99}"/>
          </ac:spMkLst>
        </pc:spChg>
        <pc:spChg chg="add del mod">
          <ac:chgData name="Gaston M. Feldman Tavani" userId="046016954e189690" providerId="LiveId" clId="{22753571-CE37-4445-B11F-34B8E00BCDB8}" dt="2020-03-31T00:11:40.266" v="67"/>
          <ac:spMkLst>
            <pc:docMk/>
            <pc:sldMk cId="3346734111" sldId="324"/>
            <ac:spMk id="9" creationId="{DBA7AF13-81B7-498E-AAF5-4F5B14628AAD}"/>
          </ac:spMkLst>
        </pc:spChg>
        <pc:spChg chg="del">
          <ac:chgData name="Gaston M. Feldman Tavani" userId="046016954e189690" providerId="LiveId" clId="{22753571-CE37-4445-B11F-34B8E00BCDB8}" dt="2020-03-31T00:11:34.806" v="64" actId="478"/>
          <ac:spMkLst>
            <pc:docMk/>
            <pc:sldMk cId="3346734111" sldId="324"/>
            <ac:spMk id="10" creationId="{B6FCD62B-F37F-489D-88C7-102414E9D730}"/>
          </ac:spMkLst>
        </pc:spChg>
        <pc:spChg chg="add del mod">
          <ac:chgData name="Gaston M. Feldman Tavani" userId="046016954e189690" providerId="LiveId" clId="{22753571-CE37-4445-B11F-34B8E00BCDB8}" dt="2020-03-31T00:11:40.266" v="67"/>
          <ac:spMkLst>
            <pc:docMk/>
            <pc:sldMk cId="3346734111" sldId="324"/>
            <ac:spMk id="11" creationId="{49C3A5DF-BB0D-40CA-A79F-DDF4950D83CB}"/>
          </ac:spMkLst>
        </pc:spChg>
        <pc:picChg chg="mod">
          <ac:chgData name="Gaston M. Feldman Tavani" userId="046016954e189690" providerId="LiveId" clId="{22753571-CE37-4445-B11F-34B8E00BCDB8}" dt="2020-03-31T00:11:52.476" v="72" actId="1035"/>
          <ac:picMkLst>
            <pc:docMk/>
            <pc:sldMk cId="3346734111" sldId="324"/>
            <ac:picMk id="5" creationId="{BAA1EB7E-9AA7-4363-97B2-88942DFBD741}"/>
          </ac:picMkLst>
        </pc:picChg>
        <pc:picChg chg="del">
          <ac:chgData name="Gaston M. Feldman Tavani" userId="046016954e189690" providerId="LiveId" clId="{22753571-CE37-4445-B11F-34B8E00BCDB8}" dt="2020-03-31T00:11:32.805" v="63" actId="478"/>
          <ac:picMkLst>
            <pc:docMk/>
            <pc:sldMk cId="3346734111" sldId="324"/>
            <ac:picMk id="7" creationId="{3C3907A2-8734-4A9A-B74C-28CAE81954C7}"/>
          </ac:picMkLst>
        </pc:picChg>
      </pc:sldChg>
      <pc:sldChg chg="addSp delSp modSp add modTransition delAnim">
        <pc:chgData name="Gaston M. Feldman Tavani" userId="046016954e189690" providerId="LiveId" clId="{22753571-CE37-4445-B11F-34B8E00BCDB8}" dt="2020-03-31T00:20:19.273" v="159"/>
        <pc:sldMkLst>
          <pc:docMk/>
          <pc:sldMk cId="1097794112" sldId="325"/>
        </pc:sldMkLst>
        <pc:spChg chg="del">
          <ac:chgData name="Gaston M. Feldman Tavani" userId="046016954e189690" providerId="LiveId" clId="{22753571-CE37-4445-B11F-34B8E00BCDB8}" dt="2020-03-31T00:12:42.493" v="80" actId="478"/>
          <ac:spMkLst>
            <pc:docMk/>
            <pc:sldMk cId="1097794112" sldId="325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12:38.946" v="77" actId="478"/>
          <ac:spMkLst>
            <pc:docMk/>
            <pc:sldMk cId="1097794112" sldId="325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12:41.373" v="79" actId="478"/>
          <ac:spMkLst>
            <pc:docMk/>
            <pc:sldMk cId="1097794112" sldId="325"/>
            <ac:spMk id="4" creationId="{3762850D-071D-453A-807E-854FCEF96EE9}"/>
          </ac:spMkLst>
        </pc:spChg>
        <pc:spChg chg="del">
          <ac:chgData name="Gaston M. Feldman Tavani" userId="046016954e189690" providerId="LiveId" clId="{22753571-CE37-4445-B11F-34B8E00BCDB8}" dt="2020-03-31T00:12:37.096" v="76" actId="478"/>
          <ac:spMkLst>
            <pc:docMk/>
            <pc:sldMk cId="1097794112" sldId="325"/>
            <ac:spMk id="6" creationId="{8F7ED8F9-5771-42B0-B23E-72E31A782027}"/>
          </ac:spMkLst>
        </pc:spChg>
        <pc:spChg chg="del">
          <ac:chgData name="Gaston M. Feldman Tavani" userId="046016954e189690" providerId="LiveId" clId="{22753571-CE37-4445-B11F-34B8E00BCDB8}" dt="2020-03-31T00:12:34.720" v="74" actId="478"/>
          <ac:spMkLst>
            <pc:docMk/>
            <pc:sldMk cId="1097794112" sldId="325"/>
            <ac:spMk id="10" creationId="{B6FCD62B-F37F-489D-88C7-102414E9D730}"/>
          </ac:spMkLst>
        </pc:spChg>
        <pc:spChg chg="add del mod">
          <ac:chgData name="Gaston M. Feldman Tavani" userId="046016954e189690" providerId="LiveId" clId="{22753571-CE37-4445-B11F-34B8E00BCDB8}" dt="2020-03-31T00:12:39.825" v="78" actId="478"/>
          <ac:spMkLst>
            <pc:docMk/>
            <pc:sldMk cId="1097794112" sldId="325"/>
            <ac:spMk id="11" creationId="{4D3FD85F-BC72-460D-B567-79E054B73DF1}"/>
          </ac:spMkLst>
        </pc:spChg>
        <pc:spChg chg="add del mod">
          <ac:chgData name="Gaston M. Feldman Tavani" userId="046016954e189690" providerId="LiveId" clId="{22753571-CE37-4445-B11F-34B8E00BCDB8}" dt="2020-03-31T00:12:43.276" v="81" actId="478"/>
          <ac:spMkLst>
            <pc:docMk/>
            <pc:sldMk cId="1097794112" sldId="325"/>
            <ac:spMk id="13" creationId="{35B513A2-8227-4587-B582-747016B83DB3}"/>
          </ac:spMkLst>
        </pc:spChg>
        <pc:picChg chg="del">
          <ac:chgData name="Gaston M. Feldman Tavani" userId="046016954e189690" providerId="LiveId" clId="{22753571-CE37-4445-B11F-34B8E00BCDB8}" dt="2020-03-31T00:12:32.973" v="73" actId="478"/>
          <ac:picMkLst>
            <pc:docMk/>
            <pc:sldMk cId="1097794112" sldId="325"/>
            <ac:picMk id="5" creationId="{BAA1EB7E-9AA7-4363-97B2-88942DFBD741}"/>
          </ac:picMkLst>
        </pc:picChg>
        <pc:picChg chg="mod">
          <ac:chgData name="Gaston M. Feldman Tavani" userId="046016954e189690" providerId="LiveId" clId="{22753571-CE37-4445-B11F-34B8E00BCDB8}" dt="2020-03-31T00:12:54.661" v="87" actId="1076"/>
          <ac:picMkLst>
            <pc:docMk/>
            <pc:sldMk cId="1097794112" sldId="325"/>
            <ac:picMk id="7" creationId="{3C3907A2-8734-4A9A-B74C-28CAE81954C7}"/>
          </ac:picMkLst>
        </pc:picChg>
      </pc:sldChg>
      <pc:sldChg chg="delSp add modTransition delAnim">
        <pc:chgData name="Gaston M. Feldman Tavani" userId="046016954e189690" providerId="LiveId" clId="{22753571-CE37-4445-B11F-34B8E00BCDB8}" dt="2020-03-31T00:20:26.668" v="162"/>
        <pc:sldMkLst>
          <pc:docMk/>
          <pc:sldMk cId="36971490" sldId="326"/>
        </pc:sldMkLst>
        <pc:spChg chg="del">
          <ac:chgData name="Gaston M. Feldman Tavani" userId="046016954e189690" providerId="LiveId" clId="{22753571-CE37-4445-B11F-34B8E00BCDB8}" dt="2020-03-31T00:13:06.633" v="92" actId="478"/>
          <ac:spMkLst>
            <pc:docMk/>
            <pc:sldMk cId="36971490" sldId="326"/>
            <ac:spMk id="11" creationId="{8615981A-0BFC-4360-A9C6-B847CD0CF54C}"/>
          </ac:spMkLst>
        </pc:spChg>
        <pc:picChg chg="del">
          <ac:chgData name="Gaston M. Feldman Tavani" userId="046016954e189690" providerId="LiveId" clId="{22753571-CE37-4445-B11F-34B8E00BCDB8}" dt="2020-03-31T00:13:04.978" v="91" actId="478"/>
          <ac:picMkLst>
            <pc:docMk/>
            <pc:sldMk cId="36971490" sldId="326"/>
            <ac:picMk id="9" creationId="{7ADB488F-18C4-4070-8FDF-BC0CF6D050EE}"/>
          </ac:picMkLst>
        </pc:picChg>
      </pc:sldChg>
      <pc:sldChg chg="addSp delSp modSp add modTransition delAnim">
        <pc:chgData name="Gaston M. Feldman Tavani" userId="046016954e189690" providerId="LiveId" clId="{22753571-CE37-4445-B11F-34B8E00BCDB8}" dt="2020-03-31T00:20:26.668" v="162"/>
        <pc:sldMkLst>
          <pc:docMk/>
          <pc:sldMk cId="1733181439" sldId="327"/>
        </pc:sldMkLst>
        <pc:spChg chg="del">
          <ac:chgData name="Gaston M. Feldman Tavani" userId="046016954e189690" providerId="LiveId" clId="{22753571-CE37-4445-B11F-34B8E00BCDB8}" dt="2020-03-31T00:13:10.346" v="93" actId="478"/>
          <ac:spMkLst>
            <pc:docMk/>
            <pc:sldMk cId="1733181439" sldId="327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13:13.724" v="95" actId="478"/>
          <ac:spMkLst>
            <pc:docMk/>
            <pc:sldMk cId="1733181439" sldId="327"/>
            <ac:spMk id="3" creationId="{2D4E2013-A5D5-4089-9694-91D9D721E8F8}"/>
          </ac:spMkLst>
        </pc:spChg>
        <pc:spChg chg="add del mod">
          <ac:chgData name="Gaston M. Feldman Tavani" userId="046016954e189690" providerId="LiveId" clId="{22753571-CE37-4445-B11F-34B8E00BCDB8}" dt="2020-03-31T00:13:11.928" v="94" actId="478"/>
          <ac:spMkLst>
            <pc:docMk/>
            <pc:sldMk cId="1733181439" sldId="327"/>
            <ac:spMk id="5" creationId="{81486BB5-7DD7-434D-8B29-AEA1E9965B24}"/>
          </ac:spMkLst>
        </pc:spChg>
        <pc:spChg chg="add del mod">
          <ac:chgData name="Gaston M. Feldman Tavani" userId="046016954e189690" providerId="LiveId" clId="{22753571-CE37-4445-B11F-34B8E00BCDB8}" dt="2020-03-31T00:13:14.977" v="96" actId="478"/>
          <ac:spMkLst>
            <pc:docMk/>
            <pc:sldMk cId="1733181439" sldId="327"/>
            <ac:spMk id="7" creationId="{DAE5014D-14D9-4CEB-B6D9-A692EA43A5A6}"/>
          </ac:spMkLst>
        </pc:spChg>
        <pc:spChg chg="del">
          <ac:chgData name="Gaston M. Feldman Tavani" userId="046016954e189690" providerId="LiveId" clId="{22753571-CE37-4445-B11F-34B8E00BCDB8}" dt="2020-03-31T00:13:17.053" v="97" actId="478"/>
          <ac:spMkLst>
            <pc:docMk/>
            <pc:sldMk cId="1733181439" sldId="327"/>
            <ac:spMk id="12" creationId="{3DA89425-1036-4D1B-A362-C78E561E81D1}"/>
          </ac:spMkLst>
        </pc:spChg>
      </pc:sldChg>
      <pc:sldChg chg="delSp add modTransition delAnim">
        <pc:chgData name="Gaston M. Feldman Tavani" userId="046016954e189690" providerId="LiveId" clId="{22753571-CE37-4445-B11F-34B8E00BCDB8}" dt="2020-03-31T00:20:32.844" v="164"/>
        <pc:sldMkLst>
          <pc:docMk/>
          <pc:sldMk cId="3174730089" sldId="328"/>
        </pc:sldMkLst>
        <pc:spChg chg="del">
          <ac:chgData name="Gaston M. Feldman Tavani" userId="046016954e189690" providerId="LiveId" clId="{22753571-CE37-4445-B11F-34B8E00BCDB8}" dt="2020-03-31T00:13:36.408" v="104" actId="478"/>
          <ac:spMkLst>
            <pc:docMk/>
            <pc:sldMk cId="3174730089" sldId="328"/>
            <ac:spMk id="5" creationId="{8BE84636-B43F-472C-9E64-470F7FD8F601}"/>
          </ac:spMkLst>
        </pc:spChg>
        <pc:spChg chg="del">
          <ac:chgData name="Gaston M. Feldman Tavani" userId="046016954e189690" providerId="LiveId" clId="{22753571-CE37-4445-B11F-34B8E00BCDB8}" dt="2020-03-31T00:13:37.324" v="105" actId="478"/>
          <ac:spMkLst>
            <pc:docMk/>
            <pc:sldMk cId="3174730089" sldId="328"/>
            <ac:spMk id="10" creationId="{1065F26A-D057-4AA6-BC18-4D06CF96DC18}"/>
          </ac:spMkLst>
        </pc:spChg>
        <pc:picChg chg="del">
          <ac:chgData name="Gaston M. Feldman Tavani" userId="046016954e189690" providerId="LiveId" clId="{22753571-CE37-4445-B11F-34B8E00BCDB8}" dt="2020-03-31T00:13:35.163" v="103" actId="478"/>
          <ac:picMkLst>
            <pc:docMk/>
            <pc:sldMk cId="3174730089" sldId="328"/>
            <ac:picMk id="4" creationId="{26552F01-C3E7-4ADD-A676-B272F72A9DC3}"/>
          </ac:picMkLst>
        </pc:picChg>
        <pc:picChg chg="del">
          <ac:chgData name="Gaston M. Feldman Tavani" userId="046016954e189690" providerId="LiveId" clId="{22753571-CE37-4445-B11F-34B8E00BCDB8}" dt="2020-03-31T00:13:34.581" v="102" actId="478"/>
          <ac:picMkLst>
            <pc:docMk/>
            <pc:sldMk cId="3174730089" sldId="328"/>
            <ac:picMk id="6" creationId="{67AC5B8F-2859-4596-A76C-D7B736E07CC0}"/>
          </ac:picMkLst>
        </pc:picChg>
      </pc:sldChg>
      <pc:sldChg chg="delSp modSp add modTransition delAnim">
        <pc:chgData name="Gaston M. Feldman Tavani" userId="046016954e189690" providerId="LiveId" clId="{22753571-CE37-4445-B11F-34B8E00BCDB8}" dt="2020-03-31T00:20:32.844" v="164"/>
        <pc:sldMkLst>
          <pc:docMk/>
          <pc:sldMk cId="2815266808" sldId="329"/>
        </pc:sldMkLst>
        <pc:spChg chg="del">
          <ac:chgData name="Gaston M. Feldman Tavani" userId="046016954e189690" providerId="LiveId" clId="{22753571-CE37-4445-B11F-34B8E00BCDB8}" dt="2020-03-31T00:13:43.380" v="108" actId="478"/>
          <ac:spMkLst>
            <pc:docMk/>
            <pc:sldMk cId="2815266808" sldId="329"/>
            <ac:spMk id="2" creationId="{94FA6339-C1BA-4FCA-8087-5D2CB77D5C21}"/>
          </ac:spMkLst>
        </pc:spChg>
        <pc:spChg chg="del mod">
          <ac:chgData name="Gaston M. Feldman Tavani" userId="046016954e189690" providerId="LiveId" clId="{22753571-CE37-4445-B11F-34B8E00BCDB8}" dt="2020-03-31T00:13:44.739" v="110" actId="478"/>
          <ac:spMkLst>
            <pc:docMk/>
            <pc:sldMk cId="2815266808" sldId="329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13:45.812" v="111" actId="478"/>
          <ac:spMkLst>
            <pc:docMk/>
            <pc:sldMk cId="2815266808" sldId="329"/>
            <ac:spMk id="7" creationId="{F272F7DD-F752-4186-8A03-661F2D55F526}"/>
          </ac:spMkLst>
        </pc:spChg>
        <pc:spChg chg="del">
          <ac:chgData name="Gaston M. Feldman Tavani" userId="046016954e189690" providerId="LiveId" clId="{22753571-CE37-4445-B11F-34B8E00BCDB8}" dt="2020-03-31T00:13:46.539" v="112" actId="478"/>
          <ac:spMkLst>
            <pc:docMk/>
            <pc:sldMk cId="2815266808" sldId="329"/>
            <ac:spMk id="8" creationId="{71C0C19B-F278-4466-AD42-D365176C53F8}"/>
          </ac:spMkLst>
        </pc:spChg>
        <pc:spChg chg="del">
          <ac:chgData name="Gaston M. Feldman Tavani" userId="046016954e189690" providerId="LiveId" clId="{22753571-CE37-4445-B11F-34B8E00BCDB8}" dt="2020-03-31T00:13:40.179" v="107" actId="478"/>
          <ac:spMkLst>
            <pc:docMk/>
            <pc:sldMk cId="2815266808" sldId="329"/>
            <ac:spMk id="10" creationId="{1065F26A-D057-4AA6-BC18-4D06CF96DC18}"/>
          </ac:spMkLst>
        </pc:spChg>
        <pc:picChg chg="del">
          <ac:chgData name="Gaston M. Feldman Tavani" userId="046016954e189690" providerId="LiveId" clId="{22753571-CE37-4445-B11F-34B8E00BCDB8}" dt="2020-03-31T00:13:39.226" v="106" actId="478"/>
          <ac:picMkLst>
            <pc:docMk/>
            <pc:sldMk cId="2815266808" sldId="329"/>
            <ac:picMk id="6" creationId="{67AC5B8F-2859-4596-A76C-D7B736E07CC0}"/>
          </ac:picMkLst>
        </pc:picChg>
      </pc:sldChg>
      <pc:sldChg chg="delSp modSp add modTransition delAnim">
        <pc:chgData name="Gaston M. Feldman Tavani" userId="046016954e189690" providerId="LiveId" clId="{22753571-CE37-4445-B11F-34B8E00BCDB8}" dt="2020-03-31T00:20:32.844" v="164"/>
        <pc:sldMkLst>
          <pc:docMk/>
          <pc:sldMk cId="3338368559" sldId="330"/>
        </pc:sldMkLst>
        <pc:spChg chg="del">
          <ac:chgData name="Gaston M. Feldman Tavani" userId="046016954e189690" providerId="LiveId" clId="{22753571-CE37-4445-B11F-34B8E00BCDB8}" dt="2020-03-31T00:13:53.702" v="114" actId="478"/>
          <ac:spMkLst>
            <pc:docMk/>
            <pc:sldMk cId="3338368559" sldId="330"/>
            <ac:spMk id="2" creationId="{94FA6339-C1BA-4FCA-8087-5D2CB77D5C21}"/>
          </ac:spMkLst>
        </pc:spChg>
        <pc:spChg chg="del mod">
          <ac:chgData name="Gaston M. Feldman Tavani" userId="046016954e189690" providerId="LiveId" clId="{22753571-CE37-4445-B11F-34B8E00BCDB8}" dt="2020-03-31T00:13:55.834" v="116" actId="478"/>
          <ac:spMkLst>
            <pc:docMk/>
            <pc:sldMk cId="3338368559" sldId="330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13:59.607" v="120" actId="478"/>
          <ac:spMkLst>
            <pc:docMk/>
            <pc:sldMk cId="3338368559" sldId="330"/>
            <ac:spMk id="5" creationId="{8BE84636-B43F-472C-9E64-470F7FD8F601}"/>
          </ac:spMkLst>
        </pc:spChg>
        <pc:spChg chg="del">
          <ac:chgData name="Gaston M. Feldman Tavani" userId="046016954e189690" providerId="LiveId" clId="{22753571-CE37-4445-B11F-34B8E00BCDB8}" dt="2020-03-31T00:13:56.792" v="117" actId="478"/>
          <ac:spMkLst>
            <pc:docMk/>
            <pc:sldMk cId="3338368559" sldId="330"/>
            <ac:spMk id="7" creationId="{F272F7DD-F752-4186-8A03-661F2D55F526}"/>
          </ac:spMkLst>
        </pc:spChg>
        <pc:spChg chg="del">
          <ac:chgData name="Gaston M. Feldman Tavani" userId="046016954e189690" providerId="LiveId" clId="{22753571-CE37-4445-B11F-34B8E00BCDB8}" dt="2020-03-31T00:13:57.801" v="118" actId="478"/>
          <ac:spMkLst>
            <pc:docMk/>
            <pc:sldMk cId="3338368559" sldId="330"/>
            <ac:spMk id="8" creationId="{71C0C19B-F278-4466-AD42-D365176C53F8}"/>
          </ac:spMkLst>
        </pc:spChg>
        <pc:spChg chg="mod">
          <ac:chgData name="Gaston M. Feldman Tavani" userId="046016954e189690" providerId="LiveId" clId="{22753571-CE37-4445-B11F-34B8E00BCDB8}" dt="2020-03-31T00:14:06.977" v="131" actId="1038"/>
          <ac:spMkLst>
            <pc:docMk/>
            <pc:sldMk cId="3338368559" sldId="330"/>
            <ac:spMk id="10" creationId="{1065F26A-D057-4AA6-BC18-4D06CF96DC18}"/>
          </ac:spMkLst>
        </pc:spChg>
        <pc:picChg chg="del">
          <ac:chgData name="Gaston M. Feldman Tavani" userId="046016954e189690" providerId="LiveId" clId="{22753571-CE37-4445-B11F-34B8E00BCDB8}" dt="2020-03-31T00:13:49.934" v="113" actId="478"/>
          <ac:picMkLst>
            <pc:docMk/>
            <pc:sldMk cId="3338368559" sldId="330"/>
            <ac:picMk id="4" creationId="{26552F01-C3E7-4ADD-A676-B272F72A9DC3}"/>
          </ac:picMkLst>
        </pc:picChg>
        <pc:picChg chg="mod">
          <ac:chgData name="Gaston M. Feldman Tavani" userId="046016954e189690" providerId="LiveId" clId="{22753571-CE37-4445-B11F-34B8E00BCDB8}" dt="2020-03-31T00:14:03.355" v="121" actId="1076"/>
          <ac:picMkLst>
            <pc:docMk/>
            <pc:sldMk cId="3338368559" sldId="330"/>
            <ac:picMk id="6" creationId="{67AC5B8F-2859-4596-A76C-D7B736E07CC0}"/>
          </ac:picMkLst>
        </pc:picChg>
      </pc:sldChg>
      <pc:sldChg chg="delSp add modTransition delAnim">
        <pc:chgData name="Gaston M. Feldman Tavani" userId="046016954e189690" providerId="LiveId" clId="{22753571-CE37-4445-B11F-34B8E00BCDB8}" dt="2020-03-31T00:20:38.216" v="166"/>
        <pc:sldMkLst>
          <pc:docMk/>
          <pc:sldMk cId="3018390698" sldId="331"/>
        </pc:sldMkLst>
        <pc:spChg chg="del">
          <ac:chgData name="Gaston M. Feldman Tavani" userId="046016954e189690" providerId="LiveId" clId="{22753571-CE37-4445-B11F-34B8E00BCDB8}" dt="2020-03-31T00:14:20.929" v="138" actId="478"/>
          <ac:spMkLst>
            <pc:docMk/>
            <pc:sldMk cId="3018390698" sldId="331"/>
            <ac:spMk id="10" creationId="{1065F26A-D057-4AA6-BC18-4D06CF96DC18}"/>
          </ac:spMkLst>
        </pc:spChg>
        <pc:picChg chg="del">
          <ac:chgData name="Gaston M. Feldman Tavani" userId="046016954e189690" providerId="LiveId" clId="{22753571-CE37-4445-B11F-34B8E00BCDB8}" dt="2020-03-31T00:14:20.050" v="137" actId="478"/>
          <ac:picMkLst>
            <pc:docMk/>
            <pc:sldMk cId="3018390698" sldId="331"/>
            <ac:picMk id="9" creationId="{1A5AF7FB-0426-4E2B-923F-BE9263F7EB56}"/>
          </ac:picMkLst>
        </pc:picChg>
      </pc:sldChg>
      <pc:sldChg chg="delSp add modTransition delAnim">
        <pc:chgData name="Gaston M. Feldman Tavani" userId="046016954e189690" providerId="LiveId" clId="{22753571-CE37-4445-B11F-34B8E00BCDB8}" dt="2020-03-31T00:20:38.216" v="166"/>
        <pc:sldMkLst>
          <pc:docMk/>
          <pc:sldMk cId="893808673" sldId="332"/>
        </pc:sldMkLst>
        <pc:spChg chg="del">
          <ac:chgData name="Gaston M. Feldman Tavani" userId="046016954e189690" providerId="LiveId" clId="{22753571-CE37-4445-B11F-34B8E00BCDB8}" dt="2020-03-31T00:14:26.987" v="139" actId="478"/>
          <ac:spMkLst>
            <pc:docMk/>
            <pc:sldMk cId="893808673" sldId="332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14:28.254" v="140" actId="478"/>
          <ac:spMkLst>
            <pc:docMk/>
            <pc:sldMk cId="893808673" sldId="332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14:29.103" v="141" actId="478"/>
          <ac:spMkLst>
            <pc:docMk/>
            <pc:sldMk cId="893808673" sldId="332"/>
            <ac:spMk id="8" creationId="{71C0C19B-F278-4466-AD42-D365176C53F8}"/>
          </ac:spMkLst>
        </pc:spChg>
      </pc:sldChg>
      <pc:sldChg chg="delSp add modTransition delAnim">
        <pc:chgData name="Gaston M. Feldman Tavani" userId="046016954e189690" providerId="LiveId" clId="{22753571-CE37-4445-B11F-34B8E00BCDB8}" dt="2020-03-31T00:20:44.651" v="168"/>
        <pc:sldMkLst>
          <pc:docMk/>
          <pc:sldMk cId="35067535" sldId="333"/>
        </pc:sldMkLst>
        <pc:spChg chg="del">
          <ac:chgData name="Gaston M. Feldman Tavani" userId="046016954e189690" providerId="LiveId" clId="{22753571-CE37-4445-B11F-34B8E00BCDB8}" dt="2020-03-31T00:14:47.685" v="147" actId="478"/>
          <ac:spMkLst>
            <pc:docMk/>
            <pc:sldMk cId="35067535" sldId="333"/>
            <ac:spMk id="5" creationId="{FD01D85F-413E-483C-B02D-A7B70202002A}"/>
          </ac:spMkLst>
        </pc:spChg>
        <pc:spChg chg="del">
          <ac:chgData name="Gaston M. Feldman Tavani" userId="046016954e189690" providerId="LiveId" clId="{22753571-CE37-4445-B11F-34B8E00BCDB8}" dt="2020-03-31T00:14:45.446" v="146" actId="478"/>
          <ac:spMkLst>
            <pc:docMk/>
            <pc:sldMk cId="35067535" sldId="333"/>
            <ac:spMk id="6" creationId="{F3F92214-4728-4843-8068-E80B7E897444}"/>
          </ac:spMkLst>
        </pc:spChg>
        <pc:picChg chg="del">
          <ac:chgData name="Gaston M. Feldman Tavani" userId="046016954e189690" providerId="LiveId" clId="{22753571-CE37-4445-B11F-34B8E00BCDB8}" dt="2020-03-31T00:14:43.789" v="145" actId="478"/>
          <ac:picMkLst>
            <pc:docMk/>
            <pc:sldMk cId="35067535" sldId="333"/>
            <ac:picMk id="4" creationId="{8A9822FB-6AFB-4C8F-BA99-83D3735B27CD}"/>
          </ac:picMkLst>
        </pc:picChg>
      </pc:sldChg>
      <pc:sldChg chg="add del">
        <pc:chgData name="Gaston M. Feldman Tavani" userId="046016954e189690" providerId="LiveId" clId="{22753571-CE37-4445-B11F-34B8E00BCDB8}" dt="2020-03-31T00:14:14.609" v="135"/>
        <pc:sldMkLst>
          <pc:docMk/>
          <pc:sldMk cId="3711984237" sldId="333"/>
        </pc:sldMkLst>
      </pc:sldChg>
      <pc:sldChg chg="addSp delSp modSp add modTransition">
        <pc:chgData name="Gaston M. Feldman Tavani" userId="046016954e189690" providerId="LiveId" clId="{22753571-CE37-4445-B11F-34B8E00BCDB8}" dt="2020-03-31T00:20:44.651" v="168"/>
        <pc:sldMkLst>
          <pc:docMk/>
          <pc:sldMk cId="2190414133" sldId="334"/>
        </pc:sldMkLst>
        <pc:spChg chg="del">
          <ac:chgData name="Gaston M. Feldman Tavani" userId="046016954e189690" providerId="LiveId" clId="{22753571-CE37-4445-B11F-34B8E00BCDB8}" dt="2020-03-31T00:14:52.403" v="149" actId="478"/>
          <ac:spMkLst>
            <pc:docMk/>
            <pc:sldMk cId="2190414133" sldId="334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14:50.280" v="148" actId="478"/>
          <ac:spMkLst>
            <pc:docMk/>
            <pc:sldMk cId="2190414133" sldId="334"/>
            <ac:spMk id="3" creationId="{2D4E2013-A5D5-4089-9694-91D9D721E8F8}"/>
          </ac:spMkLst>
        </pc:spChg>
        <pc:spChg chg="add del mod">
          <ac:chgData name="Gaston M. Feldman Tavani" userId="046016954e189690" providerId="LiveId" clId="{22753571-CE37-4445-B11F-34B8E00BCDB8}" dt="2020-03-31T00:14:54.353" v="150"/>
          <ac:spMkLst>
            <pc:docMk/>
            <pc:sldMk cId="2190414133" sldId="334"/>
            <ac:spMk id="8" creationId="{37064616-574E-4E43-9469-C54478D07C68}"/>
          </ac:spMkLst>
        </pc:spChg>
        <pc:spChg chg="add del mod">
          <ac:chgData name="Gaston M. Feldman Tavani" userId="046016954e189690" providerId="LiveId" clId="{22753571-CE37-4445-B11F-34B8E00BCDB8}" dt="2020-03-31T00:14:54.353" v="150"/>
          <ac:spMkLst>
            <pc:docMk/>
            <pc:sldMk cId="2190414133" sldId="334"/>
            <ac:spMk id="10" creationId="{86A29503-40BC-4FFA-AA65-67F9CED4946F}"/>
          </ac:spMkLst>
        </pc:spChg>
        <pc:picChg chg="mod">
          <ac:chgData name="Gaston M. Feldman Tavani" userId="046016954e189690" providerId="LiveId" clId="{22753571-CE37-4445-B11F-34B8E00BCDB8}" dt="2020-03-31T00:14:56.253" v="152" actId="1076"/>
          <ac:picMkLst>
            <pc:docMk/>
            <pc:sldMk cId="2190414133" sldId="334"/>
            <ac:picMk id="4" creationId="{8A9822FB-6AFB-4C8F-BA99-83D3735B27CD}"/>
          </ac:picMkLst>
        </pc:picChg>
      </pc:sldChg>
      <pc:sldChg chg="addSp delSp modSp add">
        <pc:chgData name="Gaston M. Feldman Tavani" userId="046016954e189690" providerId="LiveId" clId="{22753571-CE37-4445-B11F-34B8E00BCDB8}" dt="2020-03-31T22:51:08.608" v="995" actId="947"/>
        <pc:sldMkLst>
          <pc:docMk/>
          <pc:sldMk cId="3877957853" sldId="335"/>
        </pc:sldMkLst>
        <pc:spChg chg="mod">
          <ac:chgData name="Gaston M. Feldman Tavani" userId="046016954e189690" providerId="LiveId" clId="{22753571-CE37-4445-B11F-34B8E00BCDB8}" dt="2020-03-31T17:59:10.242" v="191" actId="20577"/>
          <ac:spMkLst>
            <pc:docMk/>
            <pc:sldMk cId="3877957853" sldId="335"/>
            <ac:spMk id="2" creationId="{0CF6E2FC-5859-4A32-B83F-EAFC9378E47E}"/>
          </ac:spMkLst>
        </pc:spChg>
        <pc:spChg chg="mod">
          <ac:chgData name="Gaston M. Feldman Tavani" userId="046016954e189690" providerId="LiveId" clId="{22753571-CE37-4445-B11F-34B8E00BCDB8}" dt="2020-03-31T22:51:08.608" v="995" actId="947"/>
          <ac:spMkLst>
            <pc:docMk/>
            <pc:sldMk cId="3877957853" sldId="335"/>
            <ac:spMk id="3" creationId="{E7F27B3D-CEDB-4E3B-9BAA-5E3852D004EF}"/>
          </ac:spMkLst>
        </pc:spChg>
        <pc:picChg chg="add del mod">
          <ac:chgData name="Gaston M. Feldman Tavani" userId="046016954e189690" providerId="LiveId" clId="{22753571-CE37-4445-B11F-34B8E00BCDB8}" dt="2020-03-31T18:16:48.369" v="295" actId="478"/>
          <ac:picMkLst>
            <pc:docMk/>
            <pc:sldMk cId="3877957853" sldId="335"/>
            <ac:picMk id="4" creationId="{DFB180FD-5033-42E2-BB17-88FF8ECA0F02}"/>
          </ac:picMkLst>
        </pc:picChg>
      </pc:sldChg>
      <pc:sldChg chg="addSp delSp modSp add del addCm delCm">
        <pc:chgData name="Gaston M. Feldman Tavani" userId="046016954e189690" providerId="LiveId" clId="{22753571-CE37-4445-B11F-34B8E00BCDB8}" dt="2020-03-31T19:01:31.633" v="444" actId="47"/>
        <pc:sldMkLst>
          <pc:docMk/>
          <pc:sldMk cId="3813274938" sldId="336"/>
        </pc:sldMkLst>
        <pc:spChg chg="del">
          <ac:chgData name="Gaston M. Feldman Tavani" userId="046016954e189690" providerId="LiveId" clId="{22753571-CE37-4445-B11F-34B8E00BCDB8}" dt="2020-03-31T18:49:57.196" v="300" actId="478"/>
          <ac:spMkLst>
            <pc:docMk/>
            <pc:sldMk cId="3813274938" sldId="336"/>
            <ac:spMk id="2" creationId="{75738365-E62A-445A-8627-8F2CDBE36DCD}"/>
          </ac:spMkLst>
        </pc:spChg>
        <pc:spChg chg="del">
          <ac:chgData name="Gaston M. Feldman Tavani" userId="046016954e189690" providerId="LiveId" clId="{22753571-CE37-4445-B11F-34B8E00BCDB8}" dt="2020-03-31T18:47:19.925" v="297"/>
          <ac:spMkLst>
            <pc:docMk/>
            <pc:sldMk cId="3813274938" sldId="336"/>
            <ac:spMk id="3" creationId="{43EF137C-54D9-46D8-886B-CD5BAB8C3637}"/>
          </ac:spMkLst>
        </pc:spChg>
        <pc:picChg chg="add mod">
          <ac:chgData name="Gaston M. Feldman Tavani" userId="046016954e189690" providerId="LiveId" clId="{22753571-CE37-4445-B11F-34B8E00BCDB8}" dt="2020-03-31T18:50:17.230" v="305" actId="1076"/>
          <ac:picMkLst>
            <pc:docMk/>
            <pc:sldMk cId="3813274938" sldId="336"/>
            <ac:picMk id="4" creationId="{64328F5D-CB47-4045-8F1F-72871D2A8A08}"/>
          </ac:picMkLst>
        </pc:picChg>
        <pc:cxnChg chg="add mod">
          <ac:chgData name="Gaston M. Feldman Tavani" userId="046016954e189690" providerId="LiveId" clId="{22753571-CE37-4445-B11F-34B8E00BCDB8}" dt="2020-03-31T18:52:20.259" v="309" actId="208"/>
          <ac:cxnSpMkLst>
            <pc:docMk/>
            <pc:sldMk cId="3813274938" sldId="336"/>
            <ac:cxnSpMk id="6" creationId="{B6C53D27-45CD-47C4-B363-148F24B9D33D}"/>
          </ac:cxnSpMkLst>
        </pc:cxnChg>
        <pc:cxnChg chg="add mod">
          <ac:chgData name="Gaston M. Feldman Tavani" userId="046016954e189690" providerId="LiveId" clId="{22753571-CE37-4445-B11F-34B8E00BCDB8}" dt="2020-03-31T18:52:43.261" v="310" actId="11529"/>
          <ac:cxnSpMkLst>
            <pc:docMk/>
            <pc:sldMk cId="3813274938" sldId="336"/>
            <ac:cxnSpMk id="8" creationId="{2FF13622-8FD6-4407-9E03-DA2FEF53CA24}"/>
          </ac:cxnSpMkLst>
        </pc:cxnChg>
      </pc:sldChg>
      <pc:sldChg chg="addSp modSp add del">
        <pc:chgData name="Gaston M. Feldman Tavani" userId="046016954e189690" providerId="LiveId" clId="{22753571-CE37-4445-B11F-34B8E00BCDB8}" dt="2020-03-31T19:01:33.095" v="445" actId="47"/>
        <pc:sldMkLst>
          <pc:docMk/>
          <pc:sldMk cId="2553442850" sldId="337"/>
        </pc:sldMkLst>
        <pc:picChg chg="add mod">
          <ac:chgData name="Gaston M. Feldman Tavani" userId="046016954e189690" providerId="LiveId" clId="{22753571-CE37-4445-B11F-34B8E00BCDB8}" dt="2020-03-31T18:53:57.878" v="315" actId="1076"/>
          <ac:picMkLst>
            <pc:docMk/>
            <pc:sldMk cId="2553442850" sldId="337"/>
            <ac:picMk id="2" creationId="{68ACD30B-2634-4CD9-AAA9-861BE54346A1}"/>
          </ac:picMkLst>
        </pc:picChg>
        <pc:cxnChg chg="add mod">
          <ac:chgData name="Gaston M. Feldman Tavani" userId="046016954e189690" providerId="LiveId" clId="{22753571-CE37-4445-B11F-34B8E00BCDB8}" dt="2020-03-31T18:54:20.362" v="316" actId="11529"/>
          <ac:cxnSpMkLst>
            <pc:docMk/>
            <pc:sldMk cId="2553442850" sldId="337"/>
            <ac:cxnSpMk id="4" creationId="{767BD62F-CBCF-45EC-83E0-40B77DD63D27}"/>
          </ac:cxnSpMkLst>
        </pc:cxnChg>
        <pc:cxnChg chg="add mod">
          <ac:chgData name="Gaston M. Feldman Tavani" userId="046016954e189690" providerId="LiveId" clId="{22753571-CE37-4445-B11F-34B8E00BCDB8}" dt="2020-03-31T18:54:37.907" v="317" actId="11529"/>
          <ac:cxnSpMkLst>
            <pc:docMk/>
            <pc:sldMk cId="2553442850" sldId="337"/>
            <ac:cxnSpMk id="6" creationId="{8D67F7E8-6665-4817-9A38-BB544DFAA5FC}"/>
          </ac:cxnSpMkLst>
        </pc:cxnChg>
      </pc:sldChg>
      <pc:sldChg chg="addSp delSp modSp add modAnim">
        <pc:chgData name="Gaston M. Feldman Tavani" userId="046016954e189690" providerId="LiveId" clId="{22753571-CE37-4445-B11F-34B8E00BCDB8}" dt="2020-03-31T19:36:07.305" v="451"/>
        <pc:sldMkLst>
          <pc:docMk/>
          <pc:sldMk cId="91568624" sldId="338"/>
        </pc:sldMkLst>
        <pc:picChg chg="add del mod">
          <ac:chgData name="Gaston M. Feldman Tavani" userId="046016954e189690" providerId="LiveId" clId="{22753571-CE37-4445-B11F-34B8E00BCDB8}" dt="2020-03-31T18:55:57" v="324" actId="478"/>
          <ac:picMkLst>
            <pc:docMk/>
            <pc:sldMk cId="91568624" sldId="338"/>
            <ac:picMk id="2" creationId="{020A503D-6064-4921-82A5-B77F0045998B}"/>
          </ac:picMkLst>
        </pc:picChg>
        <pc:picChg chg="add mod">
          <ac:chgData name="Gaston M. Feldman Tavani" userId="046016954e189690" providerId="LiveId" clId="{22753571-CE37-4445-B11F-34B8E00BCDB8}" dt="2020-03-31T18:57:23.359" v="329" actId="1076"/>
          <ac:picMkLst>
            <pc:docMk/>
            <pc:sldMk cId="91568624" sldId="338"/>
            <ac:picMk id="5" creationId="{CDA0B258-B16B-4B49-9864-287712599BCF}"/>
          </ac:picMkLst>
        </pc:picChg>
        <pc:cxnChg chg="add del mod">
          <ac:chgData name="Gaston M. Feldman Tavani" userId="046016954e189690" providerId="LiveId" clId="{22753571-CE37-4445-B11F-34B8E00BCDB8}" dt="2020-03-31T18:55:57.927" v="325" actId="478"/>
          <ac:cxnSpMkLst>
            <pc:docMk/>
            <pc:sldMk cId="91568624" sldId="338"/>
            <ac:cxnSpMk id="4" creationId="{7F242AE1-4B34-486B-8FFA-B4088BDEA4B0}"/>
          </ac:cxnSpMkLst>
        </pc:cxnChg>
        <pc:cxnChg chg="add mod">
          <ac:chgData name="Gaston M. Feldman Tavani" userId="046016954e189690" providerId="LiveId" clId="{22753571-CE37-4445-B11F-34B8E00BCDB8}" dt="2020-03-31T18:59:21.374" v="339" actId="1036"/>
          <ac:cxnSpMkLst>
            <pc:docMk/>
            <pc:sldMk cId="91568624" sldId="338"/>
            <ac:cxnSpMk id="7" creationId="{D9EF7C38-6118-4428-9913-6DA3B54CE1B0}"/>
          </ac:cxnSpMkLst>
        </pc:cxnChg>
        <pc:cxnChg chg="add mod">
          <ac:chgData name="Gaston M. Feldman Tavani" userId="046016954e189690" providerId="LiveId" clId="{22753571-CE37-4445-B11F-34B8E00BCDB8}" dt="2020-03-31T19:00:04.895" v="422" actId="1036"/>
          <ac:cxnSpMkLst>
            <pc:docMk/>
            <pc:sldMk cId="91568624" sldId="338"/>
            <ac:cxnSpMk id="9" creationId="{B81E2BFD-7CDB-495D-85D2-420510C28CD8}"/>
          </ac:cxnSpMkLst>
        </pc:cxnChg>
        <pc:cxnChg chg="add mod">
          <ac:chgData name="Gaston M. Feldman Tavani" userId="046016954e189690" providerId="LiveId" clId="{22753571-CE37-4445-B11F-34B8E00BCDB8}" dt="2020-03-31T18:59:35.276" v="383" actId="1038"/>
          <ac:cxnSpMkLst>
            <pc:docMk/>
            <pc:sldMk cId="91568624" sldId="338"/>
            <ac:cxnSpMk id="10" creationId="{9318FEFB-4471-43D1-8DCF-86AE23442414}"/>
          </ac:cxnSpMkLst>
        </pc:cxnChg>
        <pc:cxnChg chg="add mod">
          <ac:chgData name="Gaston M. Feldman Tavani" userId="046016954e189690" providerId="LiveId" clId="{22753571-CE37-4445-B11F-34B8E00BCDB8}" dt="2020-03-31T18:59:54.716" v="416" actId="1036"/>
          <ac:cxnSpMkLst>
            <pc:docMk/>
            <pc:sldMk cId="91568624" sldId="338"/>
            <ac:cxnSpMk id="11" creationId="{92C47FDF-CB65-4A5B-BED3-0F68CC9C9A01}"/>
          </ac:cxnSpMkLst>
        </pc:cxnChg>
        <pc:cxnChg chg="add mod">
          <ac:chgData name="Gaston M. Feldman Tavani" userId="046016954e189690" providerId="LiveId" clId="{22753571-CE37-4445-B11F-34B8E00BCDB8}" dt="2020-03-31T19:01:08.076" v="426" actId="14100"/>
          <ac:cxnSpMkLst>
            <pc:docMk/>
            <pc:sldMk cId="91568624" sldId="338"/>
            <ac:cxnSpMk id="12" creationId="{5FBE5B03-BBDB-4A83-8C06-F49671AB7363}"/>
          </ac:cxnSpMkLst>
        </pc:cxnChg>
        <pc:cxnChg chg="add mod">
          <ac:chgData name="Gaston M. Feldman Tavani" userId="046016954e189690" providerId="LiveId" clId="{22753571-CE37-4445-B11F-34B8E00BCDB8}" dt="2020-03-31T19:01:18.856" v="443" actId="1036"/>
          <ac:cxnSpMkLst>
            <pc:docMk/>
            <pc:sldMk cId="91568624" sldId="338"/>
            <ac:cxnSpMk id="15" creationId="{58F83987-35AB-40F7-8A8C-866B2D208F4A}"/>
          </ac:cxnSpMkLst>
        </pc:cxnChg>
      </pc:sldChg>
      <pc:sldChg chg="add del">
        <pc:chgData name="Gaston M. Feldman Tavani" userId="046016954e189690" providerId="LiveId" clId="{22753571-CE37-4445-B11F-34B8E00BCDB8}" dt="2020-03-31T22:51:50.172" v="1022" actId="47"/>
        <pc:sldMkLst>
          <pc:docMk/>
          <pc:sldMk cId="3163454681" sldId="339"/>
        </pc:sldMkLst>
      </pc:sldChg>
      <pc:sldChg chg="modSp add">
        <pc:chgData name="Gaston M. Feldman Tavani" userId="046016954e189690" providerId="LiveId" clId="{22753571-CE37-4445-B11F-34B8E00BCDB8}" dt="2020-03-31T22:51:47.709" v="1021" actId="20577"/>
        <pc:sldMkLst>
          <pc:docMk/>
          <pc:sldMk cId="1551332824" sldId="340"/>
        </pc:sldMkLst>
        <pc:spChg chg="mod">
          <ac:chgData name="Gaston M. Feldman Tavani" userId="046016954e189690" providerId="LiveId" clId="{22753571-CE37-4445-B11F-34B8E00BCDB8}" dt="2020-03-31T22:51:47.709" v="1021" actId="20577"/>
          <ac:spMkLst>
            <pc:docMk/>
            <pc:sldMk cId="1551332824" sldId="340"/>
            <ac:spMk id="2" creationId="{DDF483D7-B9A6-4F77-AFBC-E645C5B640CA}"/>
          </ac:spMkLst>
        </pc:spChg>
      </pc:sldChg>
      <pc:sldChg chg="modSp add">
        <pc:chgData name="Gaston M. Feldman Tavani" userId="046016954e189690" providerId="LiveId" clId="{22753571-CE37-4445-B11F-34B8E00BCDB8}" dt="2020-03-31T23:00:46.126" v="1463" actId="20577"/>
        <pc:sldMkLst>
          <pc:docMk/>
          <pc:sldMk cId="3149325558" sldId="341"/>
        </pc:sldMkLst>
        <pc:spChg chg="mod">
          <ac:chgData name="Gaston M. Feldman Tavani" userId="046016954e189690" providerId="LiveId" clId="{22753571-CE37-4445-B11F-34B8E00BCDB8}" dt="2020-03-31T22:52:03.357" v="1062" actId="20577"/>
          <ac:spMkLst>
            <pc:docMk/>
            <pc:sldMk cId="3149325558" sldId="341"/>
            <ac:spMk id="2" creationId="{D021F956-91F8-4E55-A329-572FFF6314FC}"/>
          </ac:spMkLst>
        </pc:spChg>
        <pc:spChg chg="mod">
          <ac:chgData name="Gaston M. Feldman Tavani" userId="046016954e189690" providerId="LiveId" clId="{22753571-CE37-4445-B11F-34B8E00BCDB8}" dt="2020-03-31T23:00:46.126" v="1463" actId="20577"/>
          <ac:spMkLst>
            <pc:docMk/>
            <pc:sldMk cId="3149325558" sldId="341"/>
            <ac:spMk id="3" creationId="{C1DBBE60-42AA-4DCF-8D03-612903F67D5C}"/>
          </ac:spMkLst>
        </pc:spChg>
      </pc:sldChg>
      <pc:sldChg chg="addSp delSp modSp add ord delAnim modAnim">
        <pc:chgData name="Gaston M. Feldman Tavani" userId="046016954e189690" providerId="LiveId" clId="{22753571-CE37-4445-B11F-34B8E00BCDB8}" dt="2020-03-31T23:58:48.674" v="2908"/>
        <pc:sldMkLst>
          <pc:docMk/>
          <pc:sldMk cId="262084081" sldId="342"/>
        </pc:sldMkLst>
        <pc:spChg chg="add mod">
          <ac:chgData name="Gaston M. Feldman Tavani" userId="046016954e189690" providerId="LiveId" clId="{22753571-CE37-4445-B11F-34B8E00BCDB8}" dt="2020-03-31T23:36:52.948" v="2172" actId="1076"/>
          <ac:spMkLst>
            <pc:docMk/>
            <pc:sldMk cId="262084081" sldId="342"/>
            <ac:spMk id="13" creationId="{8A0934DA-1A1E-4CA0-AADC-95DE56152B00}"/>
          </ac:spMkLst>
        </pc:spChg>
        <pc:spChg chg="add mod">
          <ac:chgData name="Gaston M. Feldman Tavani" userId="046016954e189690" providerId="LiveId" clId="{22753571-CE37-4445-B11F-34B8E00BCDB8}" dt="2020-03-31T23:37:03.025" v="2210" actId="1038"/>
          <ac:spMkLst>
            <pc:docMk/>
            <pc:sldMk cId="262084081" sldId="342"/>
            <ac:spMk id="14" creationId="{8401B5A1-D589-42B4-892B-E11628F8E944}"/>
          </ac:spMkLst>
        </pc:spChg>
        <pc:spChg chg="add mod">
          <ac:chgData name="Gaston M. Feldman Tavani" userId="046016954e189690" providerId="LiveId" clId="{22753571-CE37-4445-B11F-34B8E00BCDB8}" dt="2020-03-31T23:37:12.039" v="2211" actId="1076"/>
          <ac:spMkLst>
            <pc:docMk/>
            <pc:sldMk cId="262084081" sldId="342"/>
            <ac:spMk id="16" creationId="{001B2E3A-6A93-4C34-BE13-D37922447FEF}"/>
          </ac:spMkLst>
        </pc:spChg>
        <pc:spChg chg="add mod">
          <ac:chgData name="Gaston M. Feldman Tavani" userId="046016954e189690" providerId="LiveId" clId="{22753571-CE37-4445-B11F-34B8E00BCDB8}" dt="2020-03-31T23:37:25.901" v="2215" actId="1036"/>
          <ac:spMkLst>
            <pc:docMk/>
            <pc:sldMk cId="262084081" sldId="342"/>
            <ac:spMk id="17" creationId="{49532CCF-0BE4-43BC-A697-D9272725102F}"/>
          </ac:spMkLst>
        </pc:spChg>
        <pc:spChg chg="add mod">
          <ac:chgData name="Gaston M. Feldman Tavani" userId="046016954e189690" providerId="LiveId" clId="{22753571-CE37-4445-B11F-34B8E00BCDB8}" dt="2020-03-31T23:37:35.092" v="2218" actId="1076"/>
          <ac:spMkLst>
            <pc:docMk/>
            <pc:sldMk cId="262084081" sldId="342"/>
            <ac:spMk id="18" creationId="{C3C5B873-ADCF-487E-BBE6-BD561B22CF49}"/>
          </ac:spMkLst>
        </pc:spChg>
        <pc:spChg chg="add mod">
          <ac:chgData name="Gaston M. Feldman Tavani" userId="046016954e189690" providerId="LiveId" clId="{22753571-CE37-4445-B11F-34B8E00BCDB8}" dt="2020-03-31T23:37:53.202" v="2257" actId="1035"/>
          <ac:spMkLst>
            <pc:docMk/>
            <pc:sldMk cId="262084081" sldId="342"/>
            <ac:spMk id="19" creationId="{B96A13EC-1177-4579-82BC-44D307598FAB}"/>
          </ac:spMkLst>
        </pc:spChg>
        <pc:spChg chg="add mod">
          <ac:chgData name="Gaston M. Feldman Tavani" userId="046016954e189690" providerId="LiveId" clId="{22753571-CE37-4445-B11F-34B8E00BCDB8}" dt="2020-03-31T23:38:01.472" v="2258" actId="1076"/>
          <ac:spMkLst>
            <pc:docMk/>
            <pc:sldMk cId="262084081" sldId="342"/>
            <ac:spMk id="20" creationId="{4728AD3A-CA2A-405D-9EE4-6D79D759A3E8}"/>
          </ac:spMkLst>
        </pc:spChg>
        <pc:spChg chg="add mod">
          <ac:chgData name="Gaston M. Feldman Tavani" userId="046016954e189690" providerId="LiveId" clId="{22753571-CE37-4445-B11F-34B8E00BCDB8}" dt="2020-03-31T23:38:51.576" v="2286" actId="1036"/>
          <ac:spMkLst>
            <pc:docMk/>
            <pc:sldMk cId="262084081" sldId="342"/>
            <ac:spMk id="41" creationId="{16370C96-944D-415D-8F40-CB2A6F09836F}"/>
          </ac:spMkLst>
        </pc:spChg>
        <pc:picChg chg="add del mod">
          <ac:chgData name="Gaston M. Feldman Tavani" userId="046016954e189690" providerId="LiveId" clId="{22753571-CE37-4445-B11F-34B8E00BCDB8}" dt="2020-03-31T23:38:42.402" v="2266" actId="1076"/>
          <ac:picMkLst>
            <pc:docMk/>
            <pc:sldMk cId="262084081" sldId="342"/>
            <ac:picMk id="5" creationId="{CDA0B258-B16B-4B49-9864-287712599BCF}"/>
          </ac:picMkLst>
        </pc:picChg>
        <pc:cxnChg chg="add mod">
          <ac:chgData name="Gaston M. Feldman Tavani" userId="046016954e189690" providerId="LiveId" clId="{22753571-CE37-4445-B11F-34B8E00BCDB8}" dt="2020-03-31T23:37:03.025" v="2210" actId="1038"/>
          <ac:cxnSpMkLst>
            <pc:docMk/>
            <pc:sldMk cId="262084081" sldId="342"/>
            <ac:cxnSpMk id="3" creationId="{CA9814EB-2981-436D-949C-B9A4183BCA01}"/>
          </ac:cxnSpMkLst>
        </pc:cxnChg>
        <pc:cxnChg chg="del">
          <ac:chgData name="Gaston M. Feldman Tavani" userId="046016954e189690" providerId="LiveId" clId="{22753571-CE37-4445-B11F-34B8E00BCDB8}" dt="2020-03-31T23:31:49.496" v="2066" actId="478"/>
          <ac:cxnSpMkLst>
            <pc:docMk/>
            <pc:sldMk cId="262084081" sldId="342"/>
            <ac:cxnSpMk id="7" creationId="{D9EF7C38-6118-4428-9913-6DA3B54CE1B0}"/>
          </ac:cxnSpMkLst>
        </pc:cxnChg>
        <pc:cxnChg chg="add mod">
          <ac:chgData name="Gaston M. Feldman Tavani" userId="046016954e189690" providerId="LiveId" clId="{22753571-CE37-4445-B11F-34B8E00BCDB8}" dt="2020-03-31T23:37:12.039" v="2211" actId="1076"/>
          <ac:cxnSpMkLst>
            <pc:docMk/>
            <pc:sldMk cId="262084081" sldId="342"/>
            <ac:cxnSpMk id="8" creationId="{85CF1F31-3FFD-4255-A78F-09C5632FB9A0}"/>
          </ac:cxnSpMkLst>
        </pc:cxnChg>
        <pc:cxnChg chg="del">
          <ac:chgData name="Gaston M. Feldman Tavani" userId="046016954e189690" providerId="LiveId" clId="{22753571-CE37-4445-B11F-34B8E00BCDB8}" dt="2020-03-31T23:31:43.569" v="2061" actId="478"/>
          <ac:cxnSpMkLst>
            <pc:docMk/>
            <pc:sldMk cId="262084081" sldId="342"/>
            <ac:cxnSpMk id="9" creationId="{B81E2BFD-7CDB-495D-85D2-420510C28CD8}"/>
          </ac:cxnSpMkLst>
        </pc:cxnChg>
        <pc:cxnChg chg="del">
          <ac:chgData name="Gaston M. Feldman Tavani" userId="046016954e189690" providerId="LiveId" clId="{22753571-CE37-4445-B11F-34B8E00BCDB8}" dt="2020-03-31T23:31:41.759" v="2059" actId="478"/>
          <ac:cxnSpMkLst>
            <pc:docMk/>
            <pc:sldMk cId="262084081" sldId="342"/>
            <ac:cxnSpMk id="10" creationId="{9318FEFB-4471-43D1-8DCF-86AE23442414}"/>
          </ac:cxnSpMkLst>
        </pc:cxnChg>
        <pc:cxnChg chg="del">
          <ac:chgData name="Gaston M. Feldman Tavani" userId="046016954e189690" providerId="LiveId" clId="{22753571-CE37-4445-B11F-34B8E00BCDB8}" dt="2020-03-31T23:31:42.655" v="2060" actId="478"/>
          <ac:cxnSpMkLst>
            <pc:docMk/>
            <pc:sldMk cId="262084081" sldId="342"/>
            <ac:cxnSpMk id="11" creationId="{92C47FDF-CB65-4A5B-BED3-0F68CC9C9A01}"/>
          </ac:cxnSpMkLst>
        </pc:cxnChg>
        <pc:cxnChg chg="del">
          <ac:chgData name="Gaston M. Feldman Tavani" userId="046016954e189690" providerId="LiveId" clId="{22753571-CE37-4445-B11F-34B8E00BCDB8}" dt="2020-03-31T23:31:48.451" v="2065" actId="478"/>
          <ac:cxnSpMkLst>
            <pc:docMk/>
            <pc:sldMk cId="262084081" sldId="342"/>
            <ac:cxnSpMk id="12" creationId="{5FBE5B03-BBDB-4A83-8C06-F49671AB7363}"/>
          </ac:cxnSpMkLst>
        </pc:cxnChg>
        <pc:cxnChg chg="del">
          <ac:chgData name="Gaston M. Feldman Tavani" userId="046016954e189690" providerId="LiveId" clId="{22753571-CE37-4445-B11F-34B8E00BCDB8}" dt="2020-03-31T23:31:44.339" v="2062" actId="478"/>
          <ac:cxnSpMkLst>
            <pc:docMk/>
            <pc:sldMk cId="262084081" sldId="342"/>
            <ac:cxnSpMk id="15" creationId="{58F83987-35AB-40F7-8A8C-866B2D208F4A}"/>
          </ac:cxnSpMkLst>
        </pc:cxnChg>
        <pc:cxnChg chg="add mod">
          <ac:chgData name="Gaston M. Feldman Tavani" userId="046016954e189690" providerId="LiveId" clId="{22753571-CE37-4445-B11F-34B8E00BCDB8}" dt="2020-03-31T23:37:25.901" v="2215" actId="1036"/>
          <ac:cxnSpMkLst>
            <pc:docMk/>
            <pc:sldMk cId="262084081" sldId="342"/>
            <ac:cxnSpMk id="22" creationId="{FD6490B5-0BA0-450C-AE06-21D7F24A2960}"/>
          </ac:cxnSpMkLst>
        </pc:cxnChg>
        <pc:cxnChg chg="add mod">
          <ac:chgData name="Gaston M. Feldman Tavani" userId="046016954e189690" providerId="LiveId" clId="{22753571-CE37-4445-B11F-34B8E00BCDB8}" dt="2020-03-31T23:37:35.092" v="2218" actId="1076"/>
          <ac:cxnSpMkLst>
            <pc:docMk/>
            <pc:sldMk cId="262084081" sldId="342"/>
            <ac:cxnSpMk id="24" creationId="{7041430A-F6E9-4C15-85B0-34EE2A6388E4}"/>
          </ac:cxnSpMkLst>
        </pc:cxnChg>
        <pc:cxnChg chg="add mod">
          <ac:chgData name="Gaston M. Feldman Tavani" userId="046016954e189690" providerId="LiveId" clId="{22753571-CE37-4445-B11F-34B8E00BCDB8}" dt="2020-03-31T23:37:53.202" v="2257" actId="1035"/>
          <ac:cxnSpMkLst>
            <pc:docMk/>
            <pc:sldMk cId="262084081" sldId="342"/>
            <ac:cxnSpMk id="26" creationId="{9C12417A-D99F-4140-94A3-29FE7B5A901B}"/>
          </ac:cxnSpMkLst>
        </pc:cxnChg>
        <pc:cxnChg chg="add mod">
          <ac:chgData name="Gaston M. Feldman Tavani" userId="046016954e189690" providerId="LiveId" clId="{22753571-CE37-4445-B11F-34B8E00BCDB8}" dt="2020-03-31T23:38:01.472" v="2258" actId="1076"/>
          <ac:cxnSpMkLst>
            <pc:docMk/>
            <pc:sldMk cId="262084081" sldId="342"/>
            <ac:cxnSpMk id="28" creationId="{C75C2B0A-AA94-4ACF-AE51-8D8AA613059B}"/>
          </ac:cxnSpMkLst>
        </pc:cxnChg>
        <pc:cxnChg chg="add del mod">
          <ac:chgData name="Gaston M. Feldman Tavani" userId="046016954e189690" providerId="LiveId" clId="{22753571-CE37-4445-B11F-34B8E00BCDB8}" dt="2020-03-31T23:36:05.521" v="2167" actId="478"/>
          <ac:cxnSpMkLst>
            <pc:docMk/>
            <pc:sldMk cId="262084081" sldId="342"/>
            <ac:cxnSpMk id="30" creationId="{76ACC2D8-07EB-4116-8519-8B097231128A}"/>
          </ac:cxnSpMkLst>
        </pc:cxnChg>
        <pc:cxnChg chg="add mod">
          <ac:chgData name="Gaston M. Feldman Tavani" userId="046016954e189690" providerId="LiveId" clId="{22753571-CE37-4445-B11F-34B8E00BCDB8}" dt="2020-03-31T23:48:56.475" v="2674" actId="1035"/>
          <ac:cxnSpMkLst>
            <pc:docMk/>
            <pc:sldMk cId="262084081" sldId="342"/>
            <ac:cxnSpMk id="43" creationId="{C4C88EDD-8330-4E8F-B202-35C735445F78}"/>
          </ac:cxnSpMkLst>
        </pc:cxnChg>
        <pc:cxnChg chg="add mod">
          <ac:chgData name="Gaston M. Feldman Tavani" userId="046016954e189690" providerId="LiveId" clId="{22753571-CE37-4445-B11F-34B8E00BCDB8}" dt="2020-03-31T23:48:51.731" v="2672" actId="1035"/>
          <ac:cxnSpMkLst>
            <pc:docMk/>
            <pc:sldMk cId="262084081" sldId="342"/>
            <ac:cxnSpMk id="45" creationId="{E00F1651-983D-47C3-8C07-F388E7F12BA0}"/>
          </ac:cxnSpMkLst>
        </pc:cxnChg>
      </pc:sldChg>
      <pc:sldChg chg="addSp delSp modSp add">
        <pc:chgData name="Gaston M. Feldman Tavani" userId="046016954e189690" providerId="LiveId" clId="{22753571-CE37-4445-B11F-34B8E00BCDB8}" dt="2020-03-31T23:31:36.504" v="2058" actId="20577"/>
        <pc:sldMkLst>
          <pc:docMk/>
          <pc:sldMk cId="2362660039" sldId="343"/>
        </pc:sldMkLst>
        <pc:spChg chg="mod">
          <ac:chgData name="Gaston M. Feldman Tavani" userId="046016954e189690" providerId="LiveId" clId="{22753571-CE37-4445-B11F-34B8E00BCDB8}" dt="2020-03-31T23:27:00.094" v="1519"/>
          <ac:spMkLst>
            <pc:docMk/>
            <pc:sldMk cId="2362660039" sldId="343"/>
            <ac:spMk id="2" creationId="{C1BA7122-6199-4DE1-A9F4-73E09AF654E1}"/>
          </ac:spMkLst>
        </pc:spChg>
        <pc:spChg chg="del">
          <ac:chgData name="Gaston M. Feldman Tavani" userId="046016954e189690" providerId="LiveId" clId="{22753571-CE37-4445-B11F-34B8E00BCDB8}" dt="2020-03-31T23:27:06.911" v="1520"/>
          <ac:spMkLst>
            <pc:docMk/>
            <pc:sldMk cId="2362660039" sldId="343"/>
            <ac:spMk id="3" creationId="{4328A5CF-2E46-41EB-9755-A9F7A72242A5}"/>
          </ac:spMkLst>
        </pc:spChg>
        <pc:spChg chg="add mod">
          <ac:chgData name="Gaston M. Feldman Tavani" userId="046016954e189690" providerId="LiveId" clId="{22753571-CE37-4445-B11F-34B8E00BCDB8}" dt="2020-03-31T23:30:26.938" v="1984" actId="20577"/>
          <ac:spMkLst>
            <pc:docMk/>
            <pc:sldMk cId="2362660039" sldId="343"/>
            <ac:spMk id="4" creationId="{CCE37D71-E889-48EA-AE9D-FE31388F4A21}"/>
          </ac:spMkLst>
        </pc:spChg>
        <pc:spChg chg="add del mod">
          <ac:chgData name="Gaston M. Feldman Tavani" userId="046016954e189690" providerId="LiveId" clId="{22753571-CE37-4445-B11F-34B8E00BCDB8}" dt="2020-03-31T23:30:44.771" v="1985" actId="3680"/>
          <ac:spMkLst>
            <pc:docMk/>
            <pc:sldMk cId="2362660039" sldId="343"/>
            <ac:spMk id="5" creationId="{BCE91E28-8C69-4927-B4E5-0AADFB1AEDC6}"/>
          </ac:spMkLst>
        </pc:spChg>
        <pc:graphicFrameChg chg="add mod ord modGraphic">
          <ac:chgData name="Gaston M. Feldman Tavani" userId="046016954e189690" providerId="LiveId" clId="{22753571-CE37-4445-B11F-34B8E00BCDB8}" dt="2020-03-31T23:31:36.504" v="2058" actId="20577"/>
          <ac:graphicFrameMkLst>
            <pc:docMk/>
            <pc:sldMk cId="2362660039" sldId="343"/>
            <ac:graphicFrameMk id="6" creationId="{A2DB3B09-F3C1-44AB-971C-6F6255B05B3D}"/>
          </ac:graphicFrameMkLst>
        </pc:graphicFrameChg>
      </pc:sldChg>
      <pc:sldChg chg="delSp modSp add ord">
        <pc:chgData name="Gaston M. Feldman Tavani" userId="046016954e189690" providerId="LiveId" clId="{22753571-CE37-4445-B11F-34B8E00BCDB8}" dt="2020-04-01T13:42:28.435" v="2947" actId="20577"/>
        <pc:sldMkLst>
          <pc:docMk/>
          <pc:sldMk cId="571210803" sldId="344"/>
        </pc:sldMkLst>
        <pc:spChg chg="mod">
          <ac:chgData name="Gaston M. Feldman Tavani" userId="046016954e189690" providerId="LiveId" clId="{22753571-CE37-4445-B11F-34B8E00BCDB8}" dt="2020-03-31T23:39:22.382" v="2290"/>
          <ac:spMkLst>
            <pc:docMk/>
            <pc:sldMk cId="571210803" sldId="344"/>
            <ac:spMk id="2" creationId="{DF70906C-5D39-4873-95CB-2947FF9E9850}"/>
          </ac:spMkLst>
        </pc:spChg>
        <pc:spChg chg="mod">
          <ac:chgData name="Gaston M. Feldman Tavani" userId="046016954e189690" providerId="LiveId" clId="{22753571-CE37-4445-B11F-34B8E00BCDB8}" dt="2020-04-01T13:42:28.435" v="2947" actId="20577"/>
          <ac:spMkLst>
            <pc:docMk/>
            <pc:sldMk cId="571210803" sldId="344"/>
            <ac:spMk id="3" creationId="{B6C7DD75-3A27-4DBB-A15E-BF6EE212D024}"/>
          </ac:spMkLst>
        </pc:spChg>
        <pc:spChg chg="del">
          <ac:chgData name="Gaston M. Feldman Tavani" userId="046016954e189690" providerId="LiveId" clId="{22753571-CE37-4445-B11F-34B8E00BCDB8}" dt="2020-03-31T23:42:46.766" v="2408"/>
          <ac:spMkLst>
            <pc:docMk/>
            <pc:sldMk cId="571210803" sldId="344"/>
            <ac:spMk id="4" creationId="{6FD56AF2-EA9C-438D-A8C4-045CDEE6F5FE}"/>
          </ac:spMkLst>
        </pc:spChg>
      </pc:sldChg>
      <pc:sldChg chg="addSp delSp modSp add">
        <pc:chgData name="Gaston M. Feldman Tavani" userId="046016954e189690" providerId="LiveId" clId="{22753571-CE37-4445-B11F-34B8E00BCDB8}" dt="2020-03-31T23:59:23.700" v="2933" actId="20577"/>
        <pc:sldMkLst>
          <pc:docMk/>
          <pc:sldMk cId="1908262997" sldId="345"/>
        </pc:sldMkLst>
        <pc:spChg chg="del">
          <ac:chgData name="Gaston M. Feldman Tavani" userId="046016954e189690" providerId="LiveId" clId="{22753571-CE37-4445-B11F-34B8E00BCDB8}" dt="2020-03-31T23:59:19.897" v="2910"/>
          <ac:spMkLst>
            <pc:docMk/>
            <pc:sldMk cId="1908262997" sldId="345"/>
            <ac:spMk id="2" creationId="{C86109DC-F16F-47C8-8576-D0BD8528F979}"/>
          </ac:spMkLst>
        </pc:spChg>
        <pc:spChg chg="del">
          <ac:chgData name="Gaston M. Feldman Tavani" userId="046016954e189690" providerId="LiveId" clId="{22753571-CE37-4445-B11F-34B8E00BCDB8}" dt="2020-03-31T23:59:19.897" v="2910"/>
          <ac:spMkLst>
            <pc:docMk/>
            <pc:sldMk cId="1908262997" sldId="345"/>
            <ac:spMk id="3" creationId="{2AC81D16-4061-406C-8411-5F4863D7DA55}"/>
          </ac:spMkLst>
        </pc:spChg>
        <pc:spChg chg="add mod">
          <ac:chgData name="Gaston M. Feldman Tavani" userId="046016954e189690" providerId="LiveId" clId="{22753571-CE37-4445-B11F-34B8E00BCDB8}" dt="2020-03-31T23:59:23.700" v="2933" actId="20577"/>
          <ac:spMkLst>
            <pc:docMk/>
            <pc:sldMk cId="1908262997" sldId="345"/>
            <ac:spMk id="4" creationId="{70994900-1211-4FF0-A6E5-AA5CB9DAF743}"/>
          </ac:spMkLst>
        </pc:spChg>
      </pc:sldChg>
    </pc:docChg>
  </pc:docChgLst>
  <pc:docChgLst>
    <pc:chgData name="Gaston M. Feldman Tavani" userId="046016954e189690" providerId="LiveId" clId="{294753C2-D399-4563-BFDD-611383F0A39C}"/>
    <pc:docChg chg="undo redo custSel mod addSld delSld modSld sldOrd modMainMaster">
      <pc:chgData name="Gaston M. Feldman Tavani" userId="046016954e189690" providerId="LiveId" clId="{294753C2-D399-4563-BFDD-611383F0A39C}" dt="2020-09-15T00:47:13.927" v="11692" actId="14100"/>
      <pc:docMkLst>
        <pc:docMk/>
      </pc:docMkLst>
      <pc:sldChg chg="modSp">
        <pc:chgData name="Gaston M. Feldman Tavani" userId="046016954e189690" providerId="LiveId" clId="{294753C2-D399-4563-BFDD-611383F0A39C}" dt="2020-09-06T00:02:28.683" v="1474"/>
        <pc:sldMkLst>
          <pc:docMk/>
          <pc:sldMk cId="777486672" sldId="256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777486672" sldId="256"/>
            <ac:spMk id="2" creationId="{00B18EE6-1725-465A-86D2-20F0C3038DCD}"/>
          </ac:spMkLst>
        </pc:spChg>
      </pc:sldChg>
      <pc:sldChg chg="addSp delSp modSp mod setBg">
        <pc:chgData name="Gaston M. Feldman Tavani" userId="046016954e189690" providerId="LiveId" clId="{294753C2-D399-4563-BFDD-611383F0A39C}" dt="2020-09-15T00:44:37.287" v="11655" actId="20577"/>
        <pc:sldMkLst>
          <pc:docMk/>
          <pc:sldMk cId="2978706978" sldId="257"/>
        </pc:sldMkLst>
        <pc:spChg chg="mod">
          <ac:chgData name="Gaston M. Feldman Tavani" userId="046016954e189690" providerId="LiveId" clId="{294753C2-D399-4563-BFDD-611383F0A39C}" dt="2020-09-07T01:04:22.335" v="5731" actId="26606"/>
          <ac:spMkLst>
            <pc:docMk/>
            <pc:sldMk cId="2978706978" sldId="257"/>
            <ac:spMk id="2" creationId="{EF33FCEE-A152-4A17-BC3D-CB559F9DABC2}"/>
          </ac:spMkLst>
        </pc:spChg>
        <pc:spChg chg="mod">
          <ac:chgData name="Gaston M. Feldman Tavani" userId="046016954e189690" providerId="LiveId" clId="{294753C2-D399-4563-BFDD-611383F0A39C}" dt="2020-09-15T00:44:37.287" v="11655" actId="20577"/>
          <ac:spMkLst>
            <pc:docMk/>
            <pc:sldMk cId="2978706978" sldId="257"/>
            <ac:spMk id="4" creationId="{0CDE3889-5A2B-40AB-A9D4-85CCDB05C471}"/>
          </ac:spMkLst>
        </pc:spChg>
        <pc:spChg chg="add del">
          <ac:chgData name="Gaston M. Feldman Tavani" userId="046016954e189690" providerId="LiveId" clId="{294753C2-D399-4563-BFDD-611383F0A39C}" dt="2020-09-07T01:03:09.855" v="5698" actId="26606"/>
          <ac:spMkLst>
            <pc:docMk/>
            <pc:sldMk cId="2978706978" sldId="257"/>
            <ac:spMk id="8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3:09.855" v="5698" actId="26606"/>
          <ac:spMkLst>
            <pc:docMk/>
            <pc:sldMk cId="2978706978" sldId="257"/>
            <ac:spMk id="9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3:09.855" v="5698" actId="26606"/>
          <ac:spMkLst>
            <pc:docMk/>
            <pc:sldMk cId="2978706978" sldId="257"/>
            <ac:spMk id="10" creationId="{054B3F04-9EAC-45C0-B3CE-0387EEA10A0C}"/>
          </ac:spMkLst>
        </pc:spChg>
        <pc:spChg chg="add del">
          <ac:chgData name="Gaston M. Feldman Tavani" userId="046016954e189690" providerId="LiveId" clId="{294753C2-D399-4563-BFDD-611383F0A39C}" dt="2020-09-07T01:03:03.319" v="5696" actId="26606"/>
          <ac:spMkLst>
            <pc:docMk/>
            <pc:sldMk cId="2978706978" sldId="257"/>
            <ac:spMk id="11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4:22.335" v="5731" actId="26606"/>
          <ac:spMkLst>
            <pc:docMk/>
            <pc:sldMk cId="2978706978" sldId="257"/>
            <ac:spMk id="12" creationId="{311973C2-EB8B-452A-A698-4A252FD3AE28}"/>
          </ac:spMkLst>
        </pc:spChg>
        <pc:spChg chg="add del">
          <ac:chgData name="Gaston M. Feldman Tavani" userId="046016954e189690" providerId="LiveId" clId="{294753C2-D399-4563-BFDD-611383F0A39C}" dt="2020-09-07T01:03:03.319" v="5696" actId="26606"/>
          <ac:spMkLst>
            <pc:docMk/>
            <pc:sldMk cId="2978706978" sldId="257"/>
            <ac:spMk id="13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4:22.335" v="5731" actId="26606"/>
          <ac:spMkLst>
            <pc:docMk/>
            <pc:sldMk cId="2978706978" sldId="257"/>
            <ac:spMk id="14" creationId="{10162E77-11AD-44A7-84EC-40C59EEFBD2E}"/>
          </ac:spMkLst>
        </pc:spChg>
        <pc:spChg chg="add del">
          <ac:chgData name="Gaston M. Feldman Tavani" userId="046016954e189690" providerId="LiveId" clId="{294753C2-D399-4563-BFDD-611383F0A39C}" dt="2020-09-07T01:03:03.319" v="5696" actId="26606"/>
          <ac:spMkLst>
            <pc:docMk/>
            <pc:sldMk cId="2978706978" sldId="257"/>
            <ac:spMk id="15" creationId="{054B3F04-9EAC-45C0-B3CE-0387EEA10A0C}"/>
          </ac:spMkLst>
        </pc:spChg>
        <pc:picChg chg="add del">
          <ac:chgData name="Gaston M. Feldman Tavani" userId="046016954e189690" providerId="LiveId" clId="{294753C2-D399-4563-BFDD-611383F0A39C}" dt="2020-09-07T01:04:22.335" v="5731" actId="26606"/>
          <ac:picMkLst>
            <pc:docMk/>
            <pc:sldMk cId="2978706978" sldId="257"/>
            <ac:picMk id="17" creationId="{CFE54CC5-DCD2-4217-BEEF-1EB7CA5FA0EC}"/>
          </ac:picMkLst>
        </pc:picChg>
        <pc:cxnChg chg="add del">
          <ac:chgData name="Gaston M. Feldman Tavani" userId="046016954e189690" providerId="LiveId" clId="{294753C2-D399-4563-BFDD-611383F0A39C}" dt="2020-09-07T01:04:22.335" v="5731" actId="26606"/>
          <ac:cxnSpMkLst>
            <pc:docMk/>
            <pc:sldMk cId="2978706978" sldId="257"/>
            <ac:cxnSpMk id="16" creationId="{5AB158E9-1B40-4CD6-95F0-95CA11DF7B7A}"/>
          </ac:cxnSpMkLst>
        </pc:cxnChg>
      </pc:sldChg>
      <pc:sldChg chg="addSp delSp modSp mod setBg">
        <pc:chgData name="Gaston M. Feldman Tavani" userId="046016954e189690" providerId="LiveId" clId="{294753C2-D399-4563-BFDD-611383F0A39C}" dt="2020-09-07T01:04:17.523" v="5728" actId="26606"/>
        <pc:sldMkLst>
          <pc:docMk/>
          <pc:sldMk cId="389099251" sldId="259"/>
        </pc:sldMkLst>
        <pc:spChg chg="mod">
          <ac:chgData name="Gaston M. Feldman Tavani" userId="046016954e189690" providerId="LiveId" clId="{294753C2-D399-4563-BFDD-611383F0A39C}" dt="2020-09-07T01:04:17.523" v="5728" actId="26606"/>
          <ac:spMkLst>
            <pc:docMk/>
            <pc:sldMk cId="389099251" sldId="259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1:04:17.523" v="5728" actId="26606"/>
          <ac:spMkLst>
            <pc:docMk/>
            <pc:sldMk cId="389099251" sldId="259"/>
            <ac:spMk id="7" creationId="{0A1B976F-5EEA-48B0-BE1D-4FFC5D4A2C76}"/>
          </ac:spMkLst>
        </pc:spChg>
        <pc:spChg chg="add del">
          <ac:chgData name="Gaston M. Feldman Tavani" userId="046016954e189690" providerId="LiveId" clId="{294753C2-D399-4563-BFDD-611383F0A39C}" dt="2020-09-07T01:04:17.523" v="5728" actId="26606"/>
          <ac:spMkLst>
            <pc:docMk/>
            <pc:sldMk cId="389099251" sldId="259"/>
            <ac:spMk id="12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4:17.523" v="5728" actId="26606"/>
          <ac:spMkLst>
            <pc:docMk/>
            <pc:sldMk cId="389099251" sldId="259"/>
            <ac:spMk id="14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4:17.523" v="5728" actId="26606"/>
          <ac:spMkLst>
            <pc:docMk/>
            <pc:sldMk cId="389099251" sldId="259"/>
            <ac:spMk id="16" creationId="{054B3F04-9EAC-45C0-B3CE-0387EEA10A0C}"/>
          </ac:spMkLst>
        </pc:spChg>
      </pc:sldChg>
      <pc:sldChg chg="addSp delSp modSp mod setBg">
        <pc:chgData name="Gaston M. Feldman Tavani" userId="046016954e189690" providerId="LiveId" clId="{294753C2-D399-4563-BFDD-611383F0A39C}" dt="2020-09-07T01:04:21.186" v="5729" actId="26606"/>
        <pc:sldMkLst>
          <pc:docMk/>
          <pc:sldMk cId="2302504268" sldId="277"/>
        </pc:sldMkLst>
        <pc:spChg chg="mod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2" creationId="{3922307B-95AD-4E8A-B255-800A6B97B9AC}"/>
          </ac:spMkLst>
        </pc:spChg>
        <pc:spChg chg="mod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3" creationId="{BCF2DBA1-2682-4AFC-AAB2-885DFBF25050}"/>
          </ac:spMkLst>
        </pc:spChg>
        <pc:spChg chg="add del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8" creationId="{52C0B2E1-0268-42EC-ABD3-94F81A05BCBD}"/>
          </ac:spMkLst>
        </pc:spChg>
        <pc:spChg chg="add del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10" creationId="{7D2256B4-48EA-40FC-BBC0-AA1EE6E0080C}"/>
          </ac:spMkLst>
        </pc:spChg>
        <pc:spChg chg="add del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14" creationId="{8C6E698C-8155-4B8B-BDC9-B7299772B509}"/>
          </ac:spMkLst>
        </pc:spChg>
        <pc:spChg chg="add del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16" creationId="{0EEF5601-A8BC-411D-AA64-3E79320BA122}"/>
          </ac:spMkLst>
        </pc:spChg>
        <pc:spChg chg="add del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18" creationId="{33209156-242F-4B26-8D07-CEB2B68A9F9A}"/>
          </ac:spMkLst>
        </pc:spChg>
        <pc:cxnChg chg="add del">
          <ac:chgData name="Gaston M. Feldman Tavani" userId="046016954e189690" providerId="LiveId" clId="{294753C2-D399-4563-BFDD-611383F0A39C}" dt="2020-09-07T01:04:21.186" v="5729" actId="26606"/>
          <ac:cxnSpMkLst>
            <pc:docMk/>
            <pc:sldMk cId="2302504268" sldId="277"/>
            <ac:cxnSpMk id="12" creationId="{3D44BCCA-102D-4A9D-B1E4-2450CAF0B05E}"/>
          </ac:cxnSpMkLst>
        </pc:cxnChg>
      </pc:sldChg>
      <pc:sldChg chg="addSp delSp modSp mod setBg setClrOvrMap">
        <pc:chgData name="Gaston M. Feldman Tavani" userId="046016954e189690" providerId="LiveId" clId="{294753C2-D399-4563-BFDD-611383F0A39C}" dt="2020-09-14T17:46:55.914" v="11611" actId="15"/>
        <pc:sldMkLst>
          <pc:docMk/>
          <pc:sldMk cId="1139585258" sldId="346"/>
        </pc:sldMkLst>
        <pc:spChg chg="mod">
          <ac:chgData name="Gaston M. Feldman Tavani" userId="046016954e189690" providerId="LiveId" clId="{294753C2-D399-4563-BFDD-611383F0A39C}" dt="2020-09-07T01:04:21.775" v="5730" actId="26606"/>
          <ac:spMkLst>
            <pc:docMk/>
            <pc:sldMk cId="1139585258" sldId="346"/>
            <ac:spMk id="2" creationId="{EF33FCEE-A152-4A17-BC3D-CB559F9DABC2}"/>
          </ac:spMkLst>
        </pc:spChg>
        <pc:spChg chg="mod">
          <ac:chgData name="Gaston M. Feldman Tavani" userId="046016954e189690" providerId="LiveId" clId="{294753C2-D399-4563-BFDD-611383F0A39C}" dt="2020-09-14T17:46:55.914" v="11611" actId="15"/>
          <ac:spMkLst>
            <pc:docMk/>
            <pc:sldMk cId="1139585258" sldId="346"/>
            <ac:spMk id="4" creationId="{0CDE3889-5A2B-40AB-A9D4-85CCDB05C471}"/>
          </ac:spMkLst>
        </pc:spChg>
        <pc:spChg chg="add del">
          <ac:chgData name="Gaston M. Feldman Tavani" userId="046016954e189690" providerId="LiveId" clId="{294753C2-D399-4563-BFDD-611383F0A39C}" dt="2020-09-07T01:03:00.415" v="5693" actId="26606"/>
          <ac:spMkLst>
            <pc:docMk/>
            <pc:sldMk cId="1139585258" sldId="346"/>
            <ac:spMk id="8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3:00.415" v="5693" actId="26606"/>
          <ac:spMkLst>
            <pc:docMk/>
            <pc:sldMk cId="1139585258" sldId="346"/>
            <ac:spMk id="9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3:00.415" v="5693" actId="26606"/>
          <ac:spMkLst>
            <pc:docMk/>
            <pc:sldMk cId="1139585258" sldId="346"/>
            <ac:spMk id="10" creationId="{054B3F04-9EAC-45C0-B3CE-0387EEA10A0C}"/>
          </ac:spMkLst>
        </pc:spChg>
        <pc:spChg chg="add del">
          <ac:chgData name="Gaston M. Feldman Tavani" userId="046016954e189690" providerId="LiveId" clId="{294753C2-D399-4563-BFDD-611383F0A39C}" dt="2020-09-07T01:02:57.301" v="5691" actId="26606"/>
          <ac:spMkLst>
            <pc:docMk/>
            <pc:sldMk cId="1139585258" sldId="346"/>
            <ac:spMk id="11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3:03.105" v="5695" actId="26606"/>
          <ac:spMkLst>
            <pc:docMk/>
            <pc:sldMk cId="1139585258" sldId="346"/>
            <ac:spMk id="12" creationId="{CECF0FC6-D57B-48B6-9036-F4FFD91A4B34}"/>
          </ac:spMkLst>
        </pc:spChg>
        <pc:spChg chg="add del">
          <ac:chgData name="Gaston M. Feldman Tavani" userId="046016954e189690" providerId="LiveId" clId="{294753C2-D399-4563-BFDD-611383F0A39C}" dt="2020-09-07T01:02:57.301" v="5691" actId="26606"/>
          <ac:spMkLst>
            <pc:docMk/>
            <pc:sldMk cId="1139585258" sldId="346"/>
            <ac:spMk id="13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3:03.105" v="5695" actId="26606"/>
          <ac:spMkLst>
            <pc:docMk/>
            <pc:sldMk cId="1139585258" sldId="346"/>
            <ac:spMk id="14" creationId="{717A211C-5863-4303-AC3D-AEBFDF6D6A4C}"/>
          </ac:spMkLst>
        </pc:spChg>
        <pc:spChg chg="add del">
          <ac:chgData name="Gaston M. Feldman Tavani" userId="046016954e189690" providerId="LiveId" clId="{294753C2-D399-4563-BFDD-611383F0A39C}" dt="2020-09-07T01:02:57.301" v="5691" actId="26606"/>
          <ac:spMkLst>
            <pc:docMk/>
            <pc:sldMk cId="1139585258" sldId="346"/>
            <ac:spMk id="15" creationId="{054B3F04-9EAC-45C0-B3CE-0387EEA10A0C}"/>
          </ac:spMkLst>
        </pc:spChg>
        <pc:spChg chg="add del">
          <ac:chgData name="Gaston M. Feldman Tavani" userId="046016954e189690" providerId="LiveId" clId="{294753C2-D399-4563-BFDD-611383F0A39C}" dt="2020-09-07T01:03:03.105" v="5695" actId="26606"/>
          <ac:spMkLst>
            <pc:docMk/>
            <pc:sldMk cId="1139585258" sldId="346"/>
            <ac:spMk id="16" creationId="{087519CD-2FFF-42E3-BB0C-FEAA828BA5DB}"/>
          </ac:spMkLst>
        </pc:spChg>
        <pc:spChg chg="add del">
          <ac:chgData name="Gaston M. Feldman Tavani" userId="046016954e189690" providerId="LiveId" clId="{294753C2-D399-4563-BFDD-611383F0A39C}" dt="2020-09-07T01:03:17.285" v="5701" actId="26606"/>
          <ac:spMkLst>
            <pc:docMk/>
            <pc:sldMk cId="1139585258" sldId="346"/>
            <ac:spMk id="17" creationId="{35230A27-1553-42F8-99D7-829868E13715}"/>
          </ac:spMkLst>
        </pc:spChg>
        <pc:spChg chg="add del">
          <ac:chgData name="Gaston M. Feldman Tavani" userId="046016954e189690" providerId="LiveId" clId="{294753C2-D399-4563-BFDD-611383F0A39C}" dt="2020-09-07T01:03:17.285" v="5701" actId="26606"/>
          <ac:spMkLst>
            <pc:docMk/>
            <pc:sldMk cId="1139585258" sldId="346"/>
            <ac:spMk id="18" creationId="{A772232D-B4D6-429F-B3D1-2D9891B85E08}"/>
          </ac:spMkLst>
        </pc:spChg>
        <pc:spChg chg="add del">
          <ac:chgData name="Gaston M. Feldman Tavani" userId="046016954e189690" providerId="LiveId" clId="{294753C2-D399-4563-BFDD-611383F0A39C}" dt="2020-09-07T01:03:18.178" v="5703" actId="26606"/>
          <ac:spMkLst>
            <pc:docMk/>
            <pc:sldMk cId="1139585258" sldId="346"/>
            <ac:spMk id="21" creationId="{C8DD82D3-D002-45B0-B16A-82B3DA4EFDDB}"/>
          </ac:spMkLst>
        </pc:spChg>
        <pc:spChg chg="add del">
          <ac:chgData name="Gaston M. Feldman Tavani" userId="046016954e189690" providerId="LiveId" clId="{294753C2-D399-4563-BFDD-611383F0A39C}" dt="2020-09-07T01:03:18.178" v="5703" actId="26606"/>
          <ac:spMkLst>
            <pc:docMk/>
            <pc:sldMk cId="1139585258" sldId="346"/>
            <ac:spMk id="23" creationId="{4C15B19B-E7BB-4060-B12F-3CDA8EF16A52}"/>
          </ac:spMkLst>
        </pc:spChg>
        <pc:spChg chg="add del">
          <ac:chgData name="Gaston M. Feldman Tavani" userId="046016954e189690" providerId="LiveId" clId="{294753C2-D399-4563-BFDD-611383F0A39C}" dt="2020-09-07T01:03:19.721" v="5705" actId="26606"/>
          <ac:spMkLst>
            <pc:docMk/>
            <pc:sldMk cId="1139585258" sldId="346"/>
            <ac:spMk id="25" creationId="{CECF0FC6-D57B-48B6-9036-F4FFD91A4B34}"/>
          </ac:spMkLst>
        </pc:spChg>
        <pc:spChg chg="add del">
          <ac:chgData name="Gaston M. Feldman Tavani" userId="046016954e189690" providerId="LiveId" clId="{294753C2-D399-4563-BFDD-611383F0A39C}" dt="2020-09-07T01:03:19.721" v="5705" actId="26606"/>
          <ac:spMkLst>
            <pc:docMk/>
            <pc:sldMk cId="1139585258" sldId="346"/>
            <ac:spMk id="26" creationId="{717A211C-5863-4303-AC3D-AEBFDF6D6A4C}"/>
          </ac:spMkLst>
        </pc:spChg>
        <pc:spChg chg="add del">
          <ac:chgData name="Gaston M. Feldman Tavani" userId="046016954e189690" providerId="LiveId" clId="{294753C2-D399-4563-BFDD-611383F0A39C}" dt="2020-09-07T01:03:19.721" v="5705" actId="26606"/>
          <ac:spMkLst>
            <pc:docMk/>
            <pc:sldMk cId="1139585258" sldId="346"/>
            <ac:spMk id="27" creationId="{087519CD-2FFF-42E3-BB0C-FEAA828BA5DB}"/>
          </ac:spMkLst>
        </pc:spChg>
        <pc:spChg chg="add del">
          <ac:chgData name="Gaston M. Feldman Tavani" userId="046016954e189690" providerId="LiveId" clId="{294753C2-D399-4563-BFDD-611383F0A39C}" dt="2020-09-07T01:03:22.046" v="5707" actId="26606"/>
          <ac:spMkLst>
            <pc:docMk/>
            <pc:sldMk cId="1139585258" sldId="346"/>
            <ac:spMk id="29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3:22.046" v="5707" actId="26606"/>
          <ac:spMkLst>
            <pc:docMk/>
            <pc:sldMk cId="1139585258" sldId="346"/>
            <ac:spMk id="30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3:22.046" v="5707" actId="26606"/>
          <ac:spMkLst>
            <pc:docMk/>
            <pc:sldMk cId="1139585258" sldId="346"/>
            <ac:spMk id="31" creationId="{054B3F04-9EAC-45C0-B3CE-0387EEA10A0C}"/>
          </ac:spMkLst>
        </pc:spChg>
        <pc:spChg chg="add del">
          <ac:chgData name="Gaston M. Feldman Tavani" userId="046016954e189690" providerId="LiveId" clId="{294753C2-D399-4563-BFDD-611383F0A39C}" dt="2020-09-07T01:03:23.474" v="5709" actId="26606"/>
          <ac:spMkLst>
            <pc:docMk/>
            <pc:sldMk cId="1139585258" sldId="346"/>
            <ac:spMk id="33" creationId="{3558DB37-9FEE-48A2-8578-ED0401573943}"/>
          </ac:spMkLst>
        </pc:spChg>
        <pc:spChg chg="add del">
          <ac:chgData name="Gaston M. Feldman Tavani" userId="046016954e189690" providerId="LiveId" clId="{294753C2-D399-4563-BFDD-611383F0A39C}" dt="2020-09-07T01:03:23.474" v="5709" actId="26606"/>
          <ac:spMkLst>
            <pc:docMk/>
            <pc:sldMk cId="1139585258" sldId="346"/>
            <ac:spMk id="34" creationId="{5F7FCCA6-00E2-4F74-A105-0D769872F243}"/>
          </ac:spMkLst>
        </pc:spChg>
        <pc:spChg chg="add del">
          <ac:chgData name="Gaston M. Feldman Tavani" userId="046016954e189690" providerId="LiveId" clId="{294753C2-D399-4563-BFDD-611383F0A39C}" dt="2020-09-07T01:03:23.474" v="5709" actId="26606"/>
          <ac:spMkLst>
            <pc:docMk/>
            <pc:sldMk cId="1139585258" sldId="346"/>
            <ac:spMk id="35" creationId="{5E1ED12F-9F06-4B37-87B7-F98F52937F86}"/>
          </ac:spMkLst>
        </pc:spChg>
        <pc:spChg chg="add del">
          <ac:chgData name="Gaston M. Feldman Tavani" userId="046016954e189690" providerId="LiveId" clId="{294753C2-D399-4563-BFDD-611383F0A39C}" dt="2020-09-07T01:03:24.423" v="5711" actId="26606"/>
          <ac:spMkLst>
            <pc:docMk/>
            <pc:sldMk cId="1139585258" sldId="346"/>
            <ac:spMk id="37" creationId="{35230A27-1553-42F8-99D7-829868E13715}"/>
          </ac:spMkLst>
        </pc:spChg>
        <pc:spChg chg="add del">
          <ac:chgData name="Gaston M. Feldman Tavani" userId="046016954e189690" providerId="LiveId" clId="{294753C2-D399-4563-BFDD-611383F0A39C}" dt="2020-09-07T01:03:24.423" v="5711" actId="26606"/>
          <ac:spMkLst>
            <pc:docMk/>
            <pc:sldMk cId="1139585258" sldId="346"/>
            <ac:spMk id="38" creationId="{A772232D-B4D6-429F-B3D1-2D9891B85E08}"/>
          </ac:spMkLst>
        </pc:spChg>
        <pc:spChg chg="add del">
          <ac:chgData name="Gaston M. Feldman Tavani" userId="046016954e189690" providerId="LiveId" clId="{294753C2-D399-4563-BFDD-611383F0A39C}" dt="2020-09-07T01:03:25.749" v="5713" actId="26606"/>
          <ac:spMkLst>
            <pc:docMk/>
            <pc:sldMk cId="1139585258" sldId="346"/>
            <ac:spMk id="41" creationId="{C8DD82D3-D002-45B0-B16A-82B3DA4EFDDB}"/>
          </ac:spMkLst>
        </pc:spChg>
        <pc:spChg chg="add del">
          <ac:chgData name="Gaston M. Feldman Tavani" userId="046016954e189690" providerId="LiveId" clId="{294753C2-D399-4563-BFDD-611383F0A39C}" dt="2020-09-07T01:03:25.749" v="5713" actId="26606"/>
          <ac:spMkLst>
            <pc:docMk/>
            <pc:sldMk cId="1139585258" sldId="346"/>
            <ac:spMk id="43" creationId="{4C15B19B-E7BB-4060-B12F-3CDA8EF16A52}"/>
          </ac:spMkLst>
        </pc:spChg>
        <pc:spChg chg="add del">
          <ac:chgData name="Gaston M. Feldman Tavani" userId="046016954e189690" providerId="LiveId" clId="{294753C2-D399-4563-BFDD-611383F0A39C}" dt="2020-09-07T01:04:21.775" v="5730" actId="26606"/>
          <ac:spMkLst>
            <pc:docMk/>
            <pc:sldMk cId="1139585258" sldId="346"/>
            <ac:spMk id="45" creationId="{CECF0FC6-D57B-48B6-9036-F4FFD91A4B34}"/>
          </ac:spMkLst>
        </pc:spChg>
        <pc:spChg chg="add del">
          <ac:chgData name="Gaston M. Feldman Tavani" userId="046016954e189690" providerId="LiveId" clId="{294753C2-D399-4563-BFDD-611383F0A39C}" dt="2020-09-07T01:04:21.775" v="5730" actId="26606"/>
          <ac:spMkLst>
            <pc:docMk/>
            <pc:sldMk cId="1139585258" sldId="346"/>
            <ac:spMk id="46" creationId="{717A211C-5863-4303-AC3D-AEBFDF6D6A4C}"/>
          </ac:spMkLst>
        </pc:spChg>
        <pc:spChg chg="add del">
          <ac:chgData name="Gaston M. Feldman Tavani" userId="046016954e189690" providerId="LiveId" clId="{294753C2-D399-4563-BFDD-611383F0A39C}" dt="2020-09-07T01:04:21.775" v="5730" actId="26606"/>
          <ac:spMkLst>
            <pc:docMk/>
            <pc:sldMk cId="1139585258" sldId="346"/>
            <ac:spMk id="47" creationId="{087519CD-2FFF-42E3-BB0C-FEAA828BA5DB}"/>
          </ac:spMkLst>
        </pc:spChg>
        <pc:cxnChg chg="add del">
          <ac:chgData name="Gaston M. Feldman Tavani" userId="046016954e189690" providerId="LiveId" clId="{294753C2-D399-4563-BFDD-611383F0A39C}" dt="2020-09-07T01:03:17.285" v="5701" actId="26606"/>
          <ac:cxnSpMkLst>
            <pc:docMk/>
            <pc:sldMk cId="1139585258" sldId="346"/>
            <ac:cxnSpMk id="19" creationId="{02CC3441-26B3-4381-B3DF-8AE3C288BC0D}"/>
          </ac:cxnSpMkLst>
        </pc:cxnChg>
        <pc:cxnChg chg="add del">
          <ac:chgData name="Gaston M. Feldman Tavani" userId="046016954e189690" providerId="LiveId" clId="{294753C2-D399-4563-BFDD-611383F0A39C}" dt="2020-09-07T01:03:18.178" v="5703" actId="26606"/>
          <ac:cxnSpMkLst>
            <pc:docMk/>
            <pc:sldMk cId="1139585258" sldId="346"/>
            <ac:cxnSpMk id="22" creationId="{9F09C252-16FE-4557-AD6D-BB5CA773496C}"/>
          </ac:cxnSpMkLst>
        </pc:cxnChg>
        <pc:cxnChg chg="add del">
          <ac:chgData name="Gaston M. Feldman Tavani" userId="046016954e189690" providerId="LiveId" clId="{294753C2-D399-4563-BFDD-611383F0A39C}" dt="2020-09-07T01:03:24.423" v="5711" actId="26606"/>
          <ac:cxnSpMkLst>
            <pc:docMk/>
            <pc:sldMk cId="1139585258" sldId="346"/>
            <ac:cxnSpMk id="39" creationId="{02CC3441-26B3-4381-B3DF-8AE3C288BC0D}"/>
          </ac:cxnSpMkLst>
        </pc:cxnChg>
        <pc:cxnChg chg="add del">
          <ac:chgData name="Gaston M. Feldman Tavani" userId="046016954e189690" providerId="LiveId" clId="{294753C2-D399-4563-BFDD-611383F0A39C}" dt="2020-09-07T01:03:25.749" v="5713" actId="26606"/>
          <ac:cxnSpMkLst>
            <pc:docMk/>
            <pc:sldMk cId="1139585258" sldId="346"/>
            <ac:cxnSpMk id="42" creationId="{9F09C252-16FE-4557-AD6D-BB5CA773496C}"/>
          </ac:cxnSpMkLst>
        </pc:cxnChg>
      </pc:sldChg>
      <pc:sldChg chg="addSp delSp modSp mod setBg">
        <pc:chgData name="Gaston M. Feldman Tavani" userId="046016954e189690" providerId="LiveId" clId="{294753C2-D399-4563-BFDD-611383F0A39C}" dt="2020-09-07T01:04:17.346" v="5727" actId="26606"/>
        <pc:sldMkLst>
          <pc:docMk/>
          <pc:sldMk cId="25573349" sldId="347"/>
        </pc:sldMkLst>
        <pc:spChg chg="mod">
          <ac:chgData name="Gaston M. Feldman Tavani" userId="046016954e189690" providerId="LiveId" clId="{294753C2-D399-4563-BFDD-611383F0A39C}" dt="2020-09-07T01:04:17.346" v="5727" actId="26606"/>
          <ac:spMkLst>
            <pc:docMk/>
            <pc:sldMk cId="25573349" sldId="347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1:04:17.346" v="5727" actId="26606"/>
          <ac:spMkLst>
            <pc:docMk/>
            <pc:sldMk cId="25573349" sldId="347"/>
            <ac:spMk id="7" creationId="{0A1B976F-5EEA-48B0-BE1D-4FFC5D4A2C76}"/>
          </ac:spMkLst>
        </pc:spChg>
        <pc:spChg chg="add del">
          <ac:chgData name="Gaston M. Feldman Tavani" userId="046016954e189690" providerId="LiveId" clId="{294753C2-D399-4563-BFDD-611383F0A39C}" dt="2020-09-07T01:04:17.346" v="5727" actId="26606"/>
          <ac:spMkLst>
            <pc:docMk/>
            <pc:sldMk cId="25573349" sldId="347"/>
            <ac:spMk id="12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4:17.346" v="5727" actId="26606"/>
          <ac:spMkLst>
            <pc:docMk/>
            <pc:sldMk cId="25573349" sldId="347"/>
            <ac:spMk id="14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4:17.346" v="5727" actId="26606"/>
          <ac:spMkLst>
            <pc:docMk/>
            <pc:sldMk cId="25573349" sldId="347"/>
            <ac:spMk id="16" creationId="{054B3F04-9EAC-45C0-B3CE-0387EEA10A0C}"/>
          </ac:spMkLst>
        </pc:spChg>
      </pc:sldChg>
      <pc:sldChg chg="addSp delSp modSp mod setBg">
        <pc:chgData name="Gaston M. Feldman Tavani" userId="046016954e189690" providerId="LiveId" clId="{294753C2-D399-4563-BFDD-611383F0A39C}" dt="2020-09-07T01:04:17.189" v="5726" actId="26606"/>
        <pc:sldMkLst>
          <pc:docMk/>
          <pc:sldMk cId="2091520175" sldId="348"/>
        </pc:sldMkLst>
        <pc:spChg chg="mod">
          <ac:chgData name="Gaston M. Feldman Tavani" userId="046016954e189690" providerId="LiveId" clId="{294753C2-D399-4563-BFDD-611383F0A39C}" dt="2020-09-07T01:04:17.189" v="5726" actId="26606"/>
          <ac:spMkLst>
            <pc:docMk/>
            <pc:sldMk cId="2091520175" sldId="348"/>
            <ac:spMk id="2" creationId="{BAE08EE6-A9BC-4808-9DC5-4B5DF40E6B8D}"/>
          </ac:spMkLst>
        </pc:spChg>
        <pc:spChg chg="mod ord">
          <ac:chgData name="Gaston M. Feldman Tavani" userId="046016954e189690" providerId="LiveId" clId="{294753C2-D399-4563-BFDD-611383F0A39C}" dt="2020-09-07T01:04:17.189" v="5726" actId="26606"/>
          <ac:spMkLst>
            <pc:docMk/>
            <pc:sldMk cId="2091520175" sldId="348"/>
            <ac:spMk id="5" creationId="{08A29419-161D-43F3-9115-8A494C04C8AF}"/>
          </ac:spMkLst>
        </pc:spChg>
        <pc:spChg chg="del mod">
          <ac:chgData name="Gaston M. Feldman Tavani" userId="046016954e189690" providerId="LiveId" clId="{294753C2-D399-4563-BFDD-611383F0A39C}" dt="2020-09-06T23:02:39.178" v="1957" actId="478"/>
          <ac:spMkLst>
            <pc:docMk/>
            <pc:sldMk cId="2091520175" sldId="348"/>
            <ac:spMk id="6" creationId="{4858AEA4-867B-4BBA-AC3F-CFE4A713794B}"/>
          </ac:spMkLst>
        </pc:spChg>
        <pc:spChg chg="add del">
          <ac:chgData name="Gaston M. Feldman Tavani" userId="046016954e189690" providerId="LiveId" clId="{294753C2-D399-4563-BFDD-611383F0A39C}" dt="2020-09-07T01:04:17.189" v="5726" actId="26606"/>
          <ac:spMkLst>
            <pc:docMk/>
            <pc:sldMk cId="2091520175" sldId="348"/>
            <ac:spMk id="10" creationId="{44CC594A-A820-450F-B363-C19201FCFEC6}"/>
          </ac:spMkLst>
        </pc:spChg>
        <pc:spChg chg="add del">
          <ac:chgData name="Gaston M. Feldman Tavani" userId="046016954e189690" providerId="LiveId" clId="{294753C2-D399-4563-BFDD-611383F0A39C}" dt="2020-09-07T01:04:17.189" v="5726" actId="26606"/>
          <ac:spMkLst>
            <pc:docMk/>
            <pc:sldMk cId="2091520175" sldId="348"/>
            <ac:spMk id="12" creationId="{59FAB3DA-E9ED-4574-ABCC-378BC0FF1BBC}"/>
          </ac:spMkLst>
        </pc:spChg>
        <pc:spChg chg="add del">
          <ac:chgData name="Gaston M. Feldman Tavani" userId="046016954e189690" providerId="LiveId" clId="{294753C2-D399-4563-BFDD-611383F0A39C}" dt="2020-09-07T01:04:17.189" v="5726" actId="26606"/>
          <ac:spMkLst>
            <pc:docMk/>
            <pc:sldMk cId="2091520175" sldId="348"/>
            <ac:spMk id="14" creationId="{53B8D6B0-55D6-48DC-86D8-FD95D5F118AB}"/>
          </ac:spMkLst>
        </pc:spChg>
        <pc:picChg chg="mod ord">
          <ac:chgData name="Gaston M. Feldman Tavani" userId="046016954e189690" providerId="LiveId" clId="{294753C2-D399-4563-BFDD-611383F0A39C}" dt="2020-09-07T01:04:17.189" v="5726" actId="26606"/>
          <ac:picMkLst>
            <pc:docMk/>
            <pc:sldMk cId="2091520175" sldId="348"/>
            <ac:picMk id="4" creationId="{C680218A-BE6D-4C40-9982-0C161CA9FEBF}"/>
          </ac:picMkLst>
        </pc:picChg>
      </pc:sldChg>
      <pc:sldChg chg="modSp mod">
        <pc:chgData name="Gaston M. Feldman Tavani" userId="046016954e189690" providerId="LiveId" clId="{294753C2-D399-4563-BFDD-611383F0A39C}" dt="2020-09-06T23:12:53.679" v="2058" actId="20577"/>
        <pc:sldMkLst>
          <pc:docMk/>
          <pc:sldMk cId="4180648774" sldId="349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4180648774" sldId="349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23:12:53.679" v="2058" actId="20577"/>
          <ac:spMkLst>
            <pc:docMk/>
            <pc:sldMk cId="4180648774" sldId="349"/>
            <ac:spMk id="7" creationId="{0A1B976F-5EEA-48B0-BE1D-4FFC5D4A2C76}"/>
          </ac:spMkLst>
        </pc:spChg>
        <pc:spChg chg="mod">
          <ac:chgData name="Gaston M. Feldman Tavani" userId="046016954e189690" providerId="LiveId" clId="{294753C2-D399-4563-BFDD-611383F0A39C}" dt="2020-09-06T23:03:22.956" v="1979" actId="1036"/>
          <ac:spMkLst>
            <pc:docMk/>
            <pc:sldMk cId="4180648774" sldId="349"/>
            <ac:spMk id="9" creationId="{0210491B-FFC9-4E48-9C29-31A308FA2212}"/>
          </ac:spMkLst>
        </pc:spChg>
        <pc:spChg chg="mod">
          <ac:chgData name="Gaston M. Feldman Tavani" userId="046016954e189690" providerId="LiveId" clId="{294753C2-D399-4563-BFDD-611383F0A39C}" dt="2020-09-06T23:03:28.022" v="2006" actId="1036"/>
          <ac:spMkLst>
            <pc:docMk/>
            <pc:sldMk cId="4180648774" sldId="349"/>
            <ac:spMk id="11" creationId="{7E3CA7AB-807B-47FB-BF2C-64973F6872B9}"/>
          </ac:spMkLst>
        </pc:spChg>
      </pc:sldChg>
      <pc:sldChg chg="modSp">
        <pc:chgData name="Gaston M. Feldman Tavani" userId="046016954e189690" providerId="LiveId" clId="{294753C2-D399-4563-BFDD-611383F0A39C}" dt="2020-09-06T23:03:35.015" v="2007" actId="12"/>
        <pc:sldMkLst>
          <pc:docMk/>
          <pc:sldMk cId="2704300144" sldId="350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2704300144" sldId="350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23:03:35.015" v="2007" actId="12"/>
          <ac:spMkLst>
            <pc:docMk/>
            <pc:sldMk cId="2704300144" sldId="350"/>
            <ac:spMk id="7" creationId="{0A1B976F-5EEA-48B0-BE1D-4FFC5D4A2C76}"/>
          </ac:spMkLst>
        </pc:spChg>
      </pc:sldChg>
      <pc:sldChg chg="addSp delSp modSp add mod ord">
        <pc:chgData name="Gaston M. Feldman Tavani" userId="046016954e189690" providerId="LiveId" clId="{294753C2-D399-4563-BFDD-611383F0A39C}" dt="2020-09-07T00:19:21.552" v="3446" actId="1076"/>
        <pc:sldMkLst>
          <pc:docMk/>
          <pc:sldMk cId="2224045107" sldId="351"/>
        </pc:sldMkLst>
        <pc:spChg chg="add mod">
          <ac:chgData name="Gaston M. Feldman Tavani" userId="046016954e189690" providerId="LiveId" clId="{294753C2-D399-4563-BFDD-611383F0A39C}" dt="2020-09-07T00:19:21.552" v="3446" actId="1076"/>
          <ac:spMkLst>
            <pc:docMk/>
            <pc:sldMk cId="2224045107" sldId="351"/>
            <ac:spMk id="3" creationId="{D8DC48D1-A9B9-4208-A868-40E6DCD5F1C8}"/>
          </ac:spMkLst>
        </pc:spChg>
        <pc:spChg chg="del mod">
          <ac:chgData name="Gaston M. Feldman Tavani" userId="046016954e189690" providerId="LiveId" clId="{294753C2-D399-4563-BFDD-611383F0A39C}" dt="2020-09-07T00:17:39.861" v="3428" actId="478"/>
          <ac:spMkLst>
            <pc:docMk/>
            <pc:sldMk cId="2224045107" sldId="351"/>
            <ac:spMk id="5" creationId="{0D1CACD8-7518-4313-9A17-D78FA06E5895}"/>
          </ac:spMkLst>
        </pc:spChg>
        <pc:spChg chg="mod">
          <ac:chgData name="Gaston M. Feldman Tavani" userId="046016954e189690" providerId="LiveId" clId="{294753C2-D399-4563-BFDD-611383F0A39C}" dt="2020-09-07T00:17:56.941" v="3439" actId="14100"/>
          <ac:spMkLst>
            <pc:docMk/>
            <pc:sldMk cId="2224045107" sldId="351"/>
            <ac:spMk id="7" creationId="{0A1B976F-5EEA-48B0-BE1D-4FFC5D4A2C76}"/>
          </ac:spMkLst>
        </pc:spChg>
        <pc:picChg chg="add mod">
          <ac:chgData name="Gaston M. Feldman Tavani" userId="046016954e189690" providerId="LiveId" clId="{294753C2-D399-4563-BFDD-611383F0A39C}" dt="2020-09-07T00:19:13.719" v="3444" actId="1076"/>
          <ac:picMkLst>
            <pc:docMk/>
            <pc:sldMk cId="2224045107" sldId="351"/>
            <ac:picMk id="6" creationId="{B95A4A24-7848-4F40-812E-D0649D1B7404}"/>
          </ac:picMkLst>
        </pc:picChg>
        <pc:cxnChg chg="del">
          <ac:chgData name="Gaston M. Feldman Tavani" userId="046016954e189690" providerId="LiveId" clId="{294753C2-D399-4563-BFDD-611383F0A39C}" dt="2020-09-07T00:17:40.858" v="3429" actId="478"/>
          <ac:cxnSpMkLst>
            <pc:docMk/>
            <pc:sldMk cId="2224045107" sldId="351"/>
            <ac:cxnSpMk id="8" creationId="{257729E9-01B6-4BD2-8353-26C4AA9BC0CE}"/>
          </ac:cxnSpMkLst>
        </pc:cxnChg>
      </pc:sldChg>
      <pc:sldChg chg="modSp del mod">
        <pc:chgData name="Gaston M. Feldman Tavani" userId="046016954e189690" providerId="LiveId" clId="{294753C2-D399-4563-BFDD-611383F0A39C}" dt="2020-09-06T23:05:54.482" v="2054" actId="2696"/>
        <pc:sldMkLst>
          <pc:docMk/>
          <pc:sldMk cId="2407452819" sldId="351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2407452819" sldId="351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2407452819" sldId="351"/>
            <ac:spMk id="5" creationId="{0D1CACD8-7518-4313-9A17-D78FA06E5895}"/>
          </ac:spMkLst>
        </pc:spChg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2407452819" sldId="351"/>
            <ac:spMk id="7" creationId="{0A1B976F-5EEA-48B0-BE1D-4FFC5D4A2C76}"/>
          </ac:spMkLst>
        </pc:spChg>
      </pc:sldChg>
      <pc:sldChg chg="modSp mod">
        <pc:chgData name="Gaston M. Feldman Tavani" userId="046016954e189690" providerId="LiveId" clId="{294753C2-D399-4563-BFDD-611383F0A39C}" dt="2020-09-06T23:14:06.804" v="2100" actId="20577"/>
        <pc:sldMkLst>
          <pc:docMk/>
          <pc:sldMk cId="3514879135" sldId="352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3514879135" sldId="352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23:14:06.804" v="2100" actId="20577"/>
          <ac:spMkLst>
            <pc:docMk/>
            <pc:sldMk cId="3514879135" sldId="352"/>
            <ac:spMk id="7" creationId="{0A1B976F-5EEA-48B0-BE1D-4FFC5D4A2C76}"/>
          </ac:spMkLst>
        </pc:spChg>
      </pc:sldChg>
      <pc:sldChg chg="modSp del">
        <pc:chgData name="Gaston M. Feldman Tavani" userId="046016954e189690" providerId="LiveId" clId="{294753C2-D399-4563-BFDD-611383F0A39C}" dt="2020-09-06T23:05:54.482" v="2054" actId="2696"/>
        <pc:sldMkLst>
          <pc:docMk/>
          <pc:sldMk cId="200849002" sldId="353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200849002" sldId="353"/>
            <ac:spMk id="2" creationId="{BAE08EE6-A9BC-4808-9DC5-4B5DF40E6B8D}"/>
          </ac:spMkLst>
        </pc:spChg>
      </pc:sldChg>
      <pc:sldChg chg="add del">
        <pc:chgData name="Gaston M. Feldman Tavani" userId="046016954e189690" providerId="LiveId" clId="{294753C2-D399-4563-BFDD-611383F0A39C}" dt="2020-09-07T00:19:23.575" v="3447" actId="47"/>
        <pc:sldMkLst>
          <pc:docMk/>
          <pc:sldMk cId="1565959880" sldId="353"/>
        </pc:sldMkLst>
      </pc:sldChg>
      <pc:sldChg chg="modSp mod">
        <pc:chgData name="Gaston M. Feldman Tavani" userId="046016954e189690" providerId="LiveId" clId="{294753C2-D399-4563-BFDD-611383F0A39C}" dt="2020-09-06T23:55:32.117" v="2913" actId="20577"/>
        <pc:sldMkLst>
          <pc:docMk/>
          <pc:sldMk cId="1541783562" sldId="354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1541783562" sldId="354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23:55:32.117" v="2913" actId="20577"/>
          <ac:spMkLst>
            <pc:docMk/>
            <pc:sldMk cId="1541783562" sldId="354"/>
            <ac:spMk id="7" creationId="{0A1B976F-5EEA-48B0-BE1D-4FFC5D4A2C76}"/>
          </ac:spMkLst>
        </pc:spChg>
      </pc:sldChg>
      <pc:sldChg chg="modSp mod">
        <pc:chgData name="Gaston M. Feldman Tavani" userId="046016954e189690" providerId="LiveId" clId="{294753C2-D399-4563-BFDD-611383F0A39C}" dt="2020-09-06T00:02:28.683" v="1474"/>
        <pc:sldMkLst>
          <pc:docMk/>
          <pc:sldMk cId="344269248" sldId="355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344269248" sldId="355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344269248" sldId="355"/>
            <ac:spMk id="7" creationId="{0A1B976F-5EEA-48B0-BE1D-4FFC5D4A2C76}"/>
          </ac:spMkLst>
        </pc:spChg>
      </pc:sldChg>
      <pc:sldChg chg="modSp mod">
        <pc:chgData name="Gaston M. Feldman Tavani" userId="046016954e189690" providerId="LiveId" clId="{294753C2-D399-4563-BFDD-611383F0A39C}" dt="2020-09-06T00:02:28.683" v="1474"/>
        <pc:sldMkLst>
          <pc:docMk/>
          <pc:sldMk cId="316495863" sldId="356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316495863" sldId="356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316495863" sldId="356"/>
            <ac:spMk id="7" creationId="{0A1B976F-5EEA-48B0-BE1D-4FFC5D4A2C76}"/>
          </ac:spMkLst>
        </pc:spChg>
      </pc:sldChg>
      <pc:sldChg chg="modSp mod">
        <pc:chgData name="Gaston M. Feldman Tavani" userId="046016954e189690" providerId="LiveId" clId="{294753C2-D399-4563-BFDD-611383F0A39C}" dt="2020-09-07T14:03:39.853" v="9258" actId="20577"/>
        <pc:sldMkLst>
          <pc:docMk/>
          <pc:sldMk cId="1184017481" sldId="357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1184017481" sldId="357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14:03:39.853" v="9258" actId="20577"/>
          <ac:spMkLst>
            <pc:docMk/>
            <pc:sldMk cId="1184017481" sldId="357"/>
            <ac:spMk id="7" creationId="{0A1B976F-5EEA-48B0-BE1D-4FFC5D4A2C76}"/>
          </ac:spMkLst>
        </pc:spChg>
      </pc:sldChg>
      <pc:sldChg chg="addSp delSp modSp new mod">
        <pc:chgData name="Gaston M. Feldman Tavani" userId="046016954e189690" providerId="LiveId" clId="{294753C2-D399-4563-BFDD-611383F0A39C}" dt="2020-09-07T00:39:21.028" v="3945" actId="20577"/>
        <pc:sldMkLst>
          <pc:docMk/>
          <pc:sldMk cId="3698074847" sldId="358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3698074847" sldId="358"/>
            <ac:spMk id="2" creationId="{49F84248-A899-477B-A176-EB1E202B8121}"/>
          </ac:spMkLst>
        </pc:spChg>
        <pc:spChg chg="mod">
          <ac:chgData name="Gaston M. Feldman Tavani" userId="046016954e189690" providerId="LiveId" clId="{294753C2-D399-4563-BFDD-611383F0A39C}" dt="2020-09-07T00:23:25.659" v="3510" actId="20577"/>
          <ac:spMkLst>
            <pc:docMk/>
            <pc:sldMk cId="3698074847" sldId="358"/>
            <ac:spMk id="3" creationId="{D6A9427E-0031-4403-BA17-B729FD011571}"/>
          </ac:spMkLst>
        </pc:spChg>
        <pc:spChg chg="add mod">
          <ac:chgData name="Gaston M. Feldman Tavani" userId="046016954e189690" providerId="LiveId" clId="{294753C2-D399-4563-BFDD-611383F0A39C}" dt="2020-09-07T00:24:07.500" v="3519" actId="20577"/>
          <ac:spMkLst>
            <pc:docMk/>
            <pc:sldMk cId="3698074847" sldId="358"/>
            <ac:spMk id="4" creationId="{3B162340-0893-4963-8C8A-5F5FD105E764}"/>
          </ac:spMkLst>
        </pc:spChg>
        <pc:spChg chg="add del mod">
          <ac:chgData name="Gaston M. Feldman Tavani" userId="046016954e189690" providerId="LiveId" clId="{294753C2-D399-4563-BFDD-611383F0A39C}" dt="2020-09-07T00:21:27.092" v="3483" actId="478"/>
          <ac:spMkLst>
            <pc:docMk/>
            <pc:sldMk cId="3698074847" sldId="358"/>
            <ac:spMk id="5" creationId="{16A46016-F113-4D83-816D-3612FE1FB603}"/>
          </ac:spMkLst>
        </pc:spChg>
        <pc:spChg chg="add mod">
          <ac:chgData name="Gaston M. Feldman Tavani" userId="046016954e189690" providerId="LiveId" clId="{294753C2-D399-4563-BFDD-611383F0A39C}" dt="2020-09-07T00:39:21.028" v="3945" actId="20577"/>
          <ac:spMkLst>
            <pc:docMk/>
            <pc:sldMk cId="3698074847" sldId="358"/>
            <ac:spMk id="6" creationId="{577E9F75-93C9-4E01-B634-4712AC3E2CC5}"/>
          </ac:spMkLst>
        </pc:spChg>
      </pc:sldChg>
      <pc:sldChg chg="modSp add mod">
        <pc:chgData name="Gaston M. Feldman Tavani" userId="046016954e189690" providerId="LiveId" clId="{294753C2-D399-4563-BFDD-611383F0A39C}" dt="2020-09-07T00:25:55.773" v="3540"/>
        <pc:sldMkLst>
          <pc:docMk/>
          <pc:sldMk cId="209915976" sldId="359"/>
        </pc:sldMkLst>
        <pc:spChg chg="mod">
          <ac:chgData name="Gaston M. Feldman Tavani" userId="046016954e189690" providerId="LiveId" clId="{294753C2-D399-4563-BFDD-611383F0A39C}" dt="2020-09-05T23:24:30.353" v="590" actId="20577"/>
          <ac:spMkLst>
            <pc:docMk/>
            <pc:sldMk cId="209915976" sldId="359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0:25:55.773" v="3540"/>
          <ac:spMkLst>
            <pc:docMk/>
            <pc:sldMk cId="209915976" sldId="359"/>
            <ac:spMk id="7" creationId="{0A1B976F-5EEA-48B0-BE1D-4FFC5D4A2C76}"/>
          </ac:spMkLst>
        </pc:spChg>
      </pc:sldChg>
      <pc:sldChg chg="add del">
        <pc:chgData name="Gaston M. Feldman Tavani" userId="046016954e189690" providerId="LiveId" clId="{294753C2-D399-4563-BFDD-611383F0A39C}" dt="2020-09-05T23:22:33.059" v="565" actId="47"/>
        <pc:sldMkLst>
          <pc:docMk/>
          <pc:sldMk cId="893977643" sldId="359"/>
        </pc:sldMkLst>
      </pc:sldChg>
      <pc:sldChg chg="modSp add del mod">
        <pc:chgData name="Gaston M. Feldman Tavani" userId="046016954e189690" providerId="LiveId" clId="{294753C2-D399-4563-BFDD-611383F0A39C}" dt="2020-09-07T00:28:17.410" v="3841" actId="47"/>
        <pc:sldMkLst>
          <pc:docMk/>
          <pc:sldMk cId="491791314" sldId="360"/>
        </pc:sldMkLst>
        <pc:spChg chg="mod">
          <ac:chgData name="Gaston M. Feldman Tavani" userId="046016954e189690" providerId="LiveId" clId="{294753C2-D399-4563-BFDD-611383F0A39C}" dt="2020-09-05T23:32:26.446" v="651" actId="20577"/>
          <ac:spMkLst>
            <pc:docMk/>
            <pc:sldMk cId="491791314" sldId="360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491791314" sldId="360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14T23:08:12.101" v="11629" actId="20577"/>
        <pc:sldMkLst>
          <pc:docMk/>
          <pc:sldMk cId="642015449" sldId="361"/>
        </pc:sldMkLst>
        <pc:spChg chg="mod">
          <ac:chgData name="Gaston M. Feldman Tavani" userId="046016954e189690" providerId="LiveId" clId="{294753C2-D399-4563-BFDD-611383F0A39C}" dt="2020-09-07T00:26:19.901" v="3554" actId="20577"/>
          <ac:spMkLst>
            <pc:docMk/>
            <pc:sldMk cId="642015449" sldId="361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14T23:08:12.101" v="11629" actId="20577"/>
          <ac:spMkLst>
            <pc:docMk/>
            <pc:sldMk cId="642015449" sldId="361"/>
            <ac:spMk id="7" creationId="{0A1B976F-5EEA-48B0-BE1D-4FFC5D4A2C76}"/>
          </ac:spMkLst>
        </pc:spChg>
      </pc:sldChg>
      <pc:sldChg chg="modSp add del mod">
        <pc:chgData name="Gaston M. Feldman Tavani" userId="046016954e189690" providerId="LiveId" clId="{294753C2-D399-4563-BFDD-611383F0A39C}" dt="2020-09-07T00:28:17.410" v="3841" actId="47"/>
        <pc:sldMkLst>
          <pc:docMk/>
          <pc:sldMk cId="1824252479" sldId="362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1824252479" sldId="362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6T00:02:28.683" v="1474"/>
        <pc:sldMkLst>
          <pc:docMk/>
          <pc:sldMk cId="843473900" sldId="363"/>
        </pc:sldMkLst>
        <pc:spChg chg="mod">
          <ac:chgData name="Gaston M. Feldman Tavani" userId="046016954e189690" providerId="LiveId" clId="{294753C2-D399-4563-BFDD-611383F0A39C}" dt="2020-09-05T23:42:19.672" v="876" actId="20577"/>
          <ac:spMkLst>
            <pc:docMk/>
            <pc:sldMk cId="843473900" sldId="363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843473900" sldId="363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00:31:14.693" v="3849" actId="20577"/>
        <pc:sldMkLst>
          <pc:docMk/>
          <pc:sldMk cId="855174490" sldId="364"/>
        </pc:sldMkLst>
        <pc:spChg chg="mod">
          <ac:chgData name="Gaston M. Feldman Tavani" userId="046016954e189690" providerId="LiveId" clId="{294753C2-D399-4563-BFDD-611383F0A39C}" dt="2020-09-07T00:31:14.693" v="3849" actId="20577"/>
          <ac:spMkLst>
            <pc:docMk/>
            <pc:sldMk cId="855174490" sldId="364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00:31:51.220" v="3853" actId="20577"/>
        <pc:sldMkLst>
          <pc:docMk/>
          <pc:sldMk cId="1469658907" sldId="365"/>
        </pc:sldMkLst>
        <pc:spChg chg="mod">
          <ac:chgData name="Gaston M. Feldman Tavani" userId="046016954e189690" providerId="LiveId" clId="{294753C2-D399-4563-BFDD-611383F0A39C}" dt="2020-09-05T23:49:36.046" v="1108" actId="20577"/>
          <ac:spMkLst>
            <pc:docMk/>
            <pc:sldMk cId="1469658907" sldId="365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0:31:51.220" v="3853" actId="20577"/>
          <ac:spMkLst>
            <pc:docMk/>
            <pc:sldMk cId="1469658907" sldId="365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14:07:27.212" v="9264" actId="6549"/>
        <pc:sldMkLst>
          <pc:docMk/>
          <pc:sldMk cId="109835467" sldId="366"/>
        </pc:sldMkLst>
        <pc:spChg chg="mod">
          <ac:chgData name="Gaston M. Feldman Tavani" userId="046016954e189690" providerId="LiveId" clId="{294753C2-D399-4563-BFDD-611383F0A39C}" dt="2020-09-05T23:54:38.455" v="1159" actId="20577"/>
          <ac:spMkLst>
            <pc:docMk/>
            <pc:sldMk cId="109835467" sldId="366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14:07:27.212" v="9264" actId="6549"/>
          <ac:spMkLst>
            <pc:docMk/>
            <pc:sldMk cId="109835467" sldId="366"/>
            <ac:spMk id="7" creationId="{0A1B976F-5EEA-48B0-BE1D-4FFC5D4A2C76}"/>
          </ac:spMkLst>
        </pc:spChg>
      </pc:sldChg>
      <pc:sldChg chg="delSp modSp add mod">
        <pc:chgData name="Gaston M. Feldman Tavani" userId="046016954e189690" providerId="LiveId" clId="{294753C2-D399-4563-BFDD-611383F0A39C}" dt="2020-09-07T00:40:00.911" v="3958" actId="20577"/>
        <pc:sldMkLst>
          <pc:docMk/>
          <pc:sldMk cId="2042930102" sldId="367"/>
        </pc:sldMkLst>
        <pc:spChg chg="mod">
          <ac:chgData name="Gaston M. Feldman Tavani" userId="046016954e189690" providerId="LiveId" clId="{294753C2-D399-4563-BFDD-611383F0A39C}" dt="2020-09-06T00:10:04.437" v="1598" actId="20577"/>
          <ac:spMkLst>
            <pc:docMk/>
            <pc:sldMk cId="2042930102" sldId="367"/>
            <ac:spMk id="2" creationId="{49F84248-A899-477B-A176-EB1E202B8121}"/>
          </ac:spMkLst>
        </pc:spChg>
        <pc:spChg chg="mod">
          <ac:chgData name="Gaston M. Feldman Tavani" userId="046016954e189690" providerId="LiveId" clId="{294753C2-D399-4563-BFDD-611383F0A39C}" dt="2020-09-07T00:38:30.473" v="3938" actId="20577"/>
          <ac:spMkLst>
            <pc:docMk/>
            <pc:sldMk cId="2042930102" sldId="367"/>
            <ac:spMk id="3" creationId="{D6A9427E-0031-4403-BA17-B729FD011571}"/>
          </ac:spMkLst>
        </pc:spChg>
        <pc:spChg chg="mod">
          <ac:chgData name="Gaston M. Feldman Tavani" userId="046016954e189690" providerId="LiveId" clId="{294753C2-D399-4563-BFDD-611383F0A39C}" dt="2020-09-06T00:13:06.524" v="1723" actId="20577"/>
          <ac:spMkLst>
            <pc:docMk/>
            <pc:sldMk cId="2042930102" sldId="367"/>
            <ac:spMk id="4" creationId="{3B162340-0893-4963-8C8A-5F5FD105E764}"/>
          </ac:spMkLst>
        </pc:spChg>
        <pc:spChg chg="del mod">
          <ac:chgData name="Gaston M. Feldman Tavani" userId="046016954e189690" providerId="LiveId" clId="{294753C2-D399-4563-BFDD-611383F0A39C}" dt="2020-09-06T00:10:07.843" v="1599" actId="478"/>
          <ac:spMkLst>
            <pc:docMk/>
            <pc:sldMk cId="2042930102" sldId="367"/>
            <ac:spMk id="5" creationId="{16A46016-F113-4D83-816D-3612FE1FB603}"/>
          </ac:spMkLst>
        </pc:spChg>
        <pc:spChg chg="mod">
          <ac:chgData name="Gaston M. Feldman Tavani" userId="046016954e189690" providerId="LiveId" clId="{294753C2-D399-4563-BFDD-611383F0A39C}" dt="2020-09-07T00:40:00.911" v="3958" actId="20577"/>
          <ac:spMkLst>
            <pc:docMk/>
            <pc:sldMk cId="2042930102" sldId="367"/>
            <ac:spMk id="6" creationId="{577E9F75-93C9-4E01-B634-4712AC3E2CC5}"/>
          </ac:spMkLst>
        </pc:spChg>
      </pc:sldChg>
      <pc:sldChg chg="modSp add del mod">
        <pc:chgData name="Gaston M. Feldman Tavani" userId="046016954e189690" providerId="LiveId" clId="{294753C2-D399-4563-BFDD-611383F0A39C}" dt="2020-09-07T00:13:36.123" v="3352" actId="20577"/>
        <pc:sldMkLst>
          <pc:docMk/>
          <pc:sldMk cId="1116572117" sldId="368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1116572117" sldId="368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0:13:36.123" v="3352" actId="20577"/>
          <ac:spMkLst>
            <pc:docMk/>
            <pc:sldMk cId="1116572117" sldId="368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6T00:15:56.388" v="1758" actId="20577"/>
        <pc:sldMkLst>
          <pc:docMk/>
          <pc:sldMk cId="4010391791" sldId="369"/>
        </pc:sldMkLst>
        <pc:spChg chg="mod">
          <ac:chgData name="Gaston M. Feldman Tavani" userId="046016954e189690" providerId="LiveId" clId="{294753C2-D399-4563-BFDD-611383F0A39C}" dt="2020-09-06T00:15:56.388" v="1758" actId="20577"/>
          <ac:spMkLst>
            <pc:docMk/>
            <pc:sldMk cId="4010391791" sldId="369"/>
            <ac:spMk id="2" creationId="{3922307B-95AD-4E8A-B255-800A6B97B9AC}"/>
          </ac:spMkLst>
        </pc:spChg>
      </pc:sldChg>
      <pc:sldChg chg="addSp modSp add mod setBg">
        <pc:chgData name="Gaston M. Feldman Tavani" userId="046016954e189690" providerId="LiveId" clId="{294753C2-D399-4563-BFDD-611383F0A39C}" dt="2020-09-07T01:02:40.695" v="5688" actId="26606"/>
        <pc:sldMkLst>
          <pc:docMk/>
          <pc:sldMk cId="3525471490" sldId="370"/>
        </pc:sldMkLst>
        <pc:spChg chg="mod">
          <ac:chgData name="Gaston M. Feldman Tavani" userId="046016954e189690" providerId="LiveId" clId="{294753C2-D399-4563-BFDD-611383F0A39C}" dt="2020-09-07T01:02:40.695" v="5688" actId="26606"/>
          <ac:spMkLst>
            <pc:docMk/>
            <pc:sldMk cId="3525471490" sldId="370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1:02:40.695" v="5688" actId="26606"/>
          <ac:spMkLst>
            <pc:docMk/>
            <pc:sldMk cId="3525471490" sldId="370"/>
            <ac:spMk id="7" creationId="{0A1B976F-5EEA-48B0-BE1D-4FFC5D4A2C76}"/>
          </ac:spMkLst>
        </pc:spChg>
        <pc:picChg chg="add mod modCrop">
          <ac:chgData name="Gaston M. Feldman Tavani" userId="046016954e189690" providerId="LiveId" clId="{294753C2-D399-4563-BFDD-611383F0A39C}" dt="2020-09-07T01:02:40.695" v="5688" actId="26606"/>
          <ac:picMkLst>
            <pc:docMk/>
            <pc:sldMk cId="3525471490" sldId="370"/>
            <ac:picMk id="4" creationId="{8722B959-0C07-40F3-B0EC-9EB75543B7FE}"/>
          </ac:picMkLst>
        </pc:picChg>
      </pc:sldChg>
      <pc:sldChg chg="modSp add mod ord">
        <pc:chgData name="Gaston M. Feldman Tavani" userId="046016954e189690" providerId="LiveId" clId="{294753C2-D399-4563-BFDD-611383F0A39C}" dt="2020-09-06T23:55:19.842" v="2912" actId="20577"/>
        <pc:sldMkLst>
          <pc:docMk/>
          <pc:sldMk cId="2120919815" sldId="371"/>
        </pc:sldMkLst>
        <pc:spChg chg="mod">
          <ac:chgData name="Gaston M. Feldman Tavani" userId="046016954e189690" providerId="LiveId" clId="{294753C2-D399-4563-BFDD-611383F0A39C}" dt="2020-09-06T23:55:19.842" v="2912" actId="20577"/>
          <ac:spMkLst>
            <pc:docMk/>
            <pc:sldMk cId="2120919815" sldId="371"/>
            <ac:spMk id="7" creationId="{0A1B976F-5EEA-48B0-BE1D-4FFC5D4A2C76}"/>
          </ac:spMkLst>
        </pc:spChg>
      </pc:sldChg>
      <pc:sldChg chg="addSp modSp add ord">
        <pc:chgData name="Gaston M. Feldman Tavani" userId="046016954e189690" providerId="LiveId" clId="{294753C2-D399-4563-BFDD-611383F0A39C}" dt="2020-09-06T23:52:49.635" v="2702"/>
        <pc:sldMkLst>
          <pc:docMk/>
          <pc:sldMk cId="235909894" sldId="372"/>
        </pc:sldMkLst>
        <pc:spChg chg="mod">
          <ac:chgData name="Gaston M. Feldman Tavani" userId="046016954e189690" providerId="LiveId" clId="{294753C2-D399-4563-BFDD-611383F0A39C}" dt="2020-09-06T23:51:53.497" v="2693" actId="1076"/>
          <ac:spMkLst>
            <pc:docMk/>
            <pc:sldMk cId="235909894" sldId="372"/>
            <ac:spMk id="7" creationId="{0A1B976F-5EEA-48B0-BE1D-4FFC5D4A2C76}"/>
          </ac:spMkLst>
        </pc:spChg>
        <pc:picChg chg="add mod">
          <ac:chgData name="Gaston M. Feldman Tavani" userId="046016954e189690" providerId="LiveId" clId="{294753C2-D399-4563-BFDD-611383F0A39C}" dt="2020-09-06T23:52:04.786" v="2698" actId="1076"/>
          <ac:picMkLst>
            <pc:docMk/>
            <pc:sldMk cId="235909894" sldId="372"/>
            <ac:picMk id="1026" creationId="{C042B70F-B29A-4115-8869-91C40C939170}"/>
          </ac:picMkLst>
        </pc:picChg>
        <pc:picChg chg="add mod">
          <ac:chgData name="Gaston M. Feldman Tavani" userId="046016954e189690" providerId="LiveId" clId="{294753C2-D399-4563-BFDD-611383F0A39C}" dt="2020-09-06T23:52:15.490" v="2700" actId="1076"/>
          <ac:picMkLst>
            <pc:docMk/>
            <pc:sldMk cId="235909894" sldId="372"/>
            <ac:picMk id="1028" creationId="{2D848607-D691-40A7-820A-0608A3FDA7DE}"/>
          </ac:picMkLst>
        </pc:picChg>
      </pc:sldChg>
      <pc:sldChg chg="modSp add mod">
        <pc:chgData name="Gaston M. Feldman Tavani" userId="046016954e189690" providerId="LiveId" clId="{294753C2-D399-4563-BFDD-611383F0A39C}" dt="2020-09-07T14:20:24.457" v="9568"/>
        <pc:sldMkLst>
          <pc:docMk/>
          <pc:sldMk cId="3737694653" sldId="373"/>
        </pc:sldMkLst>
        <pc:spChg chg="mod">
          <ac:chgData name="Gaston M. Feldman Tavani" userId="046016954e189690" providerId="LiveId" clId="{294753C2-D399-4563-BFDD-611383F0A39C}" dt="2020-09-07T14:20:24.457" v="9568"/>
          <ac:spMkLst>
            <pc:docMk/>
            <pc:sldMk cId="3737694653" sldId="373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00:20:11.030" v="3455" actId="20577"/>
        <pc:sldMkLst>
          <pc:docMk/>
          <pc:sldMk cId="2197616523" sldId="374"/>
        </pc:sldMkLst>
        <pc:spChg chg="mod">
          <ac:chgData name="Gaston M. Feldman Tavani" userId="046016954e189690" providerId="LiveId" clId="{294753C2-D399-4563-BFDD-611383F0A39C}" dt="2020-09-07T00:20:11.030" v="3455" actId="20577"/>
          <ac:spMkLst>
            <pc:docMk/>
            <pc:sldMk cId="2197616523" sldId="374"/>
            <ac:spMk id="7" creationId="{0A1B976F-5EEA-48B0-BE1D-4FFC5D4A2C76}"/>
          </ac:spMkLst>
        </pc:spChg>
      </pc:sldChg>
      <pc:sldChg chg="modSp add del mod">
        <pc:chgData name="Gaston M. Feldman Tavani" userId="046016954e189690" providerId="LiveId" clId="{294753C2-D399-4563-BFDD-611383F0A39C}" dt="2020-09-07T00:21:20.487" v="3482"/>
        <pc:sldMkLst>
          <pc:docMk/>
          <pc:sldMk cId="3445451574" sldId="375"/>
        </pc:sldMkLst>
        <pc:spChg chg="mod">
          <ac:chgData name="Gaston M. Feldman Tavani" userId="046016954e189690" providerId="LiveId" clId="{294753C2-D399-4563-BFDD-611383F0A39C}" dt="2020-09-07T00:21:20.487" v="3482"/>
          <ac:spMkLst>
            <pc:docMk/>
            <pc:sldMk cId="3445451574" sldId="375"/>
            <ac:spMk id="7" creationId="{0A1B976F-5EEA-48B0-BE1D-4FFC5D4A2C76}"/>
          </ac:spMkLst>
        </pc:spChg>
      </pc:sldChg>
      <pc:sldChg chg="addSp modSp add mod">
        <pc:chgData name="Gaston M. Feldman Tavani" userId="046016954e189690" providerId="LiveId" clId="{294753C2-D399-4563-BFDD-611383F0A39C}" dt="2020-09-07T01:00:25.134" v="5469" actId="1076"/>
        <pc:sldMkLst>
          <pc:docMk/>
          <pc:sldMk cId="1923329054" sldId="376"/>
        </pc:sldMkLst>
        <pc:spChg chg="mod">
          <ac:chgData name="Gaston M. Feldman Tavani" userId="046016954e189690" providerId="LiveId" clId="{294753C2-D399-4563-BFDD-611383F0A39C}" dt="2020-09-07T00:42:35.773" v="4259" actId="20577"/>
          <ac:spMkLst>
            <pc:docMk/>
            <pc:sldMk cId="1923329054" sldId="376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1:00:18.132" v="5465" actId="20577"/>
          <ac:spMkLst>
            <pc:docMk/>
            <pc:sldMk cId="1923329054" sldId="376"/>
            <ac:spMk id="7" creationId="{0A1B976F-5EEA-48B0-BE1D-4FFC5D4A2C76}"/>
          </ac:spMkLst>
        </pc:spChg>
        <pc:picChg chg="add mod">
          <ac:chgData name="Gaston M. Feldman Tavani" userId="046016954e189690" providerId="LiveId" clId="{294753C2-D399-4563-BFDD-611383F0A39C}" dt="2020-09-07T01:00:25.134" v="5469" actId="1076"/>
          <ac:picMkLst>
            <pc:docMk/>
            <pc:sldMk cId="1923329054" sldId="376"/>
            <ac:picMk id="3" creationId="{6A7D8C41-FF5E-4A81-A956-6FD4D01E37B1}"/>
          </ac:picMkLst>
        </pc:picChg>
      </pc:sldChg>
      <pc:sldChg chg="addSp delSp modSp add mod">
        <pc:chgData name="Gaston M. Feldman Tavani" userId="046016954e189690" providerId="LiveId" clId="{294753C2-D399-4563-BFDD-611383F0A39C}" dt="2020-09-07T01:07:12.730" v="5848" actId="20577"/>
        <pc:sldMkLst>
          <pc:docMk/>
          <pc:sldMk cId="4198440322" sldId="377"/>
        </pc:sldMkLst>
        <pc:spChg chg="mod">
          <ac:chgData name="Gaston M. Feldman Tavani" userId="046016954e189690" providerId="LiveId" clId="{294753C2-D399-4563-BFDD-611383F0A39C}" dt="2020-09-07T01:00:28.196" v="5470"/>
          <ac:spMkLst>
            <pc:docMk/>
            <pc:sldMk cId="4198440322" sldId="377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07T01:07:12.730" v="5848" actId="20577"/>
          <ac:spMkLst>
            <pc:docMk/>
            <pc:sldMk cId="4198440322" sldId="377"/>
            <ac:spMk id="7" creationId="{0A1B976F-5EEA-48B0-BE1D-4FFC5D4A2C76}"/>
          </ac:spMkLst>
        </pc:spChg>
        <pc:spChg chg="add del mod">
          <ac:chgData name="Gaston M. Feldman Tavani" userId="046016954e189690" providerId="LiveId" clId="{294753C2-D399-4563-BFDD-611383F0A39C}" dt="2020-09-07T00:56:35.425" v="5351" actId="478"/>
          <ac:spMkLst>
            <pc:docMk/>
            <pc:sldMk cId="4198440322" sldId="377"/>
            <ac:spMk id="9" creationId="{3125C06B-B72B-49E3-B28B-82FCD12A816E}"/>
          </ac:spMkLst>
        </pc:spChg>
        <pc:spChg chg="add del mod">
          <ac:chgData name="Gaston M. Feldman Tavani" userId="046016954e189690" providerId="LiveId" clId="{294753C2-D399-4563-BFDD-611383F0A39C}" dt="2020-09-07T00:56:33.754" v="5350" actId="478"/>
          <ac:spMkLst>
            <pc:docMk/>
            <pc:sldMk cId="4198440322" sldId="377"/>
            <ac:spMk id="10" creationId="{01262054-481E-46E1-BF3B-E2C8D3D47EBC}"/>
          </ac:spMkLst>
        </pc:spChg>
        <pc:spChg chg="add del mod">
          <ac:chgData name="Gaston M. Feldman Tavani" userId="046016954e189690" providerId="LiveId" clId="{294753C2-D399-4563-BFDD-611383F0A39C}" dt="2020-09-07T00:56:37.399" v="5352"/>
          <ac:spMkLst>
            <pc:docMk/>
            <pc:sldMk cId="4198440322" sldId="377"/>
            <ac:spMk id="11" creationId="{77C06655-F8E9-4EF3-9C3C-23FBC499637D}"/>
          </ac:spMkLst>
        </pc:spChg>
        <pc:spChg chg="add del mod">
          <ac:chgData name="Gaston M. Feldman Tavani" userId="046016954e189690" providerId="LiveId" clId="{294753C2-D399-4563-BFDD-611383F0A39C}" dt="2020-09-07T00:56:37.399" v="5352"/>
          <ac:spMkLst>
            <pc:docMk/>
            <pc:sldMk cId="4198440322" sldId="377"/>
            <ac:spMk id="12" creationId="{8E20F25B-3C95-433B-9DFA-85FF597FCD42}"/>
          </ac:spMkLst>
        </pc:spChg>
        <pc:spChg chg="add del mod">
          <ac:chgData name="Gaston M. Feldman Tavani" userId="046016954e189690" providerId="LiveId" clId="{294753C2-D399-4563-BFDD-611383F0A39C}" dt="2020-09-07T01:00:28.196" v="5470"/>
          <ac:spMkLst>
            <pc:docMk/>
            <pc:sldMk cId="4198440322" sldId="377"/>
            <ac:spMk id="15" creationId="{78EEB014-75DD-4E17-93E7-42489DE13D74}"/>
          </ac:spMkLst>
        </pc:spChg>
        <pc:spChg chg="add del mod">
          <ac:chgData name="Gaston M. Feldman Tavani" userId="046016954e189690" providerId="LiveId" clId="{294753C2-D399-4563-BFDD-611383F0A39C}" dt="2020-09-07T01:00:28.196" v="5470"/>
          <ac:spMkLst>
            <pc:docMk/>
            <pc:sldMk cId="4198440322" sldId="377"/>
            <ac:spMk id="16" creationId="{4B38E583-F7AD-4D5A-955E-09C871949A4D}"/>
          </ac:spMkLst>
        </pc:spChg>
        <pc:picChg chg="add del mod ord">
          <ac:chgData name="Gaston M. Feldman Tavani" userId="046016954e189690" providerId="LiveId" clId="{294753C2-D399-4563-BFDD-611383F0A39C}" dt="2020-09-07T00:51:10.208" v="4972" actId="22"/>
          <ac:picMkLst>
            <pc:docMk/>
            <pc:sldMk cId="4198440322" sldId="377"/>
            <ac:picMk id="4" creationId="{6823D516-7506-48C6-9482-E67417243E09}"/>
          </ac:picMkLst>
        </pc:picChg>
        <pc:picChg chg="add del mod">
          <ac:chgData name="Gaston M. Feldman Tavani" userId="046016954e189690" providerId="LiveId" clId="{294753C2-D399-4563-BFDD-611383F0A39C}" dt="2020-09-07T00:56:31.344" v="5349" actId="478"/>
          <ac:picMkLst>
            <pc:docMk/>
            <pc:sldMk cId="4198440322" sldId="377"/>
            <ac:picMk id="6" creationId="{6DC193C1-6F90-48C0-9F5B-D5DE8ADBD651}"/>
          </ac:picMkLst>
        </pc:picChg>
        <pc:picChg chg="add del mod modCrop">
          <ac:chgData name="Gaston M. Feldman Tavani" userId="046016954e189690" providerId="LiveId" clId="{294753C2-D399-4563-BFDD-611383F0A39C}" dt="2020-09-07T01:00:01.583" v="5464" actId="21"/>
          <ac:picMkLst>
            <pc:docMk/>
            <pc:sldMk cId="4198440322" sldId="377"/>
            <ac:picMk id="14" creationId="{2C4ACFE9-4DEE-4A8C-9A4B-857A8FE8F6DF}"/>
          </ac:picMkLst>
        </pc:picChg>
      </pc:sldChg>
      <pc:sldChg chg="modSp add mod">
        <pc:chgData name="Gaston M. Feldman Tavani" userId="046016954e189690" providerId="LiveId" clId="{294753C2-D399-4563-BFDD-611383F0A39C}" dt="2020-09-07T01:08:51.500" v="6298" actId="20577"/>
        <pc:sldMkLst>
          <pc:docMk/>
          <pc:sldMk cId="1369640459" sldId="378"/>
        </pc:sldMkLst>
        <pc:spChg chg="mod">
          <ac:chgData name="Gaston M. Feldman Tavani" userId="046016954e189690" providerId="LiveId" clId="{294753C2-D399-4563-BFDD-611383F0A39C}" dt="2020-09-07T01:08:51.500" v="6298" actId="20577"/>
          <ac:spMkLst>
            <pc:docMk/>
            <pc:sldMk cId="1369640459" sldId="378"/>
            <ac:spMk id="7" creationId="{0A1B976F-5EEA-48B0-BE1D-4FFC5D4A2C76}"/>
          </ac:spMkLst>
        </pc:spChg>
      </pc:sldChg>
      <pc:sldChg chg="addSp delSp modSp add mod modClrScheme chgLayout">
        <pc:chgData name="Gaston M. Feldman Tavani" userId="046016954e189690" providerId="LiveId" clId="{294753C2-D399-4563-BFDD-611383F0A39C}" dt="2020-09-07T22:05:59.200" v="11337" actId="6549"/>
        <pc:sldMkLst>
          <pc:docMk/>
          <pc:sldMk cId="447093415" sldId="379"/>
        </pc:sldMkLst>
        <pc:spChg chg="mod ord">
          <ac:chgData name="Gaston M. Feldman Tavani" userId="046016954e189690" providerId="LiveId" clId="{294753C2-D399-4563-BFDD-611383F0A39C}" dt="2020-09-07T01:13:36.657" v="6345" actId="700"/>
          <ac:spMkLst>
            <pc:docMk/>
            <pc:sldMk cId="447093415" sldId="379"/>
            <ac:spMk id="2" creationId="{BAE08EE6-A9BC-4808-9DC5-4B5DF40E6B8D}"/>
          </ac:spMkLst>
        </pc:spChg>
        <pc:spChg chg="add mod">
          <ac:chgData name="Gaston M. Feldman Tavani" userId="046016954e189690" providerId="LiveId" clId="{294753C2-D399-4563-BFDD-611383F0A39C}" dt="2020-09-07T02:28:23.379" v="8877" actId="1035"/>
          <ac:spMkLst>
            <pc:docMk/>
            <pc:sldMk cId="447093415" sldId="379"/>
            <ac:spMk id="5" creationId="{770F90C4-1925-406D-A0AA-8BD14D3E1428}"/>
          </ac:spMkLst>
        </pc:spChg>
        <pc:spChg chg="mod ord">
          <ac:chgData name="Gaston M. Feldman Tavani" userId="046016954e189690" providerId="LiveId" clId="{294753C2-D399-4563-BFDD-611383F0A39C}" dt="2020-09-07T01:13:36.657" v="6345" actId="700"/>
          <ac:spMkLst>
            <pc:docMk/>
            <pc:sldMk cId="447093415" sldId="379"/>
            <ac:spMk id="7" creationId="{0A1B976F-5EEA-48B0-BE1D-4FFC5D4A2C76}"/>
          </ac:spMkLst>
        </pc:spChg>
        <pc:spChg chg="add del mod">
          <ac:chgData name="Gaston M. Feldman Tavani" userId="046016954e189690" providerId="LiveId" clId="{294753C2-D399-4563-BFDD-611383F0A39C}" dt="2020-09-07T01:12:39.552" v="6323" actId="478"/>
          <ac:spMkLst>
            <pc:docMk/>
            <pc:sldMk cId="447093415" sldId="379"/>
            <ac:spMk id="8" creationId="{BFB87971-771A-4D29-90BE-9A2404B5C7D7}"/>
          </ac:spMkLst>
        </pc:spChg>
        <pc:spChg chg="add mod ord">
          <ac:chgData name="Gaston M. Feldman Tavani" userId="046016954e189690" providerId="LiveId" clId="{294753C2-D399-4563-BFDD-611383F0A39C}" dt="2020-09-07T22:05:59.200" v="11337" actId="6549"/>
          <ac:spMkLst>
            <pc:docMk/>
            <pc:sldMk cId="447093415" sldId="379"/>
            <ac:spMk id="9" creationId="{FA79AC98-0DB0-4C01-B598-E2D7DF7DFC87}"/>
          </ac:spMkLst>
        </pc:spChg>
        <pc:picChg chg="add del mod modCrop">
          <ac:chgData name="Gaston M. Feldman Tavani" userId="046016954e189690" providerId="LiveId" clId="{294753C2-D399-4563-BFDD-611383F0A39C}" dt="2020-09-07T02:28:02.602" v="8869" actId="478"/>
          <ac:picMkLst>
            <pc:docMk/>
            <pc:sldMk cId="447093415" sldId="379"/>
            <ac:picMk id="4" creationId="{2C75CABC-3FB6-4591-A871-3FD6C4BFC7BC}"/>
          </ac:picMkLst>
        </pc:picChg>
        <pc:picChg chg="add del mod">
          <ac:chgData name="Gaston M. Feldman Tavani" userId="046016954e189690" providerId="LiveId" clId="{294753C2-D399-4563-BFDD-611383F0A39C}" dt="2020-09-07T01:15:03.300" v="6476" actId="478"/>
          <ac:picMkLst>
            <pc:docMk/>
            <pc:sldMk cId="447093415" sldId="379"/>
            <ac:picMk id="11" creationId="{1BE59FA7-17E5-4674-ACA6-2A35671EB9B4}"/>
          </ac:picMkLst>
        </pc:picChg>
        <pc:picChg chg="add del mod">
          <ac:chgData name="Gaston M. Feldman Tavani" userId="046016954e189690" providerId="LiveId" clId="{294753C2-D399-4563-BFDD-611383F0A39C}" dt="2020-09-07T22:05:57.745" v="11336" actId="478"/>
          <ac:picMkLst>
            <pc:docMk/>
            <pc:sldMk cId="447093415" sldId="379"/>
            <ac:picMk id="13" creationId="{51E45057-34DC-4B98-A4D8-B07715FDF0C3}"/>
          </ac:picMkLst>
        </pc:picChg>
        <pc:picChg chg="add mod ord">
          <ac:chgData name="Gaston M. Feldman Tavani" userId="046016954e189690" providerId="LiveId" clId="{294753C2-D399-4563-BFDD-611383F0A39C}" dt="2020-09-07T02:28:18.568" v="8874" actId="1076"/>
          <ac:picMkLst>
            <pc:docMk/>
            <pc:sldMk cId="447093415" sldId="379"/>
            <ac:picMk id="15" creationId="{8D204A61-64DD-4B02-81A6-7B93C38A4F35}"/>
          </ac:picMkLst>
        </pc:picChg>
      </pc:sldChg>
      <pc:sldChg chg="modSp add mod">
        <pc:chgData name="Gaston M. Feldman Tavani" userId="046016954e189690" providerId="LiveId" clId="{294753C2-D399-4563-BFDD-611383F0A39C}" dt="2020-09-07T02:29:59.230" v="8882" actId="20577"/>
        <pc:sldMkLst>
          <pc:docMk/>
          <pc:sldMk cId="1496027311" sldId="380"/>
        </pc:sldMkLst>
        <pc:spChg chg="mod">
          <ac:chgData name="Gaston M. Feldman Tavani" userId="046016954e189690" providerId="LiveId" clId="{294753C2-D399-4563-BFDD-611383F0A39C}" dt="2020-09-07T01:15:55.742" v="6502" actId="20577"/>
          <ac:spMkLst>
            <pc:docMk/>
            <pc:sldMk cId="1496027311" sldId="380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2:29:59.230" v="8882" actId="20577"/>
          <ac:spMkLst>
            <pc:docMk/>
            <pc:sldMk cId="1496027311" sldId="380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02:30:06.126" v="8883" actId="20577"/>
        <pc:sldMkLst>
          <pc:docMk/>
          <pc:sldMk cId="2112636711" sldId="381"/>
        </pc:sldMkLst>
        <pc:spChg chg="mod">
          <ac:chgData name="Gaston M. Feldman Tavani" userId="046016954e189690" providerId="LiveId" clId="{294753C2-D399-4563-BFDD-611383F0A39C}" dt="2020-09-07T01:20:42.524" v="6891" actId="20577"/>
          <ac:spMkLst>
            <pc:docMk/>
            <pc:sldMk cId="2112636711" sldId="381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2:30:06.126" v="8883" actId="20577"/>
          <ac:spMkLst>
            <pc:docMk/>
            <pc:sldMk cId="2112636711" sldId="381"/>
            <ac:spMk id="7" creationId="{0A1B976F-5EEA-48B0-BE1D-4FFC5D4A2C76}"/>
          </ac:spMkLst>
        </pc:spChg>
      </pc:sldChg>
      <pc:sldChg chg="addSp delSp modSp add mod modClrScheme chgLayout">
        <pc:chgData name="Gaston M. Feldman Tavani" userId="046016954e189690" providerId="LiveId" clId="{294753C2-D399-4563-BFDD-611383F0A39C}" dt="2020-09-14T23:08:37.021" v="11637" actId="20577"/>
        <pc:sldMkLst>
          <pc:docMk/>
          <pc:sldMk cId="1909185890" sldId="382"/>
        </pc:sldMkLst>
        <pc:spChg chg="mod ord">
          <ac:chgData name="Gaston M. Feldman Tavani" userId="046016954e189690" providerId="LiveId" clId="{294753C2-D399-4563-BFDD-611383F0A39C}" dt="2020-09-07T01:49:10.237" v="7444" actId="700"/>
          <ac:spMkLst>
            <pc:docMk/>
            <pc:sldMk cId="1909185890" sldId="382"/>
            <ac:spMk id="2" creationId="{BAE08EE6-A9BC-4808-9DC5-4B5DF40E6B8D}"/>
          </ac:spMkLst>
        </pc:spChg>
        <pc:spChg chg="del mod">
          <ac:chgData name="Gaston M. Feldman Tavani" userId="046016954e189690" providerId="LiveId" clId="{294753C2-D399-4563-BFDD-611383F0A39C}" dt="2020-09-07T01:47:53.904" v="7419" actId="22"/>
          <ac:spMkLst>
            <pc:docMk/>
            <pc:sldMk cId="1909185890" sldId="382"/>
            <ac:spMk id="7" creationId="{0A1B976F-5EEA-48B0-BE1D-4FFC5D4A2C76}"/>
          </ac:spMkLst>
        </pc:spChg>
        <pc:spChg chg="add del mod">
          <ac:chgData name="Gaston M. Feldman Tavani" userId="046016954e189690" providerId="LiveId" clId="{294753C2-D399-4563-BFDD-611383F0A39C}" dt="2020-09-07T01:48:35.267" v="7427" actId="478"/>
          <ac:spMkLst>
            <pc:docMk/>
            <pc:sldMk cId="1909185890" sldId="382"/>
            <ac:spMk id="9" creationId="{21B45B5D-6329-4756-8A21-87B7A937B4C0}"/>
          </ac:spMkLst>
        </pc:spChg>
        <pc:spChg chg="add mod ord">
          <ac:chgData name="Gaston M. Feldman Tavani" userId="046016954e189690" providerId="LiveId" clId="{294753C2-D399-4563-BFDD-611383F0A39C}" dt="2020-09-14T23:08:37.021" v="11637" actId="20577"/>
          <ac:spMkLst>
            <pc:docMk/>
            <pc:sldMk cId="1909185890" sldId="382"/>
            <ac:spMk id="10" creationId="{98F48F4F-D0DA-42B1-BEEA-E724F52C2FBD}"/>
          </ac:spMkLst>
        </pc:spChg>
        <pc:picChg chg="add del">
          <ac:chgData name="Gaston M. Feldman Tavani" userId="046016954e189690" providerId="LiveId" clId="{294753C2-D399-4563-BFDD-611383F0A39C}" dt="2020-09-07T01:47:50.583" v="7417" actId="22"/>
          <ac:picMkLst>
            <pc:docMk/>
            <pc:sldMk cId="1909185890" sldId="382"/>
            <ac:picMk id="4" creationId="{AC15C260-F37B-4810-996F-2106532166CD}"/>
          </ac:picMkLst>
        </pc:picChg>
        <pc:picChg chg="add mod ord modCrop">
          <ac:chgData name="Gaston M. Feldman Tavani" userId="046016954e189690" providerId="LiveId" clId="{294753C2-D399-4563-BFDD-611383F0A39C}" dt="2020-09-07T01:49:33.337" v="7450" actId="14100"/>
          <ac:picMkLst>
            <pc:docMk/>
            <pc:sldMk cId="1909185890" sldId="382"/>
            <ac:picMk id="6" creationId="{89CFCBFD-17F1-4CAF-9665-3BDA12F3F7ED}"/>
          </ac:picMkLst>
        </pc:picChg>
        <pc:picChg chg="add del mod modCrop">
          <ac:chgData name="Gaston M. Feldman Tavani" userId="046016954e189690" providerId="LiveId" clId="{294753C2-D399-4563-BFDD-611383F0A39C}" dt="2020-09-07T22:06:08.383" v="11339" actId="478"/>
          <ac:picMkLst>
            <pc:docMk/>
            <pc:sldMk cId="1909185890" sldId="382"/>
            <ac:picMk id="12" creationId="{EC6A1355-5324-4422-9352-5A8BF1D74A37}"/>
          </ac:picMkLst>
        </pc:picChg>
      </pc:sldChg>
      <pc:sldChg chg="addSp delSp modSp add mod modClrScheme chgLayout">
        <pc:chgData name="Gaston M. Feldman Tavani" userId="046016954e189690" providerId="LiveId" clId="{294753C2-D399-4563-BFDD-611383F0A39C}" dt="2020-09-07T02:04:07.699" v="8320" actId="20577"/>
        <pc:sldMkLst>
          <pc:docMk/>
          <pc:sldMk cId="258724840" sldId="383"/>
        </pc:sldMkLst>
        <pc:spChg chg="mod ord">
          <ac:chgData name="Gaston M. Feldman Tavani" userId="046016954e189690" providerId="LiveId" clId="{294753C2-D399-4563-BFDD-611383F0A39C}" dt="2020-09-07T02:00:33.592" v="7785" actId="20577"/>
          <ac:spMkLst>
            <pc:docMk/>
            <pc:sldMk cId="258724840" sldId="383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07T02:00:14.392" v="7779" actId="478"/>
          <ac:spMkLst>
            <pc:docMk/>
            <pc:sldMk cId="258724840" sldId="383"/>
            <ac:spMk id="4" creationId="{559073A0-470D-4063-8FD6-5CE2A284BF16}"/>
          </ac:spMkLst>
        </pc:spChg>
        <pc:spChg chg="add del mod">
          <ac:chgData name="Gaston M. Feldman Tavani" userId="046016954e189690" providerId="LiveId" clId="{294753C2-D399-4563-BFDD-611383F0A39C}" dt="2020-09-07T02:00:18.171" v="7780"/>
          <ac:spMkLst>
            <pc:docMk/>
            <pc:sldMk cId="258724840" sldId="383"/>
            <ac:spMk id="5" creationId="{1521137D-D801-4AEB-8BD5-C658C58D6BFE}"/>
          </ac:spMkLst>
        </pc:spChg>
        <pc:spChg chg="add del mod">
          <ac:chgData name="Gaston M. Feldman Tavani" userId="046016954e189690" providerId="LiveId" clId="{294753C2-D399-4563-BFDD-611383F0A39C}" dt="2020-09-07T02:00:18.171" v="7780"/>
          <ac:spMkLst>
            <pc:docMk/>
            <pc:sldMk cId="258724840" sldId="383"/>
            <ac:spMk id="7" creationId="{8FFE0DA4-605B-4D75-BEF3-90326D1A06F0}"/>
          </ac:spMkLst>
        </pc:spChg>
        <pc:spChg chg="add del mod ord">
          <ac:chgData name="Gaston M. Feldman Tavani" userId="046016954e189690" providerId="LiveId" clId="{294753C2-D399-4563-BFDD-611383F0A39C}" dt="2020-09-07T02:00:27.570" v="7781" actId="700"/>
          <ac:spMkLst>
            <pc:docMk/>
            <pc:sldMk cId="258724840" sldId="383"/>
            <ac:spMk id="8" creationId="{388CEC04-D289-4E66-BF31-577C65121BF0}"/>
          </ac:spMkLst>
        </pc:spChg>
        <pc:spChg chg="mod ord">
          <ac:chgData name="Gaston M. Feldman Tavani" userId="046016954e189690" providerId="LiveId" clId="{294753C2-D399-4563-BFDD-611383F0A39C}" dt="2020-09-07T02:04:07.699" v="8320" actId="20577"/>
          <ac:spMkLst>
            <pc:docMk/>
            <pc:sldMk cId="258724840" sldId="383"/>
            <ac:spMk id="10" creationId="{98F48F4F-D0DA-42B1-BEEA-E724F52C2FBD}"/>
          </ac:spMkLst>
        </pc:spChg>
        <pc:picChg chg="del">
          <ac:chgData name="Gaston M. Feldman Tavani" userId="046016954e189690" providerId="LiveId" clId="{294753C2-D399-4563-BFDD-611383F0A39C}" dt="2020-09-07T02:00:11.637" v="7778" actId="478"/>
          <ac:picMkLst>
            <pc:docMk/>
            <pc:sldMk cId="258724840" sldId="383"/>
            <ac:picMk id="6" creationId="{89CFCBFD-17F1-4CAF-9665-3BDA12F3F7ED}"/>
          </ac:picMkLst>
        </pc:picChg>
        <pc:picChg chg="del">
          <ac:chgData name="Gaston M. Feldman Tavani" userId="046016954e189690" providerId="LiveId" clId="{294753C2-D399-4563-BFDD-611383F0A39C}" dt="2020-09-07T02:00:31.150" v="7783" actId="478"/>
          <ac:picMkLst>
            <pc:docMk/>
            <pc:sldMk cId="258724840" sldId="383"/>
            <ac:picMk id="12" creationId="{EC6A1355-5324-4422-9352-5A8BF1D74A37}"/>
          </ac:picMkLst>
        </pc:picChg>
      </pc:sldChg>
      <pc:sldChg chg="addSp delSp modSp add mod">
        <pc:chgData name="Gaston M. Feldman Tavani" userId="046016954e189690" providerId="LiveId" clId="{294753C2-D399-4563-BFDD-611383F0A39C}" dt="2020-09-07T02:10:35.629" v="8452" actId="1037"/>
        <pc:sldMkLst>
          <pc:docMk/>
          <pc:sldMk cId="3862310502" sldId="384"/>
        </pc:sldMkLst>
        <pc:spChg chg="add del mod">
          <ac:chgData name="Gaston M. Feldman Tavani" userId="046016954e189690" providerId="LiveId" clId="{294753C2-D399-4563-BFDD-611383F0A39C}" dt="2020-09-07T02:08:10.301" v="8327" actId="22"/>
          <ac:spMkLst>
            <pc:docMk/>
            <pc:sldMk cId="3862310502" sldId="384"/>
            <ac:spMk id="6" creationId="{BDB00851-661A-4B52-84A1-80E609535D85}"/>
          </ac:spMkLst>
        </pc:spChg>
        <pc:spChg chg="add mod ord">
          <ac:chgData name="Gaston M. Feldman Tavani" userId="046016954e189690" providerId="LiveId" clId="{294753C2-D399-4563-BFDD-611383F0A39C}" dt="2020-09-07T02:10:35.629" v="8452" actId="1037"/>
          <ac:spMkLst>
            <pc:docMk/>
            <pc:sldMk cId="3862310502" sldId="384"/>
            <ac:spMk id="9" creationId="{7E687D5C-3B15-469D-A01A-6CEC424BF5FD}"/>
          </ac:spMkLst>
        </pc:spChg>
        <pc:spChg chg="del mod">
          <ac:chgData name="Gaston M. Feldman Tavani" userId="046016954e189690" providerId="LiveId" clId="{294753C2-D399-4563-BFDD-611383F0A39C}" dt="2020-09-07T02:07:42.778" v="8323" actId="22"/>
          <ac:spMkLst>
            <pc:docMk/>
            <pc:sldMk cId="3862310502" sldId="384"/>
            <ac:spMk id="10" creationId="{98F48F4F-D0DA-42B1-BEEA-E724F52C2FBD}"/>
          </ac:spMkLst>
        </pc:spChg>
        <pc:spChg chg="add del mod">
          <ac:chgData name="Gaston M. Feldman Tavani" userId="046016954e189690" providerId="LiveId" clId="{294753C2-D399-4563-BFDD-611383F0A39C}" dt="2020-09-07T02:10:15.141" v="8440" actId="22"/>
          <ac:spMkLst>
            <pc:docMk/>
            <pc:sldMk cId="3862310502" sldId="384"/>
            <ac:spMk id="12" creationId="{1A219F94-4A05-4031-A746-15C789A51603}"/>
          </ac:spMkLst>
        </pc:spChg>
        <pc:picChg chg="add del mod ord">
          <ac:chgData name="Gaston M. Feldman Tavani" userId="046016954e189690" providerId="LiveId" clId="{294753C2-D399-4563-BFDD-611383F0A39C}" dt="2020-09-07T02:07:51.097" v="8326" actId="478"/>
          <ac:picMkLst>
            <pc:docMk/>
            <pc:sldMk cId="3862310502" sldId="384"/>
            <ac:picMk id="4" creationId="{CBAB5F96-945F-4938-81CF-5B613F47EEB6}"/>
          </ac:picMkLst>
        </pc:picChg>
        <pc:picChg chg="add del mod ord">
          <ac:chgData name="Gaston M. Feldman Tavani" userId="046016954e189690" providerId="LiveId" clId="{294753C2-D399-4563-BFDD-611383F0A39C}" dt="2020-09-07T02:10:08.857" v="8435" actId="478"/>
          <ac:picMkLst>
            <pc:docMk/>
            <pc:sldMk cId="3862310502" sldId="384"/>
            <ac:picMk id="8" creationId="{F20617F5-40D4-4BCA-B122-423C31640550}"/>
          </ac:picMkLst>
        </pc:picChg>
        <pc:picChg chg="add del mod">
          <ac:chgData name="Gaston M. Feldman Tavani" userId="046016954e189690" providerId="LiveId" clId="{294753C2-D399-4563-BFDD-611383F0A39C}" dt="2020-09-07T02:10:14.116" v="8439" actId="478"/>
          <ac:picMkLst>
            <pc:docMk/>
            <pc:sldMk cId="3862310502" sldId="384"/>
            <ac:picMk id="14" creationId="{CDAAFA53-69F4-4B8A-B732-1664C46CF5DB}"/>
          </ac:picMkLst>
        </pc:picChg>
        <pc:picChg chg="add mod ord">
          <ac:chgData name="Gaston M. Feldman Tavani" userId="046016954e189690" providerId="LiveId" clId="{294753C2-D399-4563-BFDD-611383F0A39C}" dt="2020-09-07T02:10:26.511" v="8445" actId="1076"/>
          <ac:picMkLst>
            <pc:docMk/>
            <pc:sldMk cId="3862310502" sldId="384"/>
            <ac:picMk id="16" creationId="{A1F9F6C3-3757-4A8B-BE4E-79F4748487C4}"/>
          </ac:picMkLst>
        </pc:picChg>
      </pc:sldChg>
      <pc:sldChg chg="addSp modSp add mod">
        <pc:chgData name="Gaston M. Feldman Tavani" userId="046016954e189690" providerId="LiveId" clId="{294753C2-D399-4563-BFDD-611383F0A39C}" dt="2020-09-07T02:18:22.792" v="8762" actId="108"/>
        <pc:sldMkLst>
          <pc:docMk/>
          <pc:sldMk cId="3768494511" sldId="385"/>
        </pc:sldMkLst>
        <pc:spChg chg="mod">
          <ac:chgData name="Gaston M. Feldman Tavani" userId="046016954e189690" providerId="LiveId" clId="{294753C2-D399-4563-BFDD-611383F0A39C}" dt="2020-09-07T02:18:22.792" v="8762" actId="108"/>
          <ac:spMkLst>
            <pc:docMk/>
            <pc:sldMk cId="3768494511" sldId="385"/>
            <ac:spMk id="10" creationId="{98F48F4F-D0DA-42B1-BEEA-E724F52C2FBD}"/>
          </ac:spMkLst>
        </pc:spChg>
        <pc:picChg chg="add mod">
          <ac:chgData name="Gaston M. Feldman Tavani" userId="046016954e189690" providerId="LiveId" clId="{294753C2-D399-4563-BFDD-611383F0A39C}" dt="2020-09-07T02:15:36.189" v="8663" actId="1076"/>
          <ac:picMkLst>
            <pc:docMk/>
            <pc:sldMk cId="3768494511" sldId="385"/>
            <ac:picMk id="4" creationId="{AAE85B55-EB14-4491-B0E0-73E60E929670}"/>
          </ac:picMkLst>
        </pc:picChg>
      </pc:sldChg>
      <pc:sldChg chg="modSp add mod">
        <pc:chgData name="Gaston M. Feldman Tavani" userId="046016954e189690" providerId="LiveId" clId="{294753C2-D399-4563-BFDD-611383F0A39C}" dt="2020-09-07T02:31:53.455" v="8911" actId="12"/>
        <pc:sldMkLst>
          <pc:docMk/>
          <pc:sldMk cId="4268314319" sldId="386"/>
        </pc:sldMkLst>
        <pc:spChg chg="mod">
          <ac:chgData name="Gaston M. Feldman Tavani" userId="046016954e189690" providerId="LiveId" clId="{294753C2-D399-4563-BFDD-611383F0A39C}" dt="2020-09-07T02:17:56.194" v="8698" actId="20577"/>
          <ac:spMkLst>
            <pc:docMk/>
            <pc:sldMk cId="4268314319" sldId="386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2:31:53.455" v="8911" actId="12"/>
          <ac:spMkLst>
            <pc:docMk/>
            <pc:sldMk cId="4268314319" sldId="386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15T00:44:49.205" v="11674" actId="20577"/>
        <pc:sldMkLst>
          <pc:docMk/>
          <pc:sldMk cId="1298059574" sldId="387"/>
        </pc:sldMkLst>
        <pc:spChg chg="mod">
          <ac:chgData name="Gaston M. Feldman Tavani" userId="046016954e189690" providerId="LiveId" clId="{294753C2-D399-4563-BFDD-611383F0A39C}" dt="2020-09-07T02:32:16.561" v="8936" actId="20577"/>
          <ac:spMkLst>
            <pc:docMk/>
            <pc:sldMk cId="1298059574" sldId="387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15T00:44:49.205" v="11674" actId="20577"/>
          <ac:spMkLst>
            <pc:docMk/>
            <pc:sldMk cId="1298059574" sldId="387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14:09:12.484" v="9345" actId="20577"/>
        <pc:sldMkLst>
          <pc:docMk/>
          <pc:sldMk cId="3810704084" sldId="388"/>
        </pc:sldMkLst>
        <pc:spChg chg="mod">
          <ac:chgData name="Gaston M. Feldman Tavani" userId="046016954e189690" providerId="LiveId" clId="{294753C2-D399-4563-BFDD-611383F0A39C}" dt="2020-09-07T14:09:12.484" v="9345" actId="20577"/>
          <ac:spMkLst>
            <pc:docMk/>
            <pc:sldMk cId="3810704084" sldId="388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14:44:05.181" v="11054" actId="20577"/>
        <pc:sldMkLst>
          <pc:docMk/>
          <pc:sldMk cId="2729512558" sldId="389"/>
        </pc:sldMkLst>
        <pc:spChg chg="mod">
          <ac:chgData name="Gaston M. Feldman Tavani" userId="046016954e189690" providerId="LiveId" clId="{294753C2-D399-4563-BFDD-611383F0A39C}" dt="2020-09-07T14:44:05.181" v="11054" actId="20577"/>
          <ac:spMkLst>
            <pc:docMk/>
            <pc:sldMk cId="2729512558" sldId="389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14:35:04.390" v="10716" actId="20577"/>
        <pc:sldMkLst>
          <pc:docMk/>
          <pc:sldMk cId="112680452" sldId="390"/>
        </pc:sldMkLst>
        <pc:spChg chg="mod">
          <ac:chgData name="Gaston M. Feldman Tavani" userId="046016954e189690" providerId="LiveId" clId="{294753C2-D399-4563-BFDD-611383F0A39C}" dt="2020-09-07T14:35:04.390" v="10716" actId="20577"/>
          <ac:spMkLst>
            <pc:docMk/>
            <pc:sldMk cId="112680452" sldId="390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14:28:14.474" v="10050" actId="20577"/>
          <ac:spMkLst>
            <pc:docMk/>
            <pc:sldMk cId="112680452" sldId="390"/>
            <ac:spMk id="7" creationId="{0A1B976F-5EEA-48B0-BE1D-4FFC5D4A2C76}"/>
          </ac:spMkLst>
        </pc:spChg>
      </pc:sldChg>
      <pc:sldChg chg="addSp delSp modSp add mod">
        <pc:chgData name="Gaston M. Feldman Tavani" userId="046016954e189690" providerId="LiveId" clId="{294753C2-D399-4563-BFDD-611383F0A39C}" dt="2020-09-15T00:44:22.284" v="11638" actId="20577"/>
        <pc:sldMkLst>
          <pc:docMk/>
          <pc:sldMk cId="2491509178" sldId="391"/>
        </pc:sldMkLst>
        <pc:spChg chg="mod">
          <ac:chgData name="Gaston M. Feldman Tavani" userId="046016954e189690" providerId="LiveId" clId="{294753C2-D399-4563-BFDD-611383F0A39C}" dt="2020-09-07T14:35:12.050" v="10745" actId="20577"/>
          <ac:spMkLst>
            <pc:docMk/>
            <pc:sldMk cId="2491509178" sldId="391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15T00:44:22.284" v="11638" actId="20577"/>
          <ac:spMkLst>
            <pc:docMk/>
            <pc:sldMk cId="2491509178" sldId="391"/>
            <ac:spMk id="7" creationId="{0A1B976F-5EEA-48B0-BE1D-4FFC5D4A2C76}"/>
          </ac:spMkLst>
        </pc:spChg>
        <pc:picChg chg="add del mod">
          <ac:chgData name="Gaston M. Feldman Tavani" userId="046016954e189690" providerId="LiveId" clId="{294753C2-D399-4563-BFDD-611383F0A39C}" dt="2020-09-07T22:06:42.347" v="11340" actId="478"/>
          <ac:picMkLst>
            <pc:docMk/>
            <pc:sldMk cId="2491509178" sldId="391"/>
            <ac:picMk id="4" creationId="{75B3695E-33D8-4DFE-AF5E-233A03E7FB4A}"/>
          </ac:picMkLst>
        </pc:picChg>
      </pc:sldChg>
      <pc:sldChg chg="addSp delSp modSp add mod">
        <pc:chgData name="Gaston M. Feldman Tavani" userId="046016954e189690" providerId="LiveId" clId="{294753C2-D399-4563-BFDD-611383F0A39C}" dt="2020-09-07T14:40:25.279" v="10776" actId="14100"/>
        <pc:sldMkLst>
          <pc:docMk/>
          <pc:sldMk cId="410432446" sldId="392"/>
        </pc:sldMkLst>
        <pc:spChg chg="mod">
          <ac:chgData name="Gaston M. Feldman Tavani" userId="046016954e189690" providerId="LiveId" clId="{294753C2-D399-4563-BFDD-611383F0A39C}" dt="2020-09-07T14:35:18.157" v="10769" actId="20577"/>
          <ac:spMkLst>
            <pc:docMk/>
            <pc:sldMk cId="410432446" sldId="392"/>
            <ac:spMk id="2" creationId="{BAE08EE6-A9BC-4808-9DC5-4B5DF40E6B8D}"/>
          </ac:spMkLst>
        </pc:spChg>
        <pc:spChg chg="add mod">
          <ac:chgData name="Gaston M. Feldman Tavani" userId="046016954e189690" providerId="LiveId" clId="{294753C2-D399-4563-BFDD-611383F0A39C}" dt="2020-09-07T14:40:25.279" v="10776" actId="14100"/>
          <ac:spMkLst>
            <pc:docMk/>
            <pc:sldMk cId="410432446" sldId="392"/>
            <ac:spMk id="5" creationId="{A38DA12E-C761-4603-AA59-8879D2F5B093}"/>
          </ac:spMkLst>
        </pc:spChg>
        <pc:spChg chg="del mod">
          <ac:chgData name="Gaston M. Feldman Tavani" userId="046016954e189690" providerId="LiveId" clId="{294753C2-D399-4563-BFDD-611383F0A39C}" dt="2020-09-07T14:38:19.896" v="10770" actId="22"/>
          <ac:spMkLst>
            <pc:docMk/>
            <pc:sldMk cId="410432446" sldId="392"/>
            <ac:spMk id="7" creationId="{0A1B976F-5EEA-48B0-BE1D-4FFC5D4A2C76}"/>
          </ac:spMkLst>
        </pc:spChg>
        <pc:picChg chg="add mod ord">
          <ac:chgData name="Gaston M. Feldman Tavani" userId="046016954e189690" providerId="LiveId" clId="{294753C2-D399-4563-BFDD-611383F0A39C}" dt="2020-09-07T14:38:19.896" v="10770" actId="22"/>
          <ac:picMkLst>
            <pc:docMk/>
            <pc:sldMk cId="410432446" sldId="392"/>
            <ac:picMk id="4" creationId="{DBB712E0-0CAC-43EB-A654-E15AEF2DC3F8}"/>
          </ac:picMkLst>
        </pc:picChg>
      </pc:sldChg>
      <pc:sldChg chg="addSp delSp modSp add mod">
        <pc:chgData name="Gaston M. Feldman Tavani" userId="046016954e189690" providerId="LiveId" clId="{294753C2-D399-4563-BFDD-611383F0A39C}" dt="2020-09-07T14:53:45.602" v="11308" actId="1035"/>
        <pc:sldMkLst>
          <pc:docMk/>
          <pc:sldMk cId="141363700" sldId="393"/>
        </pc:sldMkLst>
        <pc:spChg chg="del">
          <ac:chgData name="Gaston M. Feldman Tavani" userId="046016954e189690" providerId="LiveId" clId="{294753C2-D399-4563-BFDD-611383F0A39C}" dt="2020-09-07T14:40:48.807" v="10780" actId="478"/>
          <ac:spMkLst>
            <pc:docMk/>
            <pc:sldMk cId="141363700" sldId="393"/>
            <ac:spMk id="5" creationId="{A38DA12E-C761-4603-AA59-8879D2F5B093}"/>
          </ac:spMkLst>
        </pc:spChg>
        <pc:spChg chg="add mod ord">
          <ac:chgData name="Gaston M. Feldman Tavani" userId="046016954e189690" providerId="LiveId" clId="{294753C2-D399-4563-BFDD-611383F0A39C}" dt="2020-09-07T14:51:33.119" v="11277" actId="20577"/>
          <ac:spMkLst>
            <pc:docMk/>
            <pc:sldMk cId="141363700" sldId="393"/>
            <ac:spMk id="6" creationId="{6E9DAE2D-7AC5-4EA3-90F5-17375C8473D5}"/>
          </ac:spMkLst>
        </pc:spChg>
        <pc:spChg chg="add mod">
          <ac:chgData name="Gaston M. Feldman Tavani" userId="046016954e189690" providerId="LiveId" clId="{294753C2-D399-4563-BFDD-611383F0A39C}" dt="2020-09-07T14:53:45.602" v="11308" actId="1035"/>
          <ac:spMkLst>
            <pc:docMk/>
            <pc:sldMk cId="141363700" sldId="393"/>
            <ac:spMk id="10" creationId="{F4D36D7F-1B70-4A9D-9401-5E29AFD51E62}"/>
          </ac:spMkLst>
        </pc:spChg>
        <pc:spChg chg="add mod">
          <ac:chgData name="Gaston M. Feldman Tavani" userId="046016954e189690" providerId="LiveId" clId="{294753C2-D399-4563-BFDD-611383F0A39C}" dt="2020-09-07T14:53:45.602" v="11308" actId="1035"/>
          <ac:spMkLst>
            <pc:docMk/>
            <pc:sldMk cId="141363700" sldId="393"/>
            <ac:spMk id="12" creationId="{3DEA2C2A-90D9-4C46-833C-8C3F946D2B11}"/>
          </ac:spMkLst>
        </pc:spChg>
        <pc:picChg chg="del">
          <ac:chgData name="Gaston M. Feldman Tavani" userId="046016954e189690" providerId="LiveId" clId="{294753C2-D399-4563-BFDD-611383F0A39C}" dt="2020-09-07T14:40:32.122" v="10778" actId="478"/>
          <ac:picMkLst>
            <pc:docMk/>
            <pc:sldMk cId="141363700" sldId="393"/>
            <ac:picMk id="4" creationId="{DBB712E0-0CAC-43EB-A654-E15AEF2DC3F8}"/>
          </ac:picMkLst>
        </pc:picChg>
        <pc:picChg chg="add mod">
          <ac:chgData name="Gaston M. Feldman Tavani" userId="046016954e189690" providerId="LiveId" clId="{294753C2-D399-4563-BFDD-611383F0A39C}" dt="2020-09-07T14:51:00.847" v="11219" actId="1076"/>
          <ac:picMkLst>
            <pc:docMk/>
            <pc:sldMk cId="141363700" sldId="393"/>
            <ac:picMk id="8" creationId="{A4756717-3AFE-464C-AB9E-D5CD014045C8}"/>
          </ac:picMkLst>
        </pc:picChg>
      </pc:sldChg>
      <pc:sldChg chg="modSp add mod">
        <pc:chgData name="Gaston M. Feldman Tavani" userId="046016954e189690" providerId="LiveId" clId="{294753C2-D399-4563-BFDD-611383F0A39C}" dt="2020-09-08T00:02:43.326" v="11487" actId="20577"/>
        <pc:sldMkLst>
          <pc:docMk/>
          <pc:sldMk cId="123653589" sldId="394"/>
        </pc:sldMkLst>
        <pc:spChg chg="mod">
          <ac:chgData name="Gaston M. Feldman Tavani" userId="046016954e189690" providerId="LiveId" clId="{294753C2-D399-4563-BFDD-611383F0A39C}" dt="2020-09-08T00:02:43.326" v="11487" actId="20577"/>
          <ac:spMkLst>
            <pc:docMk/>
            <pc:sldMk cId="123653589" sldId="394"/>
            <ac:spMk id="2" creationId="{3922307B-95AD-4E8A-B255-800A6B97B9AC}"/>
          </ac:spMkLst>
        </pc:spChg>
      </pc:sldChg>
      <pc:sldChg chg="addSp delSp modSp add mod">
        <pc:chgData name="Gaston M. Feldman Tavani" userId="046016954e189690" providerId="LiveId" clId="{294753C2-D399-4563-BFDD-611383F0A39C}" dt="2020-09-08T00:56:59.313" v="11578" actId="1076"/>
        <pc:sldMkLst>
          <pc:docMk/>
          <pc:sldMk cId="1472752736" sldId="395"/>
        </pc:sldMkLst>
        <pc:spChg chg="mod">
          <ac:chgData name="Gaston M. Feldman Tavani" userId="046016954e189690" providerId="LiveId" clId="{294753C2-D399-4563-BFDD-611383F0A39C}" dt="2020-09-08T00:54:34.713" v="11559" actId="20577"/>
          <ac:spMkLst>
            <pc:docMk/>
            <pc:sldMk cId="1472752736" sldId="395"/>
            <ac:spMk id="2" creationId="{BAE08EE6-A9BC-4808-9DC5-4B5DF40E6B8D}"/>
          </ac:spMkLst>
        </pc:spChg>
        <pc:spChg chg="del mod">
          <ac:chgData name="Gaston M. Feldman Tavani" userId="046016954e189690" providerId="LiveId" clId="{294753C2-D399-4563-BFDD-611383F0A39C}" dt="2020-09-08T00:53:28.238" v="11536" actId="22"/>
          <ac:spMkLst>
            <pc:docMk/>
            <pc:sldMk cId="1472752736" sldId="395"/>
            <ac:spMk id="6" creationId="{6E9DAE2D-7AC5-4EA3-90F5-17375C8473D5}"/>
          </ac:spMkLst>
        </pc:spChg>
        <pc:spChg chg="add del mod">
          <ac:chgData name="Gaston M. Feldman Tavani" userId="046016954e189690" providerId="LiveId" clId="{294753C2-D399-4563-BFDD-611383F0A39C}" dt="2020-09-08T00:56:53.347" v="11576" actId="22"/>
          <ac:spMkLst>
            <pc:docMk/>
            <pc:sldMk cId="1472752736" sldId="395"/>
            <ac:spMk id="7" creationId="{8A60DA70-94A0-433D-A792-918D4876AFCA}"/>
          </ac:spMkLst>
        </pc:spChg>
        <pc:spChg chg="del">
          <ac:chgData name="Gaston M. Feldman Tavani" userId="046016954e189690" providerId="LiveId" clId="{294753C2-D399-4563-BFDD-611383F0A39C}" dt="2020-09-07T23:57:09.176" v="11378" actId="478"/>
          <ac:spMkLst>
            <pc:docMk/>
            <pc:sldMk cId="1472752736" sldId="395"/>
            <ac:spMk id="10" creationId="{F4D36D7F-1B70-4A9D-9401-5E29AFD51E62}"/>
          </ac:spMkLst>
        </pc:spChg>
        <pc:spChg chg="del">
          <ac:chgData name="Gaston M. Feldman Tavani" userId="046016954e189690" providerId="LiveId" clId="{294753C2-D399-4563-BFDD-611383F0A39C}" dt="2020-09-07T23:57:09.176" v="11378" actId="478"/>
          <ac:spMkLst>
            <pc:docMk/>
            <pc:sldMk cId="1472752736" sldId="395"/>
            <ac:spMk id="12" creationId="{3DEA2C2A-90D9-4C46-833C-8C3F946D2B11}"/>
          </ac:spMkLst>
        </pc:spChg>
        <pc:picChg chg="add del mod ord">
          <ac:chgData name="Gaston M. Feldman Tavani" userId="046016954e189690" providerId="LiveId" clId="{294753C2-D399-4563-BFDD-611383F0A39C}" dt="2020-09-08T00:56:51.930" v="11575" actId="478"/>
          <ac:picMkLst>
            <pc:docMk/>
            <pc:sldMk cId="1472752736" sldId="395"/>
            <ac:picMk id="4" creationId="{FBA6E456-E961-4263-878B-B8C94C800A31}"/>
          </ac:picMkLst>
        </pc:picChg>
        <pc:picChg chg="del">
          <ac:chgData name="Gaston M. Feldman Tavani" userId="046016954e189690" providerId="LiveId" clId="{294753C2-D399-4563-BFDD-611383F0A39C}" dt="2020-09-07T23:57:06.874" v="11377" actId="478"/>
          <ac:picMkLst>
            <pc:docMk/>
            <pc:sldMk cId="1472752736" sldId="395"/>
            <ac:picMk id="8" creationId="{A4756717-3AFE-464C-AB9E-D5CD014045C8}"/>
          </ac:picMkLst>
        </pc:picChg>
        <pc:picChg chg="add mod ord">
          <ac:chgData name="Gaston M. Feldman Tavani" userId="046016954e189690" providerId="LiveId" clId="{294753C2-D399-4563-BFDD-611383F0A39C}" dt="2020-09-08T00:56:59.313" v="11578" actId="1076"/>
          <ac:picMkLst>
            <pc:docMk/>
            <pc:sldMk cId="1472752736" sldId="395"/>
            <ac:picMk id="11" creationId="{17BB5C79-5054-4DF8-A255-74C26637921B}"/>
          </ac:picMkLst>
        </pc:picChg>
      </pc:sldChg>
      <pc:sldChg chg="addSp delSp modSp add mod">
        <pc:chgData name="Gaston M. Feldman Tavani" userId="046016954e189690" providerId="LiveId" clId="{294753C2-D399-4563-BFDD-611383F0A39C}" dt="2020-09-15T00:45:49.789" v="11678" actId="1076"/>
        <pc:sldMkLst>
          <pc:docMk/>
          <pc:sldMk cId="2974765786" sldId="396"/>
        </pc:sldMkLst>
        <pc:spChg chg="mod">
          <ac:chgData name="Gaston M. Feldman Tavani" userId="046016954e189690" providerId="LiveId" clId="{294753C2-D399-4563-BFDD-611383F0A39C}" dt="2020-09-08T00:02:46.818" v="11494" actId="20577"/>
          <ac:spMkLst>
            <pc:docMk/>
            <pc:sldMk cId="2974765786" sldId="396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15T00:45:42.002" v="11676" actId="22"/>
          <ac:spMkLst>
            <pc:docMk/>
            <pc:sldMk cId="2974765786" sldId="396"/>
            <ac:spMk id="4" creationId="{A7D8B690-4398-4E5A-A4F3-F5E13C99AABD}"/>
          </ac:spMkLst>
        </pc:spChg>
        <pc:spChg chg="del">
          <ac:chgData name="Gaston M. Feldman Tavani" userId="046016954e189690" providerId="LiveId" clId="{294753C2-D399-4563-BFDD-611383F0A39C}" dt="2020-09-07T23:57:32.655" v="11393" actId="22"/>
          <ac:spMkLst>
            <pc:docMk/>
            <pc:sldMk cId="2974765786" sldId="396"/>
            <ac:spMk id="6" creationId="{6E9DAE2D-7AC5-4EA3-90F5-17375C8473D5}"/>
          </ac:spMkLst>
        </pc:spChg>
        <pc:spChg chg="add del mod">
          <ac:chgData name="Gaston M. Feldman Tavani" userId="046016954e189690" providerId="LiveId" clId="{294753C2-D399-4563-BFDD-611383F0A39C}" dt="2020-09-08T00:32:21.228" v="11510" actId="22"/>
          <ac:spMkLst>
            <pc:docMk/>
            <pc:sldMk cId="2974765786" sldId="396"/>
            <ac:spMk id="7" creationId="{C8F8663F-CAEC-4998-8654-B7258171947B}"/>
          </ac:spMkLst>
        </pc:spChg>
        <pc:spChg chg="add del mod">
          <ac:chgData name="Gaston M. Feldman Tavani" userId="046016954e189690" providerId="LiveId" clId="{294753C2-D399-4563-BFDD-611383F0A39C}" dt="2020-09-08T00:45:54.008" v="11533" actId="22"/>
          <ac:spMkLst>
            <pc:docMk/>
            <pc:sldMk cId="2974765786" sldId="396"/>
            <ac:spMk id="11" creationId="{6F7446FA-72C3-4ACB-A9B0-3AA05B2DE2DA}"/>
          </ac:spMkLst>
        </pc:spChg>
        <pc:picChg chg="add del mod ord">
          <ac:chgData name="Gaston M. Feldman Tavani" userId="046016954e189690" providerId="LiveId" clId="{294753C2-D399-4563-BFDD-611383F0A39C}" dt="2020-09-08T00:32:19.415" v="11509" actId="478"/>
          <ac:picMkLst>
            <pc:docMk/>
            <pc:sldMk cId="2974765786" sldId="396"/>
            <ac:picMk id="4" creationId="{D8E12EDF-A6EC-4651-9032-79F524F0196B}"/>
          </ac:picMkLst>
        </pc:picChg>
        <pc:picChg chg="add mod ord">
          <ac:chgData name="Gaston M. Feldman Tavani" userId="046016954e189690" providerId="LiveId" clId="{294753C2-D399-4563-BFDD-611383F0A39C}" dt="2020-09-15T00:45:49.789" v="11678" actId="1076"/>
          <ac:picMkLst>
            <pc:docMk/>
            <pc:sldMk cId="2974765786" sldId="396"/>
            <ac:picMk id="6" creationId="{4DD4C2CC-4060-454A-8E81-4B9DF32EEBA0}"/>
          </ac:picMkLst>
        </pc:picChg>
        <pc:picChg chg="add del mod ord">
          <ac:chgData name="Gaston M. Feldman Tavani" userId="046016954e189690" providerId="LiveId" clId="{294753C2-D399-4563-BFDD-611383F0A39C}" dt="2020-09-08T00:45:52.252" v="11532" actId="478"/>
          <ac:picMkLst>
            <pc:docMk/>
            <pc:sldMk cId="2974765786" sldId="396"/>
            <ac:picMk id="9" creationId="{0200CBB7-E249-4F0C-BDAF-79EFAB44588B}"/>
          </ac:picMkLst>
        </pc:picChg>
        <pc:picChg chg="add del mod ord">
          <ac:chgData name="Gaston M. Feldman Tavani" userId="046016954e189690" providerId="LiveId" clId="{294753C2-D399-4563-BFDD-611383F0A39C}" dt="2020-09-15T00:45:23.850" v="11675" actId="478"/>
          <ac:picMkLst>
            <pc:docMk/>
            <pc:sldMk cId="2974765786" sldId="396"/>
            <ac:picMk id="13" creationId="{49467E8B-9B89-4981-B2CC-A71A63FA6198}"/>
          </ac:picMkLst>
        </pc:picChg>
      </pc:sldChg>
      <pc:sldChg chg="addSp delSp modSp add mod">
        <pc:chgData name="Gaston M. Feldman Tavani" userId="046016954e189690" providerId="LiveId" clId="{294753C2-D399-4563-BFDD-611383F0A39C}" dt="2020-09-15T00:46:46.941" v="11688" actId="1076"/>
        <pc:sldMkLst>
          <pc:docMk/>
          <pc:sldMk cId="2588535651" sldId="397"/>
        </pc:sldMkLst>
        <pc:spChg chg="mod">
          <ac:chgData name="Gaston M. Feldman Tavani" userId="046016954e189690" providerId="LiveId" clId="{294753C2-D399-4563-BFDD-611383F0A39C}" dt="2020-09-08T00:02:50.240" v="11501" actId="20577"/>
          <ac:spMkLst>
            <pc:docMk/>
            <pc:sldMk cId="2588535651" sldId="397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15T00:46:21.717" v="11680" actId="22"/>
          <ac:spMkLst>
            <pc:docMk/>
            <pc:sldMk cId="2588535651" sldId="397"/>
            <ac:spMk id="4" creationId="{A6E41A91-C1AA-4F4D-9D19-C9F420DBCEEA}"/>
          </ac:spMkLst>
        </pc:spChg>
        <pc:spChg chg="add del mod">
          <ac:chgData name="Gaston M. Feldman Tavani" userId="046016954e189690" providerId="LiveId" clId="{294753C2-D399-4563-BFDD-611383F0A39C}" dt="2020-09-07T23:58:10.005" v="11398" actId="22"/>
          <ac:spMkLst>
            <pc:docMk/>
            <pc:sldMk cId="2588535651" sldId="397"/>
            <ac:spMk id="5" creationId="{F74EDE56-E419-42DC-AC90-A6BF546B9E64}"/>
          </ac:spMkLst>
        </pc:spChg>
        <pc:picChg chg="del">
          <ac:chgData name="Gaston M. Feldman Tavani" userId="046016954e189690" providerId="LiveId" clId="{294753C2-D399-4563-BFDD-611383F0A39C}" dt="2020-09-07T23:57:46.411" v="11397" actId="478"/>
          <ac:picMkLst>
            <pc:docMk/>
            <pc:sldMk cId="2588535651" sldId="397"/>
            <ac:picMk id="4" creationId="{D8E12EDF-A6EC-4651-9032-79F524F0196B}"/>
          </ac:picMkLst>
        </pc:picChg>
        <pc:picChg chg="add mod ord">
          <ac:chgData name="Gaston M. Feldman Tavani" userId="046016954e189690" providerId="LiveId" clId="{294753C2-D399-4563-BFDD-611383F0A39C}" dt="2020-09-15T00:46:30.060" v="11683" actId="14100"/>
          <ac:picMkLst>
            <pc:docMk/>
            <pc:sldMk cId="2588535651" sldId="397"/>
            <ac:picMk id="6" creationId="{B8C64FE4-FB19-4602-A9E2-668C829AB4F3}"/>
          </ac:picMkLst>
        </pc:picChg>
        <pc:picChg chg="add del mod ord">
          <ac:chgData name="Gaston M. Feldman Tavani" userId="046016954e189690" providerId="LiveId" clId="{294753C2-D399-4563-BFDD-611383F0A39C}" dt="2020-09-15T00:45:55.560" v="11679" actId="478"/>
          <ac:picMkLst>
            <pc:docMk/>
            <pc:sldMk cId="2588535651" sldId="397"/>
            <ac:picMk id="7" creationId="{C7CD138F-A037-4ED6-895B-767C7477889A}"/>
          </ac:picMkLst>
        </pc:picChg>
        <pc:picChg chg="add mod">
          <ac:chgData name="Gaston M. Feldman Tavani" userId="046016954e189690" providerId="LiveId" clId="{294753C2-D399-4563-BFDD-611383F0A39C}" dt="2020-09-07T23:58:51.092" v="11408" actId="14100"/>
          <ac:picMkLst>
            <pc:docMk/>
            <pc:sldMk cId="2588535651" sldId="397"/>
            <ac:picMk id="9" creationId="{C5B63365-43E4-4A27-93CA-8F80BEE27B1F}"/>
          </ac:picMkLst>
        </pc:picChg>
        <pc:picChg chg="add mod">
          <ac:chgData name="Gaston M. Feldman Tavani" userId="046016954e189690" providerId="LiveId" clId="{294753C2-D399-4563-BFDD-611383F0A39C}" dt="2020-09-15T00:46:46.941" v="11688" actId="1076"/>
          <ac:picMkLst>
            <pc:docMk/>
            <pc:sldMk cId="2588535651" sldId="397"/>
            <ac:picMk id="10" creationId="{4917DB56-9BAF-423B-8BF3-C1A7F118C740}"/>
          </ac:picMkLst>
        </pc:picChg>
        <pc:picChg chg="add del mod">
          <ac:chgData name="Gaston M. Feldman Tavani" userId="046016954e189690" providerId="LiveId" clId="{294753C2-D399-4563-BFDD-611383F0A39C}" dt="2020-09-15T00:46:31.971" v="11684" actId="478"/>
          <ac:picMkLst>
            <pc:docMk/>
            <pc:sldMk cId="2588535651" sldId="397"/>
            <ac:picMk id="11" creationId="{849E7E95-669E-4BE0-9B22-786B56A01C30}"/>
          </ac:picMkLst>
        </pc:picChg>
      </pc:sldChg>
      <pc:sldChg chg="addSp delSp modSp add mod">
        <pc:chgData name="Gaston M. Feldman Tavani" userId="046016954e189690" providerId="LiveId" clId="{294753C2-D399-4563-BFDD-611383F0A39C}" dt="2020-09-15T00:47:13.927" v="11692" actId="14100"/>
        <pc:sldMkLst>
          <pc:docMk/>
          <pc:sldMk cId="570862157" sldId="398"/>
        </pc:sldMkLst>
        <pc:spChg chg="mod">
          <ac:chgData name="Gaston M. Feldman Tavani" userId="046016954e189690" providerId="LiveId" clId="{294753C2-D399-4563-BFDD-611383F0A39C}" dt="2020-09-08T00:02:54.252" v="11508" actId="20577"/>
          <ac:spMkLst>
            <pc:docMk/>
            <pc:sldMk cId="570862157" sldId="398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15T00:47:05.813" v="11690" actId="22"/>
          <ac:spMkLst>
            <pc:docMk/>
            <pc:sldMk cId="570862157" sldId="398"/>
            <ac:spMk id="4" creationId="{C66B19D0-2ADF-4F0F-866D-9AF06B9903A1}"/>
          </ac:spMkLst>
        </pc:spChg>
        <pc:spChg chg="add del mod">
          <ac:chgData name="Gaston M. Feldman Tavani" userId="046016954e189690" providerId="LiveId" clId="{294753C2-D399-4563-BFDD-611383F0A39C}" dt="2020-09-07T23:59:37.027" v="11417" actId="22"/>
          <ac:spMkLst>
            <pc:docMk/>
            <pc:sldMk cId="570862157" sldId="398"/>
            <ac:spMk id="4" creationId="{CB116BDE-A8F5-495A-A4B6-3F9E60329477}"/>
          </ac:spMkLst>
        </pc:spChg>
        <pc:spChg chg="add del mod">
          <ac:chgData name="Gaston M. Feldman Tavani" userId="046016954e189690" providerId="LiveId" clId="{294753C2-D399-4563-BFDD-611383F0A39C}" dt="2020-09-08T00:32:41.510" v="11514" actId="22"/>
          <ac:spMkLst>
            <pc:docMk/>
            <pc:sldMk cId="570862157" sldId="398"/>
            <ac:spMk id="19" creationId="{A1AC5331-3E7A-48BC-A9C8-915B36EDCC3F}"/>
          </ac:spMkLst>
        </pc:spChg>
        <pc:picChg chg="add del mod ord">
          <ac:chgData name="Gaston M. Feldman Tavani" userId="046016954e189690" providerId="LiveId" clId="{294753C2-D399-4563-BFDD-611383F0A39C}" dt="2020-09-08T00:32:32.137" v="11513" actId="478"/>
          <ac:picMkLst>
            <pc:docMk/>
            <pc:sldMk cId="570862157" sldId="398"/>
            <ac:picMk id="6" creationId="{61B3C47C-5688-401B-96AE-B43A64CC147D}"/>
          </ac:picMkLst>
        </pc:picChg>
        <pc:picChg chg="add mod ord">
          <ac:chgData name="Gaston M. Feldman Tavani" userId="046016954e189690" providerId="LiveId" clId="{294753C2-D399-4563-BFDD-611383F0A39C}" dt="2020-09-15T00:47:13.927" v="11692" actId="14100"/>
          <ac:picMkLst>
            <pc:docMk/>
            <pc:sldMk cId="570862157" sldId="398"/>
            <ac:picMk id="6" creationId="{CA5BDEC4-14B0-4087-9431-03A7E0E33FEF}"/>
          </ac:picMkLst>
        </pc:picChg>
        <pc:picChg chg="del">
          <ac:chgData name="Gaston M. Feldman Tavani" userId="046016954e189690" providerId="LiveId" clId="{294753C2-D399-4563-BFDD-611383F0A39C}" dt="2020-09-07T23:59:23.087" v="11415" actId="478"/>
          <ac:picMkLst>
            <pc:docMk/>
            <pc:sldMk cId="570862157" sldId="398"/>
            <ac:picMk id="7" creationId="{C7CD138F-A037-4ED6-895B-767C7477889A}"/>
          </ac:picMkLst>
        </pc:picChg>
        <pc:picChg chg="del">
          <ac:chgData name="Gaston M. Feldman Tavani" userId="046016954e189690" providerId="LiveId" clId="{294753C2-D399-4563-BFDD-611383F0A39C}" dt="2020-09-07T23:59:25.349" v="11416" actId="478"/>
          <ac:picMkLst>
            <pc:docMk/>
            <pc:sldMk cId="570862157" sldId="398"/>
            <ac:picMk id="9" creationId="{C5B63365-43E4-4A27-93CA-8F80BEE27B1F}"/>
          </ac:picMkLst>
        </pc:picChg>
        <pc:picChg chg="add mod">
          <ac:chgData name="Gaston M. Feldman Tavani" userId="046016954e189690" providerId="LiveId" clId="{294753C2-D399-4563-BFDD-611383F0A39C}" dt="2020-09-08T00:33:20.706" v="11531" actId="1076"/>
          <ac:picMkLst>
            <pc:docMk/>
            <pc:sldMk cId="570862157" sldId="398"/>
            <ac:picMk id="10" creationId="{91EC2EA4-05F6-4B1F-BB4E-D86F132506DF}"/>
          </ac:picMkLst>
        </pc:picChg>
        <pc:picChg chg="del">
          <ac:chgData name="Gaston M. Feldman Tavani" userId="046016954e189690" providerId="LiveId" clId="{294753C2-D399-4563-BFDD-611383F0A39C}" dt="2020-09-07T23:59:25.349" v="11416" actId="478"/>
          <ac:picMkLst>
            <pc:docMk/>
            <pc:sldMk cId="570862157" sldId="398"/>
            <ac:picMk id="11" creationId="{849E7E95-669E-4BE0-9B22-786B56A01C30}"/>
          </ac:picMkLst>
        </pc:picChg>
        <pc:picChg chg="add del mod">
          <ac:chgData name="Gaston M. Feldman Tavani" userId="046016954e189690" providerId="LiveId" clId="{294753C2-D399-4563-BFDD-611383F0A39C}" dt="2020-09-08T00:32:50.108" v="11518" actId="478"/>
          <ac:picMkLst>
            <pc:docMk/>
            <pc:sldMk cId="570862157" sldId="398"/>
            <ac:picMk id="13" creationId="{9D2E28F8-C3B9-4091-ABBB-30FBA13DC208}"/>
          </ac:picMkLst>
        </pc:picChg>
        <pc:picChg chg="add mod">
          <ac:chgData name="Gaston M. Feldman Tavani" userId="046016954e189690" providerId="LiveId" clId="{294753C2-D399-4563-BFDD-611383F0A39C}" dt="2020-09-08T00:33:20.706" v="11531" actId="1076"/>
          <ac:picMkLst>
            <pc:docMk/>
            <pc:sldMk cId="570862157" sldId="398"/>
            <ac:picMk id="15" creationId="{E37E6A6A-C35C-48CC-A4EC-554AA54BF7F5}"/>
          </ac:picMkLst>
        </pc:picChg>
        <pc:picChg chg="add mod">
          <ac:chgData name="Gaston M. Feldman Tavani" userId="046016954e189690" providerId="LiveId" clId="{294753C2-D399-4563-BFDD-611383F0A39C}" dt="2020-09-08T00:33:20.706" v="11531" actId="1076"/>
          <ac:picMkLst>
            <pc:docMk/>
            <pc:sldMk cId="570862157" sldId="398"/>
            <ac:picMk id="17" creationId="{1BFDD93A-98CB-48DD-936D-203927782CDE}"/>
          </ac:picMkLst>
        </pc:picChg>
        <pc:picChg chg="add del mod ord">
          <ac:chgData name="Gaston M. Feldman Tavani" userId="046016954e189690" providerId="LiveId" clId="{294753C2-D399-4563-BFDD-611383F0A39C}" dt="2020-09-15T00:46:54.949" v="11689" actId="478"/>
          <ac:picMkLst>
            <pc:docMk/>
            <pc:sldMk cId="570862157" sldId="398"/>
            <ac:picMk id="21" creationId="{3634F9B6-51C3-4BE7-A05A-7CFF9EF3010E}"/>
          </ac:picMkLst>
        </pc:picChg>
        <pc:picChg chg="add mod">
          <ac:chgData name="Gaston M. Feldman Tavani" userId="046016954e189690" providerId="LiveId" clId="{294753C2-D399-4563-BFDD-611383F0A39C}" dt="2020-09-08T00:33:20.706" v="11531" actId="1076"/>
          <ac:picMkLst>
            <pc:docMk/>
            <pc:sldMk cId="570862157" sldId="398"/>
            <ac:picMk id="23" creationId="{265D3C56-3A63-4056-A757-13CCDC628C0A}"/>
          </ac:picMkLst>
        </pc:picChg>
      </pc:sldChg>
      <pc:sldChg chg="addSp delSp modSp add mod">
        <pc:chgData name="Gaston M. Feldman Tavani" userId="046016954e189690" providerId="LiveId" clId="{294753C2-D399-4563-BFDD-611383F0A39C}" dt="2020-09-08T00:54:38.528" v="11566" actId="20577"/>
        <pc:sldMkLst>
          <pc:docMk/>
          <pc:sldMk cId="1845147858" sldId="399"/>
        </pc:sldMkLst>
        <pc:spChg chg="mod">
          <ac:chgData name="Gaston M. Feldman Tavani" userId="046016954e189690" providerId="LiveId" clId="{294753C2-D399-4563-BFDD-611383F0A39C}" dt="2020-09-08T00:54:38.528" v="11566" actId="20577"/>
          <ac:spMkLst>
            <pc:docMk/>
            <pc:sldMk cId="1845147858" sldId="399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08T00:53:50.124" v="11541" actId="22"/>
          <ac:spMkLst>
            <pc:docMk/>
            <pc:sldMk cId="1845147858" sldId="399"/>
            <ac:spMk id="5" creationId="{6BCE8087-5344-4B96-81CF-5E03DF6E9EC5}"/>
          </ac:spMkLst>
        </pc:spChg>
        <pc:picChg chg="del">
          <ac:chgData name="Gaston M. Feldman Tavani" userId="046016954e189690" providerId="LiveId" clId="{294753C2-D399-4563-BFDD-611383F0A39C}" dt="2020-09-08T00:53:40.015" v="11540" actId="478"/>
          <ac:picMkLst>
            <pc:docMk/>
            <pc:sldMk cId="1845147858" sldId="399"/>
            <ac:picMk id="4" creationId="{FBA6E456-E961-4263-878B-B8C94C800A31}"/>
          </ac:picMkLst>
        </pc:picChg>
        <pc:picChg chg="add mod ord">
          <ac:chgData name="Gaston M. Feldman Tavani" userId="046016954e189690" providerId="LiveId" clId="{294753C2-D399-4563-BFDD-611383F0A39C}" dt="2020-09-08T00:53:58.957" v="11544" actId="1076"/>
          <ac:picMkLst>
            <pc:docMk/>
            <pc:sldMk cId="1845147858" sldId="399"/>
            <ac:picMk id="7" creationId="{E7C68401-B530-4671-8682-E559534FA8A3}"/>
          </ac:picMkLst>
        </pc:picChg>
        <pc:picChg chg="add del mod">
          <ac:chgData name="Gaston M. Feldman Tavani" userId="046016954e189690" providerId="LiveId" clId="{294753C2-D399-4563-BFDD-611383F0A39C}" dt="2020-09-08T00:54:23.368" v="11551" actId="1076"/>
          <ac:picMkLst>
            <pc:docMk/>
            <pc:sldMk cId="1845147858" sldId="399"/>
            <ac:picMk id="9" creationId="{9A8BFF77-F7CE-44B6-88CD-EBD6564EF1BA}"/>
          </ac:picMkLst>
        </pc:picChg>
      </pc:sldChg>
      <pc:sldChg chg="addSp delSp modSp add mod">
        <pc:chgData name="Gaston M. Feldman Tavani" userId="046016954e189690" providerId="LiveId" clId="{294753C2-D399-4563-BFDD-611383F0A39C}" dt="2020-09-08T00:58:36.946" v="11610" actId="20577"/>
        <pc:sldMkLst>
          <pc:docMk/>
          <pc:sldMk cId="2059931913" sldId="400"/>
        </pc:sldMkLst>
        <pc:spChg chg="mod">
          <ac:chgData name="Gaston M. Feldman Tavani" userId="046016954e189690" providerId="LiveId" clId="{294753C2-D399-4563-BFDD-611383F0A39C}" dt="2020-09-08T00:58:36.946" v="11610" actId="20577"/>
          <ac:spMkLst>
            <pc:docMk/>
            <pc:sldMk cId="2059931913" sldId="400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08T00:55:00.150" v="11568" actId="22"/>
          <ac:spMkLst>
            <pc:docMk/>
            <pc:sldMk cId="2059931913" sldId="400"/>
            <ac:spMk id="4" creationId="{C5A02F2F-748C-410A-9746-904CBAF4A5D4}"/>
          </ac:spMkLst>
        </pc:spChg>
        <pc:spChg chg="add del mod">
          <ac:chgData name="Gaston M. Feldman Tavani" userId="046016954e189690" providerId="LiveId" clId="{294753C2-D399-4563-BFDD-611383F0A39C}" dt="2020-09-08T00:57:10.408" v="11580" actId="22"/>
          <ac:spMkLst>
            <pc:docMk/>
            <pc:sldMk cId="2059931913" sldId="400"/>
            <ac:spMk id="10" creationId="{0EE0DEAA-4536-406F-849D-396B5E80238D}"/>
          </ac:spMkLst>
        </pc:spChg>
        <pc:picChg chg="add del mod ord">
          <ac:chgData name="Gaston M. Feldman Tavani" userId="046016954e189690" providerId="LiveId" clId="{294753C2-D399-4563-BFDD-611383F0A39C}" dt="2020-09-08T00:57:02.563" v="11579" actId="478"/>
          <ac:picMkLst>
            <pc:docMk/>
            <pc:sldMk cId="2059931913" sldId="400"/>
            <ac:picMk id="6" creationId="{A5DA369E-D43D-4227-977D-55D7338CD4D5}"/>
          </ac:picMkLst>
        </pc:picChg>
        <pc:picChg chg="del">
          <ac:chgData name="Gaston M. Feldman Tavani" userId="046016954e189690" providerId="LiveId" clId="{294753C2-D399-4563-BFDD-611383F0A39C}" dt="2020-09-08T00:54:40.936" v="11567" actId="478"/>
          <ac:picMkLst>
            <pc:docMk/>
            <pc:sldMk cId="2059931913" sldId="400"/>
            <ac:picMk id="7" creationId="{E7C68401-B530-4671-8682-E559534FA8A3}"/>
          </ac:picMkLst>
        </pc:picChg>
        <pc:picChg chg="del">
          <ac:chgData name="Gaston M. Feldman Tavani" userId="046016954e189690" providerId="LiveId" clId="{294753C2-D399-4563-BFDD-611383F0A39C}" dt="2020-09-08T00:55:05.818" v="11571" actId="478"/>
          <ac:picMkLst>
            <pc:docMk/>
            <pc:sldMk cId="2059931913" sldId="400"/>
            <ac:picMk id="9" creationId="{9A8BFF77-F7CE-44B6-88CD-EBD6564EF1BA}"/>
          </ac:picMkLst>
        </pc:picChg>
        <pc:picChg chg="add mod ord">
          <ac:chgData name="Gaston M. Feldman Tavani" userId="046016954e189690" providerId="LiveId" clId="{294753C2-D399-4563-BFDD-611383F0A39C}" dt="2020-09-08T00:57:27.338" v="11595" actId="1076"/>
          <ac:picMkLst>
            <pc:docMk/>
            <pc:sldMk cId="2059931913" sldId="400"/>
            <ac:picMk id="12" creationId="{F4890339-C63F-4C53-AA7B-7DD0CBC8EEB5}"/>
          </ac:picMkLst>
        </pc:picChg>
      </pc:sldChg>
      <pc:sldMasterChg chg="modSldLayout">
        <pc:chgData name="Gaston M. Feldman Tavani" userId="046016954e189690" providerId="LiveId" clId="{294753C2-D399-4563-BFDD-611383F0A39C}" dt="2020-09-06T00:02:28.683" v="1474"/>
        <pc:sldMasterMkLst>
          <pc:docMk/>
          <pc:sldMasterMk cId="3032113515" sldId="2147483660"/>
        </pc:sldMasterMkLst>
        <pc:sldLayoutChg chg="modSp">
          <pc:chgData name="Gaston M. Feldman Tavani" userId="046016954e189690" providerId="LiveId" clId="{294753C2-D399-4563-BFDD-611383F0A39C}" dt="2020-09-06T00:02:28.683" v="1474"/>
          <pc:sldLayoutMkLst>
            <pc:docMk/>
            <pc:sldMasterMk cId="3032113515" sldId="2147483660"/>
            <pc:sldLayoutMk cId="4022252593" sldId="2147483669"/>
          </pc:sldLayoutMkLst>
          <pc:spChg chg="mod">
            <ac:chgData name="Gaston M. Feldman Tavani" userId="046016954e189690" providerId="LiveId" clId="{294753C2-D399-4563-BFDD-611383F0A39C}" dt="2020-09-06T00:02:28.683" v="1474"/>
            <ac:spMkLst>
              <pc:docMk/>
              <pc:sldMasterMk cId="3032113515" sldId="2147483660"/>
              <pc:sldLayoutMk cId="4022252593" sldId="2147483669"/>
              <ac:spMk id="3" creationId="{00000000-0000-0000-0000-000000000000}"/>
            </ac:spMkLst>
          </pc:spChg>
        </pc:sldLayoutChg>
      </pc:sldMasterChg>
    </pc:docChg>
  </pc:docChgLst>
  <pc:docChgLst>
    <pc:chgData name="gfeldmantavani@frba.utn.edu.ar" userId="adb3c291-72d7-446e-9e97-002b34a24de3" providerId="ADAL" clId="{D3244F02-E523-4FF7-AAEB-61DF4B65F7CD}"/>
    <pc:docChg chg="undo custSel addSld delSld modSld sldOrd">
      <pc:chgData name="gfeldmantavani@frba.utn.edu.ar" userId="adb3c291-72d7-446e-9e97-002b34a24de3" providerId="ADAL" clId="{D3244F02-E523-4FF7-AAEB-61DF4B65F7CD}" dt="2020-03-29T23:03:53.846" v="7275" actId="20577"/>
      <pc:docMkLst>
        <pc:docMk/>
      </pc:docMkLst>
      <pc:sldChg chg="modSp ord">
        <pc:chgData name="gfeldmantavani@frba.utn.edu.ar" userId="adb3c291-72d7-446e-9e97-002b34a24de3" providerId="ADAL" clId="{D3244F02-E523-4FF7-AAEB-61DF4B65F7CD}" dt="2020-03-29T19:32:13.790" v="390"/>
        <pc:sldMkLst>
          <pc:docMk/>
          <pc:sldMk cId="389099251" sldId="259"/>
        </pc:sldMkLst>
        <pc:spChg chg="mod">
          <ac:chgData name="gfeldmantavani@frba.utn.edu.ar" userId="adb3c291-72d7-446e-9e97-002b34a24de3" providerId="ADAL" clId="{D3244F02-E523-4FF7-AAEB-61DF4B65F7CD}" dt="2020-03-29T19:24:34.472" v="164" actId="20577"/>
          <ac:spMkLst>
            <pc:docMk/>
            <pc:sldMk cId="389099251" sldId="259"/>
            <ac:spMk id="2" creationId="{BAE08EE6-A9BC-4808-9DC5-4B5DF40E6B8D}"/>
          </ac:spMkLst>
        </pc:spChg>
      </pc:sldChg>
      <pc:sldChg chg="modSp">
        <pc:chgData name="gfeldmantavani@frba.utn.edu.ar" userId="adb3c291-72d7-446e-9e97-002b34a24de3" providerId="ADAL" clId="{D3244F02-E523-4FF7-AAEB-61DF4B65F7CD}" dt="2020-03-29T19:24:40.747" v="165"/>
        <pc:sldMkLst>
          <pc:docMk/>
          <pc:sldMk cId="3834803899" sldId="260"/>
        </pc:sldMkLst>
        <pc:spChg chg="mod">
          <ac:chgData name="gfeldmantavani@frba.utn.edu.ar" userId="adb3c291-72d7-446e-9e97-002b34a24de3" providerId="ADAL" clId="{D3244F02-E523-4FF7-AAEB-61DF4B65F7CD}" dt="2020-03-29T19:24:40.747" v="165"/>
          <ac:spMkLst>
            <pc:docMk/>
            <pc:sldMk cId="3834803899" sldId="260"/>
            <ac:spMk id="2" creationId="{328CA6D3-704F-4E67-8276-1F303757BECB}"/>
          </ac:spMkLst>
        </pc:spChg>
      </pc:sldChg>
      <pc:sldChg chg="modSp modAnim">
        <pc:chgData name="gfeldmantavani@frba.utn.edu.ar" userId="adb3c291-72d7-446e-9e97-002b34a24de3" providerId="ADAL" clId="{D3244F02-E523-4FF7-AAEB-61DF4B65F7CD}" dt="2020-03-29T22:40:29.079" v="6485" actId="20577"/>
        <pc:sldMkLst>
          <pc:docMk/>
          <pc:sldMk cId="2549017280" sldId="262"/>
        </pc:sldMkLst>
        <pc:spChg chg="mod">
          <ac:chgData name="gfeldmantavani@frba.utn.edu.ar" userId="adb3c291-72d7-446e-9e97-002b34a24de3" providerId="ADAL" clId="{D3244F02-E523-4FF7-AAEB-61DF4B65F7CD}" dt="2020-03-29T19:24:43.193" v="166"/>
          <ac:spMkLst>
            <pc:docMk/>
            <pc:sldMk cId="2549017280" sldId="262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2:40:29.079" v="6485" actId="20577"/>
          <ac:spMkLst>
            <pc:docMk/>
            <pc:sldMk cId="2549017280" sldId="262"/>
            <ac:spMk id="3" creationId="{2D4E2013-A5D5-4089-9694-91D9D721E8F8}"/>
          </ac:spMkLst>
        </pc:spChg>
      </pc:sldChg>
      <pc:sldChg chg="addSp delSp modSp addAnim delAnim modAnim">
        <pc:chgData name="gfeldmantavani@frba.utn.edu.ar" userId="adb3c291-72d7-446e-9e97-002b34a24de3" providerId="ADAL" clId="{D3244F02-E523-4FF7-AAEB-61DF4B65F7CD}" dt="2020-03-29T22:40:35.681" v="6487" actId="478"/>
        <pc:sldMkLst>
          <pc:docMk/>
          <pc:sldMk cId="1956143080" sldId="263"/>
        </pc:sldMkLst>
        <pc:spChg chg="mod">
          <ac:chgData name="gfeldmantavani@frba.utn.edu.ar" userId="adb3c291-72d7-446e-9e97-002b34a24de3" providerId="ADAL" clId="{D3244F02-E523-4FF7-AAEB-61DF4B65F7CD}" dt="2020-03-29T19:24:48.347" v="167"/>
          <ac:spMkLst>
            <pc:docMk/>
            <pc:sldMk cId="1956143080" sldId="263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19:16:54.330" v="14" actId="6549"/>
          <ac:spMkLst>
            <pc:docMk/>
            <pc:sldMk cId="1956143080" sldId="263"/>
            <ac:spMk id="3" creationId="{2D4E2013-A5D5-4089-9694-91D9D721E8F8}"/>
          </ac:spMkLst>
        </pc:spChg>
        <pc:picChg chg="add del mod">
          <ac:chgData name="gfeldmantavani@frba.utn.edu.ar" userId="adb3c291-72d7-446e-9e97-002b34a24de3" providerId="ADAL" clId="{D3244F02-E523-4FF7-AAEB-61DF4B65F7CD}" dt="2020-03-29T22:40:35.681" v="6487" actId="478"/>
          <ac:picMkLst>
            <pc:docMk/>
            <pc:sldMk cId="1956143080" sldId="263"/>
            <ac:picMk id="7" creationId="{6C9AE29C-823A-4238-9724-DC43EB4CDFE1}"/>
          </ac:picMkLst>
        </pc:picChg>
      </pc:sldChg>
      <pc:sldChg chg="modSp">
        <pc:chgData name="gfeldmantavani@frba.utn.edu.ar" userId="adb3c291-72d7-446e-9e97-002b34a24de3" providerId="ADAL" clId="{D3244F02-E523-4FF7-AAEB-61DF4B65F7CD}" dt="2020-03-29T19:25:02.514" v="177" actId="1038"/>
        <pc:sldMkLst>
          <pc:docMk/>
          <pc:sldMk cId="3626703957" sldId="264"/>
        </pc:sldMkLst>
        <pc:spChg chg="mod">
          <ac:chgData name="gfeldmantavani@frba.utn.edu.ar" userId="adb3c291-72d7-446e-9e97-002b34a24de3" providerId="ADAL" clId="{D3244F02-E523-4FF7-AAEB-61DF4B65F7CD}" dt="2020-03-29T19:24:56.142" v="169"/>
          <ac:spMkLst>
            <pc:docMk/>
            <pc:sldMk cId="3626703957" sldId="264"/>
            <ac:spMk id="2" creationId="{94FA6339-C1BA-4FCA-8087-5D2CB77D5C21}"/>
          </ac:spMkLst>
        </pc:spChg>
        <pc:picChg chg="mod">
          <ac:chgData name="gfeldmantavani@frba.utn.edu.ar" userId="adb3c291-72d7-446e-9e97-002b34a24de3" providerId="ADAL" clId="{D3244F02-E523-4FF7-AAEB-61DF4B65F7CD}" dt="2020-03-29T19:25:02.514" v="177" actId="1038"/>
          <ac:picMkLst>
            <pc:docMk/>
            <pc:sldMk cId="3626703957" sldId="264"/>
            <ac:picMk id="5" creationId="{67470365-BBE4-42FE-A0E3-79F27514665E}"/>
          </ac:picMkLst>
        </pc:picChg>
      </pc:sldChg>
      <pc:sldChg chg="modSp">
        <pc:chgData name="gfeldmantavani@frba.utn.edu.ar" userId="adb3c291-72d7-446e-9e97-002b34a24de3" providerId="ADAL" clId="{D3244F02-E523-4FF7-AAEB-61DF4B65F7CD}" dt="2020-03-29T19:25:07.749" v="178"/>
        <pc:sldMkLst>
          <pc:docMk/>
          <pc:sldMk cId="538775138" sldId="265"/>
        </pc:sldMkLst>
        <pc:spChg chg="mod">
          <ac:chgData name="gfeldmantavani@frba.utn.edu.ar" userId="adb3c291-72d7-446e-9e97-002b34a24de3" providerId="ADAL" clId="{D3244F02-E523-4FF7-AAEB-61DF4B65F7CD}" dt="2020-03-29T19:25:07.749" v="178"/>
          <ac:spMkLst>
            <pc:docMk/>
            <pc:sldMk cId="538775138" sldId="265"/>
            <ac:spMk id="2" creationId="{94FA6339-C1BA-4FCA-8087-5D2CB77D5C21}"/>
          </ac:spMkLst>
        </pc:spChg>
      </pc:sldChg>
      <pc:sldChg chg="modSp">
        <pc:chgData name="gfeldmantavani@frba.utn.edu.ar" userId="adb3c291-72d7-446e-9e97-002b34a24de3" providerId="ADAL" clId="{D3244F02-E523-4FF7-AAEB-61DF4B65F7CD}" dt="2020-03-29T19:25:10.053" v="179"/>
        <pc:sldMkLst>
          <pc:docMk/>
          <pc:sldMk cId="1888581881" sldId="266"/>
        </pc:sldMkLst>
        <pc:spChg chg="mod">
          <ac:chgData name="gfeldmantavani@frba.utn.edu.ar" userId="adb3c291-72d7-446e-9e97-002b34a24de3" providerId="ADAL" clId="{D3244F02-E523-4FF7-AAEB-61DF4B65F7CD}" dt="2020-03-29T19:25:10.053" v="179"/>
          <ac:spMkLst>
            <pc:docMk/>
            <pc:sldMk cId="1888581881" sldId="266"/>
            <ac:spMk id="2" creationId="{94FA6339-C1BA-4FCA-8087-5D2CB77D5C21}"/>
          </ac:spMkLst>
        </pc:spChg>
      </pc:sldChg>
      <pc:sldChg chg="modSp">
        <pc:chgData name="gfeldmantavani@frba.utn.edu.ar" userId="adb3c291-72d7-446e-9e97-002b34a24de3" providerId="ADAL" clId="{D3244F02-E523-4FF7-AAEB-61DF4B65F7CD}" dt="2020-03-29T20:42:11.306" v="1783" actId="1035"/>
        <pc:sldMkLst>
          <pc:docMk/>
          <pc:sldMk cId="4184028695" sldId="267"/>
        </pc:sldMkLst>
        <pc:spChg chg="mod">
          <ac:chgData name="gfeldmantavani@frba.utn.edu.ar" userId="adb3c291-72d7-446e-9e97-002b34a24de3" providerId="ADAL" clId="{D3244F02-E523-4FF7-AAEB-61DF4B65F7CD}" dt="2020-03-29T19:25:20.045" v="181"/>
          <ac:spMkLst>
            <pc:docMk/>
            <pc:sldMk cId="4184028695" sldId="267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0:41:50.605" v="1777" actId="20577"/>
          <ac:spMkLst>
            <pc:docMk/>
            <pc:sldMk cId="4184028695" sldId="267"/>
            <ac:spMk id="3" creationId="{2D4E2013-A5D5-4089-9694-91D9D721E8F8}"/>
          </ac:spMkLst>
        </pc:spChg>
        <pc:spChg chg="mod">
          <ac:chgData name="gfeldmantavani@frba.utn.edu.ar" userId="adb3c291-72d7-446e-9e97-002b34a24de3" providerId="ADAL" clId="{D3244F02-E523-4FF7-AAEB-61DF4B65F7CD}" dt="2020-03-29T19:26:12.984" v="194" actId="1076"/>
          <ac:spMkLst>
            <pc:docMk/>
            <pc:sldMk cId="4184028695" sldId="267"/>
            <ac:spMk id="6" creationId="{8F7ED8F9-5771-42B0-B23E-72E31A782027}"/>
          </ac:spMkLst>
        </pc:spChg>
        <pc:picChg chg="mod">
          <ac:chgData name="gfeldmantavani@frba.utn.edu.ar" userId="adb3c291-72d7-446e-9e97-002b34a24de3" providerId="ADAL" clId="{D3244F02-E523-4FF7-AAEB-61DF4B65F7CD}" dt="2020-03-29T20:42:02.482" v="1778" actId="1076"/>
          <ac:picMkLst>
            <pc:docMk/>
            <pc:sldMk cId="4184028695" sldId="267"/>
            <ac:picMk id="5" creationId="{BAA1EB7E-9AA7-4363-97B2-88942DFBD741}"/>
          </ac:picMkLst>
        </pc:picChg>
        <pc:picChg chg="mod">
          <ac:chgData name="gfeldmantavani@frba.utn.edu.ar" userId="adb3c291-72d7-446e-9e97-002b34a24de3" providerId="ADAL" clId="{D3244F02-E523-4FF7-AAEB-61DF4B65F7CD}" dt="2020-03-29T20:42:11.306" v="1783" actId="1035"/>
          <ac:picMkLst>
            <pc:docMk/>
            <pc:sldMk cId="4184028695" sldId="267"/>
            <ac:picMk id="7" creationId="{3C3907A2-8734-4A9A-B74C-28CAE81954C7}"/>
          </ac:picMkLst>
        </pc:picChg>
      </pc:sldChg>
      <pc:sldChg chg="modSp">
        <pc:chgData name="gfeldmantavani@frba.utn.edu.ar" userId="adb3c291-72d7-446e-9e97-002b34a24de3" providerId="ADAL" clId="{D3244F02-E523-4FF7-AAEB-61DF4B65F7CD}" dt="2020-03-29T23:00:23.536" v="6879" actId="1036"/>
        <pc:sldMkLst>
          <pc:docMk/>
          <pc:sldMk cId="2327263591" sldId="268"/>
        </pc:sldMkLst>
        <pc:spChg chg="mod">
          <ac:chgData name="gfeldmantavani@frba.utn.edu.ar" userId="adb3c291-72d7-446e-9e97-002b34a24de3" providerId="ADAL" clId="{D3244F02-E523-4FF7-AAEB-61DF4B65F7CD}" dt="2020-03-29T22:59:28.910" v="6870" actId="14100"/>
          <ac:spMkLst>
            <pc:docMk/>
            <pc:sldMk cId="2327263591" sldId="268"/>
            <ac:spMk id="3" creationId="{2D4E2013-A5D5-4089-9694-91D9D721E8F8}"/>
          </ac:spMkLst>
        </pc:spChg>
        <pc:spChg chg="mod">
          <ac:chgData name="gfeldmantavani@frba.utn.edu.ar" userId="adb3c291-72d7-446e-9e97-002b34a24de3" providerId="ADAL" clId="{D3244F02-E523-4FF7-AAEB-61DF4B65F7CD}" dt="2020-03-29T20:41:35.754" v="1771" actId="1035"/>
          <ac:spMkLst>
            <pc:docMk/>
            <pc:sldMk cId="2327263591" sldId="268"/>
            <ac:spMk id="11" creationId="{8615981A-0BFC-4360-A9C6-B847CD0CF54C}"/>
          </ac:spMkLst>
        </pc:spChg>
        <pc:spChg chg="mod">
          <ac:chgData name="gfeldmantavani@frba.utn.edu.ar" userId="adb3c291-72d7-446e-9e97-002b34a24de3" providerId="ADAL" clId="{D3244F02-E523-4FF7-AAEB-61DF4B65F7CD}" dt="2020-03-29T23:00:23.536" v="6879" actId="1036"/>
          <ac:spMkLst>
            <pc:docMk/>
            <pc:sldMk cId="2327263591" sldId="268"/>
            <ac:spMk id="12" creationId="{3DA89425-1036-4D1B-A362-C78E561E81D1}"/>
          </ac:spMkLst>
        </pc:spChg>
        <pc:picChg chg="mod">
          <ac:chgData name="gfeldmantavani@frba.utn.edu.ar" userId="adb3c291-72d7-446e-9e97-002b34a24de3" providerId="ADAL" clId="{D3244F02-E523-4FF7-AAEB-61DF4B65F7CD}" dt="2020-03-29T20:41:32.337" v="1765" actId="1076"/>
          <ac:picMkLst>
            <pc:docMk/>
            <pc:sldMk cId="2327263591" sldId="268"/>
            <ac:picMk id="9" creationId="{7ADB488F-18C4-4070-8FDF-BC0CF6D050EE}"/>
          </ac:picMkLst>
        </pc:picChg>
      </pc:sldChg>
      <pc:sldChg chg="modSp">
        <pc:chgData name="gfeldmantavani@frba.utn.edu.ar" userId="adb3c291-72d7-446e-9e97-002b34a24de3" providerId="ADAL" clId="{D3244F02-E523-4FF7-AAEB-61DF4B65F7CD}" dt="2020-03-29T19:21:02.665" v="67"/>
        <pc:sldMkLst>
          <pc:docMk/>
          <pc:sldMk cId="386316203" sldId="271"/>
        </pc:sldMkLst>
        <pc:spChg chg="mod">
          <ac:chgData name="gfeldmantavani@frba.utn.edu.ar" userId="adb3c291-72d7-446e-9e97-002b34a24de3" providerId="ADAL" clId="{D3244F02-E523-4FF7-AAEB-61DF4B65F7CD}" dt="2020-03-29T19:21:02.665" v="67"/>
          <ac:spMkLst>
            <pc:docMk/>
            <pc:sldMk cId="386316203" sldId="271"/>
            <ac:spMk id="3" creationId="{2D4E2013-A5D5-4089-9694-91D9D721E8F8}"/>
          </ac:spMkLst>
        </pc:spChg>
      </pc:sldChg>
      <pc:sldChg chg="modSp">
        <pc:chgData name="gfeldmantavani@frba.utn.edu.ar" userId="adb3c291-72d7-446e-9e97-002b34a24de3" providerId="ADAL" clId="{D3244F02-E523-4FF7-AAEB-61DF4B65F7CD}" dt="2020-03-29T19:24:11.391" v="135" actId="20577"/>
        <pc:sldMkLst>
          <pc:docMk/>
          <pc:sldMk cId="2663759566" sldId="274"/>
        </pc:sldMkLst>
        <pc:spChg chg="mod">
          <ac:chgData name="gfeldmantavani@frba.utn.edu.ar" userId="adb3c291-72d7-446e-9e97-002b34a24de3" providerId="ADAL" clId="{D3244F02-E523-4FF7-AAEB-61DF4B65F7CD}" dt="2020-03-29T19:24:11.391" v="135" actId="20577"/>
          <ac:spMkLst>
            <pc:docMk/>
            <pc:sldMk cId="2663759566" sldId="274"/>
            <ac:spMk id="3" creationId="{2D4E2013-A5D5-4089-9694-91D9D721E8F8}"/>
          </ac:spMkLst>
        </pc:spChg>
      </pc:sldChg>
      <pc:sldChg chg="modSp">
        <pc:chgData name="gfeldmantavani@frba.utn.edu.ar" userId="adb3c291-72d7-446e-9e97-002b34a24de3" providerId="ADAL" clId="{D3244F02-E523-4FF7-AAEB-61DF4B65F7CD}" dt="2020-03-29T21:03:03.271" v="2474" actId="20577"/>
        <pc:sldMkLst>
          <pc:docMk/>
          <pc:sldMk cId="2547273234" sldId="276"/>
        </pc:sldMkLst>
        <pc:spChg chg="mod">
          <ac:chgData name="gfeldmantavani@frba.utn.edu.ar" userId="adb3c291-72d7-446e-9e97-002b34a24de3" providerId="ADAL" clId="{D3244F02-E523-4FF7-AAEB-61DF4B65F7CD}" dt="2020-03-29T21:03:03.271" v="2474" actId="20577"/>
          <ac:spMkLst>
            <pc:docMk/>
            <pc:sldMk cId="2547273234" sldId="276"/>
            <ac:spMk id="3" creationId="{2D4E2013-A5D5-4089-9694-91D9D721E8F8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0:18:37.732" v="1219" actId="20577"/>
        <pc:sldMkLst>
          <pc:docMk/>
          <pc:sldMk cId="2302504268" sldId="277"/>
        </pc:sldMkLst>
        <pc:spChg chg="mod">
          <ac:chgData name="gfeldmantavani@frba.utn.edu.ar" userId="adb3c291-72d7-446e-9e97-002b34a24de3" providerId="ADAL" clId="{D3244F02-E523-4FF7-AAEB-61DF4B65F7CD}" dt="2020-03-29T20:18:37.732" v="1219" actId="20577"/>
          <ac:spMkLst>
            <pc:docMk/>
            <pc:sldMk cId="2302504268" sldId="277"/>
            <ac:spMk id="2" creationId="{3922307B-95AD-4E8A-B255-800A6B97B9AC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19:29:57.929" v="265" actId="20577"/>
        <pc:sldMkLst>
          <pc:docMk/>
          <pc:sldMk cId="3073501636" sldId="278"/>
        </pc:sldMkLst>
        <pc:spChg chg="mod">
          <ac:chgData name="gfeldmantavani@frba.utn.edu.ar" userId="adb3c291-72d7-446e-9e97-002b34a24de3" providerId="ADAL" clId="{D3244F02-E523-4FF7-AAEB-61DF4B65F7CD}" dt="2020-03-29T19:29:57.929" v="265" actId="20577"/>
          <ac:spMkLst>
            <pc:docMk/>
            <pc:sldMk cId="3073501636" sldId="278"/>
            <ac:spMk id="2" creationId="{BDF203C0-507A-4B16-93A4-886AC72CE895}"/>
          </ac:spMkLst>
        </pc:spChg>
      </pc:sldChg>
      <pc:sldChg chg="addSp delSp modSp add ord addAnim delAnim modAnim">
        <pc:chgData name="gfeldmantavani@frba.utn.edu.ar" userId="adb3c291-72d7-446e-9e97-002b34a24de3" providerId="ADAL" clId="{D3244F02-E523-4FF7-AAEB-61DF4B65F7CD}" dt="2020-03-29T22:41:25.727" v="6493" actId="1076"/>
        <pc:sldMkLst>
          <pc:docMk/>
          <pc:sldMk cId="1734377852" sldId="279"/>
        </pc:sldMkLst>
        <pc:spChg chg="mod">
          <ac:chgData name="gfeldmantavani@frba.utn.edu.ar" userId="adb3c291-72d7-446e-9e97-002b34a24de3" providerId="ADAL" clId="{D3244F02-E523-4FF7-AAEB-61DF4B65F7CD}" dt="2020-03-29T19:30:20.350" v="274" actId="20577"/>
          <ac:spMkLst>
            <pc:docMk/>
            <pc:sldMk cId="1734377852" sldId="279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2:41:20.152" v="6492" actId="6549"/>
          <ac:spMkLst>
            <pc:docMk/>
            <pc:sldMk cId="1734377852" sldId="279"/>
            <ac:spMk id="3" creationId="{2D4E2013-A5D5-4089-9694-91D9D721E8F8}"/>
          </ac:spMkLst>
        </pc:spChg>
        <pc:spChg chg="add mod">
          <ac:chgData name="gfeldmantavani@frba.utn.edu.ar" userId="adb3c291-72d7-446e-9e97-002b34a24de3" providerId="ADAL" clId="{D3244F02-E523-4FF7-AAEB-61DF4B65F7CD}" dt="2020-03-29T19:52:00.217" v="918" actId="1076"/>
          <ac:spMkLst>
            <pc:docMk/>
            <pc:sldMk cId="1734377852" sldId="279"/>
            <ac:spMk id="5" creationId="{FD01D85F-413E-483C-B02D-A7B70202002A}"/>
          </ac:spMkLst>
        </pc:spChg>
        <pc:spChg chg="add mod">
          <ac:chgData name="gfeldmantavani@frba.utn.edu.ar" userId="adb3c291-72d7-446e-9e97-002b34a24de3" providerId="ADAL" clId="{D3244F02-E523-4FF7-AAEB-61DF4B65F7CD}" dt="2020-03-29T19:51:50.298" v="914" actId="1035"/>
          <ac:spMkLst>
            <pc:docMk/>
            <pc:sldMk cId="1734377852" sldId="279"/>
            <ac:spMk id="6" creationId="{F3F92214-4728-4843-8068-E80B7E897444}"/>
          </ac:spMkLst>
        </pc:spChg>
        <pc:picChg chg="add del mod">
          <ac:chgData name="gfeldmantavani@frba.utn.edu.ar" userId="adb3c291-72d7-446e-9e97-002b34a24de3" providerId="ADAL" clId="{D3244F02-E523-4FF7-AAEB-61DF4B65F7CD}" dt="2020-03-29T22:41:25.727" v="6493" actId="1076"/>
          <ac:picMkLst>
            <pc:docMk/>
            <pc:sldMk cId="1734377852" sldId="279"/>
            <ac:picMk id="4" creationId="{8A9822FB-6AFB-4C8F-BA99-83D3735B27CD}"/>
          </ac:picMkLst>
        </pc:picChg>
      </pc:sldChg>
      <pc:sldChg chg="addSp delSp modSp add modAnim">
        <pc:chgData name="gfeldmantavani@frba.utn.edu.ar" userId="adb3c291-72d7-446e-9e97-002b34a24de3" providerId="ADAL" clId="{D3244F02-E523-4FF7-AAEB-61DF4B65F7CD}" dt="2020-03-29T20:09:22.030" v="1180" actId="20577"/>
        <pc:sldMkLst>
          <pc:docMk/>
          <pc:sldMk cId="3066697325" sldId="280"/>
        </pc:sldMkLst>
        <pc:spChg chg="mod">
          <ac:chgData name="gfeldmantavani@frba.utn.edu.ar" userId="adb3c291-72d7-446e-9e97-002b34a24de3" providerId="ADAL" clId="{D3244F02-E523-4FF7-AAEB-61DF4B65F7CD}" dt="2020-03-29T20:09:22.030" v="1180" actId="20577"/>
          <ac:spMkLst>
            <pc:docMk/>
            <pc:sldMk cId="3066697325" sldId="280"/>
            <ac:spMk id="3" creationId="{2D4E2013-A5D5-4089-9694-91D9D721E8F8}"/>
          </ac:spMkLst>
        </pc:spChg>
        <pc:picChg chg="add del">
          <ac:chgData name="gfeldmantavani@frba.utn.edu.ar" userId="adb3c291-72d7-446e-9e97-002b34a24de3" providerId="ADAL" clId="{D3244F02-E523-4FF7-AAEB-61DF4B65F7CD}" dt="2020-03-29T20:04:36.967" v="1104"/>
          <ac:picMkLst>
            <pc:docMk/>
            <pc:sldMk cId="3066697325" sldId="280"/>
            <ac:picMk id="4" creationId="{7A7B2B8B-D2F9-4840-9377-F4F7C3AE1F3C}"/>
          </ac:picMkLst>
        </pc:picChg>
      </pc:sldChg>
      <pc:sldChg chg="modSp add ord">
        <pc:chgData name="gfeldmantavani@frba.utn.edu.ar" userId="adb3c291-72d7-446e-9e97-002b34a24de3" providerId="ADAL" clId="{D3244F02-E523-4FF7-AAEB-61DF4B65F7CD}" dt="2020-03-29T20:18:28.571" v="1203" actId="20577"/>
        <pc:sldMkLst>
          <pc:docMk/>
          <pc:sldMk cId="1265280272" sldId="281"/>
        </pc:sldMkLst>
        <pc:spChg chg="mod">
          <ac:chgData name="gfeldmantavani@frba.utn.edu.ar" userId="adb3c291-72d7-446e-9e97-002b34a24de3" providerId="ADAL" clId="{D3244F02-E523-4FF7-AAEB-61DF4B65F7CD}" dt="2020-03-29T20:18:28.571" v="1203" actId="20577"/>
          <ac:spMkLst>
            <pc:docMk/>
            <pc:sldMk cId="1265280272" sldId="281"/>
            <ac:spMk id="2" creationId="{BDF203C0-507A-4B16-93A4-886AC72CE895}"/>
          </ac:spMkLst>
        </pc:spChg>
      </pc:sldChg>
      <pc:sldChg chg="addSp delSp modSp add">
        <pc:chgData name="gfeldmantavani@frba.utn.edu.ar" userId="adb3c291-72d7-446e-9e97-002b34a24de3" providerId="ADAL" clId="{D3244F02-E523-4FF7-AAEB-61DF4B65F7CD}" dt="2020-03-29T20:19:39.305" v="1234" actId="1076"/>
        <pc:sldMkLst>
          <pc:docMk/>
          <pc:sldMk cId="2381742549" sldId="282"/>
        </pc:sldMkLst>
        <pc:spChg chg="mod">
          <ac:chgData name="gfeldmantavani@frba.utn.edu.ar" userId="adb3c291-72d7-446e-9e97-002b34a24de3" providerId="ADAL" clId="{D3244F02-E523-4FF7-AAEB-61DF4B65F7CD}" dt="2020-03-29T20:18:56.731" v="1228" actId="20577"/>
          <ac:spMkLst>
            <pc:docMk/>
            <pc:sldMk cId="2381742549" sldId="282"/>
            <ac:spMk id="2" creationId="{BAE08EE6-A9BC-4808-9DC5-4B5DF40E6B8D}"/>
          </ac:spMkLst>
        </pc:spChg>
        <pc:spChg chg="del mod">
          <ac:chgData name="gfeldmantavani@frba.utn.edu.ar" userId="adb3c291-72d7-446e-9e97-002b34a24de3" providerId="ADAL" clId="{D3244F02-E523-4FF7-AAEB-61DF4B65F7CD}" dt="2020-03-29T20:19:08.967" v="1231"/>
          <ac:spMkLst>
            <pc:docMk/>
            <pc:sldMk cId="2381742549" sldId="282"/>
            <ac:spMk id="4" creationId="{920F6F81-E834-40F4-8CBC-31F66BF0A9C7}"/>
          </ac:spMkLst>
        </pc:spChg>
        <pc:spChg chg="add del mod">
          <ac:chgData name="gfeldmantavani@frba.utn.edu.ar" userId="adb3c291-72d7-446e-9e97-002b34a24de3" providerId="ADAL" clId="{D3244F02-E523-4FF7-AAEB-61DF4B65F7CD}" dt="2020-03-29T20:19:08.967" v="1231"/>
          <ac:spMkLst>
            <pc:docMk/>
            <pc:sldMk cId="2381742549" sldId="282"/>
            <ac:spMk id="6" creationId="{2A5645EB-DA2F-4178-AD46-02D411B8E08C}"/>
          </ac:spMkLst>
        </pc:spChg>
        <pc:spChg chg="add del mod">
          <ac:chgData name="gfeldmantavani@frba.utn.edu.ar" userId="adb3c291-72d7-446e-9e97-002b34a24de3" providerId="ADAL" clId="{D3244F02-E523-4FF7-AAEB-61DF4B65F7CD}" dt="2020-03-29T20:19:33.517" v="1232"/>
          <ac:spMkLst>
            <pc:docMk/>
            <pc:sldMk cId="2381742549" sldId="282"/>
            <ac:spMk id="7" creationId="{33E00050-29A8-41D4-A5D2-52F16686BFEE}"/>
          </ac:spMkLst>
        </pc:spChg>
        <pc:picChg chg="del">
          <ac:chgData name="gfeldmantavani@frba.utn.edu.ar" userId="adb3c291-72d7-446e-9e97-002b34a24de3" providerId="ADAL" clId="{D3244F02-E523-4FF7-AAEB-61DF4B65F7CD}" dt="2020-03-29T20:18:58.623" v="1229" actId="478"/>
          <ac:picMkLst>
            <pc:docMk/>
            <pc:sldMk cId="2381742549" sldId="282"/>
            <ac:picMk id="5" creationId="{20A76AB5-D6CD-4C54-A187-DE7DEE65B0BE}"/>
          </ac:picMkLst>
        </pc:picChg>
        <pc:picChg chg="add mod">
          <ac:chgData name="gfeldmantavani@frba.utn.edu.ar" userId="adb3c291-72d7-446e-9e97-002b34a24de3" providerId="ADAL" clId="{D3244F02-E523-4FF7-AAEB-61DF4B65F7CD}" dt="2020-03-29T20:19:39.305" v="1234" actId="1076"/>
          <ac:picMkLst>
            <pc:docMk/>
            <pc:sldMk cId="2381742549" sldId="282"/>
            <ac:picMk id="8" creationId="{AAECA604-420E-4A13-AB8E-FBFA148FCA39}"/>
          </ac:picMkLst>
        </pc:picChg>
      </pc:sldChg>
      <pc:sldChg chg="modSp add">
        <pc:chgData name="gfeldmantavani@frba.utn.edu.ar" userId="adb3c291-72d7-446e-9e97-002b34a24de3" providerId="ADAL" clId="{D3244F02-E523-4FF7-AAEB-61DF4B65F7CD}" dt="2020-03-29T20:22:10.503" v="1445" actId="20577"/>
        <pc:sldMkLst>
          <pc:docMk/>
          <pc:sldMk cId="3948034469" sldId="283"/>
        </pc:sldMkLst>
        <pc:spChg chg="mod">
          <ac:chgData name="gfeldmantavani@frba.utn.edu.ar" userId="adb3c291-72d7-446e-9e97-002b34a24de3" providerId="ADAL" clId="{D3244F02-E523-4FF7-AAEB-61DF4B65F7CD}" dt="2020-03-29T20:19:57.910" v="1236"/>
          <ac:spMkLst>
            <pc:docMk/>
            <pc:sldMk cId="3948034469" sldId="283"/>
            <ac:spMk id="2" creationId="{AF8655A5-0DD8-450A-B3B1-51B64579E01C}"/>
          </ac:spMkLst>
        </pc:spChg>
        <pc:spChg chg="mod">
          <ac:chgData name="gfeldmantavani@frba.utn.edu.ar" userId="adb3c291-72d7-446e-9e97-002b34a24de3" providerId="ADAL" clId="{D3244F02-E523-4FF7-AAEB-61DF4B65F7CD}" dt="2020-03-29T20:22:10.503" v="1445" actId="20577"/>
          <ac:spMkLst>
            <pc:docMk/>
            <pc:sldMk cId="3948034469" sldId="283"/>
            <ac:spMk id="3" creationId="{0904FB9F-8FFC-475C-B8F7-953E3619DD22}"/>
          </ac:spMkLst>
        </pc:spChg>
      </pc:sldChg>
      <pc:sldChg chg="addSp delSp modSp add">
        <pc:chgData name="gfeldmantavani@frba.utn.edu.ar" userId="adb3c291-72d7-446e-9e97-002b34a24de3" providerId="ADAL" clId="{D3244F02-E523-4FF7-AAEB-61DF4B65F7CD}" dt="2020-03-29T20:26:57.278" v="1512" actId="6549"/>
        <pc:sldMkLst>
          <pc:docMk/>
          <pc:sldMk cId="3838508197" sldId="284"/>
        </pc:sldMkLst>
        <pc:spChg chg="mod">
          <ac:chgData name="gfeldmantavani@frba.utn.edu.ar" userId="adb3c291-72d7-446e-9e97-002b34a24de3" providerId="ADAL" clId="{D3244F02-E523-4FF7-AAEB-61DF4B65F7CD}" dt="2020-03-29T20:24:04.014" v="1452" actId="20577"/>
          <ac:spMkLst>
            <pc:docMk/>
            <pc:sldMk cId="3838508197" sldId="284"/>
            <ac:spMk id="2" creationId="{C42B28EF-5351-4921-B916-04C103452BFB}"/>
          </ac:spMkLst>
        </pc:spChg>
        <pc:spChg chg="del">
          <ac:chgData name="gfeldmantavani@frba.utn.edu.ar" userId="adb3c291-72d7-446e-9e97-002b34a24de3" providerId="ADAL" clId="{D3244F02-E523-4FF7-AAEB-61DF4B65F7CD}" dt="2020-03-29T20:24:08.323" v="1453"/>
          <ac:spMkLst>
            <pc:docMk/>
            <pc:sldMk cId="3838508197" sldId="284"/>
            <ac:spMk id="3" creationId="{73440B46-A809-40D7-9A8E-63DD50F41343}"/>
          </ac:spMkLst>
        </pc:spChg>
        <pc:spChg chg="add del mod">
          <ac:chgData name="gfeldmantavani@frba.utn.edu.ar" userId="adb3c291-72d7-446e-9e97-002b34a24de3" providerId="ADAL" clId="{D3244F02-E523-4FF7-AAEB-61DF4B65F7CD}" dt="2020-03-29T20:24:54.974" v="1460"/>
          <ac:spMkLst>
            <pc:docMk/>
            <pc:sldMk cId="3838508197" sldId="284"/>
            <ac:spMk id="4" creationId="{B5C4AA81-6B6E-42BC-B4E1-8D4290A17FC8}"/>
          </ac:spMkLst>
        </pc:spChg>
        <pc:spChg chg="add mod">
          <ac:chgData name="gfeldmantavani@frba.utn.edu.ar" userId="adb3c291-72d7-446e-9e97-002b34a24de3" providerId="ADAL" clId="{D3244F02-E523-4FF7-AAEB-61DF4B65F7CD}" dt="2020-03-29T20:26:57.278" v="1512" actId="6549"/>
          <ac:spMkLst>
            <pc:docMk/>
            <pc:sldMk cId="3838508197" sldId="284"/>
            <ac:spMk id="5" creationId="{873240B6-87FC-493D-AE3B-E795C21132D6}"/>
          </ac:spMkLst>
        </pc:spChg>
        <pc:graphicFrameChg chg="del mod">
          <ac:chgData name="gfeldmantavani@frba.utn.edu.ar" userId="adb3c291-72d7-446e-9e97-002b34a24de3" providerId="ADAL" clId="{D3244F02-E523-4FF7-AAEB-61DF4B65F7CD}" dt="2020-03-29T20:24:54.018" v="1459" actId="21"/>
          <ac:graphicFrameMkLst>
            <pc:docMk/>
            <pc:sldMk cId="3838508197" sldId="284"/>
            <ac:graphicFrameMk id="7" creationId="{702372BB-134D-452D-9801-FFF09E94D6AB}"/>
          </ac:graphicFrameMkLst>
        </pc:graphicFrameChg>
        <pc:graphicFrameChg chg="add mod">
          <ac:chgData name="gfeldmantavani@frba.utn.edu.ar" userId="adb3c291-72d7-446e-9e97-002b34a24de3" providerId="ADAL" clId="{D3244F02-E523-4FF7-AAEB-61DF4B65F7CD}" dt="2020-03-29T20:24:54.974" v="1460"/>
          <ac:graphicFrameMkLst>
            <pc:docMk/>
            <pc:sldMk cId="3838508197" sldId="284"/>
            <ac:graphicFrameMk id="8" creationId="{4F8197C8-3CE1-4AD0-ADC4-4703E8DF7AFB}"/>
          </ac:graphicFrameMkLst>
        </pc:graphicFrameChg>
        <pc:picChg chg="add del mod">
          <ac:chgData name="gfeldmantavani@frba.utn.edu.ar" userId="adb3c291-72d7-446e-9e97-002b34a24de3" providerId="ADAL" clId="{D3244F02-E523-4FF7-AAEB-61DF4B65F7CD}" dt="2020-03-29T20:24:28.306" v="1455"/>
          <ac:picMkLst>
            <pc:docMk/>
            <pc:sldMk cId="3838508197" sldId="284"/>
            <ac:picMk id="6" creationId="{87568FAA-3295-443E-9750-7930EE7C26F0}"/>
          </ac:picMkLst>
        </pc:picChg>
      </pc:sldChg>
      <pc:sldChg chg="modSp add">
        <pc:chgData name="gfeldmantavani@frba.utn.edu.ar" userId="adb3c291-72d7-446e-9e97-002b34a24de3" providerId="ADAL" clId="{D3244F02-E523-4FF7-AAEB-61DF4B65F7CD}" dt="2020-03-29T21:59:56.426" v="5427" actId="20577"/>
        <pc:sldMkLst>
          <pc:docMk/>
          <pc:sldMk cId="485098168" sldId="285"/>
        </pc:sldMkLst>
        <pc:spChg chg="mod">
          <ac:chgData name="gfeldmantavani@frba.utn.edu.ar" userId="adb3c291-72d7-446e-9e97-002b34a24de3" providerId="ADAL" clId="{D3244F02-E523-4FF7-AAEB-61DF4B65F7CD}" dt="2020-03-29T20:27:22.369" v="1514"/>
          <ac:spMkLst>
            <pc:docMk/>
            <pc:sldMk cId="485098168" sldId="285"/>
            <ac:spMk id="2" creationId="{D2C0DF53-02FD-495A-AAF7-FB8E6EC99FE5}"/>
          </ac:spMkLst>
        </pc:spChg>
        <pc:spChg chg="mod">
          <ac:chgData name="gfeldmantavani@frba.utn.edu.ar" userId="adb3c291-72d7-446e-9e97-002b34a24de3" providerId="ADAL" clId="{D3244F02-E523-4FF7-AAEB-61DF4B65F7CD}" dt="2020-03-29T21:59:56.426" v="5427" actId="20577"/>
          <ac:spMkLst>
            <pc:docMk/>
            <pc:sldMk cId="485098168" sldId="285"/>
            <ac:spMk id="3" creationId="{7E84A2A4-587D-45A1-BDE8-19C538D52181}"/>
          </ac:spMkLst>
        </pc:spChg>
      </pc:sldChg>
      <pc:sldChg chg="addSp delSp modSp add del delAnim modAnim">
        <pc:chgData name="gfeldmantavani@frba.utn.edu.ar" userId="adb3c291-72d7-446e-9e97-002b34a24de3" providerId="ADAL" clId="{D3244F02-E523-4FF7-AAEB-61DF4B65F7CD}" dt="2020-03-29T20:28:04.229" v="1620" actId="47"/>
        <pc:sldMkLst>
          <pc:docMk/>
          <pc:sldMk cId="647768831" sldId="286"/>
        </pc:sldMkLst>
        <pc:picChg chg="add del mod">
          <ac:chgData name="gfeldmantavani@frba.utn.edu.ar" userId="adb3c291-72d7-446e-9e97-002b34a24de3" providerId="ADAL" clId="{D3244F02-E523-4FF7-AAEB-61DF4B65F7CD}" dt="2020-03-29T20:28:02.603" v="1619" actId="478"/>
          <ac:picMkLst>
            <pc:docMk/>
            <pc:sldMk cId="647768831" sldId="286"/>
            <ac:picMk id="4" creationId="{E5B0328E-35A9-4D1B-B025-29DAA02A24F0}"/>
          </ac:picMkLst>
        </pc:picChg>
      </pc:sldChg>
      <pc:sldChg chg="delSp modSp add del delAnim">
        <pc:chgData name="gfeldmantavani@frba.utn.edu.ar" userId="adb3c291-72d7-446e-9e97-002b34a24de3" providerId="ADAL" clId="{D3244F02-E523-4FF7-AAEB-61DF4B65F7CD}" dt="2020-03-29T20:45:23.210" v="1881" actId="47"/>
        <pc:sldMkLst>
          <pc:docMk/>
          <pc:sldMk cId="1774216485" sldId="286"/>
        </pc:sldMkLst>
        <pc:picChg chg="mod">
          <ac:chgData name="gfeldmantavani@frba.utn.edu.ar" userId="adb3c291-72d7-446e-9e97-002b34a24de3" providerId="ADAL" clId="{D3244F02-E523-4FF7-AAEB-61DF4B65F7CD}" dt="2020-03-29T20:28:23.775" v="1623" actId="1076"/>
          <ac:picMkLst>
            <pc:docMk/>
            <pc:sldMk cId="1774216485" sldId="286"/>
            <ac:picMk id="5" creationId="{BAA1EB7E-9AA7-4363-97B2-88942DFBD741}"/>
          </ac:picMkLst>
        </pc:picChg>
        <pc:picChg chg="del mod">
          <ac:chgData name="gfeldmantavani@frba.utn.edu.ar" userId="adb3c291-72d7-446e-9e97-002b34a24de3" providerId="ADAL" clId="{D3244F02-E523-4FF7-AAEB-61DF4B65F7CD}" dt="2020-03-29T20:45:21.286" v="1880" actId="478"/>
          <ac:picMkLst>
            <pc:docMk/>
            <pc:sldMk cId="1774216485" sldId="286"/>
            <ac:picMk id="7" creationId="{3C3907A2-8734-4A9A-B74C-28CAE81954C7}"/>
          </ac:picMkLst>
        </pc:picChg>
      </pc:sldChg>
      <pc:sldChg chg="modSp add del">
        <pc:chgData name="gfeldmantavani@frba.utn.edu.ar" userId="adb3c291-72d7-446e-9e97-002b34a24de3" providerId="ADAL" clId="{D3244F02-E523-4FF7-AAEB-61DF4B65F7CD}" dt="2020-03-29T20:45:29.266" v="1883" actId="47"/>
        <pc:sldMkLst>
          <pc:docMk/>
          <pc:sldMk cId="164333727" sldId="287"/>
        </pc:sldMkLst>
        <pc:picChg chg="mod">
          <ac:chgData name="gfeldmantavani@frba.utn.edu.ar" userId="adb3c291-72d7-446e-9e97-002b34a24de3" providerId="ADAL" clId="{D3244F02-E523-4FF7-AAEB-61DF4B65F7CD}" dt="2020-03-29T20:38:10.915" v="1720" actId="1076"/>
          <ac:picMkLst>
            <pc:docMk/>
            <pc:sldMk cId="164333727" sldId="287"/>
            <ac:picMk id="9" creationId="{7ADB488F-18C4-4070-8FDF-BC0CF6D050EE}"/>
          </ac:picMkLst>
        </pc:picChg>
      </pc:sldChg>
      <pc:sldChg chg="add del">
        <pc:chgData name="gfeldmantavani@frba.utn.edu.ar" userId="adb3c291-72d7-446e-9e97-002b34a24de3" providerId="ADAL" clId="{D3244F02-E523-4FF7-AAEB-61DF4B65F7CD}" dt="2020-03-29T20:49:03.324" v="1934" actId="47"/>
        <pc:sldMkLst>
          <pc:docMk/>
          <pc:sldMk cId="900506161" sldId="288"/>
        </pc:sldMkLst>
      </pc:sldChg>
      <pc:sldChg chg="modSp add ord">
        <pc:chgData name="gfeldmantavani@frba.utn.edu.ar" userId="adb3c291-72d7-446e-9e97-002b34a24de3" providerId="ADAL" clId="{D3244F02-E523-4FF7-AAEB-61DF4B65F7CD}" dt="2020-03-29T20:44:53.432" v="1879" actId="20577"/>
        <pc:sldMkLst>
          <pc:docMk/>
          <pc:sldMk cId="181069978" sldId="289"/>
        </pc:sldMkLst>
        <pc:spChg chg="mod">
          <ac:chgData name="gfeldmantavani@frba.utn.edu.ar" userId="adb3c291-72d7-446e-9e97-002b34a24de3" providerId="ADAL" clId="{D3244F02-E523-4FF7-AAEB-61DF4B65F7CD}" dt="2020-03-29T20:44:20.576" v="1827" actId="1036"/>
          <ac:spMkLst>
            <pc:docMk/>
            <pc:sldMk cId="181069978" sldId="289"/>
            <ac:spMk id="4" creationId="{324A9ADC-82E2-4291-B1A8-0F7937A2930A}"/>
          </ac:spMkLst>
        </pc:spChg>
        <pc:spChg chg="mod">
          <ac:chgData name="gfeldmantavani@frba.utn.edu.ar" userId="adb3c291-72d7-446e-9e97-002b34a24de3" providerId="ADAL" clId="{D3244F02-E523-4FF7-AAEB-61DF4B65F7CD}" dt="2020-03-29T20:44:07.091" v="1823" actId="1036"/>
          <ac:spMkLst>
            <pc:docMk/>
            <pc:sldMk cId="181069978" sldId="289"/>
            <ac:spMk id="7" creationId="{231F5FBD-7DA6-4751-9CF9-2C48AC6DC5AB}"/>
          </ac:spMkLst>
        </pc:spChg>
        <pc:spChg chg="mod">
          <ac:chgData name="gfeldmantavani@frba.utn.edu.ar" userId="adb3c291-72d7-446e-9e97-002b34a24de3" providerId="ADAL" clId="{D3244F02-E523-4FF7-AAEB-61DF4B65F7CD}" dt="2020-03-29T20:44:53.432" v="1879" actId="20577"/>
          <ac:spMkLst>
            <pc:docMk/>
            <pc:sldMk cId="181069978" sldId="289"/>
            <ac:spMk id="10" creationId="{DCDB7D2A-66D3-4BC6-A5FD-49AD9205F738}"/>
          </ac:spMkLst>
        </pc:spChg>
        <pc:spChg chg="mod">
          <ac:chgData name="gfeldmantavani@frba.utn.edu.ar" userId="adb3c291-72d7-446e-9e97-002b34a24de3" providerId="ADAL" clId="{D3244F02-E523-4FF7-AAEB-61DF4B65F7CD}" dt="2020-03-29T20:44:20.576" v="1827" actId="1036"/>
          <ac:spMkLst>
            <pc:docMk/>
            <pc:sldMk cId="181069978" sldId="289"/>
            <ac:spMk id="11" creationId="{0B52893D-09F1-4561-A71D-8472C9420AD7}"/>
          </ac:spMkLst>
        </pc:spChg>
        <pc:cxnChg chg="mod">
          <ac:chgData name="gfeldmantavani@frba.utn.edu.ar" userId="adb3c291-72d7-446e-9e97-002b34a24de3" providerId="ADAL" clId="{D3244F02-E523-4FF7-AAEB-61DF4B65F7CD}" dt="2020-03-29T20:43:43.148" v="1817" actId="1038"/>
          <ac:cxnSpMkLst>
            <pc:docMk/>
            <pc:sldMk cId="181069978" sldId="289"/>
            <ac:cxnSpMk id="6" creationId="{5718EBD0-25E7-4EF1-A1AF-5A74AE179DDC}"/>
          </ac:cxnSpMkLst>
        </pc:cxnChg>
        <pc:cxnChg chg="mod">
          <ac:chgData name="gfeldmantavani@frba.utn.edu.ar" userId="adb3c291-72d7-446e-9e97-002b34a24de3" providerId="ADAL" clId="{D3244F02-E523-4FF7-AAEB-61DF4B65F7CD}" dt="2020-03-29T20:44:37.205" v="1857" actId="1035"/>
          <ac:cxnSpMkLst>
            <pc:docMk/>
            <pc:sldMk cId="181069978" sldId="289"/>
            <ac:cxnSpMk id="9" creationId="{2E5B8EC7-A2A2-4A8B-B0BC-6162D199BF03}"/>
          </ac:cxnSpMkLst>
        </pc:cxnChg>
      </pc:sldChg>
      <pc:sldChg chg="modSp add del">
        <pc:chgData name="gfeldmantavani@frba.utn.edu.ar" userId="adb3c291-72d7-446e-9e97-002b34a24de3" providerId="ADAL" clId="{D3244F02-E523-4FF7-AAEB-61DF4B65F7CD}" dt="2020-03-29T20:29:06.951" v="1626" actId="47"/>
        <pc:sldMkLst>
          <pc:docMk/>
          <pc:sldMk cId="918266170" sldId="290"/>
        </pc:sldMkLst>
        <pc:picChg chg="mod">
          <ac:chgData name="gfeldmantavani@frba.utn.edu.ar" userId="adb3c291-72d7-446e-9e97-002b34a24de3" providerId="ADAL" clId="{D3244F02-E523-4FF7-AAEB-61DF4B65F7CD}" dt="2020-03-29T20:29:01.919" v="1625" actId="1076"/>
          <ac:picMkLst>
            <pc:docMk/>
            <pc:sldMk cId="918266170" sldId="290"/>
            <ac:picMk id="7" creationId="{6C9AE29C-823A-4238-9724-DC43EB4CDFE1}"/>
          </ac:picMkLst>
        </pc:picChg>
      </pc:sldChg>
      <pc:sldChg chg="modSp add">
        <pc:chgData name="gfeldmantavani@frba.utn.edu.ar" userId="adb3c291-72d7-446e-9e97-002b34a24de3" providerId="ADAL" clId="{D3244F02-E523-4FF7-AAEB-61DF4B65F7CD}" dt="2020-03-29T23:01:31.814" v="6881"/>
        <pc:sldMkLst>
          <pc:docMk/>
          <pc:sldMk cId="4092112446" sldId="290"/>
        </pc:sldMkLst>
        <pc:spChg chg="mod">
          <ac:chgData name="gfeldmantavani@frba.utn.edu.ar" userId="adb3c291-72d7-446e-9e97-002b34a24de3" providerId="ADAL" clId="{D3244F02-E523-4FF7-AAEB-61DF4B65F7CD}" dt="2020-03-29T20:45:46.133" v="1885"/>
          <ac:spMkLst>
            <pc:docMk/>
            <pc:sldMk cId="4092112446" sldId="290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3:01:31.814" v="6881"/>
          <ac:spMkLst>
            <pc:docMk/>
            <pc:sldMk cId="4092112446" sldId="290"/>
            <ac:spMk id="3" creationId="{2D4E2013-A5D5-4089-9694-91D9D721E8F8}"/>
          </ac:spMkLst>
        </pc:spChg>
      </pc:sldChg>
      <pc:sldChg chg="modSp add del">
        <pc:chgData name="gfeldmantavani@frba.utn.edu.ar" userId="adb3c291-72d7-446e-9e97-002b34a24de3" providerId="ADAL" clId="{D3244F02-E523-4FF7-AAEB-61DF4B65F7CD}" dt="2020-03-29T20:45:26.327" v="1882" actId="47"/>
        <pc:sldMkLst>
          <pc:docMk/>
          <pc:sldMk cId="3194737589" sldId="291"/>
        </pc:sldMkLst>
        <pc:picChg chg="mod">
          <ac:chgData name="gfeldmantavani@frba.utn.edu.ar" userId="adb3c291-72d7-446e-9e97-002b34a24de3" providerId="ADAL" clId="{D3244F02-E523-4FF7-AAEB-61DF4B65F7CD}" dt="2020-03-29T20:29:08.453" v="1627" actId="1076"/>
          <ac:picMkLst>
            <pc:docMk/>
            <pc:sldMk cId="3194737589" sldId="291"/>
            <ac:picMk id="5" creationId="{67470365-BBE4-42FE-A0E3-79F27514665E}"/>
          </ac:picMkLst>
        </pc:picChg>
      </pc:sldChg>
      <pc:sldChg chg="modSp add">
        <pc:chgData name="gfeldmantavani@frba.utn.edu.ar" userId="adb3c291-72d7-446e-9e97-002b34a24de3" providerId="ADAL" clId="{D3244F02-E523-4FF7-AAEB-61DF4B65F7CD}" dt="2020-03-29T21:27:26.248" v="3689" actId="14100"/>
        <pc:sldMkLst>
          <pc:docMk/>
          <pc:sldMk cId="3288658693" sldId="291"/>
        </pc:sldMkLst>
        <pc:spChg chg="mod">
          <ac:chgData name="gfeldmantavani@frba.utn.edu.ar" userId="adb3c291-72d7-446e-9e97-002b34a24de3" providerId="ADAL" clId="{D3244F02-E523-4FF7-AAEB-61DF4B65F7CD}" dt="2020-03-29T20:58:05.407" v="2114"/>
          <ac:spMkLst>
            <pc:docMk/>
            <pc:sldMk cId="3288658693" sldId="291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1:27:26.248" v="3689" actId="14100"/>
          <ac:spMkLst>
            <pc:docMk/>
            <pc:sldMk cId="3288658693" sldId="291"/>
            <ac:spMk id="3" creationId="{2D4E2013-A5D5-4089-9694-91D9D721E8F8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30:25.867" v="6327"/>
        <pc:sldMkLst>
          <pc:docMk/>
          <pc:sldMk cId="142188872" sldId="292"/>
        </pc:sldMkLst>
        <pc:spChg chg="mod">
          <ac:chgData name="gfeldmantavani@frba.utn.edu.ar" userId="adb3c291-72d7-446e-9e97-002b34a24de3" providerId="ADAL" clId="{D3244F02-E523-4FF7-AAEB-61DF4B65F7CD}" dt="2020-03-29T20:58:07.848" v="2115"/>
          <ac:spMkLst>
            <pc:docMk/>
            <pc:sldMk cId="142188872" sldId="292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2:30:25.867" v="6327"/>
          <ac:spMkLst>
            <pc:docMk/>
            <pc:sldMk cId="142188872" sldId="292"/>
            <ac:spMk id="3" creationId="{2D4E2013-A5D5-4089-9694-91D9D721E8F8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1:04:14.218" v="2573" actId="947"/>
        <pc:sldMkLst>
          <pc:docMk/>
          <pc:sldMk cId="3946002079" sldId="293"/>
        </pc:sldMkLst>
        <pc:spChg chg="mod">
          <ac:chgData name="gfeldmantavani@frba.utn.edu.ar" userId="adb3c291-72d7-446e-9e97-002b34a24de3" providerId="ADAL" clId="{D3244F02-E523-4FF7-AAEB-61DF4B65F7CD}" dt="2020-03-29T20:59:07.170" v="2117"/>
          <ac:spMkLst>
            <pc:docMk/>
            <pc:sldMk cId="3946002079" sldId="293"/>
            <ac:spMk id="2" creationId="{9BA748D6-00C3-408C-8502-359C45EE372C}"/>
          </ac:spMkLst>
        </pc:spChg>
        <pc:spChg chg="mod">
          <ac:chgData name="gfeldmantavani@frba.utn.edu.ar" userId="adb3c291-72d7-446e-9e97-002b34a24de3" providerId="ADAL" clId="{D3244F02-E523-4FF7-AAEB-61DF4B65F7CD}" dt="2020-03-29T21:04:14.218" v="2573" actId="947"/>
          <ac:spMkLst>
            <pc:docMk/>
            <pc:sldMk cId="3946002079" sldId="293"/>
            <ac:spMk id="3" creationId="{A07C950F-75C6-4622-AFB6-0F1F53689936}"/>
          </ac:spMkLst>
        </pc:spChg>
      </pc:sldChg>
      <pc:sldChg chg="addSp delSp modSp add">
        <pc:chgData name="gfeldmantavani@frba.utn.edu.ar" userId="adb3c291-72d7-446e-9e97-002b34a24de3" providerId="ADAL" clId="{D3244F02-E523-4FF7-AAEB-61DF4B65F7CD}" dt="2020-03-29T21:14:20.404" v="3047" actId="6549"/>
        <pc:sldMkLst>
          <pc:docMk/>
          <pc:sldMk cId="1842894784" sldId="294"/>
        </pc:sldMkLst>
        <pc:spChg chg="mod">
          <ac:chgData name="gfeldmantavani@frba.utn.edu.ar" userId="adb3c291-72d7-446e-9e97-002b34a24de3" providerId="ADAL" clId="{D3244F02-E523-4FF7-AAEB-61DF4B65F7CD}" dt="2020-03-29T21:04:33.148" v="2588" actId="20577"/>
          <ac:spMkLst>
            <pc:docMk/>
            <pc:sldMk cId="1842894784" sldId="294"/>
            <ac:spMk id="2" creationId="{52E8BED7-F12A-4BC7-A11F-663A44464966}"/>
          </ac:spMkLst>
        </pc:spChg>
        <pc:spChg chg="del mod">
          <ac:chgData name="gfeldmantavani@frba.utn.edu.ar" userId="adb3c291-72d7-446e-9e97-002b34a24de3" providerId="ADAL" clId="{D3244F02-E523-4FF7-AAEB-61DF4B65F7CD}" dt="2020-03-29T21:05:18.727" v="2649"/>
          <ac:spMkLst>
            <pc:docMk/>
            <pc:sldMk cId="1842894784" sldId="294"/>
            <ac:spMk id="3" creationId="{27AE911B-C7BB-4BC8-8721-33088548E5AD}"/>
          </ac:spMkLst>
        </pc:spChg>
        <pc:spChg chg="add del mod">
          <ac:chgData name="gfeldmantavani@frba.utn.edu.ar" userId="adb3c291-72d7-446e-9e97-002b34a24de3" providerId="ADAL" clId="{D3244F02-E523-4FF7-AAEB-61DF4B65F7CD}" dt="2020-03-29T21:06:05.339" v="2650"/>
          <ac:spMkLst>
            <pc:docMk/>
            <pc:sldMk cId="1842894784" sldId="294"/>
            <ac:spMk id="4" creationId="{555AE148-CE86-4259-920A-06118F3A9CA1}"/>
          </ac:spMkLst>
        </pc:spChg>
        <pc:spChg chg="add mod">
          <ac:chgData name="gfeldmantavani@frba.utn.edu.ar" userId="adb3c291-72d7-446e-9e97-002b34a24de3" providerId="ADAL" clId="{D3244F02-E523-4FF7-AAEB-61DF4B65F7CD}" dt="2020-03-29T21:14:20.404" v="3047" actId="6549"/>
          <ac:spMkLst>
            <pc:docMk/>
            <pc:sldMk cId="1842894784" sldId="294"/>
            <ac:spMk id="5" creationId="{8097BCF7-9434-4E5D-8E8F-3514DF4129D2}"/>
          </ac:spMkLst>
        </pc:spChg>
        <pc:spChg chg="add del mod">
          <ac:chgData name="gfeldmantavani@frba.utn.edu.ar" userId="adb3c291-72d7-446e-9e97-002b34a24de3" providerId="ADAL" clId="{D3244F02-E523-4FF7-AAEB-61DF4B65F7CD}" dt="2020-03-29T21:07:35.182" v="2696"/>
          <ac:spMkLst>
            <pc:docMk/>
            <pc:sldMk cId="1842894784" sldId="294"/>
            <ac:spMk id="8" creationId="{CAE4D781-4D4D-481B-90E1-8F5A645D27AF}"/>
          </ac:spMkLst>
        </pc:spChg>
        <pc:picChg chg="add del mod">
          <ac:chgData name="gfeldmantavani@frba.utn.edu.ar" userId="adb3c291-72d7-446e-9e97-002b34a24de3" providerId="ADAL" clId="{D3244F02-E523-4FF7-AAEB-61DF4B65F7CD}" dt="2020-03-29T21:07:29.892" v="2695" actId="478"/>
          <ac:picMkLst>
            <pc:docMk/>
            <pc:sldMk cId="1842894784" sldId="294"/>
            <ac:picMk id="6" creationId="{06450A31-4EE5-4BE2-9A96-6E578350ACE9}"/>
          </ac:picMkLst>
        </pc:picChg>
        <pc:picChg chg="add mod">
          <ac:chgData name="gfeldmantavani@frba.utn.edu.ar" userId="adb3c291-72d7-446e-9e97-002b34a24de3" providerId="ADAL" clId="{D3244F02-E523-4FF7-AAEB-61DF4B65F7CD}" dt="2020-03-29T21:07:35.182" v="2696"/>
          <ac:picMkLst>
            <pc:docMk/>
            <pc:sldMk cId="1842894784" sldId="294"/>
            <ac:picMk id="9" creationId="{815BC367-7057-433F-A852-BE00CC17F5AF}"/>
          </ac:picMkLst>
        </pc:picChg>
      </pc:sldChg>
      <pc:sldChg chg="addSp modSp add">
        <pc:chgData name="gfeldmantavani@frba.utn.edu.ar" userId="adb3c291-72d7-446e-9e97-002b34a24de3" providerId="ADAL" clId="{D3244F02-E523-4FF7-AAEB-61DF4B65F7CD}" dt="2020-03-29T22:19:07.892" v="6109" actId="20577"/>
        <pc:sldMkLst>
          <pc:docMk/>
          <pc:sldMk cId="1658862713" sldId="295"/>
        </pc:sldMkLst>
        <pc:spChg chg="mod">
          <ac:chgData name="gfeldmantavani@frba.utn.edu.ar" userId="adb3c291-72d7-446e-9e97-002b34a24de3" providerId="ADAL" clId="{D3244F02-E523-4FF7-AAEB-61DF4B65F7CD}" dt="2020-03-29T21:09:53.098" v="2737"/>
          <ac:spMkLst>
            <pc:docMk/>
            <pc:sldMk cId="1658862713" sldId="295"/>
            <ac:spMk id="2" creationId="{9BA748D6-00C3-408C-8502-359C45EE372C}"/>
          </ac:spMkLst>
        </pc:spChg>
        <pc:spChg chg="mod">
          <ac:chgData name="gfeldmantavani@frba.utn.edu.ar" userId="adb3c291-72d7-446e-9e97-002b34a24de3" providerId="ADAL" clId="{D3244F02-E523-4FF7-AAEB-61DF4B65F7CD}" dt="2020-03-29T22:19:07.892" v="6109" actId="20577"/>
          <ac:spMkLst>
            <pc:docMk/>
            <pc:sldMk cId="1658862713" sldId="295"/>
            <ac:spMk id="3" creationId="{A07C950F-75C6-4622-AFB6-0F1F53689936}"/>
          </ac:spMkLst>
        </pc:spChg>
        <pc:spChg chg="add mod">
          <ac:chgData name="gfeldmantavani@frba.utn.edu.ar" userId="adb3c291-72d7-446e-9e97-002b34a24de3" providerId="ADAL" clId="{D3244F02-E523-4FF7-AAEB-61DF4B65F7CD}" dt="2020-03-29T21:26:04.750" v="3534" actId="1036"/>
          <ac:spMkLst>
            <pc:docMk/>
            <pc:sldMk cId="1658862713" sldId="295"/>
            <ac:spMk id="4" creationId="{BE97CBDC-CE13-49A1-8673-55DDE9F93656}"/>
          </ac:spMkLst>
        </pc:spChg>
        <pc:spChg chg="add mod">
          <ac:chgData name="gfeldmantavani@frba.utn.edu.ar" userId="adb3c291-72d7-446e-9e97-002b34a24de3" providerId="ADAL" clId="{D3244F02-E523-4FF7-AAEB-61DF4B65F7CD}" dt="2020-03-29T21:26:09.517" v="3536" actId="1035"/>
          <ac:spMkLst>
            <pc:docMk/>
            <pc:sldMk cId="1658862713" sldId="295"/>
            <ac:spMk id="5" creationId="{F8B96AEA-7C54-46DB-BF94-E0875103120F}"/>
          </ac:spMkLst>
        </pc:spChg>
        <pc:spChg chg="add mod">
          <ac:chgData name="gfeldmantavani@frba.utn.edu.ar" userId="adb3c291-72d7-446e-9e97-002b34a24de3" providerId="ADAL" clId="{D3244F02-E523-4FF7-AAEB-61DF4B65F7CD}" dt="2020-03-29T21:26:15.359" v="3541" actId="1036"/>
          <ac:spMkLst>
            <pc:docMk/>
            <pc:sldMk cId="1658862713" sldId="295"/>
            <ac:spMk id="6" creationId="{A06C9B29-253D-4250-BE0A-0CA19BC75C24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1:45:29.204" v="4867" actId="255"/>
        <pc:sldMkLst>
          <pc:docMk/>
          <pc:sldMk cId="965826073" sldId="296"/>
        </pc:sldMkLst>
        <pc:spChg chg="mod">
          <ac:chgData name="gfeldmantavani@frba.utn.edu.ar" userId="adb3c291-72d7-446e-9e97-002b34a24de3" providerId="ADAL" clId="{D3244F02-E523-4FF7-AAEB-61DF4B65F7CD}" dt="2020-03-29T21:26:30.210" v="3558" actId="20577"/>
          <ac:spMkLst>
            <pc:docMk/>
            <pc:sldMk cId="965826073" sldId="296"/>
            <ac:spMk id="2" creationId="{FFAAFF6A-BC88-4C48-B43F-8E4E59199A0B}"/>
          </ac:spMkLst>
        </pc:spChg>
        <pc:spChg chg="mod">
          <ac:chgData name="gfeldmantavani@frba.utn.edu.ar" userId="adb3c291-72d7-446e-9e97-002b34a24de3" providerId="ADAL" clId="{D3244F02-E523-4FF7-AAEB-61DF4B65F7CD}" dt="2020-03-29T21:45:29.204" v="4867" actId="255"/>
          <ac:spMkLst>
            <pc:docMk/>
            <pc:sldMk cId="965826073" sldId="296"/>
            <ac:spMk id="3" creationId="{CAE39686-F384-4FF8-84DC-F147448BCA47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1:52:09.042" v="5102"/>
        <pc:sldMkLst>
          <pc:docMk/>
          <pc:sldMk cId="1206445799" sldId="297"/>
        </pc:sldMkLst>
        <pc:spChg chg="mod">
          <ac:chgData name="gfeldmantavani@frba.utn.edu.ar" userId="adb3c291-72d7-446e-9e97-002b34a24de3" providerId="ADAL" clId="{D3244F02-E523-4FF7-AAEB-61DF4B65F7CD}" dt="2020-03-29T21:52:09.042" v="5102"/>
          <ac:spMkLst>
            <pc:docMk/>
            <pc:sldMk cId="1206445799" sldId="297"/>
            <ac:spMk id="3" creationId="{CAE39686-F384-4FF8-84DC-F147448BCA47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1:47:41.628" v="4907" actId="20577"/>
        <pc:sldMkLst>
          <pc:docMk/>
          <pc:sldMk cId="66983017" sldId="298"/>
        </pc:sldMkLst>
        <pc:spChg chg="mod">
          <ac:chgData name="gfeldmantavani@frba.utn.edu.ar" userId="adb3c291-72d7-446e-9e97-002b34a24de3" providerId="ADAL" clId="{D3244F02-E523-4FF7-AAEB-61DF4B65F7CD}" dt="2020-03-29T21:33:26.706" v="4015" actId="20577"/>
          <ac:spMkLst>
            <pc:docMk/>
            <pc:sldMk cId="66983017" sldId="298"/>
            <ac:spMk id="2" creationId="{FFAAFF6A-BC88-4C48-B43F-8E4E59199A0B}"/>
          </ac:spMkLst>
        </pc:spChg>
        <pc:spChg chg="mod">
          <ac:chgData name="gfeldmantavani@frba.utn.edu.ar" userId="adb3c291-72d7-446e-9e97-002b34a24de3" providerId="ADAL" clId="{D3244F02-E523-4FF7-AAEB-61DF4B65F7CD}" dt="2020-03-29T21:47:41.628" v="4907" actId="20577"/>
          <ac:spMkLst>
            <pc:docMk/>
            <pc:sldMk cId="66983017" sldId="298"/>
            <ac:spMk id="3" creationId="{CAE39686-F384-4FF8-84DC-F147448BCA47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1:44:16.323" v="4847" actId="2711"/>
        <pc:sldMkLst>
          <pc:docMk/>
          <pc:sldMk cId="1555148090" sldId="299"/>
        </pc:sldMkLst>
        <pc:spChg chg="mod">
          <ac:chgData name="gfeldmantavani@frba.utn.edu.ar" userId="adb3c291-72d7-446e-9e97-002b34a24de3" providerId="ADAL" clId="{D3244F02-E523-4FF7-AAEB-61DF4B65F7CD}" dt="2020-03-29T21:35:56.723" v="4170"/>
          <ac:spMkLst>
            <pc:docMk/>
            <pc:sldMk cId="1555148090" sldId="299"/>
            <ac:spMk id="2" creationId="{B25137F9-189B-46B6-BC6B-81C5E462E774}"/>
          </ac:spMkLst>
        </pc:spChg>
        <pc:spChg chg="mod">
          <ac:chgData name="gfeldmantavani@frba.utn.edu.ar" userId="adb3c291-72d7-446e-9e97-002b34a24de3" providerId="ADAL" clId="{D3244F02-E523-4FF7-AAEB-61DF4B65F7CD}" dt="2020-03-29T21:44:16.323" v="4847" actId="2711"/>
          <ac:spMkLst>
            <pc:docMk/>
            <pc:sldMk cId="1555148090" sldId="299"/>
            <ac:spMk id="3" creationId="{30318581-E9A9-4907-86CA-0A4C64A7171F}"/>
          </ac:spMkLst>
        </pc:spChg>
      </pc:sldChg>
      <pc:sldChg chg="modSp add del">
        <pc:chgData name="gfeldmantavani@frba.utn.edu.ar" userId="adb3c291-72d7-446e-9e97-002b34a24de3" providerId="ADAL" clId="{D3244F02-E523-4FF7-AAEB-61DF4B65F7CD}" dt="2020-03-29T21:35:49.683" v="4168" actId="47"/>
        <pc:sldMkLst>
          <pc:docMk/>
          <pc:sldMk cId="3509703789" sldId="299"/>
        </pc:sldMkLst>
        <pc:spChg chg="mod">
          <ac:chgData name="gfeldmantavani@frba.utn.edu.ar" userId="adb3c291-72d7-446e-9e97-002b34a24de3" providerId="ADAL" clId="{D3244F02-E523-4FF7-AAEB-61DF4B65F7CD}" dt="2020-03-29T21:35:44.826" v="4167" actId="20577"/>
          <ac:spMkLst>
            <pc:docMk/>
            <pc:sldMk cId="3509703789" sldId="299"/>
            <ac:spMk id="3" creationId="{CAE39686-F384-4FF8-84DC-F147448BCA47}"/>
          </ac:spMkLst>
        </pc:spChg>
      </pc:sldChg>
      <pc:sldChg chg="delSp modSp add delAnim">
        <pc:chgData name="gfeldmantavani@frba.utn.edu.ar" userId="adb3c291-72d7-446e-9e97-002b34a24de3" providerId="ADAL" clId="{D3244F02-E523-4FF7-AAEB-61DF4B65F7CD}" dt="2020-03-29T21:39:28.883" v="4658" actId="1076"/>
        <pc:sldMkLst>
          <pc:docMk/>
          <pc:sldMk cId="1340326945" sldId="300"/>
        </pc:sldMkLst>
        <pc:spChg chg="mod">
          <ac:chgData name="gfeldmantavani@frba.utn.edu.ar" userId="adb3c291-72d7-446e-9e97-002b34a24de3" providerId="ADAL" clId="{D3244F02-E523-4FF7-AAEB-61DF4B65F7CD}" dt="2020-03-29T21:39:10.938" v="4657" actId="1035"/>
          <ac:spMkLst>
            <pc:docMk/>
            <pc:sldMk cId="1340326945" sldId="300"/>
            <ac:spMk id="4" creationId="{324A9ADC-82E2-4291-B1A8-0F7937A2930A}"/>
          </ac:spMkLst>
        </pc:spChg>
        <pc:spChg chg="del">
          <ac:chgData name="gfeldmantavani@frba.utn.edu.ar" userId="adb3c291-72d7-446e-9e97-002b34a24de3" providerId="ADAL" clId="{D3244F02-E523-4FF7-AAEB-61DF4B65F7CD}" dt="2020-03-29T21:38:57.221" v="4645" actId="478"/>
          <ac:spMkLst>
            <pc:docMk/>
            <pc:sldMk cId="1340326945" sldId="300"/>
            <ac:spMk id="7" creationId="{231F5FBD-7DA6-4751-9CF9-2C48AC6DC5AB}"/>
          </ac:spMkLst>
        </pc:spChg>
        <pc:spChg chg="mod">
          <ac:chgData name="gfeldmantavani@frba.utn.edu.ar" userId="adb3c291-72d7-446e-9e97-002b34a24de3" providerId="ADAL" clId="{D3244F02-E523-4FF7-AAEB-61DF4B65F7CD}" dt="2020-03-29T21:38:52.432" v="4644" actId="1076"/>
          <ac:spMkLst>
            <pc:docMk/>
            <pc:sldMk cId="1340326945" sldId="300"/>
            <ac:spMk id="10" creationId="{DCDB7D2A-66D3-4BC6-A5FD-49AD9205F738}"/>
          </ac:spMkLst>
        </pc:spChg>
        <pc:spChg chg="mod">
          <ac:chgData name="gfeldmantavani@frba.utn.edu.ar" userId="adb3c291-72d7-446e-9e97-002b34a24de3" providerId="ADAL" clId="{D3244F02-E523-4FF7-AAEB-61DF4B65F7CD}" dt="2020-03-29T21:39:28.883" v="4658" actId="1076"/>
          <ac:spMkLst>
            <pc:docMk/>
            <pc:sldMk cId="1340326945" sldId="300"/>
            <ac:spMk id="11" creationId="{0B52893D-09F1-4561-A71D-8472C9420AD7}"/>
          </ac:spMkLst>
        </pc:spChg>
        <pc:cxnChg chg="del">
          <ac:chgData name="gfeldmantavani@frba.utn.edu.ar" userId="adb3c291-72d7-446e-9e97-002b34a24de3" providerId="ADAL" clId="{D3244F02-E523-4FF7-AAEB-61DF4B65F7CD}" dt="2020-03-29T21:38:58.330" v="4646" actId="478"/>
          <ac:cxnSpMkLst>
            <pc:docMk/>
            <pc:sldMk cId="1340326945" sldId="300"/>
            <ac:cxnSpMk id="6" creationId="{5718EBD0-25E7-4EF1-A1AF-5A74AE179DDC}"/>
          </ac:cxnSpMkLst>
        </pc:cxnChg>
        <pc:cxnChg chg="mod">
          <ac:chgData name="gfeldmantavani@frba.utn.edu.ar" userId="adb3c291-72d7-446e-9e97-002b34a24de3" providerId="ADAL" clId="{D3244F02-E523-4FF7-AAEB-61DF4B65F7CD}" dt="2020-03-29T21:39:06.027" v="4647" actId="14100"/>
          <ac:cxnSpMkLst>
            <pc:docMk/>
            <pc:sldMk cId="1340326945" sldId="300"/>
            <ac:cxnSpMk id="9" creationId="{2E5B8EC7-A2A2-4A8B-B0BC-6162D199BF03}"/>
          </ac:cxnSpMkLst>
        </pc:cxnChg>
      </pc:sldChg>
      <pc:sldChg chg="modSp add">
        <pc:chgData name="gfeldmantavani@frba.utn.edu.ar" userId="adb3c291-72d7-446e-9e97-002b34a24de3" providerId="ADAL" clId="{D3244F02-E523-4FF7-AAEB-61DF4B65F7CD}" dt="2020-03-29T21:48:55.698" v="4950" actId="255"/>
        <pc:sldMkLst>
          <pc:docMk/>
          <pc:sldMk cId="1241833488" sldId="301"/>
        </pc:sldMkLst>
        <pc:spChg chg="mod">
          <ac:chgData name="gfeldmantavani@frba.utn.edu.ar" userId="adb3c291-72d7-446e-9e97-002b34a24de3" providerId="ADAL" clId="{D3244F02-E523-4FF7-AAEB-61DF4B65F7CD}" dt="2020-03-29T21:40:26.124" v="4660"/>
          <ac:spMkLst>
            <pc:docMk/>
            <pc:sldMk cId="1241833488" sldId="301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1:48:55.698" v="4950" actId="255"/>
          <ac:spMkLst>
            <pc:docMk/>
            <pc:sldMk cId="1241833488" sldId="301"/>
            <ac:spMk id="3" creationId="{2D4E2013-A5D5-4089-9694-91D9D721E8F8}"/>
          </ac:spMkLst>
        </pc:spChg>
      </pc:sldChg>
      <pc:sldChg chg="delSp modSp add">
        <pc:chgData name="gfeldmantavani@frba.utn.edu.ar" userId="adb3c291-72d7-446e-9e97-002b34a24de3" providerId="ADAL" clId="{D3244F02-E523-4FF7-AAEB-61DF4B65F7CD}" dt="2020-03-29T21:55:38.615" v="5171" actId="403"/>
        <pc:sldMkLst>
          <pc:docMk/>
          <pc:sldMk cId="2840357683" sldId="302"/>
        </pc:sldMkLst>
        <pc:spChg chg="mod">
          <ac:chgData name="gfeldmantavani@frba.utn.edu.ar" userId="adb3c291-72d7-446e-9e97-002b34a24de3" providerId="ADAL" clId="{D3244F02-E523-4FF7-AAEB-61DF4B65F7CD}" dt="2020-03-29T21:55:38.615" v="5171" actId="403"/>
          <ac:spMkLst>
            <pc:docMk/>
            <pc:sldMk cId="2840357683" sldId="302"/>
            <ac:spMk id="3" creationId="{A07C950F-75C6-4622-AFB6-0F1F53689936}"/>
          </ac:spMkLst>
        </pc:spChg>
        <pc:spChg chg="del">
          <ac:chgData name="gfeldmantavani@frba.utn.edu.ar" userId="adb3c291-72d7-446e-9e97-002b34a24de3" providerId="ADAL" clId="{D3244F02-E523-4FF7-AAEB-61DF4B65F7CD}" dt="2020-03-29T21:49:15.836" v="4955" actId="478"/>
          <ac:spMkLst>
            <pc:docMk/>
            <pc:sldMk cId="2840357683" sldId="302"/>
            <ac:spMk id="4" creationId="{BE97CBDC-CE13-49A1-8673-55DDE9F93656}"/>
          </ac:spMkLst>
        </pc:spChg>
        <pc:spChg chg="del">
          <ac:chgData name="gfeldmantavani@frba.utn.edu.ar" userId="adb3c291-72d7-446e-9e97-002b34a24de3" providerId="ADAL" clId="{D3244F02-E523-4FF7-AAEB-61DF4B65F7CD}" dt="2020-03-29T21:49:14.992" v="4954" actId="478"/>
          <ac:spMkLst>
            <pc:docMk/>
            <pc:sldMk cId="2840357683" sldId="302"/>
            <ac:spMk id="5" creationId="{F8B96AEA-7C54-46DB-BF94-E0875103120F}"/>
          </ac:spMkLst>
        </pc:spChg>
        <pc:spChg chg="del">
          <ac:chgData name="gfeldmantavani@frba.utn.edu.ar" userId="adb3c291-72d7-446e-9e97-002b34a24de3" providerId="ADAL" clId="{D3244F02-E523-4FF7-AAEB-61DF4B65F7CD}" dt="2020-03-29T21:49:13.976" v="4953" actId="478"/>
          <ac:spMkLst>
            <pc:docMk/>
            <pc:sldMk cId="2840357683" sldId="302"/>
            <ac:spMk id="6" creationId="{A06C9B29-253D-4250-BE0A-0CA19BC75C24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20:08.146" v="6113" actId="6549"/>
        <pc:sldMkLst>
          <pc:docMk/>
          <pc:sldMk cId="3905877776" sldId="303"/>
        </pc:sldMkLst>
        <pc:spChg chg="mod">
          <ac:chgData name="gfeldmantavani@frba.utn.edu.ar" userId="adb3c291-72d7-446e-9e97-002b34a24de3" providerId="ADAL" clId="{D3244F02-E523-4FF7-AAEB-61DF4B65F7CD}" dt="2020-03-29T22:20:08.146" v="6113" actId="6549"/>
          <ac:spMkLst>
            <pc:docMk/>
            <pc:sldMk cId="3905877776" sldId="303"/>
            <ac:spMk id="3" creationId="{A07C950F-75C6-4622-AFB6-0F1F53689936}"/>
          </ac:spMkLst>
        </pc:spChg>
      </pc:sldChg>
      <pc:sldChg chg="addSp modSp add modAnim">
        <pc:chgData name="gfeldmantavani@frba.utn.edu.ar" userId="adb3c291-72d7-446e-9e97-002b34a24de3" providerId="ADAL" clId="{D3244F02-E523-4FF7-AAEB-61DF4B65F7CD}" dt="2020-03-29T22:02:39.619" v="5497" actId="1076"/>
        <pc:sldMkLst>
          <pc:docMk/>
          <pc:sldMk cId="876983861" sldId="304"/>
        </pc:sldMkLst>
        <pc:spChg chg="add mod">
          <ac:chgData name="gfeldmantavani@frba.utn.edu.ar" userId="adb3c291-72d7-446e-9e97-002b34a24de3" providerId="ADAL" clId="{D3244F02-E523-4FF7-AAEB-61DF4B65F7CD}" dt="2020-03-29T22:01:41.193" v="5486" actId="1076"/>
          <ac:spMkLst>
            <pc:docMk/>
            <pc:sldMk cId="876983861" sldId="304"/>
            <ac:spMk id="8" creationId="{974D6A98-DB34-4C6B-B01F-94E2C72F4F45}"/>
          </ac:spMkLst>
        </pc:spChg>
        <pc:spChg chg="mod">
          <ac:chgData name="gfeldmantavani@frba.utn.edu.ar" userId="adb3c291-72d7-446e-9e97-002b34a24de3" providerId="ADAL" clId="{D3244F02-E523-4FF7-AAEB-61DF4B65F7CD}" dt="2020-03-29T22:02:35.599" v="5496" actId="1076"/>
          <ac:spMkLst>
            <pc:docMk/>
            <pc:sldMk cId="876983861" sldId="304"/>
            <ac:spMk id="10" creationId="{DCDB7D2A-66D3-4BC6-A5FD-49AD9205F738}"/>
          </ac:spMkLst>
        </pc:spChg>
        <pc:spChg chg="add mod">
          <ac:chgData name="gfeldmantavani@frba.utn.edu.ar" userId="adb3c291-72d7-446e-9e97-002b34a24de3" providerId="ADAL" clId="{D3244F02-E523-4FF7-AAEB-61DF4B65F7CD}" dt="2020-03-29T22:02:39.619" v="5497" actId="1076"/>
          <ac:spMkLst>
            <pc:docMk/>
            <pc:sldMk cId="876983861" sldId="304"/>
            <ac:spMk id="13" creationId="{1D820FDC-3D17-4375-80CE-B506D0D41723}"/>
          </ac:spMkLst>
        </pc:spChg>
        <pc:cxnChg chg="add mod">
          <ac:chgData name="gfeldmantavani@frba.utn.edu.ar" userId="adb3c291-72d7-446e-9e97-002b34a24de3" providerId="ADAL" clId="{D3244F02-E523-4FF7-AAEB-61DF4B65F7CD}" dt="2020-03-29T22:02:16.490" v="5490" actId="1035"/>
          <ac:cxnSpMkLst>
            <pc:docMk/>
            <pc:sldMk cId="876983861" sldId="304"/>
            <ac:cxnSpMk id="7" creationId="{9E51F5C3-8B25-4DF9-82AD-C01980206482}"/>
          </ac:cxnSpMkLst>
        </pc:cxnChg>
        <pc:cxnChg chg="add mod">
          <ac:chgData name="gfeldmantavani@frba.utn.edu.ar" userId="adb3c291-72d7-446e-9e97-002b34a24de3" providerId="ADAL" clId="{D3244F02-E523-4FF7-AAEB-61DF4B65F7CD}" dt="2020-03-29T22:01:31.006" v="5485" actId="14100"/>
          <ac:cxnSpMkLst>
            <pc:docMk/>
            <pc:sldMk cId="876983861" sldId="304"/>
            <ac:cxnSpMk id="12" creationId="{E60F5A3A-9469-446B-8EEB-C0C78FD01BA9}"/>
          </ac:cxnSpMkLst>
        </pc:cxnChg>
      </pc:sldChg>
      <pc:sldChg chg="modSp add">
        <pc:chgData name="gfeldmantavani@frba.utn.edu.ar" userId="adb3c291-72d7-446e-9e97-002b34a24de3" providerId="ADAL" clId="{D3244F02-E523-4FF7-AAEB-61DF4B65F7CD}" dt="2020-03-29T22:03:49.069" v="5509" actId="20577"/>
        <pc:sldMkLst>
          <pc:docMk/>
          <pc:sldMk cId="1751626219" sldId="305"/>
        </pc:sldMkLst>
        <pc:spChg chg="mod">
          <ac:chgData name="gfeldmantavani@frba.utn.edu.ar" userId="adb3c291-72d7-446e-9e97-002b34a24de3" providerId="ADAL" clId="{D3244F02-E523-4FF7-AAEB-61DF4B65F7CD}" dt="2020-03-29T22:03:49.069" v="5509" actId="20577"/>
          <ac:spMkLst>
            <pc:docMk/>
            <pc:sldMk cId="1751626219" sldId="305"/>
            <ac:spMk id="3" creationId="{2D4E2013-A5D5-4089-9694-91D9D721E8F8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04:40.531" v="5520" actId="20577"/>
        <pc:sldMkLst>
          <pc:docMk/>
          <pc:sldMk cId="122983412" sldId="306"/>
        </pc:sldMkLst>
        <pc:spChg chg="mod">
          <ac:chgData name="gfeldmantavani@frba.utn.edu.ar" userId="adb3c291-72d7-446e-9e97-002b34a24de3" providerId="ADAL" clId="{D3244F02-E523-4FF7-AAEB-61DF4B65F7CD}" dt="2020-03-29T22:04:40.531" v="5520" actId="20577"/>
          <ac:spMkLst>
            <pc:docMk/>
            <pc:sldMk cId="122983412" sldId="306"/>
            <ac:spMk id="3" creationId="{A07C950F-75C6-4622-AFB6-0F1F53689936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20:34.197" v="6117" actId="20577"/>
        <pc:sldMkLst>
          <pc:docMk/>
          <pc:sldMk cId="3619797516" sldId="307"/>
        </pc:sldMkLst>
        <pc:spChg chg="mod">
          <ac:chgData name="gfeldmantavani@frba.utn.edu.ar" userId="adb3c291-72d7-446e-9e97-002b34a24de3" providerId="ADAL" clId="{D3244F02-E523-4FF7-AAEB-61DF4B65F7CD}" dt="2020-03-29T22:09:26.900" v="5660" actId="21"/>
          <ac:spMkLst>
            <pc:docMk/>
            <pc:sldMk cId="3619797516" sldId="307"/>
            <ac:spMk id="2" creationId="{9BA748D6-00C3-408C-8502-359C45EE372C}"/>
          </ac:spMkLst>
        </pc:spChg>
        <pc:spChg chg="mod">
          <ac:chgData name="gfeldmantavani@frba.utn.edu.ar" userId="adb3c291-72d7-446e-9e97-002b34a24de3" providerId="ADAL" clId="{D3244F02-E523-4FF7-AAEB-61DF4B65F7CD}" dt="2020-03-29T22:20:34.197" v="6117" actId="20577"/>
          <ac:spMkLst>
            <pc:docMk/>
            <pc:sldMk cId="3619797516" sldId="307"/>
            <ac:spMk id="3" creationId="{A07C950F-75C6-4622-AFB6-0F1F53689936}"/>
          </ac:spMkLst>
        </pc:spChg>
      </pc:sldChg>
      <pc:sldChg chg="add del">
        <pc:chgData name="gfeldmantavani@frba.utn.edu.ar" userId="adb3c291-72d7-446e-9e97-002b34a24de3" providerId="ADAL" clId="{D3244F02-E523-4FF7-AAEB-61DF4B65F7CD}" dt="2020-03-29T22:06:43.117" v="5565"/>
        <pc:sldMkLst>
          <pc:docMk/>
          <pc:sldMk cId="279538513" sldId="308"/>
        </pc:sldMkLst>
      </pc:sldChg>
      <pc:sldChg chg="modSp add del">
        <pc:chgData name="gfeldmantavani@frba.utn.edu.ar" userId="adb3c291-72d7-446e-9e97-002b34a24de3" providerId="ADAL" clId="{D3244F02-E523-4FF7-AAEB-61DF4B65F7CD}" dt="2020-03-29T22:09:20.087" v="5657" actId="47"/>
        <pc:sldMkLst>
          <pc:docMk/>
          <pc:sldMk cId="1667171926" sldId="308"/>
        </pc:sldMkLst>
        <pc:spChg chg="mod">
          <ac:chgData name="gfeldmantavani@frba.utn.edu.ar" userId="adb3c291-72d7-446e-9e97-002b34a24de3" providerId="ADAL" clId="{D3244F02-E523-4FF7-AAEB-61DF4B65F7CD}" dt="2020-03-29T22:09:17.872" v="5656" actId="6549"/>
          <ac:spMkLst>
            <pc:docMk/>
            <pc:sldMk cId="1667171926" sldId="308"/>
            <ac:spMk id="3" creationId="{A07C950F-75C6-4622-AFB6-0F1F53689936}"/>
          </ac:spMkLst>
        </pc:spChg>
      </pc:sldChg>
      <pc:sldChg chg="addSp delSp modSp add del delAnim modAnim">
        <pc:chgData name="gfeldmantavani@frba.utn.edu.ar" userId="adb3c291-72d7-446e-9e97-002b34a24de3" providerId="ADAL" clId="{D3244F02-E523-4FF7-AAEB-61DF4B65F7CD}" dt="2020-03-29T22:07:54.934" v="5581" actId="47"/>
        <pc:sldMkLst>
          <pc:docMk/>
          <pc:sldMk cId="2168347868" sldId="308"/>
        </pc:sldMkLst>
        <pc:spChg chg="add del mod">
          <ac:chgData name="gfeldmantavani@frba.utn.edu.ar" userId="adb3c291-72d7-446e-9e97-002b34a24de3" providerId="ADAL" clId="{D3244F02-E523-4FF7-AAEB-61DF4B65F7CD}" dt="2020-03-29T22:07:50.018" v="5579" actId="478"/>
          <ac:spMkLst>
            <pc:docMk/>
            <pc:sldMk cId="2168347868" sldId="308"/>
            <ac:spMk id="15" creationId="{F7CA096B-4A80-4DEC-8260-0F2EE78462AC}"/>
          </ac:spMkLst>
        </pc:spChg>
        <pc:cxnChg chg="add del mod">
          <ac:chgData name="gfeldmantavani@frba.utn.edu.ar" userId="adb3c291-72d7-446e-9e97-002b34a24de3" providerId="ADAL" clId="{D3244F02-E523-4FF7-AAEB-61DF4B65F7CD}" dt="2020-03-29T22:07:51.140" v="5580" actId="478"/>
          <ac:cxnSpMkLst>
            <pc:docMk/>
            <pc:sldMk cId="2168347868" sldId="308"/>
            <ac:cxnSpMk id="14" creationId="{296A8767-5EB6-41C7-BDFF-CEE52E4983E4}"/>
          </ac:cxnSpMkLst>
        </pc:cxnChg>
      </pc:sldChg>
      <pc:sldChg chg="modSp add">
        <pc:chgData name="gfeldmantavani@frba.utn.edu.ar" userId="adb3c291-72d7-446e-9e97-002b34a24de3" providerId="ADAL" clId="{D3244F02-E523-4FF7-AAEB-61DF4B65F7CD}" dt="2020-03-29T22:12:06.817" v="5994" actId="2711"/>
        <pc:sldMkLst>
          <pc:docMk/>
          <pc:sldMk cId="2562149130" sldId="308"/>
        </pc:sldMkLst>
        <pc:spChg chg="mod">
          <ac:chgData name="gfeldmantavani@frba.utn.edu.ar" userId="adb3c291-72d7-446e-9e97-002b34a24de3" providerId="ADAL" clId="{D3244F02-E523-4FF7-AAEB-61DF4B65F7CD}" dt="2020-03-29T22:09:28.792" v="5661"/>
          <ac:spMkLst>
            <pc:docMk/>
            <pc:sldMk cId="2562149130" sldId="308"/>
            <ac:spMk id="2" creationId="{D6214C67-9280-4706-9045-519DA2260E6F}"/>
          </ac:spMkLst>
        </pc:spChg>
        <pc:spChg chg="mod">
          <ac:chgData name="gfeldmantavani@frba.utn.edu.ar" userId="adb3c291-72d7-446e-9e97-002b34a24de3" providerId="ADAL" clId="{D3244F02-E523-4FF7-AAEB-61DF4B65F7CD}" dt="2020-03-29T22:12:06.817" v="5994" actId="2711"/>
          <ac:spMkLst>
            <pc:docMk/>
            <pc:sldMk cId="2562149130" sldId="308"/>
            <ac:spMk id="3" creationId="{DACD9310-68F1-4763-974C-B06E457D6C22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13:51.353" v="6026" actId="20577"/>
        <pc:sldMkLst>
          <pc:docMk/>
          <pc:sldMk cId="3551948033" sldId="309"/>
        </pc:sldMkLst>
        <pc:spChg chg="mod">
          <ac:chgData name="gfeldmantavani@frba.utn.edu.ar" userId="adb3c291-72d7-446e-9e97-002b34a24de3" providerId="ADAL" clId="{D3244F02-E523-4FF7-AAEB-61DF4B65F7CD}" dt="2020-03-29T22:13:51.353" v="6026" actId="20577"/>
          <ac:spMkLst>
            <pc:docMk/>
            <pc:sldMk cId="3551948033" sldId="309"/>
            <ac:spMk id="3" creationId="{2D4E2013-A5D5-4089-9694-91D9D721E8F8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14:23.021" v="6031" actId="20577"/>
        <pc:sldMkLst>
          <pc:docMk/>
          <pc:sldMk cId="1317306583" sldId="310"/>
        </pc:sldMkLst>
        <pc:spChg chg="mod">
          <ac:chgData name="gfeldmantavani@frba.utn.edu.ar" userId="adb3c291-72d7-446e-9e97-002b34a24de3" providerId="ADAL" clId="{D3244F02-E523-4FF7-AAEB-61DF4B65F7CD}" dt="2020-03-29T22:14:23.021" v="6031" actId="20577"/>
          <ac:spMkLst>
            <pc:docMk/>
            <pc:sldMk cId="1317306583" sldId="310"/>
            <ac:spMk id="3" creationId="{A07C950F-75C6-4622-AFB6-0F1F53689936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20:41.447" v="6121" actId="20577"/>
        <pc:sldMkLst>
          <pc:docMk/>
          <pc:sldMk cId="3588270143" sldId="311"/>
        </pc:sldMkLst>
        <pc:spChg chg="mod">
          <ac:chgData name="gfeldmantavani@frba.utn.edu.ar" userId="adb3c291-72d7-446e-9e97-002b34a24de3" providerId="ADAL" clId="{D3244F02-E523-4FF7-AAEB-61DF4B65F7CD}" dt="2020-03-29T22:20:41.447" v="6121" actId="20577"/>
          <ac:spMkLst>
            <pc:docMk/>
            <pc:sldMk cId="3588270143" sldId="311"/>
            <ac:spMk id="3" creationId="{A07C950F-75C6-4622-AFB6-0F1F53689936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25:58.762" v="6243" actId="20577"/>
        <pc:sldMkLst>
          <pc:docMk/>
          <pc:sldMk cId="3014997585" sldId="312"/>
        </pc:sldMkLst>
        <pc:spChg chg="mod">
          <ac:chgData name="gfeldmantavani@frba.utn.edu.ar" userId="adb3c291-72d7-446e-9e97-002b34a24de3" providerId="ADAL" clId="{D3244F02-E523-4FF7-AAEB-61DF4B65F7CD}" dt="2020-03-29T22:17:26.928" v="6086"/>
          <ac:spMkLst>
            <pc:docMk/>
            <pc:sldMk cId="3014997585" sldId="312"/>
            <ac:spMk id="2" creationId="{DFBF0D5B-839F-4DF1-B910-7D3A81E84DE0}"/>
          </ac:spMkLst>
        </pc:spChg>
        <pc:spChg chg="mod">
          <ac:chgData name="gfeldmantavani@frba.utn.edu.ar" userId="adb3c291-72d7-446e-9e97-002b34a24de3" providerId="ADAL" clId="{D3244F02-E523-4FF7-AAEB-61DF4B65F7CD}" dt="2020-03-29T22:25:58.762" v="6243" actId="20577"/>
          <ac:spMkLst>
            <pc:docMk/>
            <pc:sldMk cId="3014997585" sldId="312"/>
            <ac:spMk id="3" creationId="{A87BB836-B77D-4C9B-8E9C-41F1A2C8F631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52:56.092" v="6764" actId="21"/>
        <pc:sldMkLst>
          <pc:docMk/>
          <pc:sldMk cId="2975052693" sldId="313"/>
        </pc:sldMkLst>
        <pc:spChg chg="mod">
          <ac:chgData name="gfeldmantavani@frba.utn.edu.ar" userId="adb3c291-72d7-446e-9e97-002b34a24de3" providerId="ADAL" clId="{D3244F02-E523-4FF7-AAEB-61DF4B65F7CD}" dt="2020-03-29T22:26:17.694" v="6245"/>
          <ac:spMkLst>
            <pc:docMk/>
            <pc:sldMk cId="2975052693" sldId="313"/>
            <ac:spMk id="2" creationId="{E5D9250E-45B3-4B83-9F9C-E9DF1BE71F9F}"/>
          </ac:spMkLst>
        </pc:spChg>
        <pc:spChg chg="mod">
          <ac:chgData name="gfeldmantavani@frba.utn.edu.ar" userId="adb3c291-72d7-446e-9e97-002b34a24de3" providerId="ADAL" clId="{D3244F02-E523-4FF7-AAEB-61DF4B65F7CD}" dt="2020-03-29T22:52:56.092" v="6764" actId="21"/>
          <ac:spMkLst>
            <pc:docMk/>
            <pc:sldMk cId="2975052693" sldId="313"/>
            <ac:spMk id="3" creationId="{00D9FAB9-7925-490D-B38F-9AF2AE0C9900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42:00.455" v="6501"/>
        <pc:sldMkLst>
          <pc:docMk/>
          <pc:sldMk cId="368520331" sldId="314"/>
        </pc:sldMkLst>
        <pc:spChg chg="mod">
          <ac:chgData name="gfeldmantavani@frba.utn.edu.ar" userId="adb3c291-72d7-446e-9e97-002b34a24de3" providerId="ADAL" clId="{D3244F02-E523-4FF7-AAEB-61DF4B65F7CD}" dt="2020-03-29T22:32:58.141" v="6393" actId="20577"/>
          <ac:spMkLst>
            <pc:docMk/>
            <pc:sldMk cId="368520331" sldId="314"/>
            <ac:spMk id="2" creationId="{E5D9250E-45B3-4B83-9F9C-E9DF1BE71F9F}"/>
          </ac:spMkLst>
        </pc:spChg>
        <pc:spChg chg="mod">
          <ac:chgData name="gfeldmantavani@frba.utn.edu.ar" userId="adb3c291-72d7-446e-9e97-002b34a24de3" providerId="ADAL" clId="{D3244F02-E523-4FF7-AAEB-61DF4B65F7CD}" dt="2020-03-29T22:42:00.455" v="6501"/>
          <ac:spMkLst>
            <pc:docMk/>
            <pc:sldMk cId="368520331" sldId="314"/>
            <ac:spMk id="3" creationId="{00D9FAB9-7925-490D-B38F-9AF2AE0C9900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33:11.074" v="6414" actId="20577"/>
        <pc:sldMkLst>
          <pc:docMk/>
          <pc:sldMk cId="3776591060" sldId="315"/>
        </pc:sldMkLst>
        <pc:spChg chg="mod">
          <ac:chgData name="gfeldmantavani@frba.utn.edu.ar" userId="adb3c291-72d7-446e-9e97-002b34a24de3" providerId="ADAL" clId="{D3244F02-E523-4FF7-AAEB-61DF4B65F7CD}" dt="2020-03-29T22:33:11.074" v="6414" actId="20577"/>
          <ac:spMkLst>
            <pc:docMk/>
            <pc:sldMk cId="3776591060" sldId="315"/>
            <ac:spMk id="2" creationId="{69008E7B-8321-4698-9414-FA755C6E0D3F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48:56.209" v="6691" actId="20577"/>
        <pc:sldMkLst>
          <pc:docMk/>
          <pc:sldMk cId="535974368" sldId="316"/>
        </pc:sldMkLst>
        <pc:spChg chg="mod">
          <ac:chgData name="gfeldmantavani@frba.utn.edu.ar" userId="adb3c291-72d7-446e-9e97-002b34a24de3" providerId="ADAL" clId="{D3244F02-E523-4FF7-AAEB-61DF4B65F7CD}" dt="2020-03-29T22:48:56.209" v="6691" actId="20577"/>
          <ac:spMkLst>
            <pc:docMk/>
            <pc:sldMk cId="535974368" sldId="316"/>
            <ac:spMk id="3" creationId="{00D9FAB9-7925-490D-B38F-9AF2AE0C9900}"/>
          </ac:spMkLst>
        </pc:spChg>
      </pc:sldChg>
      <pc:sldChg chg="modSp add del">
        <pc:chgData name="gfeldmantavani@frba.utn.edu.ar" userId="adb3c291-72d7-446e-9e97-002b34a24de3" providerId="ADAL" clId="{D3244F02-E523-4FF7-AAEB-61DF4B65F7CD}" dt="2020-03-29T22:49:35.421" v="6714" actId="47"/>
        <pc:sldMkLst>
          <pc:docMk/>
          <pc:sldMk cId="323790452" sldId="317"/>
        </pc:sldMkLst>
        <pc:spChg chg="mod">
          <ac:chgData name="gfeldmantavani@frba.utn.edu.ar" userId="adb3c291-72d7-446e-9e97-002b34a24de3" providerId="ADAL" clId="{D3244F02-E523-4FF7-AAEB-61DF4B65F7CD}" dt="2020-03-29T22:49:29.671" v="6713" actId="20577"/>
          <ac:spMkLst>
            <pc:docMk/>
            <pc:sldMk cId="323790452" sldId="317"/>
            <ac:spMk id="2" creationId="{69008E7B-8321-4698-9414-FA755C6E0D3F}"/>
          </ac:spMkLst>
        </pc:spChg>
      </pc:sldChg>
      <pc:sldChg chg="modSp add ord">
        <pc:chgData name="gfeldmantavani@frba.utn.edu.ar" userId="adb3c291-72d7-446e-9e97-002b34a24de3" providerId="ADAL" clId="{D3244F02-E523-4FF7-AAEB-61DF4B65F7CD}" dt="2020-03-29T22:57:28.835" v="6849" actId="27636"/>
        <pc:sldMkLst>
          <pc:docMk/>
          <pc:sldMk cId="2206142937" sldId="317"/>
        </pc:sldMkLst>
        <pc:spChg chg="mod">
          <ac:chgData name="gfeldmantavani@frba.utn.edu.ar" userId="adb3c291-72d7-446e-9e97-002b34a24de3" providerId="ADAL" clId="{D3244F02-E523-4FF7-AAEB-61DF4B65F7CD}" dt="2020-03-29T22:53:05.266" v="6766"/>
          <ac:spMkLst>
            <pc:docMk/>
            <pc:sldMk cId="2206142937" sldId="317"/>
            <ac:spMk id="2" creationId="{1E2BFC86-22CA-442E-A3EB-9A04AC962707}"/>
          </ac:spMkLst>
        </pc:spChg>
        <pc:spChg chg="mod">
          <ac:chgData name="gfeldmantavani@frba.utn.edu.ar" userId="adb3c291-72d7-446e-9e97-002b34a24de3" providerId="ADAL" clId="{D3244F02-E523-4FF7-AAEB-61DF4B65F7CD}" dt="2020-03-29T22:57:28.835" v="6849" actId="27636"/>
          <ac:spMkLst>
            <pc:docMk/>
            <pc:sldMk cId="2206142937" sldId="317"/>
            <ac:spMk id="3" creationId="{2DA1574E-82F2-45C1-9827-7BA148D9B65B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3:03:53.846" v="7275" actId="20577"/>
        <pc:sldMkLst>
          <pc:docMk/>
          <pc:sldMk cId="4000371382" sldId="318"/>
        </pc:sldMkLst>
        <pc:spChg chg="mod">
          <ac:chgData name="gfeldmantavani@frba.utn.edu.ar" userId="adb3c291-72d7-446e-9e97-002b34a24de3" providerId="ADAL" clId="{D3244F02-E523-4FF7-AAEB-61DF4B65F7CD}" dt="2020-03-29T23:02:12.010" v="6902" actId="20577"/>
          <ac:spMkLst>
            <pc:docMk/>
            <pc:sldMk cId="4000371382" sldId="318"/>
            <ac:spMk id="2" creationId="{7128E2B2-A4F9-4473-AD87-29E7F52F8C0B}"/>
          </ac:spMkLst>
        </pc:spChg>
        <pc:spChg chg="mod">
          <ac:chgData name="gfeldmantavani@frba.utn.edu.ar" userId="adb3c291-72d7-446e-9e97-002b34a24de3" providerId="ADAL" clId="{D3244F02-E523-4FF7-AAEB-61DF4B65F7CD}" dt="2020-03-29T23:03:53.846" v="7275" actId="20577"/>
          <ac:spMkLst>
            <pc:docMk/>
            <pc:sldMk cId="4000371382" sldId="318"/>
            <ac:spMk id="3" creationId="{8AFD6004-7EB4-4944-A595-9D18CFE315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48080-DD1E-426F-B871-E44CD63F0968}" type="datetimeFigureOut">
              <a:rPr lang="es-AR" smtClean="0"/>
              <a:t>11/9/2023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A3AB7-41BA-478E-9449-3B1C26CB08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6471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A3AB7-41BA-478E-9449-3B1C26CB0895}" type="slidenum">
              <a:rPr lang="es-AR" smtClean="0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0991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40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72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97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9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43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6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44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7D525BB-DA17-4BA0-B3C8-3AC3ABC827E6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7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</a:t>
            </a:r>
            <a:r>
              <a:rPr lang="es-ES"/>
              <a:t>icono para </a:t>
            </a:r>
            <a:r>
              <a:rPr lang="es-ES" dirty="0"/>
              <a:t>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25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561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234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9/11/2023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11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18EE6-1725-465A-86D2-20F0C3038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Guía</a:t>
            </a:r>
            <a:r>
              <a:rPr lang="en-GB" dirty="0"/>
              <a:t> </a:t>
            </a:r>
            <a:r>
              <a:rPr lang="en-GB" dirty="0" err="1"/>
              <a:t>resolución</a:t>
            </a:r>
            <a:r>
              <a:rPr lang="en-GB" dirty="0"/>
              <a:t> TP2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25F1C9-CE8C-4309-87CD-9403204B6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INSTALACIONES</a:t>
            </a:r>
            <a:r>
              <a:rPr lang="en-GB" dirty="0"/>
              <a:t> </a:t>
            </a:r>
            <a:r>
              <a:rPr lang="en-GB" dirty="0" err="1"/>
              <a:t>ELÉCTRICAS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7486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Esquema de la instalación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DE3889-5A2B-40AB-A9D4-85CCDB05C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Se propone un establecimiento con dos secciones productivas (</a:t>
            </a:r>
            <a:r>
              <a:rPr lang="es-AR" dirty="0" err="1"/>
              <a:t>galvanoplastía</a:t>
            </a:r>
            <a:r>
              <a:rPr lang="es-AR" dirty="0"/>
              <a:t> y montaje), abastecidas con 3x380VAC. Las características de las cargas se listan en tabla aparte.</a:t>
            </a:r>
          </a:p>
          <a:p>
            <a:r>
              <a:rPr lang="es-AR" dirty="0"/>
              <a:t>El tablero principal tendrá: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Interruptor diferencial (tripolar + neutro)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Interruptor termomagnético principal (tetrapolar)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Banco de capacitores de corrección de factor de potencia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Interruptor termomagnético dedicado para cada tablero secundario (tetrapolar)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78706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Esquema de la instalación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DE3889-5A2B-40AB-A9D4-85CCDB05C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AR" dirty="0"/>
              <a:t>Cada tablero secundario se encuentra a 50m lineales del tablero principal, cada uno tendrá:</a:t>
            </a:r>
          </a:p>
          <a:p>
            <a:pPr marL="539750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200" dirty="0"/>
              <a:t>Interruptor termomagnético tetrapolar para la línea de tomacorrientes, en la que se instalarán 3 tomacorrientes monofásicos (220VAC). En cada tomacorriente se pueden conectar cargas de hasta 20A con factores de potencia de 0.75 cada uno.</a:t>
            </a:r>
          </a:p>
          <a:p>
            <a:pPr marL="539750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200" dirty="0"/>
              <a:t>Interruptor termomagnético tetrapolar para la línea de iluminación, se deberán balancear 9 luminarias con dos tubos fluorescentes de 36W cada uno y un factor de potencia, por luminaria, de 0.85</a:t>
            </a:r>
          </a:p>
          <a:p>
            <a:pPr marL="539750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200" dirty="0"/>
              <a:t>Protección correspondiente para cada máquina de la sección teniendo en cuenta lo siguiente:</a:t>
            </a:r>
          </a:p>
          <a:p>
            <a:pPr marL="832358" lvl="1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000" dirty="0"/>
              <a:t>Para las cargas M2 y M4, se deberá instalar sistema de arranque compuesto por:</a:t>
            </a:r>
          </a:p>
          <a:p>
            <a:pPr marL="1015238" lvl="2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600" dirty="0"/>
              <a:t>Un protector de motor / corta circuitos</a:t>
            </a:r>
          </a:p>
          <a:p>
            <a:pPr marL="1015238" lvl="2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600" dirty="0"/>
              <a:t>Tres contactores para realizar el arranque estrella / triángulo</a:t>
            </a:r>
          </a:p>
          <a:p>
            <a:pPr marL="1015238" lvl="2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600" dirty="0"/>
              <a:t>Un relé de sobrecarga</a:t>
            </a:r>
          </a:p>
          <a:p>
            <a:pPr marL="832358" lvl="1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000" dirty="0"/>
              <a:t>Para las cargas M1 y M3 se deberá instalar un interruptor termomagnético tetrapolar y un contactor.</a:t>
            </a:r>
          </a:p>
          <a:p>
            <a:endParaRPr lang="es-AR" dirty="0"/>
          </a:p>
          <a:p>
            <a:endParaRPr lang="es-AR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958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2307B-95AD-4E8A-B255-800A6B97B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Cálculo de conductores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F2DBA1-2682-4AFC-AAB2-885DFBF25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02504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</a:t>
            </a:r>
            <a:endParaRPr lang="es-AR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La instalación será aérea con bandejas perforadas, conductor de cobre de r = 0,02 Wmm2/m. En las líneas de alimentación trifásicas se prevé una caída admisible de tensión de 5%, en las monofásicas del 3%. Considerar un factor de seguridad del 25%.</a:t>
            </a:r>
          </a:p>
          <a:p>
            <a:r>
              <a:rPr lang="es-AR" dirty="0"/>
              <a:t>Cada línea de tomacorrientes mide 35m de largo y se encuentran uno en cada fase</a:t>
            </a:r>
          </a:p>
          <a:p>
            <a:r>
              <a:rPr lang="es-AR" dirty="0"/>
              <a:t>Cada línea de luminarias mide 20m de largo y los artefactos conectados a ella se encuentran en paralelo</a:t>
            </a:r>
          </a:p>
          <a:p>
            <a:r>
              <a:rPr lang="es-AR" dirty="0"/>
              <a:t>La máquina M1 tiene una S = 1.5kVA, un factor de potencia de 0.60 y se encuentra a 80m del tablero secundario.</a:t>
            </a:r>
          </a:p>
          <a:p>
            <a:r>
              <a:rPr lang="es-AR" dirty="0"/>
              <a:t>La máquina M2 tiene una potencia de 10HP, un factor de potencia de 0.70, un rendimiento de 0.9 y se encuentra a 40m del tablero secundario</a:t>
            </a:r>
          </a:p>
          <a:p>
            <a:r>
              <a:rPr lang="es-AR" dirty="0"/>
              <a:t>El factor de simultaneidad se toma como 1</a:t>
            </a:r>
          </a:p>
        </p:txBody>
      </p:sp>
    </p:spTree>
    <p:extLst>
      <p:ext uri="{BB962C8B-B14F-4D97-AF65-F5344CB8AC3E}">
        <p14:creationId xmlns:p14="http://schemas.microsoft.com/office/powerpoint/2010/main" val="389099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– Tomacorrientes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AR" dirty="0"/>
                  <a:t>Para los tomacorrientes ya se tiene la corriente máxima de cada uno, siendo la misma de 20A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𝐹𝑆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1.25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" indent="-91440" defTabSz="914400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</a:pPr>
                <a:r>
                  <a:rPr lang="es-AR" sz="20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El método E se adopta por ser bandeja perforada, la columna 5 corresponde a un cable bipolar (no se analizará simultaneidad de cables en la bandeja).</a:t>
                </a:r>
              </a:p>
              <a:p>
                <a:pPr marL="91440" indent="-91440" defTabSz="914400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</a:pPr>
                <a:r>
                  <a:rPr lang="es-AR" sz="20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Se baja por la columna correspondiente hasta encontrar la primera intensidad de corriente superior al consumo máximo que circulará por el cable.</a:t>
                </a:r>
              </a:p>
              <a:p>
                <a:pPr marL="91440" indent="-91440" defTabSz="914400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</a:pPr>
                <a:r>
                  <a:rPr lang="es-AR" sz="20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En la columna “Sección Nominal” se puede leer la sección que se deberá pre adoptar. En este caso será de 2.5mm</a:t>
                </a:r>
                <a:r>
                  <a:rPr lang="es-AR" sz="2000" baseline="300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2</a:t>
                </a:r>
                <a:endParaRPr lang="es-AR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3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– Tomacorrientes</a:t>
            </a:r>
            <a:endParaRPr lang="es-AR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680218A-BE6D-4C40-9982-0C161CA9F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48" t="17080" r="35267" b="5039"/>
          <a:stretch/>
        </p:blipFill>
        <p:spPr>
          <a:xfrm>
            <a:off x="3129702" y="1909747"/>
            <a:ext cx="5993556" cy="4275266"/>
          </a:xfr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08A29419-161D-43F3-9115-8A494C04C8AF}"/>
              </a:ext>
            </a:extLst>
          </p:cNvPr>
          <p:cNvSpPr/>
          <p:nvPr/>
        </p:nvSpPr>
        <p:spPr>
          <a:xfrm>
            <a:off x="7659973" y="3889983"/>
            <a:ext cx="344774" cy="344773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152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Tomacorrientes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Una vez pre adoptada la sección, se debe verificar si las pérdidas corresponden, como la línea es monofásica, se tolera una pérdida menor o igual al 3%.</a:t>
            </a:r>
          </a:p>
          <a:p>
            <a:endParaRPr lang="es-AR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D10239-5733-43DB-994B-2FDFE0C57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75" y="2462743"/>
            <a:ext cx="7639050" cy="3514725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0210491B-FFC9-4E48-9C29-31A308FA2212}"/>
              </a:ext>
            </a:extLst>
          </p:cNvPr>
          <p:cNvSpPr/>
          <p:nvPr/>
        </p:nvSpPr>
        <p:spPr>
          <a:xfrm>
            <a:off x="8229599" y="4287189"/>
            <a:ext cx="344774" cy="344773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E3CA7AB-807B-47FB-BF2C-64973F6872B9}"/>
              </a:ext>
            </a:extLst>
          </p:cNvPr>
          <p:cNvSpPr/>
          <p:nvPr/>
        </p:nvSpPr>
        <p:spPr>
          <a:xfrm>
            <a:off x="9147040" y="4257205"/>
            <a:ext cx="468677" cy="449705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0648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Tomacorrientes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𝑠𝑒𝑛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</m:oMath>
                  </m:oMathPara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s-AR" dirty="0"/>
                  <a:t>Donde:</a:t>
                </a:r>
              </a:p>
              <a:p>
                <a:pPr marL="269875" indent="-179388">
                  <a:buFont typeface="Arial" panose="020B0604020202020204" pitchFamily="34" charset="0"/>
                  <a:buChar char="•"/>
                </a:pPr>
                <a:r>
                  <a:rPr lang="es-AR" dirty="0"/>
                  <a:t>K: constante del cable</a:t>
                </a:r>
              </a:p>
              <a:p>
                <a:pPr marL="449263" lvl="1" indent="-179388">
                  <a:buFont typeface="Arial" panose="020B0604020202020204" pitchFamily="34" charset="0"/>
                  <a:buChar char="•"/>
                </a:pPr>
                <a:r>
                  <a:rPr lang="es-AR" dirty="0"/>
                  <a:t>2 para líneas monofásicas</a:t>
                </a:r>
              </a:p>
              <a:p>
                <a:pPr marL="449263" lvl="1" indent="-179388">
                  <a:buFont typeface="Arial" panose="020B0604020202020204" pitchFamily="34" charset="0"/>
                  <a:buChar char="•"/>
                </a:pPr>
                <a:r>
                  <a:rPr lang="es-AR" dirty="0"/>
                  <a:t>1.73 para líneas trifásicas</a:t>
                </a:r>
              </a:p>
              <a:p>
                <a:pPr marL="269875" indent="-179388">
                  <a:buFont typeface="Arial" panose="020B0604020202020204" pitchFamily="34" charset="0"/>
                  <a:buChar char="•"/>
                </a:pPr>
                <a:r>
                  <a:rPr lang="es-AR" dirty="0"/>
                  <a:t>I: corriente transportada, en A</a:t>
                </a:r>
              </a:p>
              <a:p>
                <a:pPr marL="269875" indent="-179388">
                  <a:buFont typeface="Arial" panose="020B0604020202020204" pitchFamily="34" charset="0"/>
                  <a:buChar char="•"/>
                </a:pPr>
                <a:r>
                  <a:rPr lang="es-AR" dirty="0"/>
                  <a:t>L: longitud del conductor, en km</a:t>
                </a:r>
              </a:p>
              <a:p>
                <a:pPr marL="269875" indent="-179388">
                  <a:buFont typeface="Arial" panose="020B0604020202020204" pitchFamily="34" charset="0"/>
                  <a:buChar char="•"/>
                </a:pPr>
                <a:r>
                  <a:rPr lang="es-AR" dirty="0"/>
                  <a:t>R: resistencia eléctrica a la temperatura de ejercicio, en </a:t>
                </a:r>
                <a:r>
                  <a:rPr lang="es-AR" dirty="0">
                    <a:latin typeface="Symbol" panose="05050102010706020507" pitchFamily="18" charset="2"/>
                  </a:rPr>
                  <a:t>W</a:t>
                </a:r>
                <a:r>
                  <a:rPr lang="es-AR" dirty="0"/>
                  <a:t>/km</a:t>
                </a:r>
              </a:p>
              <a:p>
                <a:pPr marL="269875" indent="-179388">
                  <a:buFont typeface="Arial" panose="020B0604020202020204" pitchFamily="34" charset="0"/>
                  <a:buChar char="•"/>
                </a:pPr>
                <a:r>
                  <a:rPr lang="es-AR" dirty="0"/>
                  <a:t>X: reactancia inductiva del cable a 50hz, en </a:t>
                </a:r>
                <a:r>
                  <a:rPr lang="es-AR" dirty="0">
                    <a:latin typeface="Symbol" panose="05050102010706020507" pitchFamily="18" charset="2"/>
                  </a:rPr>
                  <a:t>W</a:t>
                </a:r>
                <a:r>
                  <a:rPr lang="es-AR" dirty="0"/>
                  <a:t>/km</a:t>
                </a: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4300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Tomacorrientes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A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𝑐𝑜𝑠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𝑠𝑒𝑛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=2×25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0.035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𝑘𝑚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9.55</m:t>
                        </m:r>
                        <m:f>
                          <m:fPr>
                            <m:type m:val="skw"/>
                            <m:ctrlP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num>
                          <m:den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𝑘𝑚</m:t>
                            </m:r>
                          </m:den>
                        </m:f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0.75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0.0995</m:t>
                        </m:r>
                        <m:f>
                          <m:fPr>
                            <m:type m:val="skw"/>
                            <m:ctrlP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num>
                          <m:den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𝑘𝑚</m:t>
                            </m:r>
                          </m:den>
                        </m:f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0.66</m:t>
                        </m:r>
                      </m:e>
                    </m: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⇒∆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AR" dirty="0"/>
                  <a:t>12.64VAC</a:t>
                </a:r>
              </a:p>
              <a:p>
                <a:r>
                  <a:rPr lang="es-AR" dirty="0"/>
                  <a:t>Como no verifica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0.03×220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=6.6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𝑉𝐴𝐶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AR" dirty="0"/>
                  <a:t>, se debe recalcular hasta encontrar uno que SI verifique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𝑚𝑚</m:t>
                            </m:r>
                          </m:e>
                          <m:sup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</m:sSub>
                    <m:r>
                      <a:rPr lang="es-A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AR" b="0" i="0" dirty="0" smtClean="0"/>
                      <m:t>7.89</m:t>
                    </m:r>
                    <m:r>
                      <m:rPr>
                        <m:nor/>
                      </m:rPr>
                      <a:rPr lang="es-AR" dirty="0"/>
                      <m:t>VAC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𝑁𝑂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𝑣𝑒𝑟𝑖𝑓𝑖𝑐𝑎</m:t>
                    </m:r>
                  </m:oMath>
                </a14:m>
                <a:endParaRPr lang="es-A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sSup>
                          <m:sSupPr>
                            <m:ctrlP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𝑚𝑚</m:t>
                            </m:r>
                          </m:e>
                          <m:sup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</m:sSub>
                    <m:r>
                      <a:rPr lang="es-A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AR" b="0" i="0" dirty="0" smtClean="0"/>
                      <m:t>5.29</m:t>
                    </m:r>
                    <m:r>
                      <m:rPr>
                        <m:nor/>
                      </m:rPr>
                      <a:rPr lang="es-AR" dirty="0"/>
                      <m:t>VAC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𝑆𝐼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𝑣𝑒𝑟𝑖𝑓𝑖𝑐𝑎</m:t>
                    </m:r>
                  </m:oMath>
                </a14:m>
                <a:endParaRPr lang="es-AR" dirty="0"/>
              </a:p>
              <a:p>
                <a:r>
                  <a:rPr lang="es-AR" dirty="0"/>
                  <a:t>Para cables de sección menor a 16mm</a:t>
                </a:r>
                <a:r>
                  <a:rPr lang="es-AR" baseline="30000" dirty="0"/>
                  <a:t>2</a:t>
                </a:r>
                <a:r>
                  <a:rPr lang="es-AR" dirty="0"/>
                  <a:t>, NO se debe verificar la corriente máxima que soporta ante un cortocircuito.</a:t>
                </a:r>
              </a:p>
              <a:p>
                <a:r>
                  <a:rPr lang="es-AR" b="1" dirty="0"/>
                  <a:t>Por ello, se adopta para cada una de las líneas de tomacorrientes cable bipolar de cobre de 6mm</a:t>
                </a:r>
                <a:r>
                  <a:rPr lang="es-AR" b="1" baseline="30000" dirty="0"/>
                  <a:t>2</a:t>
                </a:r>
                <a:r>
                  <a:rPr lang="es-AR" b="1" dirty="0"/>
                  <a:t> de sección</a:t>
                </a:r>
              </a:p>
              <a:p>
                <a:pPr marL="0" indent="0">
                  <a:buNone/>
                </a:pPr>
                <a:endParaRPr lang="es-AR" dirty="0"/>
              </a:p>
              <a:p>
                <a:pPr marL="0" indent="0">
                  <a:buNone/>
                </a:pPr>
                <a:endParaRPr lang="es-AR" dirty="0"/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 t="-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879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Iluminación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s-AR" dirty="0"/>
                  <a:t>Lo primero que se debe calcular es la corriente de la línea, como cada línea tiene tres luminarias y cada luminaria tiene 2 tubos de 36W, se tiene que:</a:t>
                </a:r>
              </a:p>
              <a:p>
                <a:r>
                  <a:rPr lang="es-AR" dirty="0"/>
                  <a:t>Cada línea tiene tres luminarias y cada luminaria tiene 2 tubos de 36W</a:t>
                </a:r>
              </a:p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𝑐𝑜𝑠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×2×36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220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𝑉𝐴𝐶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0.85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=1.16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𝐹𝑆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1.25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1.16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.44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s-AR" dirty="0"/>
                  <a:t>Se pre adopta un cable de 1.5mm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sección.</a:t>
                </a:r>
              </a:p>
              <a:p>
                <a:r>
                  <a:rPr lang="es-AR" dirty="0"/>
                  <a:t>Las pérdidas de tensión para dicha sección y 20m de largo son </a:t>
                </a:r>
                <a:r>
                  <a:rPr lang="es-AR" dirty="0">
                    <a:latin typeface="Symbol" panose="05050102010706020507" pitchFamily="18" charset="2"/>
                  </a:rPr>
                  <a:t>D</a:t>
                </a:r>
                <a:r>
                  <a:rPr lang="es-AR" dirty="0"/>
                  <a:t>U = 0.78VAC, por lo tanto, cumple y al ser una sección menor a 16mm</a:t>
                </a:r>
                <a:r>
                  <a:rPr lang="es-AR" baseline="30000" dirty="0"/>
                  <a:t>2</a:t>
                </a:r>
                <a:r>
                  <a:rPr lang="es-AR" dirty="0"/>
                  <a:t> no se verifica la corriente máxima de cortocircuito.</a:t>
                </a:r>
              </a:p>
              <a:p>
                <a:r>
                  <a:rPr lang="es-AR" b="1" dirty="0"/>
                  <a:t>Por ello, se adopta para cada una de las líneas de luces cable bipolar de cobre de 1.5mm</a:t>
                </a:r>
                <a:r>
                  <a:rPr lang="es-AR" b="1" baseline="30000" dirty="0"/>
                  <a:t>2</a:t>
                </a:r>
                <a:r>
                  <a:rPr lang="es-AR" b="1" dirty="0"/>
                  <a:t> de sección</a:t>
                </a: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 r="-1455" b="-545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269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Máquina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s-AR" dirty="0"/>
                  <a:t>Lo primero que se debe calcular es la corriente de la línea, para ello se parte de la potencia aparente: </a:t>
                </a:r>
                <a:endParaRPr lang="es-A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1500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𝑉𝐴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38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=2.28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𝐹𝑆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=1.25×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2.28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2.85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s-AR" dirty="0"/>
                  <a:t>Entrando a la tabla correspondiente, pero en esta oportunidad en la columna E6, se pre adopta un cable de 1.5mm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sección.</a:t>
                </a:r>
              </a:p>
              <a:p>
                <a:r>
                  <a:rPr lang="es-AR" dirty="0"/>
                  <a:t>Las pérdidas de tensión para dicha sección y 80m de largo son </a:t>
                </a:r>
                <a:r>
                  <a:rPr lang="es-AR" dirty="0">
                    <a:latin typeface="Symbol" panose="05050102010706020507" pitchFamily="18" charset="2"/>
                  </a:rPr>
                  <a:t>D</a:t>
                </a:r>
                <a:r>
                  <a:rPr lang="es-AR" dirty="0"/>
                  <a:t>U = 6.57VAC mientras que el máximo admisible para trifásica es </a:t>
                </a:r>
                <a:r>
                  <a:rPr lang="es-AR" dirty="0" err="1">
                    <a:latin typeface="Symbol" panose="05050102010706020507" pitchFamily="18" charset="2"/>
                  </a:rPr>
                  <a:t>D</a:t>
                </a:r>
                <a:r>
                  <a:rPr lang="es-AR" dirty="0" err="1"/>
                  <a:t>U</a:t>
                </a:r>
                <a:r>
                  <a:rPr lang="es-AR" baseline="-25000" dirty="0" err="1"/>
                  <a:t>max</a:t>
                </a:r>
                <a:r>
                  <a:rPr lang="es-AR" dirty="0"/>
                  <a:t> = 19VAC, por lo tanto, cumple y al ser una sección menor a 16mm</a:t>
                </a:r>
                <a:r>
                  <a:rPr lang="es-AR" baseline="30000" dirty="0"/>
                  <a:t>2</a:t>
                </a:r>
                <a:r>
                  <a:rPr lang="es-AR" dirty="0"/>
                  <a:t> no se verifica la corriente máxima de cortocircuito.</a:t>
                </a: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 r="-36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919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Máquina 1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AR" dirty="0"/>
              <a:t>La normativa Argentina que rige las secciones mínimas de los cables es la </a:t>
            </a:r>
            <a:r>
              <a:rPr lang="es-AR" dirty="0" err="1"/>
              <a:t>AEA</a:t>
            </a:r>
            <a:r>
              <a:rPr lang="es-AR" dirty="0"/>
              <a:t> 90364-7-771.</a:t>
            </a:r>
          </a:p>
          <a:p>
            <a:r>
              <a:rPr lang="es-AR" dirty="0"/>
              <a:t>En el inciso 771.7.6 se establece que el circuito en estudio corresponde a un circuito tipo ACU (Alimentación de Carga Única) y en la tabla 771.13.I establece que la sección mínima para líneas de circuito para uso específico tiene que ser 2.5mm</a:t>
            </a:r>
            <a:r>
              <a:rPr lang="es-AR" baseline="30000" dirty="0"/>
              <a:t>2</a:t>
            </a:r>
            <a:r>
              <a:rPr lang="es-AR" dirty="0"/>
              <a:t>.</a:t>
            </a:r>
          </a:p>
          <a:p>
            <a:r>
              <a:rPr lang="es-AR" b="1" dirty="0"/>
              <a:t>Por ello, se adopta para la línea de alimentación a la Máquina 1 cable tetrapolar de cobre de 2.5mm</a:t>
            </a:r>
            <a:r>
              <a:rPr lang="es-AR" b="1" baseline="30000" dirty="0"/>
              <a:t>2</a:t>
            </a:r>
            <a:r>
              <a:rPr lang="es-AR" b="1" dirty="0"/>
              <a:t> de sección</a:t>
            </a:r>
          </a:p>
        </p:txBody>
      </p:sp>
    </p:spTree>
    <p:extLst>
      <p:ext uri="{BB962C8B-B14F-4D97-AF65-F5344CB8AC3E}">
        <p14:creationId xmlns:p14="http://schemas.microsoft.com/office/powerpoint/2010/main" val="1541783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Máquina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s-AR" dirty="0"/>
                  <a:t>Lo primero que se debe calcular es la potencia activa en kilowatt, dado que se parte de la Potencia en HP y el rendimiento. </a:t>
                </a:r>
                <a:endParaRPr lang="es-A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𝑘𝑊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𝐻𝑃</m:t>
                            </m:r>
                          </m:sub>
                        </m:sSub>
                        <m: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0.74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𝑘𝑊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𝐻𝑃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0.746</m:t>
                        </m:r>
                      </m:num>
                      <m:den>
                        <m:r>
                          <a:rPr lang="es-AR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=8.29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𝑘𝑊</m:t>
                        </m:r>
                      </m:e>
                    </m:borderBox>
                  </m:oMath>
                </a14:m>
                <a:endParaRPr lang="es-AR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AR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𝑐𝑜𝑠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8290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380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𝑉𝐴𝐶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70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=17.99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𝐹𝑆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=1.25×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17.99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22.49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s-AR" dirty="0"/>
                  <a:t>Entrando a la tabla correspondiente se pre adopta un cable de 4mm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sección.</a:t>
                </a:r>
              </a:p>
              <a:p>
                <a:r>
                  <a:rPr lang="es-AR" dirty="0"/>
                  <a:t>Las pérdidas de tensión para dicha sección y 40m de largo son </a:t>
                </a:r>
                <a:r>
                  <a:rPr lang="es-AR" dirty="0">
                    <a:latin typeface="Symbol" panose="05050102010706020507" pitchFamily="18" charset="2"/>
                  </a:rPr>
                  <a:t>D</a:t>
                </a:r>
                <a:r>
                  <a:rPr lang="es-AR" dirty="0"/>
                  <a:t>U = 6.56VAC, por lo tanto, cumple y al ser una sección menor a 16mm</a:t>
                </a:r>
                <a:r>
                  <a:rPr lang="es-AR" baseline="30000" dirty="0"/>
                  <a:t>2</a:t>
                </a:r>
                <a:r>
                  <a:rPr lang="es-AR" dirty="0"/>
                  <a:t> no se verifica la corriente máxima de cortocircuito.</a:t>
                </a:r>
              </a:p>
              <a:p>
                <a:r>
                  <a:rPr lang="es-AR" b="1" dirty="0"/>
                  <a:t>Por ello, se adopta para la línea de alimentación a la Máquina 2 cable tetrapolar de cobre de 4mm</a:t>
                </a:r>
                <a:r>
                  <a:rPr lang="es-AR" b="1" baseline="30000" dirty="0"/>
                  <a:t>2</a:t>
                </a:r>
                <a:r>
                  <a:rPr lang="es-AR" b="1" dirty="0"/>
                  <a:t> de sección</a:t>
                </a:r>
              </a:p>
            </p:txBody>
          </p:sp>
        </mc:Choice>
        <mc:Fallback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6" t="-1667" r="-303" b="-909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95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</a:t>
            </a:r>
            <a:r>
              <a:rPr lang="es-AR" dirty="0" err="1"/>
              <a:t>Galvanoplastía</a:t>
            </a:r>
            <a:r>
              <a:rPr lang="es-AR" dirty="0"/>
              <a:t> – Acometida al tablero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AR" dirty="0"/>
              <a:t>Lo primero que se debe calcular es la corriente total que circulará por dicho conductor y para ello, como factor de seguridad, se adoptará el 125% de la corriente mayor más la suma de las demás corrientes.</a:t>
            </a:r>
          </a:p>
          <a:p>
            <a:r>
              <a:rPr lang="es-AR" dirty="0"/>
              <a:t>Para ello hay que recordar lo siguiente:</a:t>
            </a:r>
          </a:p>
          <a:p>
            <a:pPr marL="0" indent="0">
              <a:buNone/>
            </a:pPr>
            <a:endParaRPr lang="es-AR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42B70F-B29A-4115-8869-91C40C939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3412815"/>
            <a:ext cx="3403144" cy="2456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D848607-D691-40A7-820A-0608A3FDA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533" y="3413894"/>
            <a:ext cx="3556187" cy="245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09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Acometida al tablero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s-AR" dirty="0"/>
                  <a:t>Por ello se pueden sumar las corrientes de fase y, dado que las cargas están balanceadas, se puede trabajar con una sola fase.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𝐹𝑆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𝑚𝑎𝑦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𝑟𝑒𝑠𝑡𝑎𝑛𝑡𝑒𝑠</m:t>
                            </m:r>
                          </m:sub>
                        </m:sSub>
                      </m:e>
                    </m:nary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=1.25×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+2.85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+22.49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+1.44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58.03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s-AR" dirty="0"/>
                  <a:t>Entrando a la tabla correspondiente se pre adopta un cable de 16mm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sección.</a:t>
                </a:r>
              </a:p>
              <a:p>
                <a:r>
                  <a:rPr lang="es-AR" dirty="0"/>
                  <a:t>Para calcular las pérdidas se debe calcular el factor de potencia de todo el tablero, para ello se suman las potencias activas y las potencias reactivas y se opera para conocer dicho factor de potencia.</a:t>
                </a:r>
              </a:p>
              <a:p>
                <a:r>
                  <a:rPr lang="es-AR" dirty="0"/>
                  <a:t>Para calcular dichas potencias, se utilizarán las corrientes corregidas por el factor de seguridad.</a:t>
                </a:r>
              </a:p>
              <a:p>
                <a:endParaRPr lang="es-AR" dirty="0"/>
              </a:p>
              <a:p>
                <a:pPr marL="0" indent="0">
                  <a:buNone/>
                </a:pPr>
                <a:endParaRPr lang="es-AR" b="1" dirty="0"/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017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Acometida al tablero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A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380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2.85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0.60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1125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borderBox>
                  </m:oMath>
                </a14:m>
                <a:endParaRPr lang="es-AR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380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22.49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0.70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10361.11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×380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×1.44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×0.85⇒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807.77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×380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×25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×0.75⇒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𝑇𝐶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12340.86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24.64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𝑘𝑊</m:t>
                        </m:r>
                      </m:e>
                    </m:borderBox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6572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Acometida al tablero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A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380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2.85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0.80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1500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𝑉𝐴𝑟</m:t>
                        </m:r>
                      </m:e>
                    </m:borderBox>
                  </m:oMath>
                </a14:m>
                <a:endParaRPr lang="es-AR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380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22.49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0.71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1570.45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𝑉𝐴𝑟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×380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×1.44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×0.53⇒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500.61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𝑉𝐴𝑟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×380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×25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𝐴𝐴𝐶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×0.66⇒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𝑇𝐶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10883.62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𝑉𝐴𝑟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23.46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𝑉𝐴𝑟</m:t>
                        </m:r>
                      </m:e>
                    </m:borderBox>
                  </m:oMath>
                </a14:m>
                <a:endParaRPr lang="es-AR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AR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A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s-A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s-A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AR"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s-AR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fName>
                              <m:e>
                                <m:f>
                                  <m:fPr>
                                    <m:ctrlPr>
                                      <a:rPr lang="es-A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A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AR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s-AR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s-A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AR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s-AR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func>
                          </m:e>
                        </m:d>
                      </m:e>
                    </m:func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func>
                      <m:func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A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AR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A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s-A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s-A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AR"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s-AR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fName>
                              <m:e>
                                <m:f>
                                  <m:fPr>
                                    <m:ctrlPr>
                                      <a:rPr lang="es-A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AR" i="1">
                                        <a:latin typeface="Cambria Math" panose="02040503050406030204" pitchFamily="18" charset="0"/>
                                      </a:rPr>
                                      <m:t>23.46</m:t>
                                    </m:r>
                                    <m:r>
                                      <a:rPr lang="es-AR" i="1">
                                        <a:latin typeface="Cambria Math" panose="02040503050406030204" pitchFamily="18" charset="0"/>
                                      </a:rPr>
                                      <m:t>𝑘𝑉𝐴𝑟</m:t>
                                    </m:r>
                                  </m:num>
                                  <m:den>
                                    <m:r>
                                      <a:rPr lang="es-AR" i="1">
                                        <a:latin typeface="Cambria Math" panose="02040503050406030204" pitchFamily="18" charset="0"/>
                                      </a:rPr>
                                      <m:t>24.64</m:t>
                                    </m:r>
                                    <m:r>
                                      <a:rPr lang="es-AR" i="1">
                                        <a:latin typeface="Cambria Math" panose="02040503050406030204" pitchFamily="18" charset="0"/>
                                      </a:rPr>
                                      <m:t>𝑘𝑊</m:t>
                                    </m:r>
                                  </m:den>
                                </m:f>
                              </m:e>
                            </m:func>
                          </m:e>
                        </m:d>
                      </m:e>
                    </m:func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func>
                          <m:func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A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</m:func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=0.72</m:t>
                        </m:r>
                      </m:e>
                    </m:borderBox>
                  </m:oMath>
                </a14:m>
                <a:endParaRPr lang="es-AR" b="1" dirty="0"/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694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Acometida al tablero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480115"/>
              </a:xfrm>
            </p:spPr>
            <p:txBody>
              <a:bodyPr>
                <a:noAutofit/>
              </a:bodyPr>
              <a:lstStyle/>
              <a:p>
                <a:r>
                  <a:rPr lang="es-AR" dirty="0"/>
                  <a:t>Las pérdidas de tensión para dicha sección y 50m de largo son </a:t>
                </a:r>
                <a:r>
                  <a:rPr lang="es-AR" dirty="0">
                    <a:latin typeface="Symbol" panose="05050102010706020507" pitchFamily="18" charset="2"/>
                  </a:rPr>
                  <a:t>D</a:t>
                </a:r>
                <a:r>
                  <a:rPr lang="es-AR" dirty="0"/>
                  <a:t>U = 5.83VAC, por lo tanto, verifica. </a:t>
                </a:r>
              </a:p>
              <a:p>
                <a:r>
                  <a:rPr lang="es-AR" dirty="0"/>
                  <a:t>Para calcular la corriente de cortocircuito se debe realizar: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𝐶𝐶</m:t>
                              </m:r>
                            </m:sub>
                          </m:sSub>
                        </m:e>
                        <m:sub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s-A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s-A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s-AR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s-AR" dirty="0"/>
                  <a:t>Donde:</a:t>
                </a:r>
              </a:p>
              <a:p>
                <a:pPr marL="269875" indent="-179388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AR" dirty="0"/>
                  <a:t>S: sección del conductor en mm2</a:t>
                </a:r>
              </a:p>
              <a:p>
                <a:pPr marL="269875" indent="-179388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AR" dirty="0"/>
                  <a:t>C: constante del cable</a:t>
                </a:r>
              </a:p>
              <a:p>
                <a:pPr marL="449263" lvl="1" indent="-179388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AR" dirty="0"/>
                  <a:t>115 para cables de cobre aislados en PVC</a:t>
                </a:r>
              </a:p>
              <a:p>
                <a:pPr marL="449263" lvl="1" indent="-179388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AR" dirty="0"/>
                  <a:t>74 para cables de aluminio aislados en PVC</a:t>
                </a:r>
              </a:p>
              <a:p>
                <a:pPr marL="449263" lvl="1" indent="-179388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AR" dirty="0"/>
                  <a:t>143 para cables de cobre aislados en </a:t>
                </a:r>
                <a:r>
                  <a:rPr lang="es-AR" dirty="0" err="1"/>
                  <a:t>XLPE</a:t>
                </a:r>
                <a:endParaRPr lang="es-AR" dirty="0"/>
              </a:p>
              <a:p>
                <a:pPr marL="449263" lvl="1" indent="-179388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AR" dirty="0"/>
                  <a:t>92 para cables de aluminio aislados en </a:t>
                </a:r>
                <a:r>
                  <a:rPr lang="es-AR" dirty="0" err="1"/>
                  <a:t>XLPE</a:t>
                </a:r>
                <a:endParaRPr lang="es-AR" dirty="0"/>
              </a:p>
              <a:p>
                <a:pPr marL="269875" indent="-179388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AR" dirty="0"/>
                  <a:t>T: duración del cortocircuito en segundos</a:t>
                </a: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480115"/>
              </a:xfrm>
              <a:blipFill>
                <a:blip r:embed="rId2"/>
                <a:stretch>
                  <a:fillRect l="-606" t="-1769" b="-421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616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Tomacorrientes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7278" y="1845735"/>
                <a:ext cx="10058399" cy="124224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𝐶𝐶</m:t>
                            </m:r>
                          </m:sub>
                        </m:sSub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rad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𝐶𝐶</m:t>
                            </m:r>
                          </m:sub>
                        </m:sSub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×115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1.5</m:t>
                            </m:r>
                          </m:e>
                        </m:rad>
                      </m:den>
                    </m:f>
                  </m:oMath>
                </a14:m>
                <a:r>
                  <a:rPr lang="es-A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s-A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s-A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s-AR" i="1">
                                    <a:latin typeface="Cambria Math" panose="02040503050406030204" pitchFamily="18" charset="0"/>
                                  </a:rPr>
                                  <m:t>𝐶𝐶</m:t>
                                </m:r>
                              </m:sub>
                            </m:sSub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</a:rPr>
                          <m:t>=1502.35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dirty="0"/>
              </a:p>
              <a:p>
                <a:r>
                  <a:rPr lang="es-AR" dirty="0"/>
                  <a:t>Con este valor se debe ingresar a la tabla de corriente de cortocircuito admisible en función de la duración del mismo. Tener en cuenta que en dicha tabla las corrientes están en </a:t>
                </a:r>
                <a:r>
                  <a:rPr lang="es-AR" dirty="0" err="1"/>
                  <a:t>kA</a:t>
                </a:r>
                <a:r>
                  <a:rPr lang="es-AR" dirty="0"/>
                  <a:t>.</a:t>
                </a: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7278" y="1845735"/>
                <a:ext cx="10058399" cy="1242240"/>
              </a:xfrm>
              <a:blipFill>
                <a:blip r:embed="rId2"/>
                <a:stretch>
                  <a:fillRect l="-606" t="-490" b="-735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Marcador de contenido 3">
            <a:extLst>
              <a:ext uri="{FF2B5EF4-FFF2-40B4-BE49-F238E27FC236}">
                <a16:creationId xmlns:a16="http://schemas.microsoft.com/office/drawing/2014/main" id="{B95A4A24-7848-4F40-812E-D0649D1B7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911" y="3087975"/>
            <a:ext cx="6946178" cy="3190900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D8DC48D1-A9B9-4208-A868-40E6DCD5F1C8}"/>
              </a:ext>
            </a:extLst>
          </p:cNvPr>
          <p:cNvSpPr/>
          <p:nvPr/>
        </p:nvSpPr>
        <p:spPr>
          <a:xfrm>
            <a:off x="7225257" y="3963399"/>
            <a:ext cx="468000" cy="468000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4045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 </a:t>
            </a:r>
            <a:r>
              <a:rPr lang="es-AR" dirty="0"/>
              <a:t>– Acometida al tablero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480115"/>
              </a:xfrm>
            </p:spPr>
            <p:txBody>
              <a:bodyPr>
                <a:noAutofit/>
              </a:bodyPr>
              <a:lstStyle/>
              <a:p>
                <a:r>
                  <a:rPr lang="es-AR" dirty="0"/>
                  <a:t>I</a:t>
                </a:r>
                <a:r>
                  <a:rPr lang="es-AR" baseline="-25000" dirty="0"/>
                  <a:t>CC</a:t>
                </a:r>
                <a:r>
                  <a:rPr lang="es-AR" dirty="0"/>
                  <a:t> = 1502.32A y para dicha sección el máximo admisible 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s-A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𝐶𝐶</m:t>
                            </m:r>
                          </m:sub>
                        </m:sSub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=1800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AR" dirty="0"/>
                  <a:t> por lo tanto cumple.</a:t>
                </a:r>
              </a:p>
              <a:p>
                <a:r>
                  <a:rPr lang="es-AR" b="1" dirty="0"/>
                  <a:t>Por ello, se adopta para la línea de alimentación al tablero de </a:t>
                </a:r>
                <a:r>
                  <a:rPr lang="es-AR" b="1" dirty="0" err="1"/>
                  <a:t>galvanoplastía</a:t>
                </a:r>
                <a:r>
                  <a:rPr lang="es-AR" b="1" dirty="0"/>
                  <a:t> cable de cobre de 16mm</a:t>
                </a:r>
                <a:r>
                  <a:rPr lang="es-AR" b="1" baseline="30000" dirty="0"/>
                  <a:t>2</a:t>
                </a:r>
                <a:r>
                  <a:rPr lang="es-AR" b="1" dirty="0"/>
                  <a:t> de sección</a:t>
                </a:r>
              </a:p>
              <a:p>
                <a:pPr>
                  <a:lnSpc>
                    <a:spcPct val="100000"/>
                  </a:lnSpc>
                  <a:spcAft>
                    <a:spcPts val="1200"/>
                  </a:spcAft>
                </a:pPr>
                <a:r>
                  <a:rPr lang="es-AR" dirty="0"/>
                  <a:t>Ahora resta calcular el verdadero factor de seguridad que se utiliza, el mismo tiene que ver con la corriente máxima que puede soportar el conductor.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𝐹𝑆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𝐶𝑜𝑟𝑟𝑖𝑒𝑛𝑡𝑒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𝑥𝑖𝑚𝑎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𝑐𝑎𝑏𝑙𝑒</m:t>
                          </m:r>
                        </m:num>
                        <m:den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𝐶𝑜𝑟𝑟𝑖𝑒𝑛𝑡𝑒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𝑛𝑜𝑚𝑖𝑛𝑎𝑙</m:t>
                          </m:r>
                        </m:den>
                      </m:f>
                    </m:oMath>
                  </m:oMathPara>
                </a14:m>
                <a:endParaRPr lang="es-AR" b="1" dirty="0"/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480115"/>
              </a:xfrm>
              <a:blipFill>
                <a:blip r:embed="rId2"/>
                <a:stretch>
                  <a:fillRect l="-606" t="-1361" r="-15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451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84248-A899-477B-A176-EB1E202B8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Sección Galvanoplastía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6A9427E-0031-4403-BA17-B729FD0115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737360"/>
                <a:ext cx="4998720" cy="2713220"/>
              </a:xfrm>
            </p:spPr>
            <p:txBody>
              <a:bodyPr numCol="1">
                <a:normAutofit/>
              </a:bodyPr>
              <a:lstStyle/>
              <a:p>
                <a:r>
                  <a:rPr lang="es-AR" dirty="0"/>
                  <a:t>Tomacorrientes (tres cables bipolares de 6mm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sección)</a:t>
                </a:r>
              </a:p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𝐹𝑆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𝐹𝑆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s-AR" dirty="0"/>
                          <m:t>2.</m:t>
                        </m:r>
                        <m:r>
                          <m:rPr>
                            <m:nor/>
                          </m:rPr>
                          <a:rPr lang="es-AR" b="0" i="0" dirty="0" smtClean="0"/>
                          <m:t>20</m:t>
                        </m:r>
                      </m:e>
                    </m:borderBox>
                  </m:oMath>
                </a14:m>
                <a:endParaRPr lang="es-AR" dirty="0"/>
              </a:p>
              <a:p>
                <a:r>
                  <a:rPr lang="es-AR" dirty="0"/>
                  <a:t>Iluminación (tres cables bipolares de 1.5mm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sección)</a:t>
                </a:r>
              </a:p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𝐹𝑆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1.16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𝐹𝑆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s-AR" dirty="0"/>
                          <m:t>16.38</m:t>
                        </m:r>
                      </m:e>
                    </m:borderBox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6A9427E-0031-4403-BA17-B729FD011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737360"/>
                <a:ext cx="4998720" cy="2713220"/>
              </a:xfrm>
              <a:blipFill>
                <a:blip r:embed="rId2"/>
                <a:stretch>
                  <a:fillRect l="-1220" t="-2247" r="-9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3B162340-0893-4963-8C8A-5F5FD105E7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752350"/>
                <a:ext cx="4998720" cy="2713220"/>
              </a:xfrm>
              <a:prstGeom prst="rect">
                <a:avLst/>
              </a:prstGeom>
            </p:spPr>
            <p:txBody>
              <a:bodyPr vert="horz" lIns="0" tIns="45720" rIns="0" bIns="45720" numCol="1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AR" dirty="0"/>
                  <a:t>Máquina 1 (cable tetrapolar de 2.5mm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sección)</a:t>
                </a:r>
              </a:p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𝐹𝑆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2.28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𝐹𝑆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s-AR" b="0" i="0" dirty="0" smtClean="0"/>
                          <m:t>9.65</m:t>
                        </m:r>
                      </m:e>
                    </m:borderBox>
                  </m:oMath>
                </a14:m>
                <a:endParaRPr lang="es-AR" dirty="0"/>
              </a:p>
              <a:p>
                <a:r>
                  <a:rPr lang="es-AR" dirty="0"/>
                  <a:t>Máquina 2 (cable tetrapolar de 4mm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sección)</a:t>
                </a:r>
              </a:p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𝐹𝑆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17.99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𝐹𝑆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s-AR" b="0" i="0" dirty="0" smtClean="0"/>
                          <m:t>1.67</m:t>
                        </m:r>
                      </m:e>
                    </m:borderBox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3B162340-0893-4963-8C8A-5F5FD105E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52350"/>
                <a:ext cx="4998720" cy="2713220"/>
              </a:xfrm>
              <a:prstGeom prst="rect">
                <a:avLst/>
              </a:prstGeom>
              <a:blipFill>
                <a:blip r:embed="rId3"/>
                <a:stretch>
                  <a:fillRect l="-1220" t="-224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2">
                <a:extLst>
                  <a:ext uri="{FF2B5EF4-FFF2-40B4-BE49-F238E27FC236}">
                    <a16:creationId xmlns:a16="http://schemas.microsoft.com/office/drawing/2014/main" id="{577E9F75-93C9-4E01-B634-4712AC3E2C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7280" y="4811843"/>
                <a:ext cx="9997440" cy="1469036"/>
              </a:xfrm>
              <a:prstGeom prst="rect">
                <a:avLst/>
              </a:prstGeom>
            </p:spPr>
            <p:txBody>
              <a:bodyPr vert="horz" lIns="0" tIns="45720" rIns="0" bIns="45720" numCol="1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s-AR" dirty="0"/>
                  <a:t>Acometida (cable tetrapolar de 16mm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𝐹𝑆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70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2.28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+17.99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+1.16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+20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borderBox>
                        <m:borderBoxPr>
                          <m:ctrlPr>
                            <a:rPr lang="es-A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𝐹𝑆</m:t>
                          </m:r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s-AR" b="0" i="0" dirty="0" smtClean="0"/>
                            <m:t>1.6</m:t>
                          </m:r>
                          <m:r>
                            <a:rPr lang="es-AR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borderBox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" name="Marcador de contenido 2">
                <a:extLst>
                  <a:ext uri="{FF2B5EF4-FFF2-40B4-BE49-F238E27FC236}">
                    <a16:creationId xmlns:a16="http://schemas.microsoft.com/office/drawing/2014/main" id="{577E9F75-93C9-4E01-B634-4712AC3E2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4811843"/>
                <a:ext cx="9997440" cy="1469036"/>
              </a:xfrm>
              <a:prstGeom prst="rect">
                <a:avLst/>
              </a:prstGeom>
              <a:blipFill>
                <a:blip r:embed="rId4"/>
                <a:stretch>
                  <a:fillRect t="-414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074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Montaje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La instalación será aérea con bandejas perforadas, conductor de cobre de r = 0,02 Wmm2/m. En las líneas de alimentación trifásicas se prevé una caída admisible de tensión de 5%, en las monofásicas del 3%. Considerar un factor de seguridad del 25%.</a:t>
            </a:r>
          </a:p>
          <a:p>
            <a:r>
              <a:rPr lang="es-AR" dirty="0"/>
              <a:t>Cada línea de tomacorrientes mide 35m de largo y se encuentran uno en cada fase</a:t>
            </a:r>
          </a:p>
          <a:p>
            <a:r>
              <a:rPr lang="es-AR" dirty="0"/>
              <a:t>Cada línea de luminarias mide 20m de largo y los artefactos conectados a ella se encuentran en paralelo</a:t>
            </a:r>
          </a:p>
          <a:p>
            <a:r>
              <a:rPr lang="es-AR" dirty="0"/>
              <a:t>La máquina M3 tiene una potencia de 4HP, un factor de potencia de 0.75, un rendimiento de 0.8 y se encuentra a 80m del tablero secundario</a:t>
            </a:r>
          </a:p>
          <a:p>
            <a:r>
              <a:rPr lang="es-AR" dirty="0"/>
              <a:t>La máquina M4 tiene una P = 9kW, un factor de potencia de 1.00 y se encuentra a 50m del tablero secundario.</a:t>
            </a:r>
          </a:p>
        </p:txBody>
      </p:sp>
    </p:spTree>
    <p:extLst>
      <p:ext uri="{BB962C8B-B14F-4D97-AF65-F5344CB8AC3E}">
        <p14:creationId xmlns:p14="http://schemas.microsoft.com/office/powerpoint/2010/main" val="209915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Montaje – Tomacorrientes / Iluminación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Las cargas en la sección montaje son iguales a las de la sección </a:t>
            </a:r>
            <a:r>
              <a:rPr lang="es-AR" dirty="0" err="1"/>
              <a:t>galvanoplastía</a:t>
            </a:r>
            <a:r>
              <a:rPr lang="es-AR" dirty="0"/>
              <a:t>, por lo que para los tomacorrientes se adoptan: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Tres cables bipolares de cobre de 6mm</a:t>
            </a:r>
            <a:r>
              <a:rPr lang="es-AR" baseline="30000" dirty="0"/>
              <a:t>2</a:t>
            </a:r>
            <a:r>
              <a:rPr lang="es-AR" dirty="0"/>
              <a:t> de sección para los tomacorrientes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Tres cables bipolares de cobre de 1.5mm</a:t>
            </a:r>
            <a:r>
              <a:rPr lang="es-AR" baseline="30000" dirty="0"/>
              <a:t>2</a:t>
            </a:r>
            <a:r>
              <a:rPr lang="es-AR" dirty="0"/>
              <a:t> de sección para la iluminación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AR" dirty="0"/>
          </a:p>
          <a:p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642015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Montaje – Máquina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AR" dirty="0"/>
                  <a:t>Lo primero que se debe calcular es la potencia activa en kilowatt, dado que se parte de la Potencia en HP y el rendimiento. </a:t>
                </a:r>
                <a:endParaRPr lang="es-A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𝑘𝑊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𝐻𝑃</m:t>
                            </m:r>
                          </m:sub>
                        </m:sSub>
                        <m: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0.749</m:t>
                        </m:r>
                      </m:num>
                      <m:den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𝑘𝑊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𝐻𝑃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0.746</m:t>
                        </m:r>
                      </m:num>
                      <m:den>
                        <m:r>
                          <a:rPr lang="es-AR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=3.73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𝑘𝑊</m:t>
                        </m:r>
                      </m:e>
                    </m:borderBox>
                  </m:oMath>
                </a14:m>
                <a:endParaRPr lang="es-AR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AR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𝑐𝑜𝑠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3730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380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𝑉𝐴𝐶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75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=7.56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𝐹𝑆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=1.25×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17.99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9.45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s-AR" dirty="0"/>
                  <a:t>Entrando a la tabla correspondiente se pre adopta un cable de 1.5mm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sección.</a:t>
                </a: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473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Montaje – Máquina 3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Las pérdidas de tensión para dicha sección y 80m de largo son </a:t>
            </a:r>
            <a:r>
              <a:rPr lang="es-AR" dirty="0">
                <a:latin typeface="Symbol" panose="05050102010706020507" pitchFamily="18" charset="2"/>
              </a:rPr>
              <a:t>D</a:t>
            </a:r>
            <a:r>
              <a:rPr lang="es-AR" dirty="0"/>
              <a:t>U = 15.68VAC mientras que el máximo admisible para trifásica es </a:t>
            </a:r>
            <a:r>
              <a:rPr lang="es-AR" dirty="0" err="1">
                <a:latin typeface="Symbol" panose="05050102010706020507" pitchFamily="18" charset="2"/>
              </a:rPr>
              <a:t>D</a:t>
            </a:r>
            <a:r>
              <a:rPr lang="es-AR" dirty="0" err="1"/>
              <a:t>U</a:t>
            </a:r>
            <a:r>
              <a:rPr lang="es-AR" baseline="-25000" dirty="0" err="1"/>
              <a:t>max</a:t>
            </a:r>
            <a:r>
              <a:rPr lang="es-AR" dirty="0"/>
              <a:t> = 19VAC, por lo tanto, cumple y al ser una sección menor a 16mm</a:t>
            </a:r>
            <a:r>
              <a:rPr lang="es-AR" baseline="30000" dirty="0"/>
              <a:t>2</a:t>
            </a:r>
            <a:r>
              <a:rPr lang="es-AR" dirty="0"/>
              <a:t> no se verifica la corriente máxima de cortocircuito.</a:t>
            </a:r>
          </a:p>
          <a:p>
            <a:r>
              <a:rPr lang="es-AR" dirty="0"/>
              <a:t>En el inciso 771.7.6 se establece que el circuito en estudio corresponde a un circuito tipo ACU (Alimentación de Carga Única) y en la tabla 771.13.I establece que la sección mínima para líneas de circuito para uso específico tiene que ser 2.5mm</a:t>
            </a:r>
            <a:r>
              <a:rPr lang="es-AR" baseline="30000" dirty="0"/>
              <a:t>2</a:t>
            </a:r>
            <a:r>
              <a:rPr lang="es-AR" dirty="0"/>
              <a:t>.</a:t>
            </a:r>
          </a:p>
          <a:p>
            <a:r>
              <a:rPr lang="es-AR" b="1" dirty="0"/>
              <a:t>Por ello, se adopta para la línea de alimentación a la Máquina 3 cable tetrapolar de cobre de 2.5mm</a:t>
            </a:r>
            <a:r>
              <a:rPr lang="es-AR" b="1" baseline="30000" dirty="0"/>
              <a:t>2</a:t>
            </a:r>
            <a:r>
              <a:rPr lang="es-AR" b="1" dirty="0"/>
              <a:t> de sección</a:t>
            </a:r>
          </a:p>
        </p:txBody>
      </p:sp>
    </p:spTree>
    <p:extLst>
      <p:ext uri="{BB962C8B-B14F-4D97-AF65-F5344CB8AC3E}">
        <p14:creationId xmlns:p14="http://schemas.microsoft.com/office/powerpoint/2010/main" val="855174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Montaje – Máquina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s-AR" dirty="0"/>
                  <a:t>Lo primero que se debe calcular es la corriente de la línea, para ello se parte de la potencia activa: </a:t>
                </a:r>
                <a:endParaRPr lang="es-A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i="1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𝑐𝑜𝑠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9000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380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𝑉𝐴𝐶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1.00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=13.67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𝐹𝑆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=1.25×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13.67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17.09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s-AR" dirty="0"/>
                  <a:t>Entrando a la tabla correspondiente, pero en esta oportunidad en la columna E6, se pre adopta un cable de 2.5mm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sección.</a:t>
                </a:r>
              </a:p>
              <a:p>
                <a:r>
                  <a:rPr lang="es-AR" dirty="0"/>
                  <a:t>Las pérdidas de tensión para dicha sección y 50m de largo son </a:t>
                </a:r>
                <a:r>
                  <a:rPr lang="es-AR" dirty="0">
                    <a:latin typeface="Symbol" panose="05050102010706020507" pitchFamily="18" charset="2"/>
                  </a:rPr>
                  <a:t>D</a:t>
                </a:r>
                <a:r>
                  <a:rPr lang="es-AR" dirty="0"/>
                  <a:t>U = 14.12VAC mientras que el máximo admisible para trifásica es </a:t>
                </a:r>
                <a:r>
                  <a:rPr lang="es-AR" dirty="0" err="1">
                    <a:latin typeface="Symbol" panose="05050102010706020507" pitchFamily="18" charset="2"/>
                  </a:rPr>
                  <a:t>D</a:t>
                </a:r>
                <a:r>
                  <a:rPr lang="es-AR" dirty="0" err="1"/>
                  <a:t>U</a:t>
                </a:r>
                <a:r>
                  <a:rPr lang="es-AR" baseline="-25000" dirty="0" err="1"/>
                  <a:t>max</a:t>
                </a:r>
                <a:r>
                  <a:rPr lang="es-AR" dirty="0"/>
                  <a:t> = 19VAC, por lo tanto, cumple y al ser una sección menor a 16mm</a:t>
                </a:r>
                <a:r>
                  <a:rPr lang="es-AR" baseline="30000" dirty="0"/>
                  <a:t>2</a:t>
                </a:r>
                <a:r>
                  <a:rPr lang="es-AR" dirty="0"/>
                  <a:t> no se verifica la corriente máxima de cortocircuito.</a:t>
                </a:r>
              </a:p>
              <a:p>
                <a:r>
                  <a:rPr lang="es-AR" b="1" dirty="0"/>
                  <a:t>Por ello, se adopta para la línea de alimentación a la Máquina 4 cable tetrapolar de cobre de 2.5mm</a:t>
                </a:r>
                <a:r>
                  <a:rPr lang="es-AR" b="1" baseline="30000" dirty="0"/>
                  <a:t>2</a:t>
                </a:r>
                <a:r>
                  <a:rPr lang="es-AR" b="1" dirty="0"/>
                  <a:t> de sección</a:t>
                </a: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 r="-364" b="-787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9658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Montaje – Acometida al tablero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480115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59.23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29.06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𝑘𝑊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15.50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𝑘𝑉𝐴𝑟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func>
                          <m:func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A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</m:func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=0.88</m:t>
                        </m:r>
                      </m:e>
                    </m:borderBox>
                  </m:oMath>
                </a14:m>
                <a:endParaRPr lang="es-A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s-AR" dirty="0"/>
                  <a:t>Entrando a la tabla correspondiente se pre adopta un cable de 16mm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sección.</a:t>
                </a:r>
              </a:p>
              <a:p>
                <a:r>
                  <a:rPr lang="es-AR" dirty="0"/>
                  <a:t>Las pérdidas de tensión para dicha sección y 50m de largo son </a:t>
                </a:r>
                <a:r>
                  <a:rPr lang="es-AR" dirty="0">
                    <a:latin typeface="Symbol" panose="05050102010706020507" pitchFamily="18" charset="2"/>
                  </a:rPr>
                  <a:t>D</a:t>
                </a:r>
                <a:r>
                  <a:rPr lang="es-AR" dirty="0"/>
                  <a:t>U = 2.00VAC, por lo tanto, cumple. La corriente de cortocircuito I</a:t>
                </a:r>
                <a:r>
                  <a:rPr lang="es-AR" baseline="-25000" dirty="0"/>
                  <a:t>CC</a:t>
                </a:r>
                <a:r>
                  <a:rPr lang="es-AR" dirty="0"/>
                  <a:t> = 1502.33A y para dicha sección el máximo admisible 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s-A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𝐶𝐶</m:t>
                            </m:r>
                          </m:sub>
                        </m:sSub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=1800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AR" dirty="0"/>
                  <a:t> por lo tanto cumple.</a:t>
                </a:r>
              </a:p>
              <a:p>
                <a:r>
                  <a:rPr lang="es-AR" b="1" dirty="0"/>
                  <a:t>Por ello, se adopta para la línea de alimentación al tablero de montaje cable de cobre de 16mm</a:t>
                </a:r>
                <a:r>
                  <a:rPr lang="es-AR" b="1" baseline="30000" dirty="0"/>
                  <a:t>2</a:t>
                </a:r>
                <a:r>
                  <a:rPr lang="es-AR" b="1" dirty="0"/>
                  <a:t> de sección</a:t>
                </a: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0A1B976F-5EEA-48B0-BE1D-4FFC5D4A2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480115"/>
              </a:xfrm>
              <a:blipFill>
                <a:blip r:embed="rId2"/>
                <a:stretch>
                  <a:fillRect l="-606" r="-163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35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84248-A899-477B-A176-EB1E202B8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Montaje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6A9427E-0031-4403-BA17-B729FD0115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737360"/>
                <a:ext cx="4998720" cy="2594797"/>
              </a:xfrm>
            </p:spPr>
            <p:txBody>
              <a:bodyPr numCol="1">
                <a:normAutofit/>
              </a:bodyPr>
              <a:lstStyle/>
              <a:p>
                <a:r>
                  <a:rPr lang="es-AR" dirty="0"/>
                  <a:t>Tomacorrientes (tres cables bipolares de 6mm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sección)</a:t>
                </a:r>
              </a:p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𝐹𝑆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𝐹𝑆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s-AR" dirty="0"/>
                          <m:t>2.</m:t>
                        </m:r>
                        <m:r>
                          <m:rPr>
                            <m:nor/>
                          </m:rPr>
                          <a:rPr lang="es-AR" b="0" i="0" dirty="0" smtClean="0"/>
                          <m:t>20</m:t>
                        </m:r>
                      </m:e>
                    </m:borderBox>
                  </m:oMath>
                </a14:m>
                <a:endParaRPr lang="es-AR" dirty="0"/>
              </a:p>
              <a:p>
                <a:r>
                  <a:rPr lang="es-AR" dirty="0"/>
                  <a:t>Iluminación (tres cables bipolares de 1.5mm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sección)</a:t>
                </a:r>
              </a:p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𝐹𝑆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1.16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𝐹𝑆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s-AR" dirty="0"/>
                          <m:t>16.38</m:t>
                        </m:r>
                      </m:e>
                    </m:borderBox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6A9427E-0031-4403-BA17-B729FD011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737360"/>
                <a:ext cx="4998720" cy="2594797"/>
              </a:xfrm>
              <a:blipFill>
                <a:blip r:embed="rId2"/>
                <a:stretch>
                  <a:fillRect l="-1220" t="-2347" r="-9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3B162340-0893-4963-8C8A-5F5FD105E7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737360"/>
                <a:ext cx="4998720" cy="2594797"/>
              </a:xfrm>
              <a:prstGeom prst="rect">
                <a:avLst/>
              </a:prstGeom>
            </p:spPr>
            <p:txBody>
              <a:bodyPr vert="horz" lIns="0" tIns="45720" rIns="0" bIns="45720" numCol="1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AR" dirty="0"/>
                  <a:t>Máquina 3 (cable tetrapolar de 2.5mm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sección)</a:t>
                </a:r>
              </a:p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𝐹𝑆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7.56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𝐹𝑆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s-AR" b="0" i="0" dirty="0" smtClean="0"/>
                          <m:t>2.91</m:t>
                        </m:r>
                      </m:e>
                    </m:borderBox>
                  </m:oMath>
                </a14:m>
                <a:endParaRPr lang="es-AR" dirty="0"/>
              </a:p>
              <a:p>
                <a:r>
                  <a:rPr lang="es-AR" dirty="0"/>
                  <a:t>Máquina 4 (cable tetrapolar de 2.5mm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sección)</a:t>
                </a:r>
              </a:p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𝐹𝑆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13.67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𝐹𝑆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s-AR" b="0" i="0" dirty="0" smtClean="0"/>
                          <m:t>1.61</m:t>
                        </m:r>
                      </m:e>
                    </m:borderBox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3B162340-0893-4963-8C8A-5F5FD105E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37360"/>
                <a:ext cx="4998720" cy="2594797"/>
              </a:xfrm>
              <a:prstGeom prst="rect">
                <a:avLst/>
              </a:prstGeom>
              <a:blipFill>
                <a:blip r:embed="rId3"/>
                <a:stretch>
                  <a:fillRect l="-1220" t="-234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2">
                <a:extLst>
                  <a:ext uri="{FF2B5EF4-FFF2-40B4-BE49-F238E27FC236}">
                    <a16:creationId xmlns:a16="http://schemas.microsoft.com/office/drawing/2014/main" id="{577E9F75-93C9-4E01-B634-4712AC3E2C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7280" y="4661940"/>
                <a:ext cx="9997439" cy="1229194"/>
              </a:xfrm>
              <a:prstGeom prst="rect">
                <a:avLst/>
              </a:prstGeom>
            </p:spPr>
            <p:txBody>
              <a:bodyPr vert="horz" lIns="0" tIns="45720" rIns="0" bIns="45720" numCol="1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s-AR" dirty="0"/>
                  <a:t>Acometida (cable tetrapolar de 16mm</a:t>
                </a:r>
                <a:r>
                  <a:rPr lang="es-AR" baseline="30000" dirty="0"/>
                  <a:t>2</a:t>
                </a:r>
                <a:r>
                  <a:rPr lang="es-AR" dirty="0"/>
                  <a:t> de sección)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𝐹𝑆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70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7.56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+13.67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+1.16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+20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s-A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borderBox>
                        <m:borderBoxPr>
                          <m:ctrlPr>
                            <a:rPr lang="es-A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𝐹𝑆</m:t>
                          </m:r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s-AR" b="0" i="0" dirty="0" smtClean="0"/>
                            <m:t>1.65</m:t>
                          </m:r>
                        </m:e>
                      </m:borderBox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" name="Marcador de contenido 2">
                <a:extLst>
                  <a:ext uri="{FF2B5EF4-FFF2-40B4-BE49-F238E27FC236}">
                    <a16:creationId xmlns:a16="http://schemas.microsoft.com/office/drawing/2014/main" id="{577E9F75-93C9-4E01-B634-4712AC3E2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4661940"/>
                <a:ext cx="9997439" cy="1229194"/>
              </a:xfrm>
              <a:prstGeom prst="rect">
                <a:avLst/>
              </a:prstGeom>
              <a:blipFill>
                <a:blip r:embed="rId4"/>
                <a:stretch>
                  <a:fillRect t="-547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2930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2307B-95AD-4E8A-B255-800A6B97B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Cálculo de protecciones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F2DBA1-2682-4AFC-AAB2-885DFBF25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10391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AR" dirty="0"/>
              <a:t>Sección </a:t>
            </a:r>
            <a:r>
              <a:rPr lang="es-AR" dirty="0" err="1"/>
              <a:t>Galvanoplastía</a:t>
            </a:r>
            <a:endParaRPr lang="es-AR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s-AR" dirty="0"/>
              <a:t>Para poder seleccionar las protecciones adecuadas se debe elegir un interruptor termomagnético cuya corriente nominal se encuentre entre la corriente de seguridad de la instalación a proteger y la corriente de trabajo del cable.</a:t>
            </a:r>
          </a:p>
          <a:p>
            <a:r>
              <a:rPr lang="es-AR" dirty="0"/>
              <a:t>Se ha decidido utilizar dispositivos de protección y maniobra de la marca Siemens, utilizando el catálogo ALPHA Y BETA</a:t>
            </a: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22B959-0C07-40F3-B0EC-9EB75543B7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992" t="16596" r="46025" b="5771"/>
          <a:stretch/>
        </p:blipFill>
        <p:spPr>
          <a:xfrm>
            <a:off x="8356777" y="1916318"/>
            <a:ext cx="2462694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714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</a:t>
            </a:r>
            <a:r>
              <a:rPr lang="es-AR" dirty="0" err="1"/>
              <a:t>Galvanoplastía</a:t>
            </a:r>
            <a:r>
              <a:rPr lang="es-AR" dirty="0"/>
              <a:t> – Tomacorrientes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Se instalará un interruptor termomagnético tetrapolar (la diferencia con uno tripolar + neutro es que el tetrapolar secciona los 4 polos, mientras que el tripolar + neutro sólo las 3 fases dejando el neutro sin seccionar ante una sobretensión y/o un cortocircuito).</a:t>
            </a:r>
          </a:p>
          <a:p>
            <a:r>
              <a:rPr lang="es-AR" dirty="0"/>
              <a:t>Al momento de seleccionar la familia de interruptores, se selecciona la familia 5SY</a:t>
            </a:r>
          </a:p>
          <a:p>
            <a:endParaRPr lang="es-AR" dirty="0"/>
          </a:p>
          <a:p>
            <a:endParaRPr lang="es-AR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7D8C41-FF5E-4A81-A956-6FD4D01E37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00" t="44998" r="47604" b="29249"/>
          <a:stretch/>
        </p:blipFill>
        <p:spPr>
          <a:xfrm>
            <a:off x="2310572" y="3371025"/>
            <a:ext cx="7631815" cy="260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290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</a:t>
            </a:r>
            <a:r>
              <a:rPr lang="es-AR" dirty="0" err="1"/>
              <a:t>Galvanoplastía</a:t>
            </a:r>
            <a:r>
              <a:rPr lang="es-AR" dirty="0"/>
              <a:t> – Tomacorrientes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Luego se debe seleccionar la curva de disparo característica:</a:t>
            </a:r>
          </a:p>
          <a:p>
            <a:pPr marL="539750" indent="-26987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800" dirty="0"/>
              <a:t>Curva característica A: Para la protección de circuitos donde es necesaria una rápida intervención limitando el incremento de la corriente de cortocircuito, como en circuitos de semiconductores o de medida con transformadores. </a:t>
            </a:r>
          </a:p>
          <a:p>
            <a:pPr marL="539750" indent="-26987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800" dirty="0"/>
              <a:t>Curva característica B: De uso universal en la protección de circuitos de iluminación y tomas de corriente.</a:t>
            </a:r>
          </a:p>
          <a:p>
            <a:pPr marL="539750" indent="-26987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800" dirty="0"/>
              <a:t>Curva característica C: Perfecta para la protección de circuitos destinados a iluminación o a motores con fuertes transitorios de conexión.</a:t>
            </a:r>
          </a:p>
          <a:p>
            <a:pPr marL="539750" indent="-26987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800" dirty="0"/>
              <a:t>Curva característica D: Para la protección de circuitos con fuertes corrientes de impulso, como transformadores o baterías de condensadores.</a:t>
            </a:r>
          </a:p>
          <a:p>
            <a:r>
              <a:rPr lang="es-AR" dirty="0"/>
              <a:t>Se adopta la curva característica C.</a:t>
            </a:r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98440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</a:t>
            </a:r>
            <a:r>
              <a:rPr lang="es-AR" dirty="0" err="1"/>
              <a:t>Galvanoplastía</a:t>
            </a:r>
            <a:r>
              <a:rPr lang="es-AR" dirty="0"/>
              <a:t> – Tomacorrientes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Para seleccionar la corriente nominal del interruptor se debe elegir un valor que se encuentre, en lo posible, en la mitad de la corriente de seguridad de cada carga y la corriente de trabajo máxima del conductor.</a:t>
            </a:r>
          </a:p>
          <a:p>
            <a:r>
              <a:rPr lang="es-AR" dirty="0"/>
              <a:t>En cada fase la corriente de seguridad es de 25A y la corriente máxima de trabajo del conductor es de 44A.</a:t>
            </a:r>
          </a:p>
          <a:p>
            <a:r>
              <a:rPr lang="es-AR" dirty="0"/>
              <a:t>Del catálogo se observa que existen corrientes nominales de 32A y de 40A, se adopta como corriente nominal 32A por cumplir con la premisa antedicha.</a:t>
            </a:r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696404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8D204A61-64DD-4B02-81A6-7B93C38A4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45734"/>
            <a:ext cx="4494052" cy="43170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</a:t>
            </a:r>
            <a:r>
              <a:rPr lang="es-AR" dirty="0" err="1"/>
              <a:t>Galvanoplastía</a:t>
            </a:r>
            <a:r>
              <a:rPr lang="es-AR" dirty="0"/>
              <a:t> – Tomacorrientes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FA79AC98-0DB0-4C01-B598-E2D7DF7DFC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AR" dirty="0"/>
              <a:t>Se adopta el interruptor termomagnético Siemens 5SY6 432-7.</a:t>
            </a:r>
          </a:p>
          <a:p>
            <a:endParaRPr lang="es-AR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70F90C4-1925-406D-A0AA-8BD14D3E1428}"/>
              </a:ext>
            </a:extLst>
          </p:cNvPr>
          <p:cNvSpPr/>
          <p:nvPr/>
        </p:nvSpPr>
        <p:spPr>
          <a:xfrm flipH="1">
            <a:off x="4537798" y="5381468"/>
            <a:ext cx="952189" cy="284813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70934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</a:t>
            </a:r>
            <a:r>
              <a:rPr lang="es-AR" dirty="0" err="1"/>
              <a:t>Galvanoplastía</a:t>
            </a:r>
            <a:r>
              <a:rPr lang="es-AR" dirty="0"/>
              <a:t> – Iluminación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Se instalará un interruptor termomagnético tetrapolar.</a:t>
            </a:r>
          </a:p>
          <a:p>
            <a:r>
              <a:rPr lang="es-AR" dirty="0"/>
              <a:t>En cada fase la corriente de seguridad es de 1.44A y la corriente máxima de trabajo del conductor es de 19A.</a:t>
            </a:r>
          </a:p>
          <a:p>
            <a:r>
              <a:rPr lang="es-AR" dirty="0"/>
              <a:t>Se debe adoptar un interruptor termomagnético curva B o C, con una corriente nominal cercana a 10A, por lo que se pueden adoptar el 5SY6 410 – 6 (curva B) o el 5SY6 410 – 7 (curva C).</a:t>
            </a:r>
          </a:p>
          <a:p>
            <a:r>
              <a:rPr lang="es-AR" dirty="0"/>
              <a:t>Se selecciona el 5SY6 410 – 7 por ser la curva C comercialmente más frecuente que la B y, por lo tanto, más económica.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960273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</a:t>
            </a:r>
            <a:r>
              <a:rPr lang="es-AR" dirty="0" err="1"/>
              <a:t>Galvanoplastía</a:t>
            </a:r>
            <a:r>
              <a:rPr lang="es-AR" dirty="0"/>
              <a:t> – Máquina 1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Se instalará un interruptor termomagnético tetrapolar y un contactor.</a:t>
            </a:r>
          </a:p>
          <a:p>
            <a:r>
              <a:rPr lang="es-AR" dirty="0"/>
              <a:t>En cada fase la corriente de seguridad es de 2.85A y la corriente máxima de trabajo del conductor es de 22A.</a:t>
            </a:r>
          </a:p>
          <a:p>
            <a:r>
              <a:rPr lang="es-AR" dirty="0"/>
              <a:t>Se debe adoptar un interruptor termomagnético curva C, con una corriente nominal cercana a 12A, de acuerdo al catálogo existen interruptores de 13A y de 16A, siendo este un valor mucho más frecuente a nivel comercial.</a:t>
            </a:r>
          </a:p>
          <a:p>
            <a:r>
              <a:rPr lang="es-AR" dirty="0"/>
              <a:t>Por lo que se selecciona el interruptor termomagnético 5SY6 416 – 7.</a:t>
            </a:r>
          </a:p>
          <a:p>
            <a:r>
              <a:rPr lang="es-AR" dirty="0"/>
              <a:t>Para seleccionar el contactor, se recurrirá a la familia 5TT5.</a:t>
            </a:r>
          </a:p>
          <a:p>
            <a:r>
              <a:rPr lang="es-AR" dirty="0"/>
              <a:t>Como el contactor se utilizará para darle arranque a la máquina, se elige uno con función I/O/Automático que permite tanto control local como remoto.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126367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</a:t>
            </a:r>
            <a:r>
              <a:rPr lang="es-AR" dirty="0" err="1"/>
              <a:t>Galvanoplastía</a:t>
            </a:r>
            <a:r>
              <a:rPr lang="es-AR" dirty="0"/>
              <a:t> – Máquina 1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89CFCBFD-17F1-4CAF-9665-3BDA12F3F7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9354" t="25521" r="51188" b="15094"/>
          <a:stretch/>
        </p:blipFill>
        <p:spPr>
          <a:xfrm>
            <a:off x="603693" y="1759946"/>
            <a:ext cx="5370388" cy="4544176"/>
          </a:xfrm>
        </p:spPr>
      </p:pic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8F48F4F-D0DA-42B1-BEEA-E724F52C2F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AR" dirty="0"/>
              <a:t>Se selecciona un contactor con cuatro contactos NA y tensión de servicio de 400VCA, pudiendo optar entre 230VCA y 24VCA para control, se elige este último por ser más frecuentes las tensiones de control de 24VCA.</a:t>
            </a:r>
          </a:p>
          <a:p>
            <a:r>
              <a:rPr lang="es-AR" dirty="0"/>
              <a:t>Por lo tanto, queda seleccionado el contactor 5TT5 830 – 8.</a:t>
            </a:r>
          </a:p>
        </p:txBody>
      </p:sp>
    </p:spTree>
    <p:extLst>
      <p:ext uri="{BB962C8B-B14F-4D97-AF65-F5344CB8AC3E}">
        <p14:creationId xmlns:p14="http://schemas.microsoft.com/office/powerpoint/2010/main" val="1909185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</a:t>
            </a:r>
            <a:r>
              <a:rPr lang="es-AR" dirty="0" err="1"/>
              <a:t>Galvanoplastía</a:t>
            </a:r>
            <a:r>
              <a:rPr lang="es-AR" dirty="0"/>
              <a:t> – Máquina 2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8F48F4F-D0DA-42B1-BEEA-E724F52C2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Se instalará un protector de motor / corta circuitos, tres contactores para realizar el arranque estrella / triángulo y un relé de sobrecarga.</a:t>
            </a:r>
          </a:p>
          <a:p>
            <a:r>
              <a:rPr lang="es-AR" dirty="0"/>
              <a:t>En este caso se utilizarán productos de la familia Sirius de Siemens por ser modulares.</a:t>
            </a:r>
          </a:p>
          <a:p>
            <a:r>
              <a:rPr lang="es-AR" dirty="0"/>
              <a:t>De acuerdo a lo indicado por el manual se utilizarán equipos clase 5 o clase 10 puesto que son para aplicaciones estándar.</a:t>
            </a:r>
          </a:p>
          <a:p>
            <a:r>
              <a:rPr lang="es-AR" dirty="0"/>
              <a:t>En cuanto al tipo de coordinación, se utilizará la coordinación 2 puesto que los elementos de dicha serie tienen protección interna contra cortocircuitos (no sólo protegen al motor, sino se protegen a ellos mismos).</a:t>
            </a:r>
          </a:p>
        </p:txBody>
      </p:sp>
    </p:spTree>
    <p:extLst>
      <p:ext uri="{BB962C8B-B14F-4D97-AF65-F5344CB8AC3E}">
        <p14:creationId xmlns:p14="http://schemas.microsoft.com/office/powerpoint/2010/main" val="2587248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</a:t>
            </a:r>
            <a:r>
              <a:rPr lang="es-AR" dirty="0" err="1"/>
              <a:t>Galvanoplastía</a:t>
            </a:r>
            <a:r>
              <a:rPr lang="es-AR" dirty="0"/>
              <a:t> – Máquina 2</a:t>
            </a:r>
          </a:p>
        </p:txBody>
      </p:sp>
      <p:pic>
        <p:nvPicPr>
          <p:cNvPr id="16" name="Marcador de contenido 15">
            <a:extLst>
              <a:ext uri="{FF2B5EF4-FFF2-40B4-BE49-F238E27FC236}">
                <a16:creationId xmlns:a16="http://schemas.microsoft.com/office/drawing/2014/main" id="{A1F9F6C3-3757-4A8B-BE4E-79F474848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835" y="1932645"/>
            <a:ext cx="10792329" cy="3988469"/>
          </a:xfrm>
        </p:spPr>
      </p:pic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7E687D5C-3B15-469D-A01A-6CEC424BF5FD}"/>
              </a:ext>
            </a:extLst>
          </p:cNvPr>
          <p:cNvSpPr/>
          <p:nvPr/>
        </p:nvSpPr>
        <p:spPr>
          <a:xfrm rot="16200000">
            <a:off x="303263" y="4129790"/>
            <a:ext cx="343442" cy="5982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23105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</a:t>
            </a:r>
            <a:r>
              <a:rPr lang="es-AR" dirty="0" err="1"/>
              <a:t>Galvanoplastía</a:t>
            </a:r>
            <a:r>
              <a:rPr lang="es-AR" dirty="0"/>
              <a:t> – Máquina 2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8F48F4F-D0DA-42B1-BEEA-E724F52C2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De acuerdo a lo indicado por el catálogo, se seleccionan los siguientes dispositivos: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Protector de arranque de motor / cortacircuitos (Q1): 3RV13 31 – 4EC10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Contactor de línea (K1): 3RT10 34 – 1AP00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Contactor de triángulo (K2): 3RT10 34 – 1AP00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Contactor de estrella (K3): 3RT10 24 – 1AP00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Relé de sobrecarga (F1): 3RB20 36 – 1UB0</a:t>
            </a: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AE85B55-EB14-4491-B0E0-73E60E929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008" y="2685717"/>
            <a:ext cx="3745712" cy="350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945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Sección Montaje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184"/>
          </a:xfrm>
        </p:spPr>
        <p:txBody>
          <a:bodyPr>
            <a:noAutofit/>
          </a:bodyPr>
          <a:lstStyle/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En forma análoga, para la sección de montaje se seleccionan: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Tomacorrientes: interruptor termomagnético Siemens 5SY6 432 – 7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Iluminación: interruptor termomagnético Siemens 5SY6 410 – 7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Máquina 3: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Protector de arranque de motor / cortacircuitos (Q1): 3RV13 21 – 1KC10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Contactor de línea (K1): 3RT10 26 – 1AP00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Contactor de triángulo (K2): 3RT10 26 – 1AP00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Contactor de estrella (K3): 3RT10 24 – 1AP00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Relé de sobrecarga (F1): 3RB20 26 – 1QB0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Máquina 4: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Interruptor termomagnético: 5SY6 420 – 7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Contactor: 5TT5 830 – 8</a:t>
            </a:r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683143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Tablero principal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184"/>
          </a:xfrm>
        </p:spPr>
        <p:txBody>
          <a:bodyPr>
            <a:noAutofit/>
          </a:bodyPr>
          <a:lstStyle/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El tablero principal tendrá: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Interruptor diferencial (tripolar + neutro)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Interruptor termomagnético principal (tetrapolar)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Banco de capacitores de corrección de factor de potencia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Interruptor termomagnético dedicado para cada tablero secundario (tetrapolar)</a:t>
            </a:r>
          </a:p>
        </p:txBody>
      </p:sp>
    </p:spTree>
    <p:extLst>
      <p:ext uri="{BB962C8B-B14F-4D97-AF65-F5344CB8AC3E}">
        <p14:creationId xmlns:p14="http://schemas.microsoft.com/office/powerpoint/2010/main" val="12980595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Tablero principal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184"/>
          </a:xfrm>
        </p:spPr>
        <p:txBody>
          <a:bodyPr>
            <a:noAutofit/>
          </a:bodyPr>
          <a:lstStyle/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A fin de calcular las protecciones se deben conocer la corriente total, la potencia activa total, la potencia reactiva total y el factor de potencia.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Tablero seccional sector galvanizado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</a:t>
            </a:r>
            <a:r>
              <a:rPr lang="es-AR" baseline="-25000" dirty="0"/>
              <a:t>T</a:t>
            </a:r>
            <a:r>
              <a:rPr lang="es-AR" dirty="0"/>
              <a:t> = 58.03A (con el factor de seguridad correspondiente)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P</a:t>
            </a:r>
            <a:r>
              <a:rPr lang="es-AR" baseline="-25000" dirty="0"/>
              <a:t>T</a:t>
            </a:r>
            <a:r>
              <a:rPr lang="es-AR" dirty="0"/>
              <a:t> = 24.63kW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Q</a:t>
            </a:r>
            <a:r>
              <a:rPr lang="es-AR" baseline="-25000" dirty="0"/>
              <a:t>T</a:t>
            </a:r>
            <a:r>
              <a:rPr lang="es-AR" dirty="0"/>
              <a:t> = 23.45kVAr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FP = 0.72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Tablero seccional sector montaje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</a:t>
            </a:r>
            <a:r>
              <a:rPr lang="es-AR" baseline="-25000" dirty="0"/>
              <a:t>T</a:t>
            </a:r>
            <a:r>
              <a:rPr lang="es-AR" dirty="0"/>
              <a:t> = 59.23A (con el factor de seguridad correspondiente)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P</a:t>
            </a:r>
            <a:r>
              <a:rPr lang="es-AR" baseline="-25000" dirty="0"/>
              <a:t>T</a:t>
            </a:r>
            <a:r>
              <a:rPr lang="es-AR" dirty="0"/>
              <a:t> = 29.06kW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Q</a:t>
            </a:r>
            <a:r>
              <a:rPr lang="es-AR" baseline="-25000" dirty="0"/>
              <a:t>T</a:t>
            </a:r>
            <a:r>
              <a:rPr lang="es-AR" dirty="0"/>
              <a:t> = 15.50kVAr</a:t>
            </a:r>
          </a:p>
          <a:p>
            <a:pPr marL="562483" lvl="1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FP = 0.88</a:t>
            </a:r>
          </a:p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107040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Tablero principal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184"/>
          </a:xfrm>
        </p:spPr>
        <p:txBody>
          <a:bodyPr>
            <a:noAutofit/>
          </a:bodyPr>
          <a:lstStyle/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Entonces se pueden calcular las potencias que deberá manejar el tablero principal y, conociendo que trabaja con 380VAC conocer la corriente.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P</a:t>
            </a:r>
            <a:r>
              <a:rPr lang="es-AR" baseline="-25000" dirty="0"/>
              <a:t>T-</a:t>
            </a:r>
            <a:r>
              <a:rPr lang="es-AR" baseline="-25000" dirty="0" err="1"/>
              <a:t>TP</a:t>
            </a:r>
            <a:r>
              <a:rPr lang="es-AR" dirty="0"/>
              <a:t> = 53.70kW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Q</a:t>
            </a:r>
            <a:r>
              <a:rPr lang="es-AR" baseline="-25000" dirty="0"/>
              <a:t>T-</a:t>
            </a:r>
            <a:r>
              <a:rPr lang="es-AR" baseline="-25000" dirty="0" err="1"/>
              <a:t>TP</a:t>
            </a:r>
            <a:r>
              <a:rPr lang="es-AR" dirty="0"/>
              <a:t> = 38.95kVAR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 err="1"/>
              <a:t>FP</a:t>
            </a:r>
            <a:r>
              <a:rPr lang="es-AR" baseline="-25000" dirty="0" err="1"/>
              <a:t>TP</a:t>
            </a:r>
            <a:r>
              <a:rPr lang="es-AR" dirty="0"/>
              <a:t> = 0.81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</a:t>
            </a:r>
            <a:r>
              <a:rPr lang="es-AR" baseline="-25000" dirty="0"/>
              <a:t>T-</a:t>
            </a:r>
            <a:r>
              <a:rPr lang="es-AR" baseline="-25000" dirty="0" err="1"/>
              <a:t>TP</a:t>
            </a:r>
            <a:r>
              <a:rPr lang="es-AR" dirty="0"/>
              <a:t> = 100.77A</a:t>
            </a:r>
          </a:p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Ahora si se está en condiciones de comenzar a seleccionar las protecciones.</a:t>
            </a:r>
          </a:p>
        </p:txBody>
      </p:sp>
    </p:spTree>
    <p:extLst>
      <p:ext uri="{BB962C8B-B14F-4D97-AF65-F5344CB8AC3E}">
        <p14:creationId xmlns:p14="http://schemas.microsoft.com/office/powerpoint/2010/main" val="27295125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Tablero principal – Interruptores seccionales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184"/>
          </a:xfrm>
        </p:spPr>
        <p:txBody>
          <a:bodyPr>
            <a:noAutofit/>
          </a:bodyPr>
          <a:lstStyle/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Interruptor termomagnético de alimentación del tablero seccional del sector de </a:t>
            </a:r>
            <a:r>
              <a:rPr lang="es-AR" dirty="0" err="1"/>
              <a:t>Galvanoplastía</a:t>
            </a:r>
            <a:r>
              <a:rPr lang="es-AR" dirty="0"/>
              <a:t>: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</a:t>
            </a:r>
            <a:r>
              <a:rPr lang="es-AR" baseline="-25000" dirty="0"/>
              <a:t>FS</a:t>
            </a:r>
            <a:r>
              <a:rPr lang="es-AR" dirty="0"/>
              <a:t> = 58.03A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 err="1"/>
              <a:t>I</a:t>
            </a:r>
            <a:r>
              <a:rPr lang="es-AR" baseline="-25000" dirty="0" err="1"/>
              <a:t>CABLE</a:t>
            </a:r>
            <a:r>
              <a:rPr lang="es-AR" baseline="-25000" dirty="0"/>
              <a:t>-MAX</a:t>
            </a:r>
            <a:r>
              <a:rPr lang="es-AR" dirty="0"/>
              <a:t> = 70A</a:t>
            </a:r>
          </a:p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Por lo tanto, se selecciona un interruptor termomagnético tetrapolar de 63A 5SY6 463 – 7</a:t>
            </a:r>
          </a:p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Interruptor termomagnético de alimentación del tablero seccional del sector de Montaje: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/>
              <a:t>I</a:t>
            </a:r>
            <a:r>
              <a:rPr lang="es-AR" baseline="-25000" dirty="0"/>
              <a:t>FS</a:t>
            </a:r>
            <a:r>
              <a:rPr lang="es-AR" dirty="0"/>
              <a:t> = 59.23A</a:t>
            </a:r>
          </a:p>
          <a:p>
            <a:pPr marL="269875" indent="-1793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dirty="0" err="1"/>
              <a:t>I</a:t>
            </a:r>
            <a:r>
              <a:rPr lang="es-AR" baseline="-25000" dirty="0" err="1"/>
              <a:t>CABLE</a:t>
            </a:r>
            <a:r>
              <a:rPr lang="es-AR" baseline="-25000" dirty="0"/>
              <a:t>-MAX</a:t>
            </a:r>
            <a:r>
              <a:rPr lang="es-AR" dirty="0"/>
              <a:t> = 70A</a:t>
            </a:r>
          </a:p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Por lo tanto, se selecciona un interruptor termomagnético tetrapolar de 63A 5SY6 463 – 7</a:t>
            </a:r>
          </a:p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26804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Tablero principal – Interruptores principales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A1B976F-5EEA-48B0-BE1D-4FFC5D4A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184"/>
          </a:xfrm>
        </p:spPr>
        <p:txBody>
          <a:bodyPr>
            <a:noAutofit/>
          </a:bodyPr>
          <a:lstStyle/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Interruptor termomagnético principal:</a:t>
            </a:r>
          </a:p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Como se deben seccionar 100A, se elige un interruptor con corriente nominal 125A, siendo el mismo 5SP4 492 – 7</a:t>
            </a:r>
          </a:p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Interruptor diferencial principal:</a:t>
            </a:r>
          </a:p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Para seleccionar el interruptor diferencial, además de conocer la corriente nominal hay que conocer la corriente de defecto, para interruptores de I</a:t>
            </a:r>
            <a:r>
              <a:rPr lang="es-AR" baseline="-25000" dirty="0"/>
              <a:t>N</a:t>
            </a:r>
            <a:r>
              <a:rPr lang="es-AR" dirty="0"/>
              <a:t> = 125A existen corrientes de defecto de 30mA, 100mA, 300mA y 500mA.</a:t>
            </a:r>
          </a:p>
          <a:p>
            <a:pPr marL="904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dirty="0"/>
              <a:t>Usualmente en ambientes fabriles se opta por corrientes de fuga de 300mA, por lo tanto, se selecciona 5SM3 645 – 0</a:t>
            </a:r>
          </a:p>
        </p:txBody>
      </p:sp>
    </p:spTree>
    <p:extLst>
      <p:ext uri="{BB962C8B-B14F-4D97-AF65-F5344CB8AC3E}">
        <p14:creationId xmlns:p14="http://schemas.microsoft.com/office/powerpoint/2010/main" val="24915091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Tablero principal – Banco de capacitores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BB712E0-0CAC-43EB-A654-E15AEF2DC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969" y="1846263"/>
            <a:ext cx="8556387" cy="4375150"/>
          </a:xfr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A38DA12E-C761-4603-AA59-8879D2F5B093}"/>
              </a:ext>
            </a:extLst>
          </p:cNvPr>
          <p:cNvSpPr/>
          <p:nvPr/>
        </p:nvSpPr>
        <p:spPr>
          <a:xfrm>
            <a:off x="6745570" y="4781862"/>
            <a:ext cx="614599" cy="254833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4324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6E9DAE2D-7AC5-4EA3-90F5-17375C8473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AR" dirty="0"/>
                  <a:t>Para poder subir el FP de 0.81 a 0.95 de acuerdo a lo solicitado, se debe multiplicar a la potencia activa por el valor obtenido de la tabla y esa será la potencia reactiva a instalar: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s-AR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𝐹𝐶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AR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0.459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53.70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borderBox>
                      <m:borderBoxPr>
                        <m:ctrlP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24.45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𝑘𝑉𝐴𝑟</m:t>
                        </m:r>
                      </m:e>
                    </m:borderBox>
                  </m:oMath>
                </a14:m>
                <a:endParaRPr lang="es-AR" dirty="0"/>
              </a:p>
              <a:p>
                <a:r>
                  <a:rPr lang="es-AR" dirty="0"/>
                  <a:t>Para seleccionar el capacitor (o los capacitores) adecuado se ingresa a la siguiente tabla seleccionando el producto correspondiente junto a su contactor:</a:t>
                </a:r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6E9DAE2D-7AC5-4EA3-90F5-17375C8473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 r="-151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Tablero principal – Banco de capacitores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756717-3AFE-464C-AB9E-D5CD01404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956" y="3857414"/>
            <a:ext cx="9328879" cy="2430764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F4D36D7F-1B70-4A9D-9401-5E29AFD51E62}"/>
              </a:ext>
            </a:extLst>
          </p:cNvPr>
          <p:cNvSpPr/>
          <p:nvPr/>
        </p:nvSpPr>
        <p:spPr>
          <a:xfrm>
            <a:off x="1603947" y="5021702"/>
            <a:ext cx="989354" cy="254832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DEA2C2A-90D9-4C46-833C-8C3F946D2B11}"/>
              </a:ext>
            </a:extLst>
          </p:cNvPr>
          <p:cNvSpPr/>
          <p:nvPr/>
        </p:nvSpPr>
        <p:spPr>
          <a:xfrm>
            <a:off x="6763061" y="5021702"/>
            <a:ext cx="1391588" cy="254832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13637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2307B-95AD-4E8A-B255-800A6B97B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Esquemas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F2DBA1-2682-4AFC-AAB2-885DFBF25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36535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Esquema unifilar</a:t>
            </a: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17BB5C79-5054-4DF8-A255-74C266379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3212" y="1861254"/>
            <a:ext cx="8446535" cy="4404635"/>
          </a:xfrm>
        </p:spPr>
      </p:pic>
    </p:spTree>
    <p:extLst>
      <p:ext uri="{BB962C8B-B14F-4D97-AF65-F5344CB8AC3E}">
        <p14:creationId xmlns:p14="http://schemas.microsoft.com/office/powerpoint/2010/main" val="14727527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Esquema unifilar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E7C68401-B530-4671-8682-E559534FA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91460"/>
            <a:ext cx="4504423" cy="4389417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A8BFF77-F7CE-44B6-88CD-EBD6564EF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911" y="2687802"/>
            <a:ext cx="1609881" cy="220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1478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Esquema unifilar</a:t>
            </a:r>
          </a:p>
        </p:txBody>
      </p: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F4890339-C63F-4C53-AA7B-7DD0CBC8E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533" y="1873770"/>
            <a:ext cx="9549893" cy="4332157"/>
          </a:xfrm>
        </p:spPr>
      </p:pic>
    </p:spTree>
    <p:extLst>
      <p:ext uri="{BB962C8B-B14F-4D97-AF65-F5344CB8AC3E}">
        <p14:creationId xmlns:p14="http://schemas.microsoft.com/office/powerpoint/2010/main" val="20599319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Esquema multifilar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DD4C2CC-4060-454A-8E81-4B9DF32EE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9217" y="1861253"/>
            <a:ext cx="7234526" cy="4389645"/>
          </a:xfrm>
        </p:spPr>
      </p:pic>
    </p:spTree>
    <p:extLst>
      <p:ext uri="{BB962C8B-B14F-4D97-AF65-F5344CB8AC3E}">
        <p14:creationId xmlns:p14="http://schemas.microsoft.com/office/powerpoint/2010/main" val="29747657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Esquema multifilar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5B63365-43E4-4A27-93CA-8F80BEE27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023" y="2013594"/>
            <a:ext cx="1858910" cy="1440000"/>
          </a:xfrm>
          <a:prstGeom prst="rect">
            <a:avLst/>
          </a:prstGeom>
        </p:spPr>
      </p:pic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B8C64FE4-FB19-4602-A9E2-668C829AB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7280" y="1737360"/>
            <a:ext cx="4885080" cy="4513538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917DB56-9BAF-423B-8BF3-C1A7F118C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333" y="3994129"/>
            <a:ext cx="1857600" cy="177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5356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08EE6-A9BC-4808-9DC5-4B5DF40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Esquema multifilar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1EC2EA4-05F6-4B1F-BB4E-D86F13250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981" y="2462975"/>
            <a:ext cx="1800000" cy="136285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37E6A6A-C35C-48CC-A4EC-554AA54BF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062" y="3825832"/>
            <a:ext cx="1800000" cy="153871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BFDD93A-98CB-48DD-936D-203927782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023" y="4877921"/>
            <a:ext cx="1800000" cy="86538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265D3C56-3A63-4056-A757-13CCDC628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680" y="2842303"/>
            <a:ext cx="1800000" cy="2142857"/>
          </a:xfrm>
          <a:prstGeom prst="rect">
            <a:avLst/>
          </a:prstGeom>
        </p:spPr>
      </p:pic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A5BDEC4-14B0-4087-9431-03A7E0E33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097280" y="1786354"/>
            <a:ext cx="7341502" cy="4434564"/>
          </a:xfrm>
        </p:spPr>
      </p:pic>
    </p:spTree>
    <p:extLst>
      <p:ext uri="{BB962C8B-B14F-4D97-AF65-F5344CB8AC3E}">
        <p14:creationId xmlns:p14="http://schemas.microsoft.com/office/powerpoint/2010/main" val="5708621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DDFD92DBFDB4498173A4C9271FAB9E" ma:contentTypeVersion="2" ma:contentTypeDescription="Create a new document." ma:contentTypeScope="" ma:versionID="508622d3d94316e109150cdebbdfc33e">
  <xsd:schema xmlns:xsd="http://www.w3.org/2001/XMLSchema" xmlns:xs="http://www.w3.org/2001/XMLSchema" xmlns:p="http://schemas.microsoft.com/office/2006/metadata/properties" xmlns:ns3="52867f1f-0005-4fdd-bb88-39a3518c6ffd" targetNamespace="http://schemas.microsoft.com/office/2006/metadata/properties" ma:root="true" ma:fieldsID="7add41423c9bb74b4726e90cbd779297" ns3:_="">
    <xsd:import namespace="52867f1f-0005-4fdd-bb88-39a3518c6ff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867f1f-0005-4fdd-bb88-39a3518c6f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EA4E08-D978-4783-B9D3-4FE08627E2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867f1f-0005-4fdd-bb88-39a3518c6f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EE69BC-A03A-425B-A232-19E616BB25F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E83B0B7-E39C-4280-9009-AB559379EC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3953</Words>
  <Application>Microsoft Office PowerPoint</Application>
  <PresentationFormat>Panorámica</PresentationFormat>
  <Paragraphs>294</Paragraphs>
  <Slides>56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56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Symbol</vt:lpstr>
      <vt:lpstr>Retrospección</vt:lpstr>
      <vt:lpstr>Guía resolución TP2</vt:lpstr>
      <vt:lpstr>Esquema de la instalación</vt:lpstr>
      <vt:lpstr>Esquema de la instalación</vt:lpstr>
      <vt:lpstr>Cálculo de conductores</vt:lpstr>
      <vt:lpstr>Sección Galvanoplastía</vt:lpstr>
      <vt:lpstr>Sección Galvanoplastía – Tomacorrientes</vt:lpstr>
      <vt:lpstr>Sección Galvanoplastía – Tomacorrientes</vt:lpstr>
      <vt:lpstr>Sección Galvanoplastía – Tomacorrientes</vt:lpstr>
      <vt:lpstr>Sección Galvanoplastía – Tomacorrientes</vt:lpstr>
      <vt:lpstr>Sección Galvanoplastía – Tomacorrientes</vt:lpstr>
      <vt:lpstr>Sección Galvanoplastía – Iluminación</vt:lpstr>
      <vt:lpstr>Sección Galvanoplastía – Máquina 1</vt:lpstr>
      <vt:lpstr>Sección Galvanoplastía – Máquina 1</vt:lpstr>
      <vt:lpstr>Sección Galvanoplastía – Máquina 2</vt:lpstr>
      <vt:lpstr>Sección Galvanoplastía – Acometida al tablero</vt:lpstr>
      <vt:lpstr>Sección Galvanoplastía – Acometida al tablero</vt:lpstr>
      <vt:lpstr>Sección Galvanoplastía – Acometida al tablero</vt:lpstr>
      <vt:lpstr>Sección Galvanoplastía – Acometida al tablero</vt:lpstr>
      <vt:lpstr>Sección Galvanoplastía – Acometida al tablero</vt:lpstr>
      <vt:lpstr>Sección Galvanoplastía – Tomacorrientes</vt:lpstr>
      <vt:lpstr>Sección Galvanoplastía – Acometida al tablero</vt:lpstr>
      <vt:lpstr>Sección Galvanoplastía</vt:lpstr>
      <vt:lpstr>Sección Montaje</vt:lpstr>
      <vt:lpstr>Sección Montaje – Tomacorrientes / Iluminación</vt:lpstr>
      <vt:lpstr>Sección Montaje – Máquina 3</vt:lpstr>
      <vt:lpstr>Sección Montaje – Máquina 3</vt:lpstr>
      <vt:lpstr>Sección Montaje – Máquina 4</vt:lpstr>
      <vt:lpstr>Sección Montaje – Acometida al tablero</vt:lpstr>
      <vt:lpstr>Sección Montaje</vt:lpstr>
      <vt:lpstr>Cálculo de protecciones</vt:lpstr>
      <vt:lpstr>Sección Galvanoplastía</vt:lpstr>
      <vt:lpstr>Sección Galvanoplastía – Tomacorrientes</vt:lpstr>
      <vt:lpstr>Sección Galvanoplastía – Tomacorrientes</vt:lpstr>
      <vt:lpstr>Sección Galvanoplastía – Tomacorrientes</vt:lpstr>
      <vt:lpstr>Sección Galvanoplastía – Tomacorrientes</vt:lpstr>
      <vt:lpstr>Sección Galvanoplastía – Iluminación</vt:lpstr>
      <vt:lpstr>Sección Galvanoplastía – Máquina 1</vt:lpstr>
      <vt:lpstr>Sección Galvanoplastía – Máquina 1</vt:lpstr>
      <vt:lpstr>Sección Galvanoplastía – Máquina 2</vt:lpstr>
      <vt:lpstr>Sección Galvanoplastía – Máquina 2</vt:lpstr>
      <vt:lpstr>Sección Galvanoplastía – Máquina 2</vt:lpstr>
      <vt:lpstr>Sección Montaje</vt:lpstr>
      <vt:lpstr>Tablero principal</vt:lpstr>
      <vt:lpstr>Tablero principal</vt:lpstr>
      <vt:lpstr>Tablero principal</vt:lpstr>
      <vt:lpstr>Tablero principal – Interruptores seccionales</vt:lpstr>
      <vt:lpstr>Tablero principal – Interruptores principales</vt:lpstr>
      <vt:lpstr>Tablero principal – Banco de capacitores</vt:lpstr>
      <vt:lpstr>Tablero principal – Banco de capacitores</vt:lpstr>
      <vt:lpstr>Esquemas</vt:lpstr>
      <vt:lpstr>Esquema unifilar</vt:lpstr>
      <vt:lpstr>Esquema unifilar</vt:lpstr>
      <vt:lpstr>Esquema unifilar</vt:lpstr>
      <vt:lpstr>Esquema multifilar</vt:lpstr>
      <vt:lpstr>Esquema multifilar</vt:lpstr>
      <vt:lpstr>Esquema multifilar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resolución TP2</dc:title>
  <dc:creator>Gaston M. Feldman Tavani</dc:creator>
  <cp:lastModifiedBy>Gaston Feldman</cp:lastModifiedBy>
  <cp:revision>2</cp:revision>
  <dcterms:created xsi:type="dcterms:W3CDTF">2020-09-07T01:02:40Z</dcterms:created>
  <dcterms:modified xsi:type="dcterms:W3CDTF">2023-09-12T01:09:00Z</dcterms:modified>
</cp:coreProperties>
</file>