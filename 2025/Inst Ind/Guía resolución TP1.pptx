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4"/>
  </p:sldMasterIdLst>
  <p:sldIdLst>
    <p:sldId id="256" r:id="rId5"/>
    <p:sldId id="257" r:id="rId6"/>
    <p:sldId id="277" r:id="rId7"/>
    <p:sldId id="259" r:id="rId8"/>
    <p:sldId id="260" r:id="rId9"/>
    <p:sldId id="262" r:id="rId10"/>
    <p:sldId id="263" r:id="rId11"/>
    <p:sldId id="320" r:id="rId12"/>
    <p:sldId id="319" r:id="rId13"/>
    <p:sldId id="264" r:id="rId14"/>
    <p:sldId id="321" r:id="rId15"/>
    <p:sldId id="322" r:id="rId16"/>
    <p:sldId id="265" r:id="rId17"/>
    <p:sldId id="266" r:id="rId18"/>
    <p:sldId id="267" r:id="rId19"/>
    <p:sldId id="323" r:id="rId20"/>
    <p:sldId id="324" r:id="rId21"/>
    <p:sldId id="325" r:id="rId22"/>
    <p:sldId id="268" r:id="rId23"/>
    <p:sldId id="326" r:id="rId24"/>
    <p:sldId id="327" r:id="rId25"/>
    <p:sldId id="269" r:id="rId26"/>
    <p:sldId id="270" r:id="rId27"/>
    <p:sldId id="271" r:id="rId28"/>
    <p:sldId id="272" r:id="rId29"/>
    <p:sldId id="275" r:id="rId30"/>
    <p:sldId id="328" r:id="rId31"/>
    <p:sldId id="329" r:id="rId32"/>
    <p:sldId id="330" r:id="rId33"/>
    <p:sldId id="273" r:id="rId34"/>
    <p:sldId id="331" r:id="rId35"/>
    <p:sldId id="332" r:id="rId36"/>
    <p:sldId id="274" r:id="rId37"/>
    <p:sldId id="276" r:id="rId38"/>
    <p:sldId id="278" r:id="rId39"/>
    <p:sldId id="279" r:id="rId40"/>
    <p:sldId id="333" r:id="rId41"/>
    <p:sldId id="334" r:id="rId42"/>
    <p:sldId id="280" r:id="rId43"/>
    <p:sldId id="281" r:id="rId44"/>
    <p:sldId id="282" r:id="rId45"/>
    <p:sldId id="283" r:id="rId46"/>
    <p:sldId id="284" r:id="rId47"/>
    <p:sldId id="285"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5" r:id="rId74"/>
    <p:sldId id="314" r:id="rId75"/>
    <p:sldId id="316" r:id="rId76"/>
    <p:sldId id="317" r:id="rId77"/>
    <p:sldId id="335" r:id="rId78"/>
    <p:sldId id="338" r:id="rId79"/>
    <p:sldId id="340" r:id="rId80"/>
    <p:sldId id="341" r:id="rId81"/>
    <p:sldId id="343" r:id="rId82"/>
    <p:sldId id="342" r:id="rId83"/>
    <p:sldId id="344" r:id="rId84"/>
    <p:sldId id="345" r:id="rId8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feldmantavani@frba.utn.edu.ar" initials="g" lastIdx="1" clrIdx="0">
    <p:extLst>
      <p:ext uri="{19B8F6BF-5375-455C-9EA6-DF929625EA0E}">
        <p15:presenceInfo xmlns:p15="http://schemas.microsoft.com/office/powerpoint/2012/main" userId="gfeldmantavani@frba.utn.edu.ar" providerId="None"/>
      </p:ext>
    </p:extLst>
  </p:cmAuthor>
  <p:cmAuthor id="2" name="Gaston M. Feldman Tavani" initials="GMFT" lastIdx="1" clrIdx="1">
    <p:extLst>
      <p:ext uri="{19B8F6BF-5375-455C-9EA6-DF929625EA0E}">
        <p15:presenceInfo xmlns:p15="http://schemas.microsoft.com/office/powerpoint/2012/main" userId="046016954e18969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EE5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3D01B-0873-4CBC-BB18-9DDC75B3ABDB}" v="10" dt="2023-08-29T00:46:17.88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49" autoAdjust="0"/>
  </p:normalViewPr>
  <p:slideViewPr>
    <p:cSldViewPr snapToGrid="0">
      <p:cViewPr varScale="1">
        <p:scale>
          <a:sx n="68" d="100"/>
          <a:sy n="68"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ston Feldman" userId="046016954e189690" providerId="LiveId" clId="{CAB3D01B-0873-4CBC-BB18-9DDC75B3ABDB}"/>
    <pc:docChg chg="modSld">
      <pc:chgData name="Gaston Feldman" userId="046016954e189690" providerId="LiveId" clId="{CAB3D01B-0873-4CBC-BB18-9DDC75B3ABDB}" dt="2023-08-29T00:46:17.881" v="9" actId="20577"/>
      <pc:docMkLst>
        <pc:docMk/>
      </pc:docMkLst>
      <pc:sldChg chg="modSp">
        <pc:chgData name="Gaston Feldman" userId="046016954e189690" providerId="LiveId" clId="{CAB3D01B-0873-4CBC-BB18-9DDC75B3ABDB}" dt="2023-08-29T00:46:17.881" v="9" actId="20577"/>
        <pc:sldMkLst>
          <pc:docMk/>
          <pc:sldMk cId="3066697325" sldId="280"/>
        </pc:sldMkLst>
        <pc:spChg chg="mod">
          <ac:chgData name="Gaston Feldman" userId="046016954e189690" providerId="LiveId" clId="{CAB3D01B-0873-4CBC-BB18-9DDC75B3ABDB}" dt="2023-08-29T00:46:17.881" v="9" actId="20577"/>
          <ac:spMkLst>
            <pc:docMk/>
            <pc:sldMk cId="3066697325" sldId="280"/>
            <ac:spMk id="3" creationId="{2D4E2013-A5D5-4089-9694-91D9D721E8F8}"/>
          </ac:spMkLst>
        </pc:spChg>
      </pc:sldChg>
      <pc:sldChg chg="modSp">
        <pc:chgData name="Gaston Feldman" userId="046016954e189690" providerId="LiveId" clId="{CAB3D01B-0873-4CBC-BB18-9DDC75B3ABDB}" dt="2023-08-29T00:44:50.055" v="7" actId="20577"/>
        <pc:sldMkLst>
          <pc:docMk/>
          <pc:sldMk cId="35067535" sldId="333"/>
        </pc:sldMkLst>
        <pc:spChg chg="mod">
          <ac:chgData name="Gaston Feldman" userId="046016954e189690" providerId="LiveId" clId="{CAB3D01B-0873-4CBC-BB18-9DDC75B3ABDB}" dt="2023-08-29T00:44:50.055" v="7" actId="20577"/>
          <ac:spMkLst>
            <pc:docMk/>
            <pc:sldMk cId="35067535" sldId="333"/>
            <ac:spMk id="3" creationId="{2D4E2013-A5D5-4089-9694-91D9D721E8F8}"/>
          </ac:spMkLst>
        </pc:spChg>
      </pc:sldChg>
    </pc:docChg>
  </pc:docChgLst>
  <pc:docChgLst>
    <pc:chgData name="Gaston M. Feldman Tavani" userId="046016954e189690" providerId="LiveId" clId="{8584914D-0CF2-422B-8D3F-96CDBEAECC5F}"/>
    <pc:docChg chg="undo custSel modSld">
      <pc:chgData name="Gaston M. Feldman Tavani" userId="046016954e189690" providerId="LiveId" clId="{8584914D-0CF2-422B-8D3F-96CDBEAECC5F}" dt="2022-09-06T00:24:46.187" v="291" actId="20577"/>
      <pc:docMkLst>
        <pc:docMk/>
      </pc:docMkLst>
      <pc:sldChg chg="modSp mod modAnim">
        <pc:chgData name="Gaston M. Feldman Tavani" userId="046016954e189690" providerId="LiveId" clId="{8584914D-0CF2-422B-8D3F-96CDBEAECC5F}" dt="2022-09-05T23:22:23.388" v="3"/>
        <pc:sldMkLst>
          <pc:docMk/>
          <pc:sldMk cId="2549017280" sldId="262"/>
        </pc:sldMkLst>
        <pc:spChg chg="mod">
          <ac:chgData name="Gaston M. Feldman Tavani" userId="046016954e189690" providerId="LiveId" clId="{8584914D-0CF2-422B-8D3F-96CDBEAECC5F}" dt="2022-09-05T23:22:06.200" v="1" actId="15"/>
          <ac:spMkLst>
            <pc:docMk/>
            <pc:sldMk cId="2549017280" sldId="262"/>
            <ac:spMk id="3" creationId="{2D4E2013-A5D5-4089-9694-91D9D721E8F8}"/>
          </ac:spMkLst>
        </pc:spChg>
      </pc:sldChg>
      <pc:sldChg chg="modSp mod modAnim">
        <pc:chgData name="Gaston M. Feldman Tavani" userId="046016954e189690" providerId="LiveId" clId="{8584914D-0CF2-422B-8D3F-96CDBEAECC5F}" dt="2022-09-05T23:24:18.402" v="16" actId="1076"/>
        <pc:sldMkLst>
          <pc:docMk/>
          <pc:sldMk cId="3626703957" sldId="264"/>
        </pc:sldMkLst>
        <pc:picChg chg="mod">
          <ac:chgData name="Gaston M. Feldman Tavani" userId="046016954e189690" providerId="LiveId" clId="{8584914D-0CF2-422B-8D3F-96CDBEAECC5F}" dt="2022-09-05T23:24:18.402" v="16" actId="1076"/>
          <ac:picMkLst>
            <pc:docMk/>
            <pc:sldMk cId="3626703957" sldId="264"/>
            <ac:picMk id="5" creationId="{67470365-BBE4-42FE-A0E3-79F27514665E}"/>
          </ac:picMkLst>
        </pc:picChg>
      </pc:sldChg>
      <pc:sldChg chg="modSp mod modAnim">
        <pc:chgData name="Gaston M. Feldman Tavani" userId="046016954e189690" providerId="LiveId" clId="{8584914D-0CF2-422B-8D3F-96CDBEAECC5F}" dt="2022-09-05T23:27:29.321" v="142" actId="108"/>
        <pc:sldMkLst>
          <pc:docMk/>
          <pc:sldMk cId="1888581881" sldId="266"/>
        </pc:sldMkLst>
        <pc:spChg chg="mod">
          <ac:chgData name="Gaston M. Feldman Tavani" userId="046016954e189690" providerId="LiveId" clId="{8584914D-0CF2-422B-8D3F-96CDBEAECC5F}" dt="2022-09-05T23:27:29.321" v="142" actId="108"/>
          <ac:spMkLst>
            <pc:docMk/>
            <pc:sldMk cId="1888581881" sldId="266"/>
            <ac:spMk id="3" creationId="{2D4E2013-A5D5-4089-9694-91D9D721E8F8}"/>
          </ac:spMkLst>
        </pc:spChg>
      </pc:sldChg>
      <pc:sldChg chg="addSp delSp modSp mod addAnim delAnim modAnim">
        <pc:chgData name="Gaston M. Feldman Tavani" userId="046016954e189690" providerId="LiveId" clId="{8584914D-0CF2-422B-8D3F-96CDBEAECC5F}" dt="2022-09-06T00:07:02.874" v="270" actId="1076"/>
        <pc:sldMkLst>
          <pc:docMk/>
          <pc:sldMk cId="4184028695" sldId="267"/>
        </pc:sldMkLst>
        <pc:spChg chg="mod">
          <ac:chgData name="Gaston M. Feldman Tavani" userId="046016954e189690" providerId="LiveId" clId="{8584914D-0CF2-422B-8D3F-96CDBEAECC5F}" dt="2022-09-06T00:06:33.766" v="263" actId="20577"/>
          <ac:spMkLst>
            <pc:docMk/>
            <pc:sldMk cId="4184028695" sldId="267"/>
            <ac:spMk id="3" creationId="{2D4E2013-A5D5-4089-9694-91D9D721E8F8}"/>
          </ac:spMkLst>
        </pc:spChg>
        <pc:spChg chg="ord">
          <ac:chgData name="Gaston M. Feldman Tavani" userId="046016954e189690" providerId="LiveId" clId="{8584914D-0CF2-422B-8D3F-96CDBEAECC5F}" dt="2022-09-06T00:06:59.490" v="269" actId="166"/>
          <ac:spMkLst>
            <pc:docMk/>
            <pc:sldMk cId="4184028695" sldId="267"/>
            <ac:spMk id="8" creationId="{276AB42C-27ED-48DD-AA12-5C23BD072B99}"/>
          </ac:spMkLst>
        </pc:spChg>
        <pc:spChg chg="ord">
          <ac:chgData name="Gaston M. Feldman Tavani" userId="046016954e189690" providerId="LiveId" clId="{8584914D-0CF2-422B-8D3F-96CDBEAECC5F}" dt="2022-09-05T23:30:20.849" v="171" actId="167"/>
          <ac:spMkLst>
            <pc:docMk/>
            <pc:sldMk cId="4184028695" sldId="267"/>
            <ac:spMk id="10" creationId="{B6FCD62B-F37F-489D-88C7-102414E9D730}"/>
          </ac:spMkLst>
        </pc:spChg>
        <pc:picChg chg="mod ord">
          <ac:chgData name="Gaston M. Feldman Tavani" userId="046016954e189690" providerId="LiveId" clId="{8584914D-0CF2-422B-8D3F-96CDBEAECC5F}" dt="2022-09-06T00:06:49.416" v="266" actId="1076"/>
          <ac:picMkLst>
            <pc:docMk/>
            <pc:sldMk cId="4184028695" sldId="267"/>
            <ac:picMk id="5" creationId="{BAA1EB7E-9AA7-4363-97B2-88942DFBD741}"/>
          </ac:picMkLst>
        </pc:picChg>
        <pc:picChg chg="add del mod ord">
          <ac:chgData name="Gaston M. Feldman Tavani" userId="046016954e189690" providerId="LiveId" clId="{8584914D-0CF2-422B-8D3F-96CDBEAECC5F}" dt="2022-09-06T00:07:02.874" v="270" actId="1076"/>
          <ac:picMkLst>
            <pc:docMk/>
            <pc:sldMk cId="4184028695" sldId="267"/>
            <ac:picMk id="7" creationId="{3C3907A2-8734-4A9A-B74C-28CAE81954C7}"/>
          </ac:picMkLst>
        </pc:picChg>
      </pc:sldChg>
      <pc:sldChg chg="modSp mod modAnim">
        <pc:chgData name="Gaston M. Feldman Tavani" userId="046016954e189690" providerId="LiveId" clId="{8584914D-0CF2-422B-8D3F-96CDBEAECC5F}" dt="2022-09-05T23:34:02.854" v="209"/>
        <pc:sldMkLst>
          <pc:docMk/>
          <pc:sldMk cId="2327263591" sldId="268"/>
        </pc:sldMkLst>
        <pc:picChg chg="mod">
          <ac:chgData name="Gaston M. Feldman Tavani" userId="046016954e189690" providerId="LiveId" clId="{8584914D-0CF2-422B-8D3F-96CDBEAECC5F}" dt="2022-09-05T23:33:37.164" v="208" actId="1076"/>
          <ac:picMkLst>
            <pc:docMk/>
            <pc:sldMk cId="2327263591" sldId="268"/>
            <ac:picMk id="9" creationId="{7ADB488F-18C4-4070-8FDF-BC0CF6D050EE}"/>
          </ac:picMkLst>
        </pc:picChg>
      </pc:sldChg>
      <pc:sldChg chg="modAnim">
        <pc:chgData name="Gaston M. Feldman Tavani" userId="046016954e189690" providerId="LiveId" clId="{8584914D-0CF2-422B-8D3F-96CDBEAECC5F}" dt="2022-09-05T23:34:43.993" v="213"/>
        <pc:sldMkLst>
          <pc:docMk/>
          <pc:sldMk cId="3865197628" sldId="272"/>
        </pc:sldMkLst>
      </pc:sldChg>
      <pc:sldChg chg="modSp mod modAnim">
        <pc:chgData name="Gaston M. Feldman Tavani" userId="046016954e189690" providerId="LiveId" clId="{8584914D-0CF2-422B-8D3F-96CDBEAECC5F}" dt="2022-09-05T23:36:44.379" v="230" actId="166"/>
        <pc:sldMkLst>
          <pc:docMk/>
          <pc:sldMk cId="2001576268" sldId="275"/>
        </pc:sldMkLst>
        <pc:spChg chg="ord">
          <ac:chgData name="Gaston M. Feldman Tavani" userId="046016954e189690" providerId="LiveId" clId="{8584914D-0CF2-422B-8D3F-96CDBEAECC5F}" dt="2022-09-05T23:36:36.787" v="228" actId="166"/>
          <ac:spMkLst>
            <pc:docMk/>
            <pc:sldMk cId="2001576268" sldId="275"/>
            <ac:spMk id="5" creationId="{8BE84636-B43F-472C-9E64-470F7FD8F601}"/>
          </ac:spMkLst>
        </pc:spChg>
        <pc:spChg chg="ord">
          <ac:chgData name="Gaston M. Feldman Tavani" userId="046016954e189690" providerId="LiveId" clId="{8584914D-0CF2-422B-8D3F-96CDBEAECC5F}" dt="2022-09-05T23:36:44.379" v="230" actId="166"/>
          <ac:spMkLst>
            <pc:docMk/>
            <pc:sldMk cId="2001576268" sldId="275"/>
            <ac:spMk id="10" creationId="{1065F26A-D057-4AA6-BC18-4D06CF96DC18}"/>
          </ac:spMkLst>
        </pc:spChg>
        <pc:picChg chg="mod ord">
          <ac:chgData name="Gaston M. Feldman Tavani" userId="046016954e189690" providerId="LiveId" clId="{8584914D-0CF2-422B-8D3F-96CDBEAECC5F}" dt="2022-09-05T23:36:40.306" v="229" actId="1076"/>
          <ac:picMkLst>
            <pc:docMk/>
            <pc:sldMk cId="2001576268" sldId="275"/>
            <ac:picMk id="4" creationId="{26552F01-C3E7-4ADD-A676-B272F72A9DC3}"/>
          </ac:picMkLst>
        </pc:picChg>
        <pc:picChg chg="mod ord">
          <ac:chgData name="Gaston M. Feldman Tavani" userId="046016954e189690" providerId="LiveId" clId="{8584914D-0CF2-422B-8D3F-96CDBEAECC5F}" dt="2022-09-05T23:36:44.379" v="230" actId="166"/>
          <ac:picMkLst>
            <pc:docMk/>
            <pc:sldMk cId="2001576268" sldId="275"/>
            <ac:picMk id="6" creationId="{67AC5B8F-2859-4596-A76C-D7B736E07CC0}"/>
          </ac:picMkLst>
        </pc:picChg>
      </pc:sldChg>
      <pc:sldChg chg="addSp delSp modSp mod addAnim delAnim modAnim">
        <pc:chgData name="Gaston M. Feldman Tavani" userId="046016954e189690" providerId="LiveId" clId="{8584914D-0CF2-422B-8D3F-96CDBEAECC5F}" dt="2022-09-06T00:23:44.874" v="288" actId="478"/>
        <pc:sldMkLst>
          <pc:docMk/>
          <pc:sldMk cId="1734377852" sldId="279"/>
        </pc:sldMkLst>
        <pc:spChg chg="mod">
          <ac:chgData name="Gaston M. Feldman Tavani" userId="046016954e189690" providerId="LiveId" clId="{8584914D-0CF2-422B-8D3F-96CDBEAECC5F}" dt="2022-09-05T23:39:11.153" v="252" actId="20577"/>
          <ac:spMkLst>
            <pc:docMk/>
            <pc:sldMk cId="1734377852" sldId="279"/>
            <ac:spMk id="3" creationId="{2D4E2013-A5D5-4089-9694-91D9D721E8F8}"/>
          </ac:spMkLst>
        </pc:spChg>
        <pc:spChg chg="ord">
          <ac:chgData name="Gaston M. Feldman Tavani" userId="046016954e189690" providerId="LiveId" clId="{8584914D-0CF2-422B-8D3F-96CDBEAECC5F}" dt="2022-09-05T23:39:24.148" v="253" actId="166"/>
          <ac:spMkLst>
            <pc:docMk/>
            <pc:sldMk cId="1734377852" sldId="279"/>
            <ac:spMk id="5" creationId="{FD01D85F-413E-483C-B02D-A7B70202002A}"/>
          </ac:spMkLst>
        </pc:spChg>
        <pc:spChg chg="ord">
          <ac:chgData name="Gaston M. Feldman Tavani" userId="046016954e189690" providerId="LiveId" clId="{8584914D-0CF2-422B-8D3F-96CDBEAECC5F}" dt="2022-09-05T23:39:24.148" v="253" actId="166"/>
          <ac:spMkLst>
            <pc:docMk/>
            <pc:sldMk cId="1734377852" sldId="279"/>
            <ac:spMk id="6" creationId="{F3F92214-4728-4843-8068-E80B7E897444}"/>
          </ac:spMkLst>
        </pc:spChg>
        <pc:picChg chg="add del mod ord">
          <ac:chgData name="Gaston M. Feldman Tavani" userId="046016954e189690" providerId="LiveId" clId="{8584914D-0CF2-422B-8D3F-96CDBEAECC5F}" dt="2022-09-06T00:23:44.874" v="288" actId="478"/>
          <ac:picMkLst>
            <pc:docMk/>
            <pc:sldMk cId="1734377852" sldId="279"/>
            <ac:picMk id="4" creationId="{8A9822FB-6AFB-4C8F-BA99-83D3735B27CD}"/>
          </ac:picMkLst>
        </pc:picChg>
      </pc:sldChg>
      <pc:sldChg chg="modSp">
        <pc:chgData name="Gaston M. Feldman Tavani" userId="046016954e189690" providerId="LiveId" clId="{8584914D-0CF2-422B-8D3F-96CDBEAECC5F}" dt="2022-09-06T00:24:46.187" v="291" actId="20577"/>
        <pc:sldMkLst>
          <pc:docMk/>
          <pc:sldMk cId="3066697325" sldId="280"/>
        </pc:sldMkLst>
        <pc:spChg chg="mod">
          <ac:chgData name="Gaston M. Feldman Tavani" userId="046016954e189690" providerId="LiveId" clId="{8584914D-0CF2-422B-8D3F-96CDBEAECC5F}" dt="2022-09-06T00:24:46.187" v="291" actId="20577"/>
          <ac:spMkLst>
            <pc:docMk/>
            <pc:sldMk cId="3066697325" sldId="280"/>
            <ac:spMk id="3" creationId="{2D4E2013-A5D5-4089-9694-91D9D721E8F8}"/>
          </ac:spMkLst>
        </pc:spChg>
      </pc:sldChg>
      <pc:sldChg chg="modSp mod">
        <pc:chgData name="Gaston M. Feldman Tavani" userId="046016954e189690" providerId="LiveId" clId="{8584914D-0CF2-422B-8D3F-96CDBEAECC5F}" dt="2022-09-05T23:23:06.081" v="5" actId="1076"/>
        <pc:sldMkLst>
          <pc:docMk/>
          <pc:sldMk cId="3217313407" sldId="319"/>
        </pc:sldMkLst>
        <pc:picChg chg="mod">
          <ac:chgData name="Gaston M. Feldman Tavani" userId="046016954e189690" providerId="LiveId" clId="{8584914D-0CF2-422B-8D3F-96CDBEAECC5F}" dt="2022-09-05T23:23:06.081" v="5" actId="1076"/>
          <ac:picMkLst>
            <pc:docMk/>
            <pc:sldMk cId="3217313407" sldId="319"/>
            <ac:picMk id="7" creationId="{6C9AE29C-823A-4238-9724-DC43EB4CDFE1}"/>
          </ac:picMkLst>
        </pc:picChg>
      </pc:sldChg>
    </pc:docChg>
  </pc:docChgLst>
  <pc:docChgLst>
    <pc:chgData name="Gaston M. Feldman Tavani" userId="046016954e189690" providerId="LiveId" clId="{22753571-CE37-4445-B11F-34B8E00BCDB8}"/>
    <pc:docChg chg="undo custSel addSld delSld modSld sldOrd">
      <pc:chgData name="Gaston M. Feldman Tavani" userId="046016954e189690" providerId="LiveId" clId="{22753571-CE37-4445-B11F-34B8E00BCDB8}" dt="2020-04-01T13:42:28.435" v="2947" actId="20577"/>
      <pc:docMkLst>
        <pc:docMk/>
      </pc:docMkLst>
      <pc:sldChg chg="addSp delSp modSp modTransition addAnim delAnim">
        <pc:chgData name="Gaston M. Feldman Tavani" userId="046016954e189690" providerId="LiveId" clId="{22753571-CE37-4445-B11F-34B8E00BCDB8}" dt="2020-03-31T00:19:59.274" v="155"/>
        <pc:sldMkLst>
          <pc:docMk/>
          <pc:sldMk cId="1956143080" sldId="263"/>
        </pc:sldMkLst>
        <pc:spChg chg="add del mod">
          <ac:chgData name="Gaston M. Feldman Tavani" userId="046016954e189690" providerId="LiveId" clId="{22753571-CE37-4445-B11F-34B8E00BCDB8}" dt="2020-03-31T00:19:56.735" v="154"/>
          <ac:spMkLst>
            <pc:docMk/>
            <pc:sldMk cId="1956143080" sldId="263"/>
            <ac:spMk id="4" creationId="{F2207B76-AC5E-4A74-830A-1425A894006F}"/>
          </ac:spMkLst>
        </pc:spChg>
        <pc:spChg chg="add del mod">
          <ac:chgData name="Gaston M. Feldman Tavani" userId="046016954e189690" providerId="LiveId" clId="{22753571-CE37-4445-B11F-34B8E00BCDB8}" dt="2020-03-31T00:19:56.735" v="154"/>
          <ac:spMkLst>
            <pc:docMk/>
            <pc:sldMk cId="1956143080" sldId="263"/>
            <ac:spMk id="5" creationId="{CC61CE29-8035-4F32-ADA5-CD8A5DB9A923}"/>
          </ac:spMkLst>
        </pc:spChg>
        <pc:spChg chg="add del">
          <ac:chgData name="Gaston M. Feldman Tavani" userId="046016954e189690" providerId="LiveId" clId="{22753571-CE37-4445-B11F-34B8E00BCDB8}" dt="2020-03-31T00:09:24.916" v="22" actId="478"/>
          <ac:spMkLst>
            <pc:docMk/>
            <pc:sldMk cId="1956143080" sldId="263"/>
            <ac:spMk id="9" creationId="{2BBAFE48-C345-49A6-8281-EF5CF24B6109}"/>
          </ac:spMkLst>
        </pc:spChg>
        <pc:picChg chg="add del">
          <ac:chgData name="Gaston M. Feldman Tavani" userId="046016954e189690" providerId="LiveId" clId="{22753571-CE37-4445-B11F-34B8E00BCDB8}" dt="2020-03-31T00:09:25.255" v="23" actId="478"/>
          <ac:picMkLst>
            <pc:docMk/>
            <pc:sldMk cId="1956143080" sldId="263"/>
            <ac:picMk id="7" creationId="{6C9AE29C-823A-4238-9724-DC43EB4CDFE1}"/>
          </ac:picMkLst>
        </pc:picChg>
      </pc:sldChg>
      <pc:sldChg chg="modTransition">
        <pc:chgData name="Gaston M. Feldman Tavani" userId="046016954e189690" providerId="LiveId" clId="{22753571-CE37-4445-B11F-34B8E00BCDB8}" dt="2020-03-31T00:20:06.993" v="157"/>
        <pc:sldMkLst>
          <pc:docMk/>
          <pc:sldMk cId="3626703957" sldId="264"/>
        </pc:sldMkLst>
      </pc:sldChg>
      <pc:sldChg chg="addSp delSp modTransition addAnim delAnim">
        <pc:chgData name="Gaston M. Feldman Tavani" userId="046016954e189690" providerId="LiveId" clId="{22753571-CE37-4445-B11F-34B8E00BCDB8}" dt="2020-03-31T00:20:21.307" v="160"/>
        <pc:sldMkLst>
          <pc:docMk/>
          <pc:sldMk cId="4184028695" sldId="267"/>
        </pc:sldMkLst>
        <pc:spChg chg="add del">
          <ac:chgData name="Gaston M. Feldman Tavani" userId="046016954e189690" providerId="LiveId" clId="{22753571-CE37-4445-B11F-34B8E00BCDB8}" dt="2020-03-31T00:10:55.561" v="54" actId="478"/>
          <ac:spMkLst>
            <pc:docMk/>
            <pc:sldMk cId="4184028695" sldId="267"/>
            <ac:spMk id="6" creationId="{8F7ED8F9-5771-42B0-B23E-72E31A782027}"/>
          </ac:spMkLst>
        </pc:spChg>
        <pc:spChg chg="add del">
          <ac:chgData name="Gaston M. Feldman Tavani" userId="046016954e189690" providerId="LiveId" clId="{22753571-CE37-4445-B11F-34B8E00BCDB8}" dt="2020-03-31T00:10:55.352" v="53" actId="478"/>
          <ac:spMkLst>
            <pc:docMk/>
            <pc:sldMk cId="4184028695" sldId="267"/>
            <ac:spMk id="8" creationId="{276AB42C-27ED-48DD-AA12-5C23BD072B99}"/>
          </ac:spMkLst>
        </pc:spChg>
        <pc:picChg chg="add del">
          <ac:chgData name="Gaston M. Feldman Tavani" userId="046016954e189690" providerId="LiveId" clId="{22753571-CE37-4445-B11F-34B8E00BCDB8}" dt="2020-03-31T00:10:55.768" v="55" actId="478"/>
          <ac:picMkLst>
            <pc:docMk/>
            <pc:sldMk cId="4184028695" sldId="267"/>
            <ac:picMk id="5" creationId="{BAA1EB7E-9AA7-4363-97B2-88942DFBD741}"/>
          </ac:picMkLst>
        </pc:picChg>
        <pc:picChg chg="add del">
          <ac:chgData name="Gaston M. Feldman Tavani" userId="046016954e189690" providerId="LiveId" clId="{22753571-CE37-4445-B11F-34B8E00BCDB8}" dt="2020-03-31T00:10:56.396" v="56" actId="478"/>
          <ac:picMkLst>
            <pc:docMk/>
            <pc:sldMk cId="4184028695" sldId="267"/>
            <ac:picMk id="7" creationId="{3C3907A2-8734-4A9A-B74C-28CAE81954C7}"/>
          </ac:picMkLst>
        </pc:picChg>
      </pc:sldChg>
      <pc:sldChg chg="modTransition">
        <pc:chgData name="Gaston M. Feldman Tavani" userId="046016954e189690" providerId="LiveId" clId="{22753571-CE37-4445-B11F-34B8E00BCDB8}" dt="2020-03-31T00:20:22.711" v="161"/>
        <pc:sldMkLst>
          <pc:docMk/>
          <pc:sldMk cId="2327263591" sldId="268"/>
        </pc:sldMkLst>
      </pc:sldChg>
      <pc:sldChg chg="modTransition">
        <pc:chgData name="Gaston M. Feldman Tavani" userId="046016954e189690" providerId="LiveId" clId="{22753571-CE37-4445-B11F-34B8E00BCDB8}" dt="2020-03-31T00:20:34.035" v="165"/>
        <pc:sldMkLst>
          <pc:docMk/>
          <pc:sldMk cId="3486110331" sldId="273"/>
        </pc:sldMkLst>
      </pc:sldChg>
      <pc:sldChg chg="modTransition">
        <pc:chgData name="Gaston M. Feldman Tavani" userId="046016954e189690" providerId="LiveId" clId="{22753571-CE37-4445-B11F-34B8E00BCDB8}" dt="2020-03-31T00:20:29.445" v="163"/>
        <pc:sldMkLst>
          <pc:docMk/>
          <pc:sldMk cId="2001576268" sldId="275"/>
        </pc:sldMkLst>
      </pc:sldChg>
      <pc:sldChg chg="modTransition">
        <pc:chgData name="Gaston M. Feldman Tavani" userId="046016954e189690" providerId="LiveId" clId="{22753571-CE37-4445-B11F-34B8E00BCDB8}" dt="2020-03-31T00:20:41.962" v="167"/>
        <pc:sldMkLst>
          <pc:docMk/>
          <pc:sldMk cId="1734377852" sldId="279"/>
        </pc:sldMkLst>
      </pc:sldChg>
      <pc:sldChg chg="modSp">
        <pc:chgData name="Gaston M. Feldman Tavani" userId="046016954e189690" providerId="LiveId" clId="{22753571-CE37-4445-B11F-34B8E00BCDB8}" dt="2020-03-31T22:57:30.780" v="1339" actId="20577"/>
        <pc:sldMkLst>
          <pc:docMk/>
          <pc:sldMk cId="4092112446" sldId="290"/>
        </pc:sldMkLst>
        <pc:spChg chg="mod">
          <ac:chgData name="Gaston M. Feldman Tavani" userId="046016954e189690" providerId="LiveId" clId="{22753571-CE37-4445-B11F-34B8E00BCDB8}" dt="2020-03-31T22:57:30.780" v="1339" actId="20577"/>
          <ac:spMkLst>
            <pc:docMk/>
            <pc:sldMk cId="4092112446" sldId="290"/>
            <ac:spMk id="3" creationId="{2D4E2013-A5D5-4089-9694-91D9D721E8F8}"/>
          </ac:spMkLst>
        </pc:spChg>
      </pc:sldChg>
      <pc:sldChg chg="modSp">
        <pc:chgData name="Gaston M. Feldman Tavani" userId="046016954e189690" providerId="LiveId" clId="{22753571-CE37-4445-B11F-34B8E00BCDB8}" dt="2020-03-31T23:01:51.740" v="1469" actId="20577"/>
        <pc:sldMkLst>
          <pc:docMk/>
          <pc:sldMk cId="142188872" sldId="292"/>
        </pc:sldMkLst>
        <pc:spChg chg="mod">
          <ac:chgData name="Gaston M. Feldman Tavani" userId="046016954e189690" providerId="LiveId" clId="{22753571-CE37-4445-B11F-34B8E00BCDB8}" dt="2020-03-31T23:01:51.740" v="1469" actId="20577"/>
          <ac:spMkLst>
            <pc:docMk/>
            <pc:sldMk cId="142188872" sldId="292"/>
            <ac:spMk id="3" creationId="{2D4E2013-A5D5-4089-9694-91D9D721E8F8}"/>
          </ac:spMkLst>
        </pc:spChg>
      </pc:sldChg>
      <pc:sldChg chg="modSp">
        <pc:chgData name="Gaston M. Feldman Tavani" userId="046016954e189690" providerId="LiveId" clId="{22753571-CE37-4445-B11F-34B8E00BCDB8}" dt="2020-03-31T23:02:47.981" v="1492" actId="20577"/>
        <pc:sldMkLst>
          <pc:docMk/>
          <pc:sldMk cId="368520331" sldId="314"/>
        </pc:sldMkLst>
        <pc:spChg chg="mod">
          <ac:chgData name="Gaston M. Feldman Tavani" userId="046016954e189690" providerId="LiveId" clId="{22753571-CE37-4445-B11F-34B8E00BCDB8}" dt="2020-03-31T23:02:47.981" v="1492" actId="20577"/>
          <ac:spMkLst>
            <pc:docMk/>
            <pc:sldMk cId="368520331" sldId="314"/>
            <ac:spMk id="3" creationId="{00D9FAB9-7925-490D-B38F-9AF2AE0C9900}"/>
          </ac:spMkLst>
        </pc:spChg>
      </pc:sldChg>
      <pc:sldChg chg="modSp">
        <pc:chgData name="Gaston M. Feldman Tavani" userId="046016954e189690" providerId="LiveId" clId="{22753571-CE37-4445-B11F-34B8E00BCDB8}" dt="2020-03-31T23:03:42.889" v="1500" actId="20577"/>
        <pc:sldMkLst>
          <pc:docMk/>
          <pc:sldMk cId="535974368" sldId="316"/>
        </pc:sldMkLst>
        <pc:spChg chg="mod">
          <ac:chgData name="Gaston M. Feldman Tavani" userId="046016954e189690" providerId="LiveId" clId="{22753571-CE37-4445-B11F-34B8E00BCDB8}" dt="2020-03-31T23:03:42.889" v="1500" actId="20577"/>
          <ac:spMkLst>
            <pc:docMk/>
            <pc:sldMk cId="535974368" sldId="316"/>
            <ac:spMk id="3" creationId="{00D9FAB9-7925-490D-B38F-9AF2AE0C9900}"/>
          </ac:spMkLst>
        </pc:spChg>
      </pc:sldChg>
      <pc:sldChg chg="modSp">
        <pc:chgData name="Gaston M. Feldman Tavani" userId="046016954e189690" providerId="LiveId" clId="{22753571-CE37-4445-B11F-34B8E00BCDB8}" dt="2020-03-31T23:06:10.568" v="1514" actId="20577"/>
        <pc:sldMkLst>
          <pc:docMk/>
          <pc:sldMk cId="2206142937" sldId="317"/>
        </pc:sldMkLst>
        <pc:spChg chg="mod">
          <ac:chgData name="Gaston M. Feldman Tavani" userId="046016954e189690" providerId="LiveId" clId="{22753571-CE37-4445-B11F-34B8E00BCDB8}" dt="2020-03-31T23:06:10.568" v="1514" actId="20577"/>
          <ac:spMkLst>
            <pc:docMk/>
            <pc:sldMk cId="2206142937" sldId="317"/>
            <ac:spMk id="3" creationId="{2DA1574E-82F2-45C1-9827-7BA148D9B65B}"/>
          </ac:spMkLst>
        </pc:spChg>
      </pc:sldChg>
      <pc:sldChg chg="del">
        <pc:chgData name="Gaston M. Feldman Tavani" userId="046016954e189690" providerId="LiveId" clId="{22753571-CE37-4445-B11F-34B8E00BCDB8}" dt="2020-03-31T22:51:34.597" v="996" actId="47"/>
        <pc:sldMkLst>
          <pc:docMk/>
          <pc:sldMk cId="4000371382" sldId="318"/>
        </pc:sldMkLst>
      </pc:sldChg>
      <pc:sldChg chg="addSp delSp modSp add modTransition delAnim">
        <pc:chgData name="Gaston M. Feldman Tavani" userId="046016954e189690" providerId="LiveId" clId="{22753571-CE37-4445-B11F-34B8E00BCDB8}" dt="2020-03-31T00:20:04.896" v="156"/>
        <pc:sldMkLst>
          <pc:docMk/>
          <pc:sldMk cId="3217313407" sldId="319"/>
        </pc:sldMkLst>
        <pc:spChg chg="del">
          <ac:chgData name="Gaston M. Feldman Tavani" userId="046016954e189690" providerId="LiveId" clId="{22753571-CE37-4445-B11F-34B8E00BCDB8}" dt="2020-03-31T00:09:37.100" v="27" actId="478"/>
          <ac:spMkLst>
            <pc:docMk/>
            <pc:sldMk cId="3217313407" sldId="319"/>
            <ac:spMk id="2" creationId="{94FA6339-C1BA-4FCA-8087-5D2CB77D5C21}"/>
          </ac:spMkLst>
        </pc:spChg>
        <pc:spChg chg="del">
          <ac:chgData name="Gaston M. Feldman Tavani" userId="046016954e189690" providerId="LiveId" clId="{22753571-CE37-4445-B11F-34B8E00BCDB8}" dt="2020-03-31T00:09:39.409" v="28" actId="478"/>
          <ac:spMkLst>
            <pc:docMk/>
            <pc:sldMk cId="3217313407" sldId="319"/>
            <ac:spMk id="3" creationId="{2D4E2013-A5D5-4089-9694-91D9D721E8F8}"/>
          </ac:spMkLst>
        </pc:spChg>
        <pc:spChg chg="add del mod">
          <ac:chgData name="Gaston M. Feldman Tavani" userId="046016954e189690" providerId="LiveId" clId="{22753571-CE37-4445-B11F-34B8E00BCDB8}" dt="2020-03-31T00:09:45.509" v="31" actId="478"/>
          <ac:spMkLst>
            <pc:docMk/>
            <pc:sldMk cId="3217313407" sldId="319"/>
            <ac:spMk id="5" creationId="{E83A0C10-4585-4E6E-874A-AA91D21F4ED9}"/>
          </ac:spMkLst>
        </pc:spChg>
        <pc:spChg chg="add del mod">
          <ac:chgData name="Gaston M. Feldman Tavani" userId="046016954e189690" providerId="LiveId" clId="{22753571-CE37-4445-B11F-34B8E00BCDB8}" dt="2020-03-31T00:09:42.317" v="29" actId="478"/>
          <ac:spMkLst>
            <pc:docMk/>
            <pc:sldMk cId="3217313407" sldId="319"/>
            <ac:spMk id="8" creationId="{D81D811D-A204-4731-9263-04E031C0F001}"/>
          </ac:spMkLst>
        </pc:spChg>
        <pc:spChg chg="del">
          <ac:chgData name="Gaston M. Feldman Tavani" userId="046016954e189690" providerId="LiveId" clId="{22753571-CE37-4445-B11F-34B8E00BCDB8}" dt="2020-03-31T00:09:44.211" v="30" actId="478"/>
          <ac:spMkLst>
            <pc:docMk/>
            <pc:sldMk cId="3217313407" sldId="319"/>
            <ac:spMk id="11" creationId="{EC11C6FE-0974-4135-9556-1E42EBF14C0D}"/>
          </ac:spMkLst>
        </pc:spChg>
      </pc:sldChg>
      <pc:sldChg chg="addSp delSp modSp add modTransition addAnim delAnim">
        <pc:chgData name="Gaston M. Feldman Tavani" userId="046016954e189690" providerId="LiveId" clId="{22753571-CE37-4445-B11F-34B8E00BCDB8}" dt="2020-03-31T00:20:04.896" v="156"/>
        <pc:sldMkLst>
          <pc:docMk/>
          <pc:sldMk cId="2184726588" sldId="320"/>
        </pc:sldMkLst>
        <pc:spChg chg="add del">
          <ac:chgData name="Gaston M. Feldman Tavani" userId="046016954e189690" providerId="LiveId" clId="{22753571-CE37-4445-B11F-34B8E00BCDB8}" dt="2020-03-31T00:09:23.356" v="17" actId="478"/>
          <ac:spMkLst>
            <pc:docMk/>
            <pc:sldMk cId="2184726588" sldId="320"/>
            <ac:spMk id="2" creationId="{94FA6339-C1BA-4FCA-8087-5D2CB77D5C21}"/>
          </ac:spMkLst>
        </pc:spChg>
        <pc:spChg chg="add del mod">
          <ac:chgData name="Gaston M. Feldman Tavani" userId="046016954e189690" providerId="LiveId" clId="{22753571-CE37-4445-B11F-34B8E00BCDB8}" dt="2020-03-31T00:09:24.177" v="20" actId="20577"/>
          <ac:spMkLst>
            <pc:docMk/>
            <pc:sldMk cId="2184726588" sldId="320"/>
            <ac:spMk id="3" creationId="{2D4E2013-A5D5-4089-9694-91D9D721E8F8}"/>
          </ac:spMkLst>
        </pc:spChg>
        <pc:spChg chg="del">
          <ac:chgData name="Gaston M. Feldman Tavani" userId="046016954e189690" providerId="LiveId" clId="{22753571-CE37-4445-B11F-34B8E00BCDB8}" dt="2020-03-31T00:09:32.561" v="26" actId="478"/>
          <ac:spMkLst>
            <pc:docMk/>
            <pc:sldMk cId="2184726588" sldId="320"/>
            <ac:spMk id="9" creationId="{2BBAFE48-C345-49A6-8281-EF5CF24B6109}"/>
          </ac:spMkLst>
        </pc:spChg>
        <pc:spChg chg="add del">
          <ac:chgData name="Gaston M. Feldman Tavani" userId="046016954e189690" providerId="LiveId" clId="{22753571-CE37-4445-B11F-34B8E00BCDB8}" dt="2020-03-31T00:09:23.524" v="18" actId="478"/>
          <ac:spMkLst>
            <pc:docMk/>
            <pc:sldMk cId="2184726588" sldId="320"/>
            <ac:spMk id="11" creationId="{EC11C6FE-0974-4135-9556-1E42EBF14C0D}"/>
          </ac:spMkLst>
        </pc:spChg>
        <pc:picChg chg="del mod">
          <ac:chgData name="Gaston M. Feldman Tavani" userId="046016954e189690" providerId="LiveId" clId="{22753571-CE37-4445-B11F-34B8E00BCDB8}" dt="2020-03-31T00:09:31.515" v="25" actId="478"/>
          <ac:picMkLst>
            <pc:docMk/>
            <pc:sldMk cId="2184726588" sldId="320"/>
            <ac:picMk id="7" creationId="{6C9AE29C-823A-4238-9724-DC43EB4CDFE1}"/>
          </ac:picMkLst>
        </pc:picChg>
      </pc:sldChg>
      <pc:sldChg chg="add del">
        <pc:chgData name="Gaston M. Feldman Tavani" userId="046016954e189690" providerId="LiveId" clId="{22753571-CE37-4445-B11F-34B8E00BCDB8}" dt="2020-03-31T00:09:22.975" v="15"/>
        <pc:sldMkLst>
          <pc:docMk/>
          <pc:sldMk cId="1444645273" sldId="321"/>
        </pc:sldMkLst>
      </pc:sldChg>
      <pc:sldChg chg="delSp add modTransition delAnim">
        <pc:chgData name="Gaston M. Feldman Tavani" userId="046016954e189690" providerId="LiveId" clId="{22753571-CE37-4445-B11F-34B8E00BCDB8}" dt="2020-03-31T00:20:13.382" v="158"/>
        <pc:sldMkLst>
          <pc:docMk/>
          <pc:sldMk cId="2574315250" sldId="321"/>
        </pc:sldMkLst>
        <pc:spChg chg="del">
          <ac:chgData name="Gaston M. Feldman Tavani" userId="046016954e189690" providerId="LiveId" clId="{22753571-CE37-4445-B11F-34B8E00BCDB8}" dt="2020-03-31T00:10:13.625" v="36" actId="478"/>
          <ac:spMkLst>
            <pc:docMk/>
            <pc:sldMk cId="2574315250" sldId="321"/>
            <ac:spMk id="6" creationId="{DB6861CB-12EA-48A9-8653-B7632242FE4F}"/>
          </ac:spMkLst>
        </pc:spChg>
        <pc:picChg chg="del">
          <ac:chgData name="Gaston M. Feldman Tavani" userId="046016954e189690" providerId="LiveId" clId="{22753571-CE37-4445-B11F-34B8E00BCDB8}" dt="2020-03-31T00:10:12.353" v="35" actId="478"/>
          <ac:picMkLst>
            <pc:docMk/>
            <pc:sldMk cId="2574315250" sldId="321"/>
            <ac:picMk id="5" creationId="{67470365-BBE4-42FE-A0E3-79F27514665E}"/>
          </ac:picMkLst>
        </pc:picChg>
      </pc:sldChg>
      <pc:sldChg chg="addSp delSp modSp add modTransition delAnim">
        <pc:chgData name="Gaston M. Feldman Tavani" userId="046016954e189690" providerId="LiveId" clId="{22753571-CE37-4445-B11F-34B8E00BCDB8}" dt="2020-03-31T00:20:13.382" v="158"/>
        <pc:sldMkLst>
          <pc:docMk/>
          <pc:sldMk cId="203675210" sldId="322"/>
        </pc:sldMkLst>
        <pc:spChg chg="del">
          <ac:chgData name="Gaston M. Feldman Tavani" userId="046016954e189690" providerId="LiveId" clId="{22753571-CE37-4445-B11F-34B8E00BCDB8}" dt="2020-03-31T00:10:19.792" v="38" actId="478"/>
          <ac:spMkLst>
            <pc:docMk/>
            <pc:sldMk cId="203675210" sldId="322"/>
            <ac:spMk id="2" creationId="{94FA6339-C1BA-4FCA-8087-5D2CB77D5C21}"/>
          </ac:spMkLst>
        </pc:spChg>
        <pc:spChg chg="del">
          <ac:chgData name="Gaston M. Feldman Tavani" userId="046016954e189690" providerId="LiveId" clId="{22753571-CE37-4445-B11F-34B8E00BCDB8}" dt="2020-03-31T00:10:22.107" v="40" actId="478"/>
          <ac:spMkLst>
            <pc:docMk/>
            <pc:sldMk cId="203675210" sldId="322"/>
            <ac:spMk id="3" creationId="{2D4E2013-A5D5-4089-9694-91D9D721E8F8}"/>
          </ac:spMkLst>
        </pc:spChg>
        <pc:spChg chg="del">
          <ac:chgData name="Gaston M. Feldman Tavani" userId="046016954e189690" providerId="LiveId" clId="{22753571-CE37-4445-B11F-34B8E00BCDB8}" dt="2020-03-31T00:10:26.874" v="42" actId="478"/>
          <ac:spMkLst>
            <pc:docMk/>
            <pc:sldMk cId="203675210" sldId="322"/>
            <ac:spMk id="7" creationId="{A9F21DAF-B0FA-4FCE-9C2F-A444FE913D5B}"/>
          </ac:spMkLst>
        </pc:spChg>
        <pc:spChg chg="add del mod">
          <ac:chgData name="Gaston M. Feldman Tavani" userId="046016954e189690" providerId="LiveId" clId="{22753571-CE37-4445-B11F-34B8E00BCDB8}" dt="2020-03-31T00:10:20.837" v="39" actId="478"/>
          <ac:spMkLst>
            <pc:docMk/>
            <pc:sldMk cId="203675210" sldId="322"/>
            <ac:spMk id="8" creationId="{0F8AA914-1150-4E82-A042-1D81F59E937C}"/>
          </ac:spMkLst>
        </pc:spChg>
        <pc:spChg chg="add del mod">
          <ac:chgData name="Gaston M. Feldman Tavani" userId="046016954e189690" providerId="LiveId" clId="{22753571-CE37-4445-B11F-34B8E00BCDB8}" dt="2020-03-31T00:10:24.974" v="41" actId="478"/>
          <ac:spMkLst>
            <pc:docMk/>
            <pc:sldMk cId="203675210" sldId="322"/>
            <ac:spMk id="10" creationId="{A632993A-2347-4C1E-82A2-A637E203EC8F}"/>
          </ac:spMkLst>
        </pc:spChg>
        <pc:picChg chg="mod">
          <ac:chgData name="Gaston M. Feldman Tavani" userId="046016954e189690" providerId="LiveId" clId="{22753571-CE37-4445-B11F-34B8E00BCDB8}" dt="2020-03-31T00:10:33.230" v="44" actId="1036"/>
          <ac:picMkLst>
            <pc:docMk/>
            <pc:sldMk cId="203675210" sldId="322"/>
            <ac:picMk id="5" creationId="{67470365-BBE4-42FE-A0E3-79F27514665E}"/>
          </ac:picMkLst>
        </pc:picChg>
      </pc:sldChg>
      <pc:sldChg chg="add del">
        <pc:chgData name="Gaston M. Feldman Tavani" userId="046016954e189690" providerId="LiveId" clId="{22753571-CE37-4445-B11F-34B8E00BCDB8}" dt="2020-03-31T00:09:22.742" v="14"/>
        <pc:sldMkLst>
          <pc:docMk/>
          <pc:sldMk cId="867868261" sldId="322"/>
        </pc:sldMkLst>
      </pc:sldChg>
      <pc:sldChg chg="delSp add modTransition delAnim">
        <pc:chgData name="Gaston M. Feldman Tavani" userId="046016954e189690" providerId="LiveId" clId="{22753571-CE37-4445-B11F-34B8E00BCDB8}" dt="2020-03-31T00:20:19.273" v="159"/>
        <pc:sldMkLst>
          <pc:docMk/>
          <pc:sldMk cId="3663854498" sldId="323"/>
        </pc:sldMkLst>
        <pc:spChg chg="del">
          <ac:chgData name="Gaston M. Feldman Tavani" userId="046016954e189690" providerId="LiveId" clId="{22753571-CE37-4445-B11F-34B8E00BCDB8}" dt="2020-03-31T00:11:02.338" v="61" actId="478"/>
          <ac:spMkLst>
            <pc:docMk/>
            <pc:sldMk cId="3663854498" sldId="323"/>
            <ac:spMk id="6" creationId="{8F7ED8F9-5771-42B0-B23E-72E31A782027}"/>
          </ac:spMkLst>
        </pc:spChg>
        <pc:spChg chg="del">
          <ac:chgData name="Gaston M. Feldman Tavani" userId="046016954e189690" providerId="LiveId" clId="{22753571-CE37-4445-B11F-34B8E00BCDB8}" dt="2020-03-31T00:11:03.252" v="62" actId="478"/>
          <ac:spMkLst>
            <pc:docMk/>
            <pc:sldMk cId="3663854498" sldId="323"/>
            <ac:spMk id="8" creationId="{276AB42C-27ED-48DD-AA12-5C23BD072B99}"/>
          </ac:spMkLst>
        </pc:spChg>
        <pc:picChg chg="del">
          <ac:chgData name="Gaston M. Feldman Tavani" userId="046016954e189690" providerId="LiveId" clId="{22753571-CE37-4445-B11F-34B8E00BCDB8}" dt="2020-03-31T00:11:01.434" v="60" actId="478"/>
          <ac:picMkLst>
            <pc:docMk/>
            <pc:sldMk cId="3663854498" sldId="323"/>
            <ac:picMk id="5" creationId="{BAA1EB7E-9AA7-4363-97B2-88942DFBD741}"/>
          </ac:picMkLst>
        </pc:picChg>
        <pc:picChg chg="del">
          <ac:chgData name="Gaston M. Feldman Tavani" userId="046016954e189690" providerId="LiveId" clId="{22753571-CE37-4445-B11F-34B8E00BCDB8}" dt="2020-03-31T00:11:00.878" v="59" actId="478"/>
          <ac:picMkLst>
            <pc:docMk/>
            <pc:sldMk cId="3663854498" sldId="323"/>
            <ac:picMk id="7" creationId="{3C3907A2-8734-4A9A-B74C-28CAE81954C7}"/>
          </ac:picMkLst>
        </pc:picChg>
      </pc:sldChg>
      <pc:sldChg chg="addSp delSp modSp add modTransition delAnim">
        <pc:chgData name="Gaston M. Feldman Tavani" userId="046016954e189690" providerId="LiveId" clId="{22753571-CE37-4445-B11F-34B8E00BCDB8}" dt="2020-03-31T00:20:19.273" v="159"/>
        <pc:sldMkLst>
          <pc:docMk/>
          <pc:sldMk cId="3346734111" sldId="324"/>
        </pc:sldMkLst>
        <pc:spChg chg="del">
          <ac:chgData name="Gaston M. Feldman Tavani" userId="046016954e189690" providerId="LiveId" clId="{22753571-CE37-4445-B11F-34B8E00BCDB8}" dt="2020-03-31T00:11:44.046" v="68" actId="478"/>
          <ac:spMkLst>
            <pc:docMk/>
            <pc:sldMk cId="3346734111" sldId="324"/>
            <ac:spMk id="2" creationId="{94FA6339-C1BA-4FCA-8087-5D2CB77D5C21}"/>
          </ac:spMkLst>
        </pc:spChg>
        <pc:spChg chg="del">
          <ac:chgData name="Gaston M. Feldman Tavani" userId="046016954e189690" providerId="LiveId" clId="{22753571-CE37-4445-B11F-34B8E00BCDB8}" dt="2020-03-31T00:11:45.856" v="69" actId="478"/>
          <ac:spMkLst>
            <pc:docMk/>
            <pc:sldMk cId="3346734111" sldId="324"/>
            <ac:spMk id="3" creationId="{2D4E2013-A5D5-4089-9694-91D9D721E8F8}"/>
          </ac:spMkLst>
        </pc:spChg>
        <pc:spChg chg="del">
          <ac:chgData name="Gaston M. Feldman Tavani" userId="046016954e189690" providerId="LiveId" clId="{22753571-CE37-4445-B11F-34B8E00BCDB8}" dt="2020-03-31T00:11:47.529" v="70" actId="478"/>
          <ac:spMkLst>
            <pc:docMk/>
            <pc:sldMk cId="3346734111" sldId="324"/>
            <ac:spMk id="4" creationId="{3762850D-071D-453A-807E-854FCEF96EE9}"/>
          </ac:spMkLst>
        </pc:spChg>
        <pc:spChg chg="del">
          <ac:chgData name="Gaston M. Feldman Tavani" userId="046016954e189690" providerId="LiveId" clId="{22753571-CE37-4445-B11F-34B8E00BCDB8}" dt="2020-03-31T00:11:36.383" v="65" actId="478"/>
          <ac:spMkLst>
            <pc:docMk/>
            <pc:sldMk cId="3346734111" sldId="324"/>
            <ac:spMk id="8" creationId="{276AB42C-27ED-48DD-AA12-5C23BD072B99}"/>
          </ac:spMkLst>
        </pc:spChg>
        <pc:spChg chg="add del mod">
          <ac:chgData name="Gaston M. Feldman Tavani" userId="046016954e189690" providerId="LiveId" clId="{22753571-CE37-4445-B11F-34B8E00BCDB8}" dt="2020-03-31T00:11:40.266" v="67"/>
          <ac:spMkLst>
            <pc:docMk/>
            <pc:sldMk cId="3346734111" sldId="324"/>
            <ac:spMk id="9" creationId="{DBA7AF13-81B7-498E-AAF5-4F5B14628AAD}"/>
          </ac:spMkLst>
        </pc:spChg>
        <pc:spChg chg="del">
          <ac:chgData name="Gaston M. Feldman Tavani" userId="046016954e189690" providerId="LiveId" clId="{22753571-CE37-4445-B11F-34B8E00BCDB8}" dt="2020-03-31T00:11:34.806" v="64" actId="478"/>
          <ac:spMkLst>
            <pc:docMk/>
            <pc:sldMk cId="3346734111" sldId="324"/>
            <ac:spMk id="10" creationId="{B6FCD62B-F37F-489D-88C7-102414E9D730}"/>
          </ac:spMkLst>
        </pc:spChg>
        <pc:spChg chg="add del mod">
          <ac:chgData name="Gaston M. Feldman Tavani" userId="046016954e189690" providerId="LiveId" clId="{22753571-CE37-4445-B11F-34B8E00BCDB8}" dt="2020-03-31T00:11:40.266" v="67"/>
          <ac:spMkLst>
            <pc:docMk/>
            <pc:sldMk cId="3346734111" sldId="324"/>
            <ac:spMk id="11" creationId="{49C3A5DF-BB0D-40CA-A79F-DDF4950D83CB}"/>
          </ac:spMkLst>
        </pc:spChg>
        <pc:picChg chg="mod">
          <ac:chgData name="Gaston M. Feldman Tavani" userId="046016954e189690" providerId="LiveId" clId="{22753571-CE37-4445-B11F-34B8E00BCDB8}" dt="2020-03-31T00:11:52.476" v="72" actId="1035"/>
          <ac:picMkLst>
            <pc:docMk/>
            <pc:sldMk cId="3346734111" sldId="324"/>
            <ac:picMk id="5" creationId="{BAA1EB7E-9AA7-4363-97B2-88942DFBD741}"/>
          </ac:picMkLst>
        </pc:picChg>
        <pc:picChg chg="del">
          <ac:chgData name="Gaston M. Feldman Tavani" userId="046016954e189690" providerId="LiveId" clId="{22753571-CE37-4445-B11F-34B8E00BCDB8}" dt="2020-03-31T00:11:32.805" v="63" actId="478"/>
          <ac:picMkLst>
            <pc:docMk/>
            <pc:sldMk cId="3346734111" sldId="324"/>
            <ac:picMk id="7" creationId="{3C3907A2-8734-4A9A-B74C-28CAE81954C7}"/>
          </ac:picMkLst>
        </pc:picChg>
      </pc:sldChg>
      <pc:sldChg chg="addSp delSp modSp add modTransition delAnim">
        <pc:chgData name="Gaston M. Feldman Tavani" userId="046016954e189690" providerId="LiveId" clId="{22753571-CE37-4445-B11F-34B8E00BCDB8}" dt="2020-03-31T00:20:19.273" v="159"/>
        <pc:sldMkLst>
          <pc:docMk/>
          <pc:sldMk cId="1097794112" sldId="325"/>
        </pc:sldMkLst>
        <pc:spChg chg="del">
          <ac:chgData name="Gaston M. Feldman Tavani" userId="046016954e189690" providerId="LiveId" clId="{22753571-CE37-4445-B11F-34B8E00BCDB8}" dt="2020-03-31T00:12:42.493" v="80" actId="478"/>
          <ac:spMkLst>
            <pc:docMk/>
            <pc:sldMk cId="1097794112" sldId="325"/>
            <ac:spMk id="2" creationId="{94FA6339-C1BA-4FCA-8087-5D2CB77D5C21}"/>
          </ac:spMkLst>
        </pc:spChg>
        <pc:spChg chg="del">
          <ac:chgData name="Gaston M. Feldman Tavani" userId="046016954e189690" providerId="LiveId" clId="{22753571-CE37-4445-B11F-34B8E00BCDB8}" dt="2020-03-31T00:12:38.946" v="77" actId="478"/>
          <ac:spMkLst>
            <pc:docMk/>
            <pc:sldMk cId="1097794112" sldId="325"/>
            <ac:spMk id="3" creationId="{2D4E2013-A5D5-4089-9694-91D9D721E8F8}"/>
          </ac:spMkLst>
        </pc:spChg>
        <pc:spChg chg="del">
          <ac:chgData name="Gaston M. Feldman Tavani" userId="046016954e189690" providerId="LiveId" clId="{22753571-CE37-4445-B11F-34B8E00BCDB8}" dt="2020-03-31T00:12:41.373" v="79" actId="478"/>
          <ac:spMkLst>
            <pc:docMk/>
            <pc:sldMk cId="1097794112" sldId="325"/>
            <ac:spMk id="4" creationId="{3762850D-071D-453A-807E-854FCEF96EE9}"/>
          </ac:spMkLst>
        </pc:spChg>
        <pc:spChg chg="del">
          <ac:chgData name="Gaston M. Feldman Tavani" userId="046016954e189690" providerId="LiveId" clId="{22753571-CE37-4445-B11F-34B8E00BCDB8}" dt="2020-03-31T00:12:37.096" v="76" actId="478"/>
          <ac:spMkLst>
            <pc:docMk/>
            <pc:sldMk cId="1097794112" sldId="325"/>
            <ac:spMk id="6" creationId="{8F7ED8F9-5771-42B0-B23E-72E31A782027}"/>
          </ac:spMkLst>
        </pc:spChg>
        <pc:spChg chg="del">
          <ac:chgData name="Gaston M. Feldman Tavani" userId="046016954e189690" providerId="LiveId" clId="{22753571-CE37-4445-B11F-34B8E00BCDB8}" dt="2020-03-31T00:12:34.720" v="74" actId="478"/>
          <ac:spMkLst>
            <pc:docMk/>
            <pc:sldMk cId="1097794112" sldId="325"/>
            <ac:spMk id="10" creationId="{B6FCD62B-F37F-489D-88C7-102414E9D730}"/>
          </ac:spMkLst>
        </pc:spChg>
        <pc:spChg chg="add del mod">
          <ac:chgData name="Gaston M. Feldman Tavani" userId="046016954e189690" providerId="LiveId" clId="{22753571-CE37-4445-B11F-34B8E00BCDB8}" dt="2020-03-31T00:12:39.825" v="78" actId="478"/>
          <ac:spMkLst>
            <pc:docMk/>
            <pc:sldMk cId="1097794112" sldId="325"/>
            <ac:spMk id="11" creationId="{4D3FD85F-BC72-460D-B567-79E054B73DF1}"/>
          </ac:spMkLst>
        </pc:spChg>
        <pc:spChg chg="add del mod">
          <ac:chgData name="Gaston M. Feldman Tavani" userId="046016954e189690" providerId="LiveId" clId="{22753571-CE37-4445-B11F-34B8E00BCDB8}" dt="2020-03-31T00:12:43.276" v="81" actId="478"/>
          <ac:spMkLst>
            <pc:docMk/>
            <pc:sldMk cId="1097794112" sldId="325"/>
            <ac:spMk id="13" creationId="{35B513A2-8227-4587-B582-747016B83DB3}"/>
          </ac:spMkLst>
        </pc:spChg>
        <pc:picChg chg="del">
          <ac:chgData name="Gaston M. Feldman Tavani" userId="046016954e189690" providerId="LiveId" clId="{22753571-CE37-4445-B11F-34B8E00BCDB8}" dt="2020-03-31T00:12:32.973" v="73" actId="478"/>
          <ac:picMkLst>
            <pc:docMk/>
            <pc:sldMk cId="1097794112" sldId="325"/>
            <ac:picMk id="5" creationId="{BAA1EB7E-9AA7-4363-97B2-88942DFBD741}"/>
          </ac:picMkLst>
        </pc:picChg>
        <pc:picChg chg="mod">
          <ac:chgData name="Gaston M. Feldman Tavani" userId="046016954e189690" providerId="LiveId" clId="{22753571-CE37-4445-B11F-34B8E00BCDB8}" dt="2020-03-31T00:12:54.661" v="87" actId="1076"/>
          <ac:picMkLst>
            <pc:docMk/>
            <pc:sldMk cId="1097794112" sldId="325"/>
            <ac:picMk id="7" creationId="{3C3907A2-8734-4A9A-B74C-28CAE81954C7}"/>
          </ac:picMkLst>
        </pc:picChg>
      </pc:sldChg>
      <pc:sldChg chg="delSp add modTransition delAnim">
        <pc:chgData name="Gaston M. Feldman Tavani" userId="046016954e189690" providerId="LiveId" clId="{22753571-CE37-4445-B11F-34B8E00BCDB8}" dt="2020-03-31T00:20:26.668" v="162"/>
        <pc:sldMkLst>
          <pc:docMk/>
          <pc:sldMk cId="36971490" sldId="326"/>
        </pc:sldMkLst>
        <pc:spChg chg="del">
          <ac:chgData name="Gaston M. Feldman Tavani" userId="046016954e189690" providerId="LiveId" clId="{22753571-CE37-4445-B11F-34B8E00BCDB8}" dt="2020-03-31T00:13:06.633" v="92" actId="478"/>
          <ac:spMkLst>
            <pc:docMk/>
            <pc:sldMk cId="36971490" sldId="326"/>
            <ac:spMk id="11" creationId="{8615981A-0BFC-4360-A9C6-B847CD0CF54C}"/>
          </ac:spMkLst>
        </pc:spChg>
        <pc:picChg chg="del">
          <ac:chgData name="Gaston M. Feldman Tavani" userId="046016954e189690" providerId="LiveId" clId="{22753571-CE37-4445-B11F-34B8E00BCDB8}" dt="2020-03-31T00:13:04.978" v="91" actId="478"/>
          <ac:picMkLst>
            <pc:docMk/>
            <pc:sldMk cId="36971490" sldId="326"/>
            <ac:picMk id="9" creationId="{7ADB488F-18C4-4070-8FDF-BC0CF6D050EE}"/>
          </ac:picMkLst>
        </pc:picChg>
      </pc:sldChg>
      <pc:sldChg chg="addSp delSp modSp add modTransition delAnim">
        <pc:chgData name="Gaston M. Feldman Tavani" userId="046016954e189690" providerId="LiveId" clId="{22753571-CE37-4445-B11F-34B8E00BCDB8}" dt="2020-03-31T00:20:26.668" v="162"/>
        <pc:sldMkLst>
          <pc:docMk/>
          <pc:sldMk cId="1733181439" sldId="327"/>
        </pc:sldMkLst>
        <pc:spChg chg="del">
          <ac:chgData name="Gaston M. Feldman Tavani" userId="046016954e189690" providerId="LiveId" clId="{22753571-CE37-4445-B11F-34B8E00BCDB8}" dt="2020-03-31T00:13:10.346" v="93" actId="478"/>
          <ac:spMkLst>
            <pc:docMk/>
            <pc:sldMk cId="1733181439" sldId="327"/>
            <ac:spMk id="2" creationId="{94FA6339-C1BA-4FCA-8087-5D2CB77D5C21}"/>
          </ac:spMkLst>
        </pc:spChg>
        <pc:spChg chg="del">
          <ac:chgData name="Gaston M. Feldman Tavani" userId="046016954e189690" providerId="LiveId" clId="{22753571-CE37-4445-B11F-34B8E00BCDB8}" dt="2020-03-31T00:13:13.724" v="95" actId="478"/>
          <ac:spMkLst>
            <pc:docMk/>
            <pc:sldMk cId="1733181439" sldId="327"/>
            <ac:spMk id="3" creationId="{2D4E2013-A5D5-4089-9694-91D9D721E8F8}"/>
          </ac:spMkLst>
        </pc:spChg>
        <pc:spChg chg="add del mod">
          <ac:chgData name="Gaston M. Feldman Tavani" userId="046016954e189690" providerId="LiveId" clId="{22753571-CE37-4445-B11F-34B8E00BCDB8}" dt="2020-03-31T00:13:11.928" v="94" actId="478"/>
          <ac:spMkLst>
            <pc:docMk/>
            <pc:sldMk cId="1733181439" sldId="327"/>
            <ac:spMk id="5" creationId="{81486BB5-7DD7-434D-8B29-AEA1E9965B24}"/>
          </ac:spMkLst>
        </pc:spChg>
        <pc:spChg chg="add del mod">
          <ac:chgData name="Gaston M. Feldman Tavani" userId="046016954e189690" providerId="LiveId" clId="{22753571-CE37-4445-B11F-34B8E00BCDB8}" dt="2020-03-31T00:13:14.977" v="96" actId="478"/>
          <ac:spMkLst>
            <pc:docMk/>
            <pc:sldMk cId="1733181439" sldId="327"/>
            <ac:spMk id="7" creationId="{DAE5014D-14D9-4CEB-B6D9-A692EA43A5A6}"/>
          </ac:spMkLst>
        </pc:spChg>
        <pc:spChg chg="del">
          <ac:chgData name="Gaston M. Feldman Tavani" userId="046016954e189690" providerId="LiveId" clId="{22753571-CE37-4445-B11F-34B8E00BCDB8}" dt="2020-03-31T00:13:17.053" v="97" actId="478"/>
          <ac:spMkLst>
            <pc:docMk/>
            <pc:sldMk cId="1733181439" sldId="327"/>
            <ac:spMk id="12" creationId="{3DA89425-1036-4D1B-A362-C78E561E81D1}"/>
          </ac:spMkLst>
        </pc:spChg>
      </pc:sldChg>
      <pc:sldChg chg="delSp add modTransition delAnim">
        <pc:chgData name="Gaston M. Feldman Tavani" userId="046016954e189690" providerId="LiveId" clId="{22753571-CE37-4445-B11F-34B8E00BCDB8}" dt="2020-03-31T00:20:32.844" v="164"/>
        <pc:sldMkLst>
          <pc:docMk/>
          <pc:sldMk cId="3174730089" sldId="328"/>
        </pc:sldMkLst>
        <pc:spChg chg="del">
          <ac:chgData name="Gaston M. Feldman Tavani" userId="046016954e189690" providerId="LiveId" clId="{22753571-CE37-4445-B11F-34B8E00BCDB8}" dt="2020-03-31T00:13:36.408" v="104" actId="478"/>
          <ac:spMkLst>
            <pc:docMk/>
            <pc:sldMk cId="3174730089" sldId="328"/>
            <ac:spMk id="5" creationId="{8BE84636-B43F-472C-9E64-470F7FD8F601}"/>
          </ac:spMkLst>
        </pc:spChg>
        <pc:spChg chg="del">
          <ac:chgData name="Gaston M. Feldman Tavani" userId="046016954e189690" providerId="LiveId" clId="{22753571-CE37-4445-B11F-34B8E00BCDB8}" dt="2020-03-31T00:13:37.324" v="105" actId="478"/>
          <ac:spMkLst>
            <pc:docMk/>
            <pc:sldMk cId="3174730089" sldId="328"/>
            <ac:spMk id="10" creationId="{1065F26A-D057-4AA6-BC18-4D06CF96DC18}"/>
          </ac:spMkLst>
        </pc:spChg>
        <pc:picChg chg="del">
          <ac:chgData name="Gaston M. Feldman Tavani" userId="046016954e189690" providerId="LiveId" clId="{22753571-CE37-4445-B11F-34B8E00BCDB8}" dt="2020-03-31T00:13:35.163" v="103" actId="478"/>
          <ac:picMkLst>
            <pc:docMk/>
            <pc:sldMk cId="3174730089" sldId="328"/>
            <ac:picMk id="4" creationId="{26552F01-C3E7-4ADD-A676-B272F72A9DC3}"/>
          </ac:picMkLst>
        </pc:picChg>
        <pc:picChg chg="del">
          <ac:chgData name="Gaston M. Feldman Tavani" userId="046016954e189690" providerId="LiveId" clId="{22753571-CE37-4445-B11F-34B8E00BCDB8}" dt="2020-03-31T00:13:34.581" v="102" actId="478"/>
          <ac:picMkLst>
            <pc:docMk/>
            <pc:sldMk cId="3174730089" sldId="328"/>
            <ac:picMk id="6" creationId="{67AC5B8F-2859-4596-A76C-D7B736E07CC0}"/>
          </ac:picMkLst>
        </pc:picChg>
      </pc:sldChg>
      <pc:sldChg chg="delSp modSp add modTransition delAnim">
        <pc:chgData name="Gaston M. Feldman Tavani" userId="046016954e189690" providerId="LiveId" clId="{22753571-CE37-4445-B11F-34B8E00BCDB8}" dt="2020-03-31T00:20:32.844" v="164"/>
        <pc:sldMkLst>
          <pc:docMk/>
          <pc:sldMk cId="2815266808" sldId="329"/>
        </pc:sldMkLst>
        <pc:spChg chg="del">
          <ac:chgData name="Gaston M. Feldman Tavani" userId="046016954e189690" providerId="LiveId" clId="{22753571-CE37-4445-B11F-34B8E00BCDB8}" dt="2020-03-31T00:13:43.380" v="108" actId="478"/>
          <ac:spMkLst>
            <pc:docMk/>
            <pc:sldMk cId="2815266808" sldId="329"/>
            <ac:spMk id="2" creationId="{94FA6339-C1BA-4FCA-8087-5D2CB77D5C21}"/>
          </ac:spMkLst>
        </pc:spChg>
        <pc:spChg chg="del mod">
          <ac:chgData name="Gaston M. Feldman Tavani" userId="046016954e189690" providerId="LiveId" clId="{22753571-CE37-4445-B11F-34B8E00BCDB8}" dt="2020-03-31T00:13:44.739" v="110" actId="478"/>
          <ac:spMkLst>
            <pc:docMk/>
            <pc:sldMk cId="2815266808" sldId="329"/>
            <ac:spMk id="3" creationId="{2D4E2013-A5D5-4089-9694-91D9D721E8F8}"/>
          </ac:spMkLst>
        </pc:spChg>
        <pc:spChg chg="del">
          <ac:chgData name="Gaston M. Feldman Tavani" userId="046016954e189690" providerId="LiveId" clId="{22753571-CE37-4445-B11F-34B8E00BCDB8}" dt="2020-03-31T00:13:45.812" v="111" actId="478"/>
          <ac:spMkLst>
            <pc:docMk/>
            <pc:sldMk cId="2815266808" sldId="329"/>
            <ac:spMk id="7" creationId="{F272F7DD-F752-4186-8A03-661F2D55F526}"/>
          </ac:spMkLst>
        </pc:spChg>
        <pc:spChg chg="del">
          <ac:chgData name="Gaston M. Feldman Tavani" userId="046016954e189690" providerId="LiveId" clId="{22753571-CE37-4445-B11F-34B8E00BCDB8}" dt="2020-03-31T00:13:46.539" v="112" actId="478"/>
          <ac:spMkLst>
            <pc:docMk/>
            <pc:sldMk cId="2815266808" sldId="329"/>
            <ac:spMk id="8" creationId="{71C0C19B-F278-4466-AD42-D365176C53F8}"/>
          </ac:spMkLst>
        </pc:spChg>
        <pc:spChg chg="del">
          <ac:chgData name="Gaston M. Feldman Tavani" userId="046016954e189690" providerId="LiveId" clId="{22753571-CE37-4445-B11F-34B8E00BCDB8}" dt="2020-03-31T00:13:40.179" v="107" actId="478"/>
          <ac:spMkLst>
            <pc:docMk/>
            <pc:sldMk cId="2815266808" sldId="329"/>
            <ac:spMk id="10" creationId="{1065F26A-D057-4AA6-BC18-4D06CF96DC18}"/>
          </ac:spMkLst>
        </pc:spChg>
        <pc:picChg chg="del">
          <ac:chgData name="Gaston M. Feldman Tavani" userId="046016954e189690" providerId="LiveId" clId="{22753571-CE37-4445-B11F-34B8E00BCDB8}" dt="2020-03-31T00:13:39.226" v="106" actId="478"/>
          <ac:picMkLst>
            <pc:docMk/>
            <pc:sldMk cId="2815266808" sldId="329"/>
            <ac:picMk id="6" creationId="{67AC5B8F-2859-4596-A76C-D7B736E07CC0}"/>
          </ac:picMkLst>
        </pc:picChg>
      </pc:sldChg>
      <pc:sldChg chg="delSp modSp add modTransition delAnim">
        <pc:chgData name="Gaston M. Feldman Tavani" userId="046016954e189690" providerId="LiveId" clId="{22753571-CE37-4445-B11F-34B8E00BCDB8}" dt="2020-03-31T00:20:32.844" v="164"/>
        <pc:sldMkLst>
          <pc:docMk/>
          <pc:sldMk cId="3338368559" sldId="330"/>
        </pc:sldMkLst>
        <pc:spChg chg="del">
          <ac:chgData name="Gaston M. Feldman Tavani" userId="046016954e189690" providerId="LiveId" clId="{22753571-CE37-4445-B11F-34B8E00BCDB8}" dt="2020-03-31T00:13:53.702" v="114" actId="478"/>
          <ac:spMkLst>
            <pc:docMk/>
            <pc:sldMk cId="3338368559" sldId="330"/>
            <ac:spMk id="2" creationId="{94FA6339-C1BA-4FCA-8087-5D2CB77D5C21}"/>
          </ac:spMkLst>
        </pc:spChg>
        <pc:spChg chg="del mod">
          <ac:chgData name="Gaston M. Feldman Tavani" userId="046016954e189690" providerId="LiveId" clId="{22753571-CE37-4445-B11F-34B8E00BCDB8}" dt="2020-03-31T00:13:55.834" v="116" actId="478"/>
          <ac:spMkLst>
            <pc:docMk/>
            <pc:sldMk cId="3338368559" sldId="330"/>
            <ac:spMk id="3" creationId="{2D4E2013-A5D5-4089-9694-91D9D721E8F8}"/>
          </ac:spMkLst>
        </pc:spChg>
        <pc:spChg chg="del">
          <ac:chgData name="Gaston M. Feldman Tavani" userId="046016954e189690" providerId="LiveId" clId="{22753571-CE37-4445-B11F-34B8E00BCDB8}" dt="2020-03-31T00:13:59.607" v="120" actId="478"/>
          <ac:spMkLst>
            <pc:docMk/>
            <pc:sldMk cId="3338368559" sldId="330"/>
            <ac:spMk id="5" creationId="{8BE84636-B43F-472C-9E64-470F7FD8F601}"/>
          </ac:spMkLst>
        </pc:spChg>
        <pc:spChg chg="del">
          <ac:chgData name="Gaston M. Feldman Tavani" userId="046016954e189690" providerId="LiveId" clId="{22753571-CE37-4445-B11F-34B8E00BCDB8}" dt="2020-03-31T00:13:56.792" v="117" actId="478"/>
          <ac:spMkLst>
            <pc:docMk/>
            <pc:sldMk cId="3338368559" sldId="330"/>
            <ac:spMk id="7" creationId="{F272F7DD-F752-4186-8A03-661F2D55F526}"/>
          </ac:spMkLst>
        </pc:spChg>
        <pc:spChg chg="del">
          <ac:chgData name="Gaston M. Feldman Tavani" userId="046016954e189690" providerId="LiveId" clId="{22753571-CE37-4445-B11F-34B8E00BCDB8}" dt="2020-03-31T00:13:57.801" v="118" actId="478"/>
          <ac:spMkLst>
            <pc:docMk/>
            <pc:sldMk cId="3338368559" sldId="330"/>
            <ac:spMk id="8" creationId="{71C0C19B-F278-4466-AD42-D365176C53F8}"/>
          </ac:spMkLst>
        </pc:spChg>
        <pc:spChg chg="mod">
          <ac:chgData name="Gaston M. Feldman Tavani" userId="046016954e189690" providerId="LiveId" clId="{22753571-CE37-4445-B11F-34B8E00BCDB8}" dt="2020-03-31T00:14:06.977" v="131" actId="1038"/>
          <ac:spMkLst>
            <pc:docMk/>
            <pc:sldMk cId="3338368559" sldId="330"/>
            <ac:spMk id="10" creationId="{1065F26A-D057-4AA6-BC18-4D06CF96DC18}"/>
          </ac:spMkLst>
        </pc:spChg>
        <pc:picChg chg="del">
          <ac:chgData name="Gaston M. Feldman Tavani" userId="046016954e189690" providerId="LiveId" clId="{22753571-CE37-4445-B11F-34B8E00BCDB8}" dt="2020-03-31T00:13:49.934" v="113" actId="478"/>
          <ac:picMkLst>
            <pc:docMk/>
            <pc:sldMk cId="3338368559" sldId="330"/>
            <ac:picMk id="4" creationId="{26552F01-C3E7-4ADD-A676-B272F72A9DC3}"/>
          </ac:picMkLst>
        </pc:picChg>
        <pc:picChg chg="mod">
          <ac:chgData name="Gaston M. Feldman Tavani" userId="046016954e189690" providerId="LiveId" clId="{22753571-CE37-4445-B11F-34B8E00BCDB8}" dt="2020-03-31T00:14:03.355" v="121" actId="1076"/>
          <ac:picMkLst>
            <pc:docMk/>
            <pc:sldMk cId="3338368559" sldId="330"/>
            <ac:picMk id="6" creationId="{67AC5B8F-2859-4596-A76C-D7B736E07CC0}"/>
          </ac:picMkLst>
        </pc:picChg>
      </pc:sldChg>
      <pc:sldChg chg="delSp add modTransition delAnim">
        <pc:chgData name="Gaston M. Feldman Tavani" userId="046016954e189690" providerId="LiveId" clId="{22753571-CE37-4445-B11F-34B8E00BCDB8}" dt="2020-03-31T00:20:38.216" v="166"/>
        <pc:sldMkLst>
          <pc:docMk/>
          <pc:sldMk cId="3018390698" sldId="331"/>
        </pc:sldMkLst>
        <pc:spChg chg="del">
          <ac:chgData name="Gaston M. Feldman Tavani" userId="046016954e189690" providerId="LiveId" clId="{22753571-CE37-4445-B11F-34B8E00BCDB8}" dt="2020-03-31T00:14:20.929" v="138" actId="478"/>
          <ac:spMkLst>
            <pc:docMk/>
            <pc:sldMk cId="3018390698" sldId="331"/>
            <ac:spMk id="10" creationId="{1065F26A-D057-4AA6-BC18-4D06CF96DC18}"/>
          </ac:spMkLst>
        </pc:spChg>
        <pc:picChg chg="del">
          <ac:chgData name="Gaston M. Feldman Tavani" userId="046016954e189690" providerId="LiveId" clId="{22753571-CE37-4445-B11F-34B8E00BCDB8}" dt="2020-03-31T00:14:20.050" v="137" actId="478"/>
          <ac:picMkLst>
            <pc:docMk/>
            <pc:sldMk cId="3018390698" sldId="331"/>
            <ac:picMk id="9" creationId="{1A5AF7FB-0426-4E2B-923F-BE9263F7EB56}"/>
          </ac:picMkLst>
        </pc:picChg>
      </pc:sldChg>
      <pc:sldChg chg="delSp add modTransition delAnim">
        <pc:chgData name="Gaston M. Feldman Tavani" userId="046016954e189690" providerId="LiveId" clId="{22753571-CE37-4445-B11F-34B8E00BCDB8}" dt="2020-03-31T00:20:38.216" v="166"/>
        <pc:sldMkLst>
          <pc:docMk/>
          <pc:sldMk cId="893808673" sldId="332"/>
        </pc:sldMkLst>
        <pc:spChg chg="del">
          <ac:chgData name="Gaston M. Feldman Tavani" userId="046016954e189690" providerId="LiveId" clId="{22753571-CE37-4445-B11F-34B8E00BCDB8}" dt="2020-03-31T00:14:26.987" v="139" actId="478"/>
          <ac:spMkLst>
            <pc:docMk/>
            <pc:sldMk cId="893808673" sldId="332"/>
            <ac:spMk id="2" creationId="{94FA6339-C1BA-4FCA-8087-5D2CB77D5C21}"/>
          </ac:spMkLst>
        </pc:spChg>
        <pc:spChg chg="del">
          <ac:chgData name="Gaston M. Feldman Tavani" userId="046016954e189690" providerId="LiveId" clId="{22753571-CE37-4445-B11F-34B8E00BCDB8}" dt="2020-03-31T00:14:28.254" v="140" actId="478"/>
          <ac:spMkLst>
            <pc:docMk/>
            <pc:sldMk cId="893808673" sldId="332"/>
            <ac:spMk id="3" creationId="{2D4E2013-A5D5-4089-9694-91D9D721E8F8}"/>
          </ac:spMkLst>
        </pc:spChg>
        <pc:spChg chg="del">
          <ac:chgData name="Gaston M. Feldman Tavani" userId="046016954e189690" providerId="LiveId" clId="{22753571-CE37-4445-B11F-34B8E00BCDB8}" dt="2020-03-31T00:14:29.103" v="141" actId="478"/>
          <ac:spMkLst>
            <pc:docMk/>
            <pc:sldMk cId="893808673" sldId="332"/>
            <ac:spMk id="8" creationId="{71C0C19B-F278-4466-AD42-D365176C53F8}"/>
          </ac:spMkLst>
        </pc:spChg>
      </pc:sldChg>
      <pc:sldChg chg="delSp add modTransition delAnim">
        <pc:chgData name="Gaston M. Feldman Tavani" userId="046016954e189690" providerId="LiveId" clId="{22753571-CE37-4445-B11F-34B8E00BCDB8}" dt="2020-03-31T00:20:44.651" v="168"/>
        <pc:sldMkLst>
          <pc:docMk/>
          <pc:sldMk cId="35067535" sldId="333"/>
        </pc:sldMkLst>
        <pc:spChg chg="del">
          <ac:chgData name="Gaston M. Feldman Tavani" userId="046016954e189690" providerId="LiveId" clId="{22753571-CE37-4445-B11F-34B8E00BCDB8}" dt="2020-03-31T00:14:47.685" v="147" actId="478"/>
          <ac:spMkLst>
            <pc:docMk/>
            <pc:sldMk cId="35067535" sldId="333"/>
            <ac:spMk id="5" creationId="{FD01D85F-413E-483C-B02D-A7B70202002A}"/>
          </ac:spMkLst>
        </pc:spChg>
        <pc:spChg chg="del">
          <ac:chgData name="Gaston M. Feldman Tavani" userId="046016954e189690" providerId="LiveId" clId="{22753571-CE37-4445-B11F-34B8E00BCDB8}" dt="2020-03-31T00:14:45.446" v="146" actId="478"/>
          <ac:spMkLst>
            <pc:docMk/>
            <pc:sldMk cId="35067535" sldId="333"/>
            <ac:spMk id="6" creationId="{F3F92214-4728-4843-8068-E80B7E897444}"/>
          </ac:spMkLst>
        </pc:spChg>
        <pc:picChg chg="del">
          <ac:chgData name="Gaston M. Feldman Tavani" userId="046016954e189690" providerId="LiveId" clId="{22753571-CE37-4445-B11F-34B8E00BCDB8}" dt="2020-03-31T00:14:43.789" v="145" actId="478"/>
          <ac:picMkLst>
            <pc:docMk/>
            <pc:sldMk cId="35067535" sldId="333"/>
            <ac:picMk id="4" creationId="{8A9822FB-6AFB-4C8F-BA99-83D3735B27CD}"/>
          </ac:picMkLst>
        </pc:picChg>
      </pc:sldChg>
      <pc:sldChg chg="add del">
        <pc:chgData name="Gaston M. Feldman Tavani" userId="046016954e189690" providerId="LiveId" clId="{22753571-CE37-4445-B11F-34B8E00BCDB8}" dt="2020-03-31T00:14:14.609" v="135"/>
        <pc:sldMkLst>
          <pc:docMk/>
          <pc:sldMk cId="3711984237" sldId="333"/>
        </pc:sldMkLst>
      </pc:sldChg>
      <pc:sldChg chg="addSp delSp modSp add modTransition">
        <pc:chgData name="Gaston M. Feldman Tavani" userId="046016954e189690" providerId="LiveId" clId="{22753571-CE37-4445-B11F-34B8E00BCDB8}" dt="2020-03-31T00:20:44.651" v="168"/>
        <pc:sldMkLst>
          <pc:docMk/>
          <pc:sldMk cId="2190414133" sldId="334"/>
        </pc:sldMkLst>
        <pc:spChg chg="del">
          <ac:chgData name="Gaston M. Feldman Tavani" userId="046016954e189690" providerId="LiveId" clId="{22753571-CE37-4445-B11F-34B8E00BCDB8}" dt="2020-03-31T00:14:52.403" v="149" actId="478"/>
          <ac:spMkLst>
            <pc:docMk/>
            <pc:sldMk cId="2190414133" sldId="334"/>
            <ac:spMk id="2" creationId="{94FA6339-C1BA-4FCA-8087-5D2CB77D5C21}"/>
          </ac:spMkLst>
        </pc:spChg>
        <pc:spChg chg="del">
          <ac:chgData name="Gaston M. Feldman Tavani" userId="046016954e189690" providerId="LiveId" clId="{22753571-CE37-4445-B11F-34B8E00BCDB8}" dt="2020-03-31T00:14:50.280" v="148" actId="478"/>
          <ac:spMkLst>
            <pc:docMk/>
            <pc:sldMk cId="2190414133" sldId="334"/>
            <ac:spMk id="3" creationId="{2D4E2013-A5D5-4089-9694-91D9D721E8F8}"/>
          </ac:spMkLst>
        </pc:spChg>
        <pc:spChg chg="add del mod">
          <ac:chgData name="Gaston M. Feldman Tavani" userId="046016954e189690" providerId="LiveId" clId="{22753571-CE37-4445-B11F-34B8E00BCDB8}" dt="2020-03-31T00:14:54.353" v="150"/>
          <ac:spMkLst>
            <pc:docMk/>
            <pc:sldMk cId="2190414133" sldId="334"/>
            <ac:spMk id="8" creationId="{37064616-574E-4E43-9469-C54478D07C68}"/>
          </ac:spMkLst>
        </pc:spChg>
        <pc:spChg chg="add del mod">
          <ac:chgData name="Gaston M. Feldman Tavani" userId="046016954e189690" providerId="LiveId" clId="{22753571-CE37-4445-B11F-34B8E00BCDB8}" dt="2020-03-31T00:14:54.353" v="150"/>
          <ac:spMkLst>
            <pc:docMk/>
            <pc:sldMk cId="2190414133" sldId="334"/>
            <ac:spMk id="10" creationId="{86A29503-40BC-4FFA-AA65-67F9CED4946F}"/>
          </ac:spMkLst>
        </pc:spChg>
        <pc:picChg chg="mod">
          <ac:chgData name="Gaston M. Feldman Tavani" userId="046016954e189690" providerId="LiveId" clId="{22753571-CE37-4445-B11F-34B8E00BCDB8}" dt="2020-03-31T00:14:56.253" v="152" actId="1076"/>
          <ac:picMkLst>
            <pc:docMk/>
            <pc:sldMk cId="2190414133" sldId="334"/>
            <ac:picMk id="4" creationId="{8A9822FB-6AFB-4C8F-BA99-83D3735B27CD}"/>
          </ac:picMkLst>
        </pc:picChg>
      </pc:sldChg>
      <pc:sldChg chg="addSp delSp modSp add">
        <pc:chgData name="Gaston M. Feldman Tavani" userId="046016954e189690" providerId="LiveId" clId="{22753571-CE37-4445-B11F-34B8E00BCDB8}" dt="2020-03-31T22:51:08.608" v="995" actId="947"/>
        <pc:sldMkLst>
          <pc:docMk/>
          <pc:sldMk cId="3877957853" sldId="335"/>
        </pc:sldMkLst>
        <pc:spChg chg="mod">
          <ac:chgData name="Gaston M. Feldman Tavani" userId="046016954e189690" providerId="LiveId" clId="{22753571-CE37-4445-B11F-34B8E00BCDB8}" dt="2020-03-31T17:59:10.242" v="191" actId="20577"/>
          <ac:spMkLst>
            <pc:docMk/>
            <pc:sldMk cId="3877957853" sldId="335"/>
            <ac:spMk id="2" creationId="{0CF6E2FC-5859-4A32-B83F-EAFC9378E47E}"/>
          </ac:spMkLst>
        </pc:spChg>
        <pc:spChg chg="mod">
          <ac:chgData name="Gaston M. Feldman Tavani" userId="046016954e189690" providerId="LiveId" clId="{22753571-CE37-4445-B11F-34B8E00BCDB8}" dt="2020-03-31T22:51:08.608" v="995" actId="947"/>
          <ac:spMkLst>
            <pc:docMk/>
            <pc:sldMk cId="3877957853" sldId="335"/>
            <ac:spMk id="3" creationId="{E7F27B3D-CEDB-4E3B-9BAA-5E3852D004EF}"/>
          </ac:spMkLst>
        </pc:spChg>
        <pc:picChg chg="add del mod">
          <ac:chgData name="Gaston M. Feldman Tavani" userId="046016954e189690" providerId="LiveId" clId="{22753571-CE37-4445-B11F-34B8E00BCDB8}" dt="2020-03-31T18:16:48.369" v="295" actId="478"/>
          <ac:picMkLst>
            <pc:docMk/>
            <pc:sldMk cId="3877957853" sldId="335"/>
            <ac:picMk id="4" creationId="{DFB180FD-5033-42E2-BB17-88FF8ECA0F02}"/>
          </ac:picMkLst>
        </pc:picChg>
      </pc:sldChg>
      <pc:sldChg chg="addSp delSp modSp add del addCm delCm">
        <pc:chgData name="Gaston M. Feldman Tavani" userId="046016954e189690" providerId="LiveId" clId="{22753571-CE37-4445-B11F-34B8E00BCDB8}" dt="2020-03-31T19:01:31.633" v="444" actId="47"/>
        <pc:sldMkLst>
          <pc:docMk/>
          <pc:sldMk cId="3813274938" sldId="336"/>
        </pc:sldMkLst>
        <pc:spChg chg="del">
          <ac:chgData name="Gaston M. Feldman Tavani" userId="046016954e189690" providerId="LiveId" clId="{22753571-CE37-4445-B11F-34B8E00BCDB8}" dt="2020-03-31T18:49:57.196" v="300" actId="478"/>
          <ac:spMkLst>
            <pc:docMk/>
            <pc:sldMk cId="3813274938" sldId="336"/>
            <ac:spMk id="2" creationId="{75738365-E62A-445A-8627-8F2CDBE36DCD}"/>
          </ac:spMkLst>
        </pc:spChg>
        <pc:spChg chg="del">
          <ac:chgData name="Gaston M. Feldman Tavani" userId="046016954e189690" providerId="LiveId" clId="{22753571-CE37-4445-B11F-34B8E00BCDB8}" dt="2020-03-31T18:47:19.925" v="297"/>
          <ac:spMkLst>
            <pc:docMk/>
            <pc:sldMk cId="3813274938" sldId="336"/>
            <ac:spMk id="3" creationId="{43EF137C-54D9-46D8-886B-CD5BAB8C3637}"/>
          </ac:spMkLst>
        </pc:spChg>
        <pc:picChg chg="add mod">
          <ac:chgData name="Gaston M. Feldman Tavani" userId="046016954e189690" providerId="LiveId" clId="{22753571-CE37-4445-B11F-34B8E00BCDB8}" dt="2020-03-31T18:50:17.230" v="305" actId="1076"/>
          <ac:picMkLst>
            <pc:docMk/>
            <pc:sldMk cId="3813274938" sldId="336"/>
            <ac:picMk id="4" creationId="{64328F5D-CB47-4045-8F1F-72871D2A8A08}"/>
          </ac:picMkLst>
        </pc:picChg>
        <pc:cxnChg chg="add mod">
          <ac:chgData name="Gaston M. Feldman Tavani" userId="046016954e189690" providerId="LiveId" clId="{22753571-CE37-4445-B11F-34B8E00BCDB8}" dt="2020-03-31T18:52:20.259" v="309" actId="208"/>
          <ac:cxnSpMkLst>
            <pc:docMk/>
            <pc:sldMk cId="3813274938" sldId="336"/>
            <ac:cxnSpMk id="6" creationId="{B6C53D27-45CD-47C4-B363-148F24B9D33D}"/>
          </ac:cxnSpMkLst>
        </pc:cxnChg>
        <pc:cxnChg chg="add mod">
          <ac:chgData name="Gaston M. Feldman Tavani" userId="046016954e189690" providerId="LiveId" clId="{22753571-CE37-4445-B11F-34B8E00BCDB8}" dt="2020-03-31T18:52:43.261" v="310" actId="11529"/>
          <ac:cxnSpMkLst>
            <pc:docMk/>
            <pc:sldMk cId="3813274938" sldId="336"/>
            <ac:cxnSpMk id="8" creationId="{2FF13622-8FD6-4407-9E03-DA2FEF53CA24}"/>
          </ac:cxnSpMkLst>
        </pc:cxnChg>
      </pc:sldChg>
      <pc:sldChg chg="addSp modSp add del">
        <pc:chgData name="Gaston M. Feldman Tavani" userId="046016954e189690" providerId="LiveId" clId="{22753571-CE37-4445-B11F-34B8E00BCDB8}" dt="2020-03-31T19:01:33.095" v="445" actId="47"/>
        <pc:sldMkLst>
          <pc:docMk/>
          <pc:sldMk cId="2553442850" sldId="337"/>
        </pc:sldMkLst>
        <pc:picChg chg="add mod">
          <ac:chgData name="Gaston M. Feldman Tavani" userId="046016954e189690" providerId="LiveId" clId="{22753571-CE37-4445-B11F-34B8E00BCDB8}" dt="2020-03-31T18:53:57.878" v="315" actId="1076"/>
          <ac:picMkLst>
            <pc:docMk/>
            <pc:sldMk cId="2553442850" sldId="337"/>
            <ac:picMk id="2" creationId="{68ACD30B-2634-4CD9-AAA9-861BE54346A1}"/>
          </ac:picMkLst>
        </pc:picChg>
        <pc:cxnChg chg="add mod">
          <ac:chgData name="Gaston M. Feldman Tavani" userId="046016954e189690" providerId="LiveId" clId="{22753571-CE37-4445-B11F-34B8E00BCDB8}" dt="2020-03-31T18:54:20.362" v="316" actId="11529"/>
          <ac:cxnSpMkLst>
            <pc:docMk/>
            <pc:sldMk cId="2553442850" sldId="337"/>
            <ac:cxnSpMk id="4" creationId="{767BD62F-CBCF-45EC-83E0-40B77DD63D27}"/>
          </ac:cxnSpMkLst>
        </pc:cxnChg>
        <pc:cxnChg chg="add mod">
          <ac:chgData name="Gaston M. Feldman Tavani" userId="046016954e189690" providerId="LiveId" clId="{22753571-CE37-4445-B11F-34B8E00BCDB8}" dt="2020-03-31T18:54:37.907" v="317" actId="11529"/>
          <ac:cxnSpMkLst>
            <pc:docMk/>
            <pc:sldMk cId="2553442850" sldId="337"/>
            <ac:cxnSpMk id="6" creationId="{8D67F7E8-6665-4817-9A38-BB544DFAA5FC}"/>
          </ac:cxnSpMkLst>
        </pc:cxnChg>
      </pc:sldChg>
      <pc:sldChg chg="addSp delSp modSp add modAnim">
        <pc:chgData name="Gaston M. Feldman Tavani" userId="046016954e189690" providerId="LiveId" clId="{22753571-CE37-4445-B11F-34B8E00BCDB8}" dt="2020-03-31T19:36:07.305" v="451"/>
        <pc:sldMkLst>
          <pc:docMk/>
          <pc:sldMk cId="91568624" sldId="338"/>
        </pc:sldMkLst>
        <pc:picChg chg="add del mod">
          <ac:chgData name="Gaston M. Feldman Tavani" userId="046016954e189690" providerId="LiveId" clId="{22753571-CE37-4445-B11F-34B8E00BCDB8}" dt="2020-03-31T18:55:57" v="324" actId="478"/>
          <ac:picMkLst>
            <pc:docMk/>
            <pc:sldMk cId="91568624" sldId="338"/>
            <ac:picMk id="2" creationId="{020A503D-6064-4921-82A5-B77F0045998B}"/>
          </ac:picMkLst>
        </pc:picChg>
        <pc:picChg chg="add mod">
          <ac:chgData name="Gaston M. Feldman Tavani" userId="046016954e189690" providerId="LiveId" clId="{22753571-CE37-4445-B11F-34B8E00BCDB8}" dt="2020-03-31T18:57:23.359" v="329" actId="1076"/>
          <ac:picMkLst>
            <pc:docMk/>
            <pc:sldMk cId="91568624" sldId="338"/>
            <ac:picMk id="5" creationId="{CDA0B258-B16B-4B49-9864-287712599BCF}"/>
          </ac:picMkLst>
        </pc:picChg>
        <pc:cxnChg chg="add del mod">
          <ac:chgData name="Gaston M. Feldman Tavani" userId="046016954e189690" providerId="LiveId" clId="{22753571-CE37-4445-B11F-34B8E00BCDB8}" dt="2020-03-31T18:55:57.927" v="325" actId="478"/>
          <ac:cxnSpMkLst>
            <pc:docMk/>
            <pc:sldMk cId="91568624" sldId="338"/>
            <ac:cxnSpMk id="4" creationId="{7F242AE1-4B34-486B-8FFA-B4088BDEA4B0}"/>
          </ac:cxnSpMkLst>
        </pc:cxnChg>
        <pc:cxnChg chg="add mod">
          <ac:chgData name="Gaston M. Feldman Tavani" userId="046016954e189690" providerId="LiveId" clId="{22753571-CE37-4445-B11F-34B8E00BCDB8}" dt="2020-03-31T18:59:21.374" v="339" actId="1036"/>
          <ac:cxnSpMkLst>
            <pc:docMk/>
            <pc:sldMk cId="91568624" sldId="338"/>
            <ac:cxnSpMk id="7" creationId="{D9EF7C38-6118-4428-9913-6DA3B54CE1B0}"/>
          </ac:cxnSpMkLst>
        </pc:cxnChg>
        <pc:cxnChg chg="add mod">
          <ac:chgData name="Gaston M. Feldman Tavani" userId="046016954e189690" providerId="LiveId" clId="{22753571-CE37-4445-B11F-34B8E00BCDB8}" dt="2020-03-31T19:00:04.895" v="422" actId="1036"/>
          <ac:cxnSpMkLst>
            <pc:docMk/>
            <pc:sldMk cId="91568624" sldId="338"/>
            <ac:cxnSpMk id="9" creationId="{B81E2BFD-7CDB-495D-85D2-420510C28CD8}"/>
          </ac:cxnSpMkLst>
        </pc:cxnChg>
        <pc:cxnChg chg="add mod">
          <ac:chgData name="Gaston M. Feldman Tavani" userId="046016954e189690" providerId="LiveId" clId="{22753571-CE37-4445-B11F-34B8E00BCDB8}" dt="2020-03-31T18:59:35.276" v="383" actId="1038"/>
          <ac:cxnSpMkLst>
            <pc:docMk/>
            <pc:sldMk cId="91568624" sldId="338"/>
            <ac:cxnSpMk id="10" creationId="{9318FEFB-4471-43D1-8DCF-86AE23442414}"/>
          </ac:cxnSpMkLst>
        </pc:cxnChg>
        <pc:cxnChg chg="add mod">
          <ac:chgData name="Gaston M. Feldman Tavani" userId="046016954e189690" providerId="LiveId" clId="{22753571-CE37-4445-B11F-34B8E00BCDB8}" dt="2020-03-31T18:59:54.716" v="416" actId="1036"/>
          <ac:cxnSpMkLst>
            <pc:docMk/>
            <pc:sldMk cId="91568624" sldId="338"/>
            <ac:cxnSpMk id="11" creationId="{92C47FDF-CB65-4A5B-BED3-0F68CC9C9A01}"/>
          </ac:cxnSpMkLst>
        </pc:cxnChg>
        <pc:cxnChg chg="add mod">
          <ac:chgData name="Gaston M. Feldman Tavani" userId="046016954e189690" providerId="LiveId" clId="{22753571-CE37-4445-B11F-34B8E00BCDB8}" dt="2020-03-31T19:01:08.076" v="426" actId="14100"/>
          <ac:cxnSpMkLst>
            <pc:docMk/>
            <pc:sldMk cId="91568624" sldId="338"/>
            <ac:cxnSpMk id="12" creationId="{5FBE5B03-BBDB-4A83-8C06-F49671AB7363}"/>
          </ac:cxnSpMkLst>
        </pc:cxnChg>
        <pc:cxnChg chg="add mod">
          <ac:chgData name="Gaston M. Feldman Tavani" userId="046016954e189690" providerId="LiveId" clId="{22753571-CE37-4445-B11F-34B8E00BCDB8}" dt="2020-03-31T19:01:18.856" v="443" actId="1036"/>
          <ac:cxnSpMkLst>
            <pc:docMk/>
            <pc:sldMk cId="91568624" sldId="338"/>
            <ac:cxnSpMk id="15" creationId="{58F83987-35AB-40F7-8A8C-866B2D208F4A}"/>
          </ac:cxnSpMkLst>
        </pc:cxnChg>
      </pc:sldChg>
      <pc:sldChg chg="add del">
        <pc:chgData name="Gaston M. Feldman Tavani" userId="046016954e189690" providerId="LiveId" clId="{22753571-CE37-4445-B11F-34B8E00BCDB8}" dt="2020-03-31T22:51:50.172" v="1022" actId="47"/>
        <pc:sldMkLst>
          <pc:docMk/>
          <pc:sldMk cId="3163454681" sldId="339"/>
        </pc:sldMkLst>
      </pc:sldChg>
      <pc:sldChg chg="modSp add">
        <pc:chgData name="Gaston M. Feldman Tavani" userId="046016954e189690" providerId="LiveId" clId="{22753571-CE37-4445-B11F-34B8E00BCDB8}" dt="2020-03-31T22:51:47.709" v="1021" actId="20577"/>
        <pc:sldMkLst>
          <pc:docMk/>
          <pc:sldMk cId="1551332824" sldId="340"/>
        </pc:sldMkLst>
        <pc:spChg chg="mod">
          <ac:chgData name="Gaston M. Feldman Tavani" userId="046016954e189690" providerId="LiveId" clId="{22753571-CE37-4445-B11F-34B8E00BCDB8}" dt="2020-03-31T22:51:47.709" v="1021" actId="20577"/>
          <ac:spMkLst>
            <pc:docMk/>
            <pc:sldMk cId="1551332824" sldId="340"/>
            <ac:spMk id="2" creationId="{DDF483D7-B9A6-4F77-AFBC-E645C5B640CA}"/>
          </ac:spMkLst>
        </pc:spChg>
      </pc:sldChg>
      <pc:sldChg chg="modSp add">
        <pc:chgData name="Gaston M. Feldman Tavani" userId="046016954e189690" providerId="LiveId" clId="{22753571-CE37-4445-B11F-34B8E00BCDB8}" dt="2020-03-31T23:00:46.126" v="1463" actId="20577"/>
        <pc:sldMkLst>
          <pc:docMk/>
          <pc:sldMk cId="3149325558" sldId="341"/>
        </pc:sldMkLst>
        <pc:spChg chg="mod">
          <ac:chgData name="Gaston M. Feldman Tavani" userId="046016954e189690" providerId="LiveId" clId="{22753571-CE37-4445-B11F-34B8E00BCDB8}" dt="2020-03-31T22:52:03.357" v="1062" actId="20577"/>
          <ac:spMkLst>
            <pc:docMk/>
            <pc:sldMk cId="3149325558" sldId="341"/>
            <ac:spMk id="2" creationId="{D021F956-91F8-4E55-A329-572FFF6314FC}"/>
          </ac:spMkLst>
        </pc:spChg>
        <pc:spChg chg="mod">
          <ac:chgData name="Gaston M. Feldman Tavani" userId="046016954e189690" providerId="LiveId" clId="{22753571-CE37-4445-B11F-34B8E00BCDB8}" dt="2020-03-31T23:00:46.126" v="1463" actId="20577"/>
          <ac:spMkLst>
            <pc:docMk/>
            <pc:sldMk cId="3149325558" sldId="341"/>
            <ac:spMk id="3" creationId="{C1DBBE60-42AA-4DCF-8D03-612903F67D5C}"/>
          </ac:spMkLst>
        </pc:spChg>
      </pc:sldChg>
      <pc:sldChg chg="addSp delSp modSp add ord delAnim modAnim">
        <pc:chgData name="Gaston M. Feldman Tavani" userId="046016954e189690" providerId="LiveId" clId="{22753571-CE37-4445-B11F-34B8E00BCDB8}" dt="2020-03-31T23:58:48.674" v="2908"/>
        <pc:sldMkLst>
          <pc:docMk/>
          <pc:sldMk cId="262084081" sldId="342"/>
        </pc:sldMkLst>
        <pc:spChg chg="add mod">
          <ac:chgData name="Gaston M. Feldman Tavani" userId="046016954e189690" providerId="LiveId" clId="{22753571-CE37-4445-B11F-34B8E00BCDB8}" dt="2020-03-31T23:36:52.948" v="2172" actId="1076"/>
          <ac:spMkLst>
            <pc:docMk/>
            <pc:sldMk cId="262084081" sldId="342"/>
            <ac:spMk id="13" creationId="{8A0934DA-1A1E-4CA0-AADC-95DE56152B00}"/>
          </ac:spMkLst>
        </pc:spChg>
        <pc:spChg chg="add mod">
          <ac:chgData name="Gaston M. Feldman Tavani" userId="046016954e189690" providerId="LiveId" clId="{22753571-CE37-4445-B11F-34B8E00BCDB8}" dt="2020-03-31T23:37:03.025" v="2210" actId="1038"/>
          <ac:spMkLst>
            <pc:docMk/>
            <pc:sldMk cId="262084081" sldId="342"/>
            <ac:spMk id="14" creationId="{8401B5A1-D589-42B4-892B-E11628F8E944}"/>
          </ac:spMkLst>
        </pc:spChg>
        <pc:spChg chg="add mod">
          <ac:chgData name="Gaston M. Feldman Tavani" userId="046016954e189690" providerId="LiveId" clId="{22753571-CE37-4445-B11F-34B8E00BCDB8}" dt="2020-03-31T23:37:12.039" v="2211" actId="1076"/>
          <ac:spMkLst>
            <pc:docMk/>
            <pc:sldMk cId="262084081" sldId="342"/>
            <ac:spMk id="16" creationId="{001B2E3A-6A93-4C34-BE13-D37922447FEF}"/>
          </ac:spMkLst>
        </pc:spChg>
        <pc:spChg chg="add mod">
          <ac:chgData name="Gaston M. Feldman Tavani" userId="046016954e189690" providerId="LiveId" clId="{22753571-CE37-4445-B11F-34B8E00BCDB8}" dt="2020-03-31T23:37:25.901" v="2215" actId="1036"/>
          <ac:spMkLst>
            <pc:docMk/>
            <pc:sldMk cId="262084081" sldId="342"/>
            <ac:spMk id="17" creationId="{49532CCF-0BE4-43BC-A697-D9272725102F}"/>
          </ac:spMkLst>
        </pc:spChg>
        <pc:spChg chg="add mod">
          <ac:chgData name="Gaston M. Feldman Tavani" userId="046016954e189690" providerId="LiveId" clId="{22753571-CE37-4445-B11F-34B8E00BCDB8}" dt="2020-03-31T23:37:35.092" v="2218" actId="1076"/>
          <ac:spMkLst>
            <pc:docMk/>
            <pc:sldMk cId="262084081" sldId="342"/>
            <ac:spMk id="18" creationId="{C3C5B873-ADCF-487E-BBE6-BD561B22CF49}"/>
          </ac:spMkLst>
        </pc:spChg>
        <pc:spChg chg="add mod">
          <ac:chgData name="Gaston M. Feldman Tavani" userId="046016954e189690" providerId="LiveId" clId="{22753571-CE37-4445-B11F-34B8E00BCDB8}" dt="2020-03-31T23:37:53.202" v="2257" actId="1035"/>
          <ac:spMkLst>
            <pc:docMk/>
            <pc:sldMk cId="262084081" sldId="342"/>
            <ac:spMk id="19" creationId="{B96A13EC-1177-4579-82BC-44D307598FAB}"/>
          </ac:spMkLst>
        </pc:spChg>
        <pc:spChg chg="add mod">
          <ac:chgData name="Gaston M. Feldman Tavani" userId="046016954e189690" providerId="LiveId" clId="{22753571-CE37-4445-B11F-34B8E00BCDB8}" dt="2020-03-31T23:38:01.472" v="2258" actId="1076"/>
          <ac:spMkLst>
            <pc:docMk/>
            <pc:sldMk cId="262084081" sldId="342"/>
            <ac:spMk id="20" creationId="{4728AD3A-CA2A-405D-9EE4-6D79D759A3E8}"/>
          </ac:spMkLst>
        </pc:spChg>
        <pc:spChg chg="add mod">
          <ac:chgData name="Gaston M. Feldman Tavani" userId="046016954e189690" providerId="LiveId" clId="{22753571-CE37-4445-B11F-34B8E00BCDB8}" dt="2020-03-31T23:38:51.576" v="2286" actId="1036"/>
          <ac:spMkLst>
            <pc:docMk/>
            <pc:sldMk cId="262084081" sldId="342"/>
            <ac:spMk id="41" creationId="{16370C96-944D-415D-8F40-CB2A6F09836F}"/>
          </ac:spMkLst>
        </pc:spChg>
        <pc:picChg chg="add del mod">
          <ac:chgData name="Gaston M. Feldman Tavani" userId="046016954e189690" providerId="LiveId" clId="{22753571-CE37-4445-B11F-34B8E00BCDB8}" dt="2020-03-31T23:38:42.402" v="2266" actId="1076"/>
          <ac:picMkLst>
            <pc:docMk/>
            <pc:sldMk cId="262084081" sldId="342"/>
            <ac:picMk id="5" creationId="{CDA0B258-B16B-4B49-9864-287712599BCF}"/>
          </ac:picMkLst>
        </pc:picChg>
        <pc:cxnChg chg="add mod">
          <ac:chgData name="Gaston M. Feldman Tavani" userId="046016954e189690" providerId="LiveId" clId="{22753571-CE37-4445-B11F-34B8E00BCDB8}" dt="2020-03-31T23:37:03.025" v="2210" actId="1038"/>
          <ac:cxnSpMkLst>
            <pc:docMk/>
            <pc:sldMk cId="262084081" sldId="342"/>
            <ac:cxnSpMk id="3" creationId="{CA9814EB-2981-436D-949C-B9A4183BCA01}"/>
          </ac:cxnSpMkLst>
        </pc:cxnChg>
        <pc:cxnChg chg="del">
          <ac:chgData name="Gaston M. Feldman Tavani" userId="046016954e189690" providerId="LiveId" clId="{22753571-CE37-4445-B11F-34B8E00BCDB8}" dt="2020-03-31T23:31:49.496" v="2066" actId="478"/>
          <ac:cxnSpMkLst>
            <pc:docMk/>
            <pc:sldMk cId="262084081" sldId="342"/>
            <ac:cxnSpMk id="7" creationId="{D9EF7C38-6118-4428-9913-6DA3B54CE1B0}"/>
          </ac:cxnSpMkLst>
        </pc:cxnChg>
        <pc:cxnChg chg="add mod">
          <ac:chgData name="Gaston M. Feldman Tavani" userId="046016954e189690" providerId="LiveId" clId="{22753571-CE37-4445-B11F-34B8E00BCDB8}" dt="2020-03-31T23:37:12.039" v="2211" actId="1076"/>
          <ac:cxnSpMkLst>
            <pc:docMk/>
            <pc:sldMk cId="262084081" sldId="342"/>
            <ac:cxnSpMk id="8" creationId="{85CF1F31-3FFD-4255-A78F-09C5632FB9A0}"/>
          </ac:cxnSpMkLst>
        </pc:cxnChg>
        <pc:cxnChg chg="del">
          <ac:chgData name="Gaston M. Feldman Tavani" userId="046016954e189690" providerId="LiveId" clId="{22753571-CE37-4445-B11F-34B8E00BCDB8}" dt="2020-03-31T23:31:43.569" v="2061" actId="478"/>
          <ac:cxnSpMkLst>
            <pc:docMk/>
            <pc:sldMk cId="262084081" sldId="342"/>
            <ac:cxnSpMk id="9" creationId="{B81E2BFD-7CDB-495D-85D2-420510C28CD8}"/>
          </ac:cxnSpMkLst>
        </pc:cxnChg>
        <pc:cxnChg chg="del">
          <ac:chgData name="Gaston M. Feldman Tavani" userId="046016954e189690" providerId="LiveId" clId="{22753571-CE37-4445-B11F-34B8E00BCDB8}" dt="2020-03-31T23:31:41.759" v="2059" actId="478"/>
          <ac:cxnSpMkLst>
            <pc:docMk/>
            <pc:sldMk cId="262084081" sldId="342"/>
            <ac:cxnSpMk id="10" creationId="{9318FEFB-4471-43D1-8DCF-86AE23442414}"/>
          </ac:cxnSpMkLst>
        </pc:cxnChg>
        <pc:cxnChg chg="del">
          <ac:chgData name="Gaston M. Feldman Tavani" userId="046016954e189690" providerId="LiveId" clId="{22753571-CE37-4445-B11F-34B8E00BCDB8}" dt="2020-03-31T23:31:42.655" v="2060" actId="478"/>
          <ac:cxnSpMkLst>
            <pc:docMk/>
            <pc:sldMk cId="262084081" sldId="342"/>
            <ac:cxnSpMk id="11" creationId="{92C47FDF-CB65-4A5B-BED3-0F68CC9C9A01}"/>
          </ac:cxnSpMkLst>
        </pc:cxnChg>
        <pc:cxnChg chg="del">
          <ac:chgData name="Gaston M. Feldman Tavani" userId="046016954e189690" providerId="LiveId" clId="{22753571-CE37-4445-B11F-34B8E00BCDB8}" dt="2020-03-31T23:31:48.451" v="2065" actId="478"/>
          <ac:cxnSpMkLst>
            <pc:docMk/>
            <pc:sldMk cId="262084081" sldId="342"/>
            <ac:cxnSpMk id="12" creationId="{5FBE5B03-BBDB-4A83-8C06-F49671AB7363}"/>
          </ac:cxnSpMkLst>
        </pc:cxnChg>
        <pc:cxnChg chg="del">
          <ac:chgData name="Gaston M. Feldman Tavani" userId="046016954e189690" providerId="LiveId" clId="{22753571-CE37-4445-B11F-34B8E00BCDB8}" dt="2020-03-31T23:31:44.339" v="2062" actId="478"/>
          <ac:cxnSpMkLst>
            <pc:docMk/>
            <pc:sldMk cId="262084081" sldId="342"/>
            <ac:cxnSpMk id="15" creationId="{58F83987-35AB-40F7-8A8C-866B2D208F4A}"/>
          </ac:cxnSpMkLst>
        </pc:cxnChg>
        <pc:cxnChg chg="add mod">
          <ac:chgData name="Gaston M. Feldman Tavani" userId="046016954e189690" providerId="LiveId" clId="{22753571-CE37-4445-B11F-34B8E00BCDB8}" dt="2020-03-31T23:37:25.901" v="2215" actId="1036"/>
          <ac:cxnSpMkLst>
            <pc:docMk/>
            <pc:sldMk cId="262084081" sldId="342"/>
            <ac:cxnSpMk id="22" creationId="{FD6490B5-0BA0-450C-AE06-21D7F24A2960}"/>
          </ac:cxnSpMkLst>
        </pc:cxnChg>
        <pc:cxnChg chg="add mod">
          <ac:chgData name="Gaston M. Feldman Tavani" userId="046016954e189690" providerId="LiveId" clId="{22753571-CE37-4445-B11F-34B8E00BCDB8}" dt="2020-03-31T23:37:35.092" v="2218" actId="1076"/>
          <ac:cxnSpMkLst>
            <pc:docMk/>
            <pc:sldMk cId="262084081" sldId="342"/>
            <ac:cxnSpMk id="24" creationId="{7041430A-F6E9-4C15-85B0-34EE2A6388E4}"/>
          </ac:cxnSpMkLst>
        </pc:cxnChg>
        <pc:cxnChg chg="add mod">
          <ac:chgData name="Gaston M. Feldman Tavani" userId="046016954e189690" providerId="LiveId" clId="{22753571-CE37-4445-B11F-34B8E00BCDB8}" dt="2020-03-31T23:37:53.202" v="2257" actId="1035"/>
          <ac:cxnSpMkLst>
            <pc:docMk/>
            <pc:sldMk cId="262084081" sldId="342"/>
            <ac:cxnSpMk id="26" creationId="{9C12417A-D99F-4140-94A3-29FE7B5A901B}"/>
          </ac:cxnSpMkLst>
        </pc:cxnChg>
        <pc:cxnChg chg="add mod">
          <ac:chgData name="Gaston M. Feldman Tavani" userId="046016954e189690" providerId="LiveId" clId="{22753571-CE37-4445-B11F-34B8E00BCDB8}" dt="2020-03-31T23:38:01.472" v="2258" actId="1076"/>
          <ac:cxnSpMkLst>
            <pc:docMk/>
            <pc:sldMk cId="262084081" sldId="342"/>
            <ac:cxnSpMk id="28" creationId="{C75C2B0A-AA94-4ACF-AE51-8D8AA613059B}"/>
          </ac:cxnSpMkLst>
        </pc:cxnChg>
        <pc:cxnChg chg="add del mod">
          <ac:chgData name="Gaston M. Feldman Tavani" userId="046016954e189690" providerId="LiveId" clId="{22753571-CE37-4445-B11F-34B8E00BCDB8}" dt="2020-03-31T23:36:05.521" v="2167" actId="478"/>
          <ac:cxnSpMkLst>
            <pc:docMk/>
            <pc:sldMk cId="262084081" sldId="342"/>
            <ac:cxnSpMk id="30" creationId="{76ACC2D8-07EB-4116-8519-8B097231128A}"/>
          </ac:cxnSpMkLst>
        </pc:cxnChg>
        <pc:cxnChg chg="add mod">
          <ac:chgData name="Gaston M. Feldman Tavani" userId="046016954e189690" providerId="LiveId" clId="{22753571-CE37-4445-B11F-34B8E00BCDB8}" dt="2020-03-31T23:48:56.475" v="2674" actId="1035"/>
          <ac:cxnSpMkLst>
            <pc:docMk/>
            <pc:sldMk cId="262084081" sldId="342"/>
            <ac:cxnSpMk id="43" creationId="{C4C88EDD-8330-4E8F-B202-35C735445F78}"/>
          </ac:cxnSpMkLst>
        </pc:cxnChg>
        <pc:cxnChg chg="add mod">
          <ac:chgData name="Gaston M. Feldman Tavani" userId="046016954e189690" providerId="LiveId" clId="{22753571-CE37-4445-B11F-34B8E00BCDB8}" dt="2020-03-31T23:48:51.731" v="2672" actId="1035"/>
          <ac:cxnSpMkLst>
            <pc:docMk/>
            <pc:sldMk cId="262084081" sldId="342"/>
            <ac:cxnSpMk id="45" creationId="{E00F1651-983D-47C3-8C07-F388E7F12BA0}"/>
          </ac:cxnSpMkLst>
        </pc:cxnChg>
      </pc:sldChg>
      <pc:sldChg chg="addSp delSp modSp add">
        <pc:chgData name="Gaston M. Feldman Tavani" userId="046016954e189690" providerId="LiveId" clId="{22753571-CE37-4445-B11F-34B8E00BCDB8}" dt="2020-03-31T23:31:36.504" v="2058" actId="20577"/>
        <pc:sldMkLst>
          <pc:docMk/>
          <pc:sldMk cId="2362660039" sldId="343"/>
        </pc:sldMkLst>
        <pc:spChg chg="mod">
          <ac:chgData name="Gaston M. Feldman Tavani" userId="046016954e189690" providerId="LiveId" clId="{22753571-CE37-4445-B11F-34B8E00BCDB8}" dt="2020-03-31T23:27:00.094" v="1519"/>
          <ac:spMkLst>
            <pc:docMk/>
            <pc:sldMk cId="2362660039" sldId="343"/>
            <ac:spMk id="2" creationId="{C1BA7122-6199-4DE1-A9F4-73E09AF654E1}"/>
          </ac:spMkLst>
        </pc:spChg>
        <pc:spChg chg="del">
          <ac:chgData name="Gaston M. Feldman Tavani" userId="046016954e189690" providerId="LiveId" clId="{22753571-CE37-4445-B11F-34B8E00BCDB8}" dt="2020-03-31T23:27:06.911" v="1520"/>
          <ac:spMkLst>
            <pc:docMk/>
            <pc:sldMk cId="2362660039" sldId="343"/>
            <ac:spMk id="3" creationId="{4328A5CF-2E46-41EB-9755-A9F7A72242A5}"/>
          </ac:spMkLst>
        </pc:spChg>
        <pc:spChg chg="add mod">
          <ac:chgData name="Gaston M. Feldman Tavani" userId="046016954e189690" providerId="LiveId" clId="{22753571-CE37-4445-B11F-34B8E00BCDB8}" dt="2020-03-31T23:30:26.938" v="1984" actId="20577"/>
          <ac:spMkLst>
            <pc:docMk/>
            <pc:sldMk cId="2362660039" sldId="343"/>
            <ac:spMk id="4" creationId="{CCE37D71-E889-48EA-AE9D-FE31388F4A21}"/>
          </ac:spMkLst>
        </pc:spChg>
        <pc:spChg chg="add del mod">
          <ac:chgData name="Gaston M. Feldman Tavani" userId="046016954e189690" providerId="LiveId" clId="{22753571-CE37-4445-B11F-34B8E00BCDB8}" dt="2020-03-31T23:30:44.771" v="1985" actId="3680"/>
          <ac:spMkLst>
            <pc:docMk/>
            <pc:sldMk cId="2362660039" sldId="343"/>
            <ac:spMk id="5" creationId="{BCE91E28-8C69-4927-B4E5-0AADFB1AEDC6}"/>
          </ac:spMkLst>
        </pc:spChg>
        <pc:graphicFrameChg chg="add mod ord modGraphic">
          <ac:chgData name="Gaston M. Feldman Tavani" userId="046016954e189690" providerId="LiveId" clId="{22753571-CE37-4445-B11F-34B8E00BCDB8}" dt="2020-03-31T23:31:36.504" v="2058" actId="20577"/>
          <ac:graphicFrameMkLst>
            <pc:docMk/>
            <pc:sldMk cId="2362660039" sldId="343"/>
            <ac:graphicFrameMk id="6" creationId="{A2DB3B09-F3C1-44AB-971C-6F6255B05B3D}"/>
          </ac:graphicFrameMkLst>
        </pc:graphicFrameChg>
      </pc:sldChg>
      <pc:sldChg chg="delSp modSp add ord">
        <pc:chgData name="Gaston M. Feldman Tavani" userId="046016954e189690" providerId="LiveId" clId="{22753571-CE37-4445-B11F-34B8E00BCDB8}" dt="2020-04-01T13:42:28.435" v="2947" actId="20577"/>
        <pc:sldMkLst>
          <pc:docMk/>
          <pc:sldMk cId="571210803" sldId="344"/>
        </pc:sldMkLst>
        <pc:spChg chg="mod">
          <ac:chgData name="Gaston M. Feldman Tavani" userId="046016954e189690" providerId="LiveId" clId="{22753571-CE37-4445-B11F-34B8E00BCDB8}" dt="2020-03-31T23:39:22.382" v="2290"/>
          <ac:spMkLst>
            <pc:docMk/>
            <pc:sldMk cId="571210803" sldId="344"/>
            <ac:spMk id="2" creationId="{DF70906C-5D39-4873-95CB-2947FF9E9850}"/>
          </ac:spMkLst>
        </pc:spChg>
        <pc:spChg chg="mod">
          <ac:chgData name="Gaston M. Feldman Tavani" userId="046016954e189690" providerId="LiveId" clId="{22753571-CE37-4445-B11F-34B8E00BCDB8}" dt="2020-04-01T13:42:28.435" v="2947" actId="20577"/>
          <ac:spMkLst>
            <pc:docMk/>
            <pc:sldMk cId="571210803" sldId="344"/>
            <ac:spMk id="3" creationId="{B6C7DD75-3A27-4DBB-A15E-BF6EE212D024}"/>
          </ac:spMkLst>
        </pc:spChg>
        <pc:spChg chg="del">
          <ac:chgData name="Gaston M. Feldman Tavani" userId="046016954e189690" providerId="LiveId" clId="{22753571-CE37-4445-B11F-34B8E00BCDB8}" dt="2020-03-31T23:42:46.766" v="2408"/>
          <ac:spMkLst>
            <pc:docMk/>
            <pc:sldMk cId="571210803" sldId="344"/>
            <ac:spMk id="4" creationId="{6FD56AF2-EA9C-438D-A8C4-045CDEE6F5FE}"/>
          </ac:spMkLst>
        </pc:spChg>
      </pc:sldChg>
      <pc:sldChg chg="addSp delSp modSp add">
        <pc:chgData name="Gaston M. Feldman Tavani" userId="046016954e189690" providerId="LiveId" clId="{22753571-CE37-4445-B11F-34B8E00BCDB8}" dt="2020-03-31T23:59:23.700" v="2933" actId="20577"/>
        <pc:sldMkLst>
          <pc:docMk/>
          <pc:sldMk cId="1908262997" sldId="345"/>
        </pc:sldMkLst>
        <pc:spChg chg="del">
          <ac:chgData name="Gaston M. Feldman Tavani" userId="046016954e189690" providerId="LiveId" clId="{22753571-CE37-4445-B11F-34B8E00BCDB8}" dt="2020-03-31T23:59:19.897" v="2910"/>
          <ac:spMkLst>
            <pc:docMk/>
            <pc:sldMk cId="1908262997" sldId="345"/>
            <ac:spMk id="2" creationId="{C86109DC-F16F-47C8-8576-D0BD8528F979}"/>
          </ac:spMkLst>
        </pc:spChg>
        <pc:spChg chg="del">
          <ac:chgData name="Gaston M. Feldman Tavani" userId="046016954e189690" providerId="LiveId" clId="{22753571-CE37-4445-B11F-34B8E00BCDB8}" dt="2020-03-31T23:59:19.897" v="2910"/>
          <ac:spMkLst>
            <pc:docMk/>
            <pc:sldMk cId="1908262997" sldId="345"/>
            <ac:spMk id="3" creationId="{2AC81D16-4061-406C-8411-5F4863D7DA55}"/>
          </ac:spMkLst>
        </pc:spChg>
        <pc:spChg chg="add mod">
          <ac:chgData name="Gaston M. Feldman Tavani" userId="046016954e189690" providerId="LiveId" clId="{22753571-CE37-4445-B11F-34B8E00BCDB8}" dt="2020-03-31T23:59:23.700" v="2933" actId="20577"/>
          <ac:spMkLst>
            <pc:docMk/>
            <pc:sldMk cId="1908262997" sldId="345"/>
            <ac:spMk id="4" creationId="{70994900-1211-4FF0-A6E5-AA5CB9DAF743}"/>
          </ac:spMkLst>
        </pc:spChg>
      </pc:sldChg>
    </pc:docChg>
  </pc:docChgLst>
  <pc:docChgLst>
    <pc:chgData name="gfeldmantavani@frba.utn.edu.ar" userId="adb3c291-72d7-446e-9e97-002b34a24de3" providerId="ADAL" clId="{D3244F02-E523-4FF7-AAEB-61DF4B65F7CD}"/>
    <pc:docChg chg="undo custSel addSld delSld modSld sldOrd">
      <pc:chgData name="gfeldmantavani@frba.utn.edu.ar" userId="adb3c291-72d7-446e-9e97-002b34a24de3" providerId="ADAL" clId="{D3244F02-E523-4FF7-AAEB-61DF4B65F7CD}" dt="2020-03-29T23:03:53.846" v="7275" actId="20577"/>
      <pc:docMkLst>
        <pc:docMk/>
      </pc:docMkLst>
      <pc:sldChg chg="modSp ord">
        <pc:chgData name="gfeldmantavani@frba.utn.edu.ar" userId="adb3c291-72d7-446e-9e97-002b34a24de3" providerId="ADAL" clId="{D3244F02-E523-4FF7-AAEB-61DF4B65F7CD}" dt="2020-03-29T19:32:13.790" v="390"/>
        <pc:sldMkLst>
          <pc:docMk/>
          <pc:sldMk cId="389099251" sldId="259"/>
        </pc:sldMkLst>
        <pc:spChg chg="mod">
          <ac:chgData name="gfeldmantavani@frba.utn.edu.ar" userId="adb3c291-72d7-446e-9e97-002b34a24de3" providerId="ADAL" clId="{D3244F02-E523-4FF7-AAEB-61DF4B65F7CD}" dt="2020-03-29T19:24:34.472" v="164" actId="20577"/>
          <ac:spMkLst>
            <pc:docMk/>
            <pc:sldMk cId="389099251" sldId="259"/>
            <ac:spMk id="2" creationId="{BAE08EE6-A9BC-4808-9DC5-4B5DF40E6B8D}"/>
          </ac:spMkLst>
        </pc:spChg>
      </pc:sldChg>
      <pc:sldChg chg="modSp">
        <pc:chgData name="gfeldmantavani@frba.utn.edu.ar" userId="adb3c291-72d7-446e-9e97-002b34a24de3" providerId="ADAL" clId="{D3244F02-E523-4FF7-AAEB-61DF4B65F7CD}" dt="2020-03-29T19:24:40.747" v="165"/>
        <pc:sldMkLst>
          <pc:docMk/>
          <pc:sldMk cId="3834803899" sldId="260"/>
        </pc:sldMkLst>
        <pc:spChg chg="mod">
          <ac:chgData name="gfeldmantavani@frba.utn.edu.ar" userId="adb3c291-72d7-446e-9e97-002b34a24de3" providerId="ADAL" clId="{D3244F02-E523-4FF7-AAEB-61DF4B65F7CD}" dt="2020-03-29T19:24:40.747" v="165"/>
          <ac:spMkLst>
            <pc:docMk/>
            <pc:sldMk cId="3834803899" sldId="260"/>
            <ac:spMk id="2" creationId="{328CA6D3-704F-4E67-8276-1F303757BECB}"/>
          </ac:spMkLst>
        </pc:spChg>
      </pc:sldChg>
      <pc:sldChg chg="modSp modAnim">
        <pc:chgData name="gfeldmantavani@frba.utn.edu.ar" userId="adb3c291-72d7-446e-9e97-002b34a24de3" providerId="ADAL" clId="{D3244F02-E523-4FF7-AAEB-61DF4B65F7CD}" dt="2020-03-29T22:40:29.079" v="6485" actId="20577"/>
        <pc:sldMkLst>
          <pc:docMk/>
          <pc:sldMk cId="2549017280" sldId="262"/>
        </pc:sldMkLst>
        <pc:spChg chg="mod">
          <ac:chgData name="gfeldmantavani@frba.utn.edu.ar" userId="adb3c291-72d7-446e-9e97-002b34a24de3" providerId="ADAL" clId="{D3244F02-E523-4FF7-AAEB-61DF4B65F7CD}" dt="2020-03-29T19:24:43.193" v="166"/>
          <ac:spMkLst>
            <pc:docMk/>
            <pc:sldMk cId="2549017280" sldId="262"/>
            <ac:spMk id="2" creationId="{94FA6339-C1BA-4FCA-8087-5D2CB77D5C21}"/>
          </ac:spMkLst>
        </pc:spChg>
        <pc:spChg chg="mod">
          <ac:chgData name="gfeldmantavani@frba.utn.edu.ar" userId="adb3c291-72d7-446e-9e97-002b34a24de3" providerId="ADAL" clId="{D3244F02-E523-4FF7-AAEB-61DF4B65F7CD}" dt="2020-03-29T22:40:29.079" v="6485" actId="20577"/>
          <ac:spMkLst>
            <pc:docMk/>
            <pc:sldMk cId="2549017280" sldId="262"/>
            <ac:spMk id="3" creationId="{2D4E2013-A5D5-4089-9694-91D9D721E8F8}"/>
          </ac:spMkLst>
        </pc:spChg>
      </pc:sldChg>
      <pc:sldChg chg="addSp delSp modSp addAnim delAnim modAnim">
        <pc:chgData name="gfeldmantavani@frba.utn.edu.ar" userId="adb3c291-72d7-446e-9e97-002b34a24de3" providerId="ADAL" clId="{D3244F02-E523-4FF7-AAEB-61DF4B65F7CD}" dt="2020-03-29T22:40:35.681" v="6487" actId="478"/>
        <pc:sldMkLst>
          <pc:docMk/>
          <pc:sldMk cId="1956143080" sldId="263"/>
        </pc:sldMkLst>
        <pc:spChg chg="mod">
          <ac:chgData name="gfeldmantavani@frba.utn.edu.ar" userId="adb3c291-72d7-446e-9e97-002b34a24de3" providerId="ADAL" clId="{D3244F02-E523-4FF7-AAEB-61DF4B65F7CD}" dt="2020-03-29T19:24:48.347" v="167"/>
          <ac:spMkLst>
            <pc:docMk/>
            <pc:sldMk cId="1956143080" sldId="263"/>
            <ac:spMk id="2" creationId="{94FA6339-C1BA-4FCA-8087-5D2CB77D5C21}"/>
          </ac:spMkLst>
        </pc:spChg>
        <pc:spChg chg="mod">
          <ac:chgData name="gfeldmantavani@frba.utn.edu.ar" userId="adb3c291-72d7-446e-9e97-002b34a24de3" providerId="ADAL" clId="{D3244F02-E523-4FF7-AAEB-61DF4B65F7CD}" dt="2020-03-29T19:16:54.330" v="14" actId="6549"/>
          <ac:spMkLst>
            <pc:docMk/>
            <pc:sldMk cId="1956143080" sldId="263"/>
            <ac:spMk id="3" creationId="{2D4E2013-A5D5-4089-9694-91D9D721E8F8}"/>
          </ac:spMkLst>
        </pc:spChg>
        <pc:picChg chg="add del mod">
          <ac:chgData name="gfeldmantavani@frba.utn.edu.ar" userId="adb3c291-72d7-446e-9e97-002b34a24de3" providerId="ADAL" clId="{D3244F02-E523-4FF7-AAEB-61DF4B65F7CD}" dt="2020-03-29T22:40:35.681" v="6487" actId="478"/>
          <ac:picMkLst>
            <pc:docMk/>
            <pc:sldMk cId="1956143080" sldId="263"/>
            <ac:picMk id="7" creationId="{6C9AE29C-823A-4238-9724-DC43EB4CDFE1}"/>
          </ac:picMkLst>
        </pc:picChg>
      </pc:sldChg>
      <pc:sldChg chg="modSp">
        <pc:chgData name="gfeldmantavani@frba.utn.edu.ar" userId="adb3c291-72d7-446e-9e97-002b34a24de3" providerId="ADAL" clId="{D3244F02-E523-4FF7-AAEB-61DF4B65F7CD}" dt="2020-03-29T19:25:02.514" v="177" actId="1038"/>
        <pc:sldMkLst>
          <pc:docMk/>
          <pc:sldMk cId="3626703957" sldId="264"/>
        </pc:sldMkLst>
        <pc:spChg chg="mod">
          <ac:chgData name="gfeldmantavani@frba.utn.edu.ar" userId="adb3c291-72d7-446e-9e97-002b34a24de3" providerId="ADAL" clId="{D3244F02-E523-4FF7-AAEB-61DF4B65F7CD}" dt="2020-03-29T19:24:56.142" v="169"/>
          <ac:spMkLst>
            <pc:docMk/>
            <pc:sldMk cId="3626703957" sldId="264"/>
            <ac:spMk id="2" creationId="{94FA6339-C1BA-4FCA-8087-5D2CB77D5C21}"/>
          </ac:spMkLst>
        </pc:spChg>
        <pc:picChg chg="mod">
          <ac:chgData name="gfeldmantavani@frba.utn.edu.ar" userId="adb3c291-72d7-446e-9e97-002b34a24de3" providerId="ADAL" clId="{D3244F02-E523-4FF7-AAEB-61DF4B65F7CD}" dt="2020-03-29T19:25:02.514" v="177" actId="1038"/>
          <ac:picMkLst>
            <pc:docMk/>
            <pc:sldMk cId="3626703957" sldId="264"/>
            <ac:picMk id="5" creationId="{67470365-BBE4-42FE-A0E3-79F27514665E}"/>
          </ac:picMkLst>
        </pc:picChg>
      </pc:sldChg>
      <pc:sldChg chg="modSp">
        <pc:chgData name="gfeldmantavani@frba.utn.edu.ar" userId="adb3c291-72d7-446e-9e97-002b34a24de3" providerId="ADAL" clId="{D3244F02-E523-4FF7-AAEB-61DF4B65F7CD}" dt="2020-03-29T19:25:07.749" v="178"/>
        <pc:sldMkLst>
          <pc:docMk/>
          <pc:sldMk cId="538775138" sldId="265"/>
        </pc:sldMkLst>
        <pc:spChg chg="mod">
          <ac:chgData name="gfeldmantavani@frba.utn.edu.ar" userId="adb3c291-72d7-446e-9e97-002b34a24de3" providerId="ADAL" clId="{D3244F02-E523-4FF7-AAEB-61DF4B65F7CD}" dt="2020-03-29T19:25:07.749" v="178"/>
          <ac:spMkLst>
            <pc:docMk/>
            <pc:sldMk cId="538775138" sldId="265"/>
            <ac:spMk id="2" creationId="{94FA6339-C1BA-4FCA-8087-5D2CB77D5C21}"/>
          </ac:spMkLst>
        </pc:spChg>
      </pc:sldChg>
      <pc:sldChg chg="modSp">
        <pc:chgData name="gfeldmantavani@frba.utn.edu.ar" userId="adb3c291-72d7-446e-9e97-002b34a24de3" providerId="ADAL" clId="{D3244F02-E523-4FF7-AAEB-61DF4B65F7CD}" dt="2020-03-29T19:25:10.053" v="179"/>
        <pc:sldMkLst>
          <pc:docMk/>
          <pc:sldMk cId="1888581881" sldId="266"/>
        </pc:sldMkLst>
        <pc:spChg chg="mod">
          <ac:chgData name="gfeldmantavani@frba.utn.edu.ar" userId="adb3c291-72d7-446e-9e97-002b34a24de3" providerId="ADAL" clId="{D3244F02-E523-4FF7-AAEB-61DF4B65F7CD}" dt="2020-03-29T19:25:10.053" v="179"/>
          <ac:spMkLst>
            <pc:docMk/>
            <pc:sldMk cId="1888581881" sldId="266"/>
            <ac:spMk id="2" creationId="{94FA6339-C1BA-4FCA-8087-5D2CB77D5C21}"/>
          </ac:spMkLst>
        </pc:spChg>
      </pc:sldChg>
      <pc:sldChg chg="modSp">
        <pc:chgData name="gfeldmantavani@frba.utn.edu.ar" userId="adb3c291-72d7-446e-9e97-002b34a24de3" providerId="ADAL" clId="{D3244F02-E523-4FF7-AAEB-61DF4B65F7CD}" dt="2020-03-29T20:42:11.306" v="1783" actId="1035"/>
        <pc:sldMkLst>
          <pc:docMk/>
          <pc:sldMk cId="4184028695" sldId="267"/>
        </pc:sldMkLst>
        <pc:spChg chg="mod">
          <ac:chgData name="gfeldmantavani@frba.utn.edu.ar" userId="adb3c291-72d7-446e-9e97-002b34a24de3" providerId="ADAL" clId="{D3244F02-E523-4FF7-AAEB-61DF4B65F7CD}" dt="2020-03-29T19:25:20.045" v="181"/>
          <ac:spMkLst>
            <pc:docMk/>
            <pc:sldMk cId="4184028695" sldId="267"/>
            <ac:spMk id="2" creationId="{94FA6339-C1BA-4FCA-8087-5D2CB77D5C21}"/>
          </ac:spMkLst>
        </pc:spChg>
        <pc:spChg chg="mod">
          <ac:chgData name="gfeldmantavani@frba.utn.edu.ar" userId="adb3c291-72d7-446e-9e97-002b34a24de3" providerId="ADAL" clId="{D3244F02-E523-4FF7-AAEB-61DF4B65F7CD}" dt="2020-03-29T20:41:50.605" v="1777" actId="20577"/>
          <ac:spMkLst>
            <pc:docMk/>
            <pc:sldMk cId="4184028695" sldId="267"/>
            <ac:spMk id="3" creationId="{2D4E2013-A5D5-4089-9694-91D9D721E8F8}"/>
          </ac:spMkLst>
        </pc:spChg>
        <pc:spChg chg="mod">
          <ac:chgData name="gfeldmantavani@frba.utn.edu.ar" userId="adb3c291-72d7-446e-9e97-002b34a24de3" providerId="ADAL" clId="{D3244F02-E523-4FF7-AAEB-61DF4B65F7CD}" dt="2020-03-29T19:26:12.984" v="194" actId="1076"/>
          <ac:spMkLst>
            <pc:docMk/>
            <pc:sldMk cId="4184028695" sldId="267"/>
            <ac:spMk id="6" creationId="{8F7ED8F9-5771-42B0-B23E-72E31A782027}"/>
          </ac:spMkLst>
        </pc:spChg>
        <pc:picChg chg="mod">
          <ac:chgData name="gfeldmantavani@frba.utn.edu.ar" userId="adb3c291-72d7-446e-9e97-002b34a24de3" providerId="ADAL" clId="{D3244F02-E523-4FF7-AAEB-61DF4B65F7CD}" dt="2020-03-29T20:42:02.482" v="1778" actId="1076"/>
          <ac:picMkLst>
            <pc:docMk/>
            <pc:sldMk cId="4184028695" sldId="267"/>
            <ac:picMk id="5" creationId="{BAA1EB7E-9AA7-4363-97B2-88942DFBD741}"/>
          </ac:picMkLst>
        </pc:picChg>
        <pc:picChg chg="mod">
          <ac:chgData name="gfeldmantavani@frba.utn.edu.ar" userId="adb3c291-72d7-446e-9e97-002b34a24de3" providerId="ADAL" clId="{D3244F02-E523-4FF7-AAEB-61DF4B65F7CD}" dt="2020-03-29T20:42:11.306" v="1783" actId="1035"/>
          <ac:picMkLst>
            <pc:docMk/>
            <pc:sldMk cId="4184028695" sldId="267"/>
            <ac:picMk id="7" creationId="{3C3907A2-8734-4A9A-B74C-28CAE81954C7}"/>
          </ac:picMkLst>
        </pc:picChg>
      </pc:sldChg>
      <pc:sldChg chg="modSp">
        <pc:chgData name="gfeldmantavani@frba.utn.edu.ar" userId="adb3c291-72d7-446e-9e97-002b34a24de3" providerId="ADAL" clId="{D3244F02-E523-4FF7-AAEB-61DF4B65F7CD}" dt="2020-03-29T23:00:23.536" v="6879" actId="1036"/>
        <pc:sldMkLst>
          <pc:docMk/>
          <pc:sldMk cId="2327263591" sldId="268"/>
        </pc:sldMkLst>
        <pc:spChg chg="mod">
          <ac:chgData name="gfeldmantavani@frba.utn.edu.ar" userId="adb3c291-72d7-446e-9e97-002b34a24de3" providerId="ADAL" clId="{D3244F02-E523-4FF7-AAEB-61DF4B65F7CD}" dt="2020-03-29T22:59:28.910" v="6870" actId="14100"/>
          <ac:spMkLst>
            <pc:docMk/>
            <pc:sldMk cId="2327263591" sldId="268"/>
            <ac:spMk id="3" creationId="{2D4E2013-A5D5-4089-9694-91D9D721E8F8}"/>
          </ac:spMkLst>
        </pc:spChg>
        <pc:spChg chg="mod">
          <ac:chgData name="gfeldmantavani@frba.utn.edu.ar" userId="adb3c291-72d7-446e-9e97-002b34a24de3" providerId="ADAL" clId="{D3244F02-E523-4FF7-AAEB-61DF4B65F7CD}" dt="2020-03-29T20:41:35.754" v="1771" actId="1035"/>
          <ac:spMkLst>
            <pc:docMk/>
            <pc:sldMk cId="2327263591" sldId="268"/>
            <ac:spMk id="11" creationId="{8615981A-0BFC-4360-A9C6-B847CD0CF54C}"/>
          </ac:spMkLst>
        </pc:spChg>
        <pc:spChg chg="mod">
          <ac:chgData name="gfeldmantavani@frba.utn.edu.ar" userId="adb3c291-72d7-446e-9e97-002b34a24de3" providerId="ADAL" clId="{D3244F02-E523-4FF7-AAEB-61DF4B65F7CD}" dt="2020-03-29T23:00:23.536" v="6879" actId="1036"/>
          <ac:spMkLst>
            <pc:docMk/>
            <pc:sldMk cId="2327263591" sldId="268"/>
            <ac:spMk id="12" creationId="{3DA89425-1036-4D1B-A362-C78E561E81D1}"/>
          </ac:spMkLst>
        </pc:spChg>
        <pc:picChg chg="mod">
          <ac:chgData name="gfeldmantavani@frba.utn.edu.ar" userId="adb3c291-72d7-446e-9e97-002b34a24de3" providerId="ADAL" clId="{D3244F02-E523-4FF7-AAEB-61DF4B65F7CD}" dt="2020-03-29T20:41:32.337" v="1765" actId="1076"/>
          <ac:picMkLst>
            <pc:docMk/>
            <pc:sldMk cId="2327263591" sldId="268"/>
            <ac:picMk id="9" creationId="{7ADB488F-18C4-4070-8FDF-BC0CF6D050EE}"/>
          </ac:picMkLst>
        </pc:picChg>
      </pc:sldChg>
      <pc:sldChg chg="modSp">
        <pc:chgData name="gfeldmantavani@frba.utn.edu.ar" userId="adb3c291-72d7-446e-9e97-002b34a24de3" providerId="ADAL" clId="{D3244F02-E523-4FF7-AAEB-61DF4B65F7CD}" dt="2020-03-29T19:21:02.665" v="67"/>
        <pc:sldMkLst>
          <pc:docMk/>
          <pc:sldMk cId="386316203" sldId="271"/>
        </pc:sldMkLst>
        <pc:spChg chg="mod">
          <ac:chgData name="gfeldmantavani@frba.utn.edu.ar" userId="adb3c291-72d7-446e-9e97-002b34a24de3" providerId="ADAL" clId="{D3244F02-E523-4FF7-AAEB-61DF4B65F7CD}" dt="2020-03-29T19:21:02.665" v="67"/>
          <ac:spMkLst>
            <pc:docMk/>
            <pc:sldMk cId="386316203" sldId="271"/>
            <ac:spMk id="3" creationId="{2D4E2013-A5D5-4089-9694-91D9D721E8F8}"/>
          </ac:spMkLst>
        </pc:spChg>
      </pc:sldChg>
      <pc:sldChg chg="modSp">
        <pc:chgData name="gfeldmantavani@frba.utn.edu.ar" userId="adb3c291-72d7-446e-9e97-002b34a24de3" providerId="ADAL" clId="{D3244F02-E523-4FF7-AAEB-61DF4B65F7CD}" dt="2020-03-29T19:24:11.391" v="135" actId="20577"/>
        <pc:sldMkLst>
          <pc:docMk/>
          <pc:sldMk cId="2663759566" sldId="274"/>
        </pc:sldMkLst>
        <pc:spChg chg="mod">
          <ac:chgData name="gfeldmantavani@frba.utn.edu.ar" userId="adb3c291-72d7-446e-9e97-002b34a24de3" providerId="ADAL" clId="{D3244F02-E523-4FF7-AAEB-61DF4B65F7CD}" dt="2020-03-29T19:24:11.391" v="135" actId="20577"/>
          <ac:spMkLst>
            <pc:docMk/>
            <pc:sldMk cId="2663759566" sldId="274"/>
            <ac:spMk id="3" creationId="{2D4E2013-A5D5-4089-9694-91D9D721E8F8}"/>
          </ac:spMkLst>
        </pc:spChg>
      </pc:sldChg>
      <pc:sldChg chg="modSp">
        <pc:chgData name="gfeldmantavani@frba.utn.edu.ar" userId="adb3c291-72d7-446e-9e97-002b34a24de3" providerId="ADAL" clId="{D3244F02-E523-4FF7-AAEB-61DF4B65F7CD}" dt="2020-03-29T21:03:03.271" v="2474" actId="20577"/>
        <pc:sldMkLst>
          <pc:docMk/>
          <pc:sldMk cId="2547273234" sldId="276"/>
        </pc:sldMkLst>
        <pc:spChg chg="mod">
          <ac:chgData name="gfeldmantavani@frba.utn.edu.ar" userId="adb3c291-72d7-446e-9e97-002b34a24de3" providerId="ADAL" clId="{D3244F02-E523-4FF7-AAEB-61DF4B65F7CD}" dt="2020-03-29T21:03:03.271" v="2474" actId="20577"/>
          <ac:spMkLst>
            <pc:docMk/>
            <pc:sldMk cId="2547273234" sldId="276"/>
            <ac:spMk id="3" creationId="{2D4E2013-A5D5-4089-9694-91D9D721E8F8}"/>
          </ac:spMkLst>
        </pc:spChg>
      </pc:sldChg>
      <pc:sldChg chg="modSp add">
        <pc:chgData name="gfeldmantavani@frba.utn.edu.ar" userId="adb3c291-72d7-446e-9e97-002b34a24de3" providerId="ADAL" clId="{D3244F02-E523-4FF7-AAEB-61DF4B65F7CD}" dt="2020-03-29T20:18:37.732" v="1219" actId="20577"/>
        <pc:sldMkLst>
          <pc:docMk/>
          <pc:sldMk cId="2302504268" sldId="277"/>
        </pc:sldMkLst>
        <pc:spChg chg="mod">
          <ac:chgData name="gfeldmantavani@frba.utn.edu.ar" userId="adb3c291-72d7-446e-9e97-002b34a24de3" providerId="ADAL" clId="{D3244F02-E523-4FF7-AAEB-61DF4B65F7CD}" dt="2020-03-29T20:18:37.732" v="1219" actId="20577"/>
          <ac:spMkLst>
            <pc:docMk/>
            <pc:sldMk cId="2302504268" sldId="277"/>
            <ac:spMk id="2" creationId="{3922307B-95AD-4E8A-B255-800A6B97B9AC}"/>
          </ac:spMkLst>
        </pc:spChg>
      </pc:sldChg>
      <pc:sldChg chg="modSp add">
        <pc:chgData name="gfeldmantavani@frba.utn.edu.ar" userId="adb3c291-72d7-446e-9e97-002b34a24de3" providerId="ADAL" clId="{D3244F02-E523-4FF7-AAEB-61DF4B65F7CD}" dt="2020-03-29T19:29:57.929" v="265" actId="20577"/>
        <pc:sldMkLst>
          <pc:docMk/>
          <pc:sldMk cId="3073501636" sldId="278"/>
        </pc:sldMkLst>
        <pc:spChg chg="mod">
          <ac:chgData name="gfeldmantavani@frba.utn.edu.ar" userId="adb3c291-72d7-446e-9e97-002b34a24de3" providerId="ADAL" clId="{D3244F02-E523-4FF7-AAEB-61DF4B65F7CD}" dt="2020-03-29T19:29:57.929" v="265" actId="20577"/>
          <ac:spMkLst>
            <pc:docMk/>
            <pc:sldMk cId="3073501636" sldId="278"/>
            <ac:spMk id="2" creationId="{BDF203C0-507A-4B16-93A4-886AC72CE895}"/>
          </ac:spMkLst>
        </pc:spChg>
      </pc:sldChg>
      <pc:sldChg chg="addSp delSp modSp add ord addAnim delAnim modAnim">
        <pc:chgData name="gfeldmantavani@frba.utn.edu.ar" userId="adb3c291-72d7-446e-9e97-002b34a24de3" providerId="ADAL" clId="{D3244F02-E523-4FF7-AAEB-61DF4B65F7CD}" dt="2020-03-29T22:41:25.727" v="6493" actId="1076"/>
        <pc:sldMkLst>
          <pc:docMk/>
          <pc:sldMk cId="1734377852" sldId="279"/>
        </pc:sldMkLst>
        <pc:spChg chg="mod">
          <ac:chgData name="gfeldmantavani@frba.utn.edu.ar" userId="adb3c291-72d7-446e-9e97-002b34a24de3" providerId="ADAL" clId="{D3244F02-E523-4FF7-AAEB-61DF4B65F7CD}" dt="2020-03-29T19:30:20.350" v="274" actId="20577"/>
          <ac:spMkLst>
            <pc:docMk/>
            <pc:sldMk cId="1734377852" sldId="279"/>
            <ac:spMk id="2" creationId="{94FA6339-C1BA-4FCA-8087-5D2CB77D5C21}"/>
          </ac:spMkLst>
        </pc:spChg>
        <pc:spChg chg="mod">
          <ac:chgData name="gfeldmantavani@frba.utn.edu.ar" userId="adb3c291-72d7-446e-9e97-002b34a24de3" providerId="ADAL" clId="{D3244F02-E523-4FF7-AAEB-61DF4B65F7CD}" dt="2020-03-29T22:41:20.152" v="6492" actId="6549"/>
          <ac:spMkLst>
            <pc:docMk/>
            <pc:sldMk cId="1734377852" sldId="279"/>
            <ac:spMk id="3" creationId="{2D4E2013-A5D5-4089-9694-91D9D721E8F8}"/>
          </ac:spMkLst>
        </pc:spChg>
        <pc:spChg chg="add mod">
          <ac:chgData name="gfeldmantavani@frba.utn.edu.ar" userId="adb3c291-72d7-446e-9e97-002b34a24de3" providerId="ADAL" clId="{D3244F02-E523-4FF7-AAEB-61DF4B65F7CD}" dt="2020-03-29T19:52:00.217" v="918" actId="1076"/>
          <ac:spMkLst>
            <pc:docMk/>
            <pc:sldMk cId="1734377852" sldId="279"/>
            <ac:spMk id="5" creationId="{FD01D85F-413E-483C-B02D-A7B70202002A}"/>
          </ac:spMkLst>
        </pc:spChg>
        <pc:spChg chg="add mod">
          <ac:chgData name="gfeldmantavani@frba.utn.edu.ar" userId="adb3c291-72d7-446e-9e97-002b34a24de3" providerId="ADAL" clId="{D3244F02-E523-4FF7-AAEB-61DF4B65F7CD}" dt="2020-03-29T19:51:50.298" v="914" actId="1035"/>
          <ac:spMkLst>
            <pc:docMk/>
            <pc:sldMk cId="1734377852" sldId="279"/>
            <ac:spMk id="6" creationId="{F3F92214-4728-4843-8068-E80B7E897444}"/>
          </ac:spMkLst>
        </pc:spChg>
        <pc:picChg chg="add del mod">
          <ac:chgData name="gfeldmantavani@frba.utn.edu.ar" userId="adb3c291-72d7-446e-9e97-002b34a24de3" providerId="ADAL" clId="{D3244F02-E523-4FF7-AAEB-61DF4B65F7CD}" dt="2020-03-29T22:41:25.727" v="6493" actId="1076"/>
          <ac:picMkLst>
            <pc:docMk/>
            <pc:sldMk cId="1734377852" sldId="279"/>
            <ac:picMk id="4" creationId="{8A9822FB-6AFB-4C8F-BA99-83D3735B27CD}"/>
          </ac:picMkLst>
        </pc:picChg>
      </pc:sldChg>
      <pc:sldChg chg="addSp delSp modSp add modAnim">
        <pc:chgData name="gfeldmantavani@frba.utn.edu.ar" userId="adb3c291-72d7-446e-9e97-002b34a24de3" providerId="ADAL" clId="{D3244F02-E523-4FF7-AAEB-61DF4B65F7CD}" dt="2020-03-29T20:09:22.030" v="1180" actId="20577"/>
        <pc:sldMkLst>
          <pc:docMk/>
          <pc:sldMk cId="3066697325" sldId="280"/>
        </pc:sldMkLst>
        <pc:spChg chg="mod">
          <ac:chgData name="gfeldmantavani@frba.utn.edu.ar" userId="adb3c291-72d7-446e-9e97-002b34a24de3" providerId="ADAL" clId="{D3244F02-E523-4FF7-AAEB-61DF4B65F7CD}" dt="2020-03-29T20:09:22.030" v="1180" actId="20577"/>
          <ac:spMkLst>
            <pc:docMk/>
            <pc:sldMk cId="3066697325" sldId="280"/>
            <ac:spMk id="3" creationId="{2D4E2013-A5D5-4089-9694-91D9D721E8F8}"/>
          </ac:spMkLst>
        </pc:spChg>
        <pc:picChg chg="add del">
          <ac:chgData name="gfeldmantavani@frba.utn.edu.ar" userId="adb3c291-72d7-446e-9e97-002b34a24de3" providerId="ADAL" clId="{D3244F02-E523-4FF7-AAEB-61DF4B65F7CD}" dt="2020-03-29T20:04:36.967" v="1104"/>
          <ac:picMkLst>
            <pc:docMk/>
            <pc:sldMk cId="3066697325" sldId="280"/>
            <ac:picMk id="4" creationId="{7A7B2B8B-D2F9-4840-9377-F4F7C3AE1F3C}"/>
          </ac:picMkLst>
        </pc:picChg>
      </pc:sldChg>
      <pc:sldChg chg="modSp add ord">
        <pc:chgData name="gfeldmantavani@frba.utn.edu.ar" userId="adb3c291-72d7-446e-9e97-002b34a24de3" providerId="ADAL" clId="{D3244F02-E523-4FF7-AAEB-61DF4B65F7CD}" dt="2020-03-29T20:18:28.571" v="1203" actId="20577"/>
        <pc:sldMkLst>
          <pc:docMk/>
          <pc:sldMk cId="1265280272" sldId="281"/>
        </pc:sldMkLst>
        <pc:spChg chg="mod">
          <ac:chgData name="gfeldmantavani@frba.utn.edu.ar" userId="adb3c291-72d7-446e-9e97-002b34a24de3" providerId="ADAL" clId="{D3244F02-E523-4FF7-AAEB-61DF4B65F7CD}" dt="2020-03-29T20:18:28.571" v="1203" actId="20577"/>
          <ac:spMkLst>
            <pc:docMk/>
            <pc:sldMk cId="1265280272" sldId="281"/>
            <ac:spMk id="2" creationId="{BDF203C0-507A-4B16-93A4-886AC72CE895}"/>
          </ac:spMkLst>
        </pc:spChg>
      </pc:sldChg>
      <pc:sldChg chg="addSp delSp modSp add">
        <pc:chgData name="gfeldmantavani@frba.utn.edu.ar" userId="adb3c291-72d7-446e-9e97-002b34a24de3" providerId="ADAL" clId="{D3244F02-E523-4FF7-AAEB-61DF4B65F7CD}" dt="2020-03-29T20:19:39.305" v="1234" actId="1076"/>
        <pc:sldMkLst>
          <pc:docMk/>
          <pc:sldMk cId="2381742549" sldId="282"/>
        </pc:sldMkLst>
        <pc:spChg chg="mod">
          <ac:chgData name="gfeldmantavani@frba.utn.edu.ar" userId="adb3c291-72d7-446e-9e97-002b34a24de3" providerId="ADAL" clId="{D3244F02-E523-4FF7-AAEB-61DF4B65F7CD}" dt="2020-03-29T20:18:56.731" v="1228" actId="20577"/>
          <ac:spMkLst>
            <pc:docMk/>
            <pc:sldMk cId="2381742549" sldId="282"/>
            <ac:spMk id="2" creationId="{BAE08EE6-A9BC-4808-9DC5-4B5DF40E6B8D}"/>
          </ac:spMkLst>
        </pc:spChg>
        <pc:spChg chg="del mod">
          <ac:chgData name="gfeldmantavani@frba.utn.edu.ar" userId="adb3c291-72d7-446e-9e97-002b34a24de3" providerId="ADAL" clId="{D3244F02-E523-4FF7-AAEB-61DF4B65F7CD}" dt="2020-03-29T20:19:08.967" v="1231"/>
          <ac:spMkLst>
            <pc:docMk/>
            <pc:sldMk cId="2381742549" sldId="282"/>
            <ac:spMk id="4" creationId="{920F6F81-E834-40F4-8CBC-31F66BF0A9C7}"/>
          </ac:spMkLst>
        </pc:spChg>
        <pc:spChg chg="add del mod">
          <ac:chgData name="gfeldmantavani@frba.utn.edu.ar" userId="adb3c291-72d7-446e-9e97-002b34a24de3" providerId="ADAL" clId="{D3244F02-E523-4FF7-AAEB-61DF4B65F7CD}" dt="2020-03-29T20:19:08.967" v="1231"/>
          <ac:spMkLst>
            <pc:docMk/>
            <pc:sldMk cId="2381742549" sldId="282"/>
            <ac:spMk id="6" creationId="{2A5645EB-DA2F-4178-AD46-02D411B8E08C}"/>
          </ac:spMkLst>
        </pc:spChg>
        <pc:spChg chg="add del mod">
          <ac:chgData name="gfeldmantavani@frba.utn.edu.ar" userId="adb3c291-72d7-446e-9e97-002b34a24de3" providerId="ADAL" clId="{D3244F02-E523-4FF7-AAEB-61DF4B65F7CD}" dt="2020-03-29T20:19:33.517" v="1232"/>
          <ac:spMkLst>
            <pc:docMk/>
            <pc:sldMk cId="2381742549" sldId="282"/>
            <ac:spMk id="7" creationId="{33E00050-29A8-41D4-A5D2-52F16686BFEE}"/>
          </ac:spMkLst>
        </pc:spChg>
        <pc:picChg chg="del">
          <ac:chgData name="gfeldmantavani@frba.utn.edu.ar" userId="adb3c291-72d7-446e-9e97-002b34a24de3" providerId="ADAL" clId="{D3244F02-E523-4FF7-AAEB-61DF4B65F7CD}" dt="2020-03-29T20:18:58.623" v="1229" actId="478"/>
          <ac:picMkLst>
            <pc:docMk/>
            <pc:sldMk cId="2381742549" sldId="282"/>
            <ac:picMk id="5" creationId="{20A76AB5-D6CD-4C54-A187-DE7DEE65B0BE}"/>
          </ac:picMkLst>
        </pc:picChg>
        <pc:picChg chg="add mod">
          <ac:chgData name="gfeldmantavani@frba.utn.edu.ar" userId="adb3c291-72d7-446e-9e97-002b34a24de3" providerId="ADAL" clId="{D3244F02-E523-4FF7-AAEB-61DF4B65F7CD}" dt="2020-03-29T20:19:39.305" v="1234" actId="1076"/>
          <ac:picMkLst>
            <pc:docMk/>
            <pc:sldMk cId="2381742549" sldId="282"/>
            <ac:picMk id="8" creationId="{AAECA604-420E-4A13-AB8E-FBFA148FCA39}"/>
          </ac:picMkLst>
        </pc:picChg>
      </pc:sldChg>
      <pc:sldChg chg="modSp add">
        <pc:chgData name="gfeldmantavani@frba.utn.edu.ar" userId="adb3c291-72d7-446e-9e97-002b34a24de3" providerId="ADAL" clId="{D3244F02-E523-4FF7-AAEB-61DF4B65F7CD}" dt="2020-03-29T20:22:10.503" v="1445" actId="20577"/>
        <pc:sldMkLst>
          <pc:docMk/>
          <pc:sldMk cId="3948034469" sldId="283"/>
        </pc:sldMkLst>
        <pc:spChg chg="mod">
          <ac:chgData name="gfeldmantavani@frba.utn.edu.ar" userId="adb3c291-72d7-446e-9e97-002b34a24de3" providerId="ADAL" clId="{D3244F02-E523-4FF7-AAEB-61DF4B65F7CD}" dt="2020-03-29T20:19:57.910" v="1236"/>
          <ac:spMkLst>
            <pc:docMk/>
            <pc:sldMk cId="3948034469" sldId="283"/>
            <ac:spMk id="2" creationId="{AF8655A5-0DD8-450A-B3B1-51B64579E01C}"/>
          </ac:spMkLst>
        </pc:spChg>
        <pc:spChg chg="mod">
          <ac:chgData name="gfeldmantavani@frba.utn.edu.ar" userId="adb3c291-72d7-446e-9e97-002b34a24de3" providerId="ADAL" clId="{D3244F02-E523-4FF7-AAEB-61DF4B65F7CD}" dt="2020-03-29T20:22:10.503" v="1445" actId="20577"/>
          <ac:spMkLst>
            <pc:docMk/>
            <pc:sldMk cId="3948034469" sldId="283"/>
            <ac:spMk id="3" creationId="{0904FB9F-8FFC-475C-B8F7-953E3619DD22}"/>
          </ac:spMkLst>
        </pc:spChg>
      </pc:sldChg>
      <pc:sldChg chg="addSp delSp modSp add">
        <pc:chgData name="gfeldmantavani@frba.utn.edu.ar" userId="adb3c291-72d7-446e-9e97-002b34a24de3" providerId="ADAL" clId="{D3244F02-E523-4FF7-AAEB-61DF4B65F7CD}" dt="2020-03-29T20:26:57.278" v="1512" actId="6549"/>
        <pc:sldMkLst>
          <pc:docMk/>
          <pc:sldMk cId="3838508197" sldId="284"/>
        </pc:sldMkLst>
        <pc:spChg chg="mod">
          <ac:chgData name="gfeldmantavani@frba.utn.edu.ar" userId="adb3c291-72d7-446e-9e97-002b34a24de3" providerId="ADAL" clId="{D3244F02-E523-4FF7-AAEB-61DF4B65F7CD}" dt="2020-03-29T20:24:04.014" v="1452" actId="20577"/>
          <ac:spMkLst>
            <pc:docMk/>
            <pc:sldMk cId="3838508197" sldId="284"/>
            <ac:spMk id="2" creationId="{C42B28EF-5351-4921-B916-04C103452BFB}"/>
          </ac:spMkLst>
        </pc:spChg>
        <pc:spChg chg="del">
          <ac:chgData name="gfeldmantavani@frba.utn.edu.ar" userId="adb3c291-72d7-446e-9e97-002b34a24de3" providerId="ADAL" clId="{D3244F02-E523-4FF7-AAEB-61DF4B65F7CD}" dt="2020-03-29T20:24:08.323" v="1453"/>
          <ac:spMkLst>
            <pc:docMk/>
            <pc:sldMk cId="3838508197" sldId="284"/>
            <ac:spMk id="3" creationId="{73440B46-A809-40D7-9A8E-63DD50F41343}"/>
          </ac:spMkLst>
        </pc:spChg>
        <pc:spChg chg="add del mod">
          <ac:chgData name="gfeldmantavani@frba.utn.edu.ar" userId="adb3c291-72d7-446e-9e97-002b34a24de3" providerId="ADAL" clId="{D3244F02-E523-4FF7-AAEB-61DF4B65F7CD}" dt="2020-03-29T20:24:54.974" v="1460"/>
          <ac:spMkLst>
            <pc:docMk/>
            <pc:sldMk cId="3838508197" sldId="284"/>
            <ac:spMk id="4" creationId="{B5C4AA81-6B6E-42BC-B4E1-8D4290A17FC8}"/>
          </ac:spMkLst>
        </pc:spChg>
        <pc:spChg chg="add mod">
          <ac:chgData name="gfeldmantavani@frba.utn.edu.ar" userId="adb3c291-72d7-446e-9e97-002b34a24de3" providerId="ADAL" clId="{D3244F02-E523-4FF7-AAEB-61DF4B65F7CD}" dt="2020-03-29T20:26:57.278" v="1512" actId="6549"/>
          <ac:spMkLst>
            <pc:docMk/>
            <pc:sldMk cId="3838508197" sldId="284"/>
            <ac:spMk id="5" creationId="{873240B6-87FC-493D-AE3B-E795C21132D6}"/>
          </ac:spMkLst>
        </pc:spChg>
        <pc:graphicFrameChg chg="del mod">
          <ac:chgData name="gfeldmantavani@frba.utn.edu.ar" userId="adb3c291-72d7-446e-9e97-002b34a24de3" providerId="ADAL" clId="{D3244F02-E523-4FF7-AAEB-61DF4B65F7CD}" dt="2020-03-29T20:24:54.018" v="1459" actId="21"/>
          <ac:graphicFrameMkLst>
            <pc:docMk/>
            <pc:sldMk cId="3838508197" sldId="284"/>
            <ac:graphicFrameMk id="7" creationId="{702372BB-134D-452D-9801-FFF09E94D6AB}"/>
          </ac:graphicFrameMkLst>
        </pc:graphicFrameChg>
        <pc:graphicFrameChg chg="add mod">
          <ac:chgData name="gfeldmantavani@frba.utn.edu.ar" userId="adb3c291-72d7-446e-9e97-002b34a24de3" providerId="ADAL" clId="{D3244F02-E523-4FF7-AAEB-61DF4B65F7CD}" dt="2020-03-29T20:24:54.974" v="1460"/>
          <ac:graphicFrameMkLst>
            <pc:docMk/>
            <pc:sldMk cId="3838508197" sldId="284"/>
            <ac:graphicFrameMk id="8" creationId="{4F8197C8-3CE1-4AD0-ADC4-4703E8DF7AFB}"/>
          </ac:graphicFrameMkLst>
        </pc:graphicFrameChg>
        <pc:picChg chg="add del mod">
          <ac:chgData name="gfeldmantavani@frba.utn.edu.ar" userId="adb3c291-72d7-446e-9e97-002b34a24de3" providerId="ADAL" clId="{D3244F02-E523-4FF7-AAEB-61DF4B65F7CD}" dt="2020-03-29T20:24:28.306" v="1455"/>
          <ac:picMkLst>
            <pc:docMk/>
            <pc:sldMk cId="3838508197" sldId="284"/>
            <ac:picMk id="6" creationId="{87568FAA-3295-443E-9750-7930EE7C26F0}"/>
          </ac:picMkLst>
        </pc:picChg>
      </pc:sldChg>
      <pc:sldChg chg="modSp add">
        <pc:chgData name="gfeldmantavani@frba.utn.edu.ar" userId="adb3c291-72d7-446e-9e97-002b34a24de3" providerId="ADAL" clId="{D3244F02-E523-4FF7-AAEB-61DF4B65F7CD}" dt="2020-03-29T21:59:56.426" v="5427" actId="20577"/>
        <pc:sldMkLst>
          <pc:docMk/>
          <pc:sldMk cId="485098168" sldId="285"/>
        </pc:sldMkLst>
        <pc:spChg chg="mod">
          <ac:chgData name="gfeldmantavani@frba.utn.edu.ar" userId="adb3c291-72d7-446e-9e97-002b34a24de3" providerId="ADAL" clId="{D3244F02-E523-4FF7-AAEB-61DF4B65F7CD}" dt="2020-03-29T20:27:22.369" v="1514"/>
          <ac:spMkLst>
            <pc:docMk/>
            <pc:sldMk cId="485098168" sldId="285"/>
            <ac:spMk id="2" creationId="{D2C0DF53-02FD-495A-AAF7-FB8E6EC99FE5}"/>
          </ac:spMkLst>
        </pc:spChg>
        <pc:spChg chg="mod">
          <ac:chgData name="gfeldmantavani@frba.utn.edu.ar" userId="adb3c291-72d7-446e-9e97-002b34a24de3" providerId="ADAL" clId="{D3244F02-E523-4FF7-AAEB-61DF4B65F7CD}" dt="2020-03-29T21:59:56.426" v="5427" actId="20577"/>
          <ac:spMkLst>
            <pc:docMk/>
            <pc:sldMk cId="485098168" sldId="285"/>
            <ac:spMk id="3" creationId="{7E84A2A4-587D-45A1-BDE8-19C538D52181}"/>
          </ac:spMkLst>
        </pc:spChg>
      </pc:sldChg>
      <pc:sldChg chg="addSp delSp modSp add del delAnim modAnim">
        <pc:chgData name="gfeldmantavani@frba.utn.edu.ar" userId="adb3c291-72d7-446e-9e97-002b34a24de3" providerId="ADAL" clId="{D3244F02-E523-4FF7-AAEB-61DF4B65F7CD}" dt="2020-03-29T20:28:04.229" v="1620" actId="47"/>
        <pc:sldMkLst>
          <pc:docMk/>
          <pc:sldMk cId="647768831" sldId="286"/>
        </pc:sldMkLst>
        <pc:picChg chg="add del mod">
          <ac:chgData name="gfeldmantavani@frba.utn.edu.ar" userId="adb3c291-72d7-446e-9e97-002b34a24de3" providerId="ADAL" clId="{D3244F02-E523-4FF7-AAEB-61DF4B65F7CD}" dt="2020-03-29T20:28:02.603" v="1619" actId="478"/>
          <ac:picMkLst>
            <pc:docMk/>
            <pc:sldMk cId="647768831" sldId="286"/>
            <ac:picMk id="4" creationId="{E5B0328E-35A9-4D1B-B025-29DAA02A24F0}"/>
          </ac:picMkLst>
        </pc:picChg>
      </pc:sldChg>
      <pc:sldChg chg="delSp modSp add del delAnim">
        <pc:chgData name="gfeldmantavani@frba.utn.edu.ar" userId="adb3c291-72d7-446e-9e97-002b34a24de3" providerId="ADAL" clId="{D3244F02-E523-4FF7-AAEB-61DF4B65F7CD}" dt="2020-03-29T20:45:23.210" v="1881" actId="47"/>
        <pc:sldMkLst>
          <pc:docMk/>
          <pc:sldMk cId="1774216485" sldId="286"/>
        </pc:sldMkLst>
        <pc:picChg chg="mod">
          <ac:chgData name="gfeldmantavani@frba.utn.edu.ar" userId="adb3c291-72d7-446e-9e97-002b34a24de3" providerId="ADAL" clId="{D3244F02-E523-4FF7-AAEB-61DF4B65F7CD}" dt="2020-03-29T20:28:23.775" v="1623" actId="1076"/>
          <ac:picMkLst>
            <pc:docMk/>
            <pc:sldMk cId="1774216485" sldId="286"/>
            <ac:picMk id="5" creationId="{BAA1EB7E-9AA7-4363-97B2-88942DFBD741}"/>
          </ac:picMkLst>
        </pc:picChg>
        <pc:picChg chg="del mod">
          <ac:chgData name="gfeldmantavani@frba.utn.edu.ar" userId="adb3c291-72d7-446e-9e97-002b34a24de3" providerId="ADAL" clId="{D3244F02-E523-4FF7-AAEB-61DF4B65F7CD}" dt="2020-03-29T20:45:21.286" v="1880" actId="478"/>
          <ac:picMkLst>
            <pc:docMk/>
            <pc:sldMk cId="1774216485" sldId="286"/>
            <ac:picMk id="7" creationId="{3C3907A2-8734-4A9A-B74C-28CAE81954C7}"/>
          </ac:picMkLst>
        </pc:picChg>
      </pc:sldChg>
      <pc:sldChg chg="modSp add del">
        <pc:chgData name="gfeldmantavani@frba.utn.edu.ar" userId="adb3c291-72d7-446e-9e97-002b34a24de3" providerId="ADAL" clId="{D3244F02-E523-4FF7-AAEB-61DF4B65F7CD}" dt="2020-03-29T20:45:29.266" v="1883" actId="47"/>
        <pc:sldMkLst>
          <pc:docMk/>
          <pc:sldMk cId="164333727" sldId="287"/>
        </pc:sldMkLst>
        <pc:picChg chg="mod">
          <ac:chgData name="gfeldmantavani@frba.utn.edu.ar" userId="adb3c291-72d7-446e-9e97-002b34a24de3" providerId="ADAL" clId="{D3244F02-E523-4FF7-AAEB-61DF4B65F7CD}" dt="2020-03-29T20:38:10.915" v="1720" actId="1076"/>
          <ac:picMkLst>
            <pc:docMk/>
            <pc:sldMk cId="164333727" sldId="287"/>
            <ac:picMk id="9" creationId="{7ADB488F-18C4-4070-8FDF-BC0CF6D050EE}"/>
          </ac:picMkLst>
        </pc:picChg>
      </pc:sldChg>
      <pc:sldChg chg="add del">
        <pc:chgData name="gfeldmantavani@frba.utn.edu.ar" userId="adb3c291-72d7-446e-9e97-002b34a24de3" providerId="ADAL" clId="{D3244F02-E523-4FF7-AAEB-61DF4B65F7CD}" dt="2020-03-29T20:49:03.324" v="1934" actId="47"/>
        <pc:sldMkLst>
          <pc:docMk/>
          <pc:sldMk cId="900506161" sldId="288"/>
        </pc:sldMkLst>
      </pc:sldChg>
      <pc:sldChg chg="modSp add ord">
        <pc:chgData name="gfeldmantavani@frba.utn.edu.ar" userId="adb3c291-72d7-446e-9e97-002b34a24de3" providerId="ADAL" clId="{D3244F02-E523-4FF7-AAEB-61DF4B65F7CD}" dt="2020-03-29T20:44:53.432" v="1879" actId="20577"/>
        <pc:sldMkLst>
          <pc:docMk/>
          <pc:sldMk cId="181069978" sldId="289"/>
        </pc:sldMkLst>
        <pc:spChg chg="mod">
          <ac:chgData name="gfeldmantavani@frba.utn.edu.ar" userId="adb3c291-72d7-446e-9e97-002b34a24de3" providerId="ADAL" clId="{D3244F02-E523-4FF7-AAEB-61DF4B65F7CD}" dt="2020-03-29T20:44:20.576" v="1827" actId="1036"/>
          <ac:spMkLst>
            <pc:docMk/>
            <pc:sldMk cId="181069978" sldId="289"/>
            <ac:spMk id="4" creationId="{324A9ADC-82E2-4291-B1A8-0F7937A2930A}"/>
          </ac:spMkLst>
        </pc:spChg>
        <pc:spChg chg="mod">
          <ac:chgData name="gfeldmantavani@frba.utn.edu.ar" userId="adb3c291-72d7-446e-9e97-002b34a24de3" providerId="ADAL" clId="{D3244F02-E523-4FF7-AAEB-61DF4B65F7CD}" dt="2020-03-29T20:44:07.091" v="1823" actId="1036"/>
          <ac:spMkLst>
            <pc:docMk/>
            <pc:sldMk cId="181069978" sldId="289"/>
            <ac:spMk id="7" creationId="{231F5FBD-7DA6-4751-9CF9-2C48AC6DC5AB}"/>
          </ac:spMkLst>
        </pc:spChg>
        <pc:spChg chg="mod">
          <ac:chgData name="gfeldmantavani@frba.utn.edu.ar" userId="adb3c291-72d7-446e-9e97-002b34a24de3" providerId="ADAL" clId="{D3244F02-E523-4FF7-AAEB-61DF4B65F7CD}" dt="2020-03-29T20:44:53.432" v="1879" actId="20577"/>
          <ac:spMkLst>
            <pc:docMk/>
            <pc:sldMk cId="181069978" sldId="289"/>
            <ac:spMk id="10" creationId="{DCDB7D2A-66D3-4BC6-A5FD-49AD9205F738}"/>
          </ac:spMkLst>
        </pc:spChg>
        <pc:spChg chg="mod">
          <ac:chgData name="gfeldmantavani@frba.utn.edu.ar" userId="adb3c291-72d7-446e-9e97-002b34a24de3" providerId="ADAL" clId="{D3244F02-E523-4FF7-AAEB-61DF4B65F7CD}" dt="2020-03-29T20:44:20.576" v="1827" actId="1036"/>
          <ac:spMkLst>
            <pc:docMk/>
            <pc:sldMk cId="181069978" sldId="289"/>
            <ac:spMk id="11" creationId="{0B52893D-09F1-4561-A71D-8472C9420AD7}"/>
          </ac:spMkLst>
        </pc:spChg>
        <pc:cxnChg chg="mod">
          <ac:chgData name="gfeldmantavani@frba.utn.edu.ar" userId="adb3c291-72d7-446e-9e97-002b34a24de3" providerId="ADAL" clId="{D3244F02-E523-4FF7-AAEB-61DF4B65F7CD}" dt="2020-03-29T20:43:43.148" v="1817" actId="1038"/>
          <ac:cxnSpMkLst>
            <pc:docMk/>
            <pc:sldMk cId="181069978" sldId="289"/>
            <ac:cxnSpMk id="6" creationId="{5718EBD0-25E7-4EF1-A1AF-5A74AE179DDC}"/>
          </ac:cxnSpMkLst>
        </pc:cxnChg>
        <pc:cxnChg chg="mod">
          <ac:chgData name="gfeldmantavani@frba.utn.edu.ar" userId="adb3c291-72d7-446e-9e97-002b34a24de3" providerId="ADAL" clId="{D3244F02-E523-4FF7-AAEB-61DF4B65F7CD}" dt="2020-03-29T20:44:37.205" v="1857" actId="1035"/>
          <ac:cxnSpMkLst>
            <pc:docMk/>
            <pc:sldMk cId="181069978" sldId="289"/>
            <ac:cxnSpMk id="9" creationId="{2E5B8EC7-A2A2-4A8B-B0BC-6162D199BF03}"/>
          </ac:cxnSpMkLst>
        </pc:cxnChg>
      </pc:sldChg>
      <pc:sldChg chg="modSp add del">
        <pc:chgData name="gfeldmantavani@frba.utn.edu.ar" userId="adb3c291-72d7-446e-9e97-002b34a24de3" providerId="ADAL" clId="{D3244F02-E523-4FF7-AAEB-61DF4B65F7CD}" dt="2020-03-29T20:29:06.951" v="1626" actId="47"/>
        <pc:sldMkLst>
          <pc:docMk/>
          <pc:sldMk cId="918266170" sldId="290"/>
        </pc:sldMkLst>
        <pc:picChg chg="mod">
          <ac:chgData name="gfeldmantavani@frba.utn.edu.ar" userId="adb3c291-72d7-446e-9e97-002b34a24de3" providerId="ADAL" clId="{D3244F02-E523-4FF7-AAEB-61DF4B65F7CD}" dt="2020-03-29T20:29:01.919" v="1625" actId="1076"/>
          <ac:picMkLst>
            <pc:docMk/>
            <pc:sldMk cId="918266170" sldId="290"/>
            <ac:picMk id="7" creationId="{6C9AE29C-823A-4238-9724-DC43EB4CDFE1}"/>
          </ac:picMkLst>
        </pc:picChg>
      </pc:sldChg>
      <pc:sldChg chg="modSp add">
        <pc:chgData name="gfeldmantavani@frba.utn.edu.ar" userId="adb3c291-72d7-446e-9e97-002b34a24de3" providerId="ADAL" clId="{D3244F02-E523-4FF7-AAEB-61DF4B65F7CD}" dt="2020-03-29T23:01:31.814" v="6881"/>
        <pc:sldMkLst>
          <pc:docMk/>
          <pc:sldMk cId="4092112446" sldId="290"/>
        </pc:sldMkLst>
        <pc:spChg chg="mod">
          <ac:chgData name="gfeldmantavani@frba.utn.edu.ar" userId="adb3c291-72d7-446e-9e97-002b34a24de3" providerId="ADAL" clId="{D3244F02-E523-4FF7-AAEB-61DF4B65F7CD}" dt="2020-03-29T20:45:46.133" v="1885"/>
          <ac:spMkLst>
            <pc:docMk/>
            <pc:sldMk cId="4092112446" sldId="290"/>
            <ac:spMk id="2" creationId="{94FA6339-C1BA-4FCA-8087-5D2CB77D5C21}"/>
          </ac:spMkLst>
        </pc:spChg>
        <pc:spChg chg="mod">
          <ac:chgData name="gfeldmantavani@frba.utn.edu.ar" userId="adb3c291-72d7-446e-9e97-002b34a24de3" providerId="ADAL" clId="{D3244F02-E523-4FF7-AAEB-61DF4B65F7CD}" dt="2020-03-29T23:01:31.814" v="6881"/>
          <ac:spMkLst>
            <pc:docMk/>
            <pc:sldMk cId="4092112446" sldId="290"/>
            <ac:spMk id="3" creationId="{2D4E2013-A5D5-4089-9694-91D9D721E8F8}"/>
          </ac:spMkLst>
        </pc:spChg>
      </pc:sldChg>
      <pc:sldChg chg="modSp add del">
        <pc:chgData name="gfeldmantavani@frba.utn.edu.ar" userId="adb3c291-72d7-446e-9e97-002b34a24de3" providerId="ADAL" clId="{D3244F02-E523-4FF7-AAEB-61DF4B65F7CD}" dt="2020-03-29T20:45:26.327" v="1882" actId="47"/>
        <pc:sldMkLst>
          <pc:docMk/>
          <pc:sldMk cId="3194737589" sldId="291"/>
        </pc:sldMkLst>
        <pc:picChg chg="mod">
          <ac:chgData name="gfeldmantavani@frba.utn.edu.ar" userId="adb3c291-72d7-446e-9e97-002b34a24de3" providerId="ADAL" clId="{D3244F02-E523-4FF7-AAEB-61DF4B65F7CD}" dt="2020-03-29T20:29:08.453" v="1627" actId="1076"/>
          <ac:picMkLst>
            <pc:docMk/>
            <pc:sldMk cId="3194737589" sldId="291"/>
            <ac:picMk id="5" creationId="{67470365-BBE4-42FE-A0E3-79F27514665E}"/>
          </ac:picMkLst>
        </pc:picChg>
      </pc:sldChg>
      <pc:sldChg chg="modSp add">
        <pc:chgData name="gfeldmantavani@frba.utn.edu.ar" userId="adb3c291-72d7-446e-9e97-002b34a24de3" providerId="ADAL" clId="{D3244F02-E523-4FF7-AAEB-61DF4B65F7CD}" dt="2020-03-29T21:27:26.248" v="3689" actId="14100"/>
        <pc:sldMkLst>
          <pc:docMk/>
          <pc:sldMk cId="3288658693" sldId="291"/>
        </pc:sldMkLst>
        <pc:spChg chg="mod">
          <ac:chgData name="gfeldmantavani@frba.utn.edu.ar" userId="adb3c291-72d7-446e-9e97-002b34a24de3" providerId="ADAL" clId="{D3244F02-E523-4FF7-AAEB-61DF4B65F7CD}" dt="2020-03-29T20:58:05.407" v="2114"/>
          <ac:spMkLst>
            <pc:docMk/>
            <pc:sldMk cId="3288658693" sldId="291"/>
            <ac:spMk id="2" creationId="{94FA6339-C1BA-4FCA-8087-5D2CB77D5C21}"/>
          </ac:spMkLst>
        </pc:spChg>
        <pc:spChg chg="mod">
          <ac:chgData name="gfeldmantavani@frba.utn.edu.ar" userId="adb3c291-72d7-446e-9e97-002b34a24de3" providerId="ADAL" clId="{D3244F02-E523-4FF7-AAEB-61DF4B65F7CD}" dt="2020-03-29T21:27:26.248" v="3689" actId="14100"/>
          <ac:spMkLst>
            <pc:docMk/>
            <pc:sldMk cId="3288658693" sldId="291"/>
            <ac:spMk id="3" creationId="{2D4E2013-A5D5-4089-9694-91D9D721E8F8}"/>
          </ac:spMkLst>
        </pc:spChg>
      </pc:sldChg>
      <pc:sldChg chg="modSp add">
        <pc:chgData name="gfeldmantavani@frba.utn.edu.ar" userId="adb3c291-72d7-446e-9e97-002b34a24de3" providerId="ADAL" clId="{D3244F02-E523-4FF7-AAEB-61DF4B65F7CD}" dt="2020-03-29T22:30:25.867" v="6327"/>
        <pc:sldMkLst>
          <pc:docMk/>
          <pc:sldMk cId="142188872" sldId="292"/>
        </pc:sldMkLst>
        <pc:spChg chg="mod">
          <ac:chgData name="gfeldmantavani@frba.utn.edu.ar" userId="adb3c291-72d7-446e-9e97-002b34a24de3" providerId="ADAL" clId="{D3244F02-E523-4FF7-AAEB-61DF4B65F7CD}" dt="2020-03-29T20:58:07.848" v="2115"/>
          <ac:spMkLst>
            <pc:docMk/>
            <pc:sldMk cId="142188872" sldId="292"/>
            <ac:spMk id="2" creationId="{94FA6339-C1BA-4FCA-8087-5D2CB77D5C21}"/>
          </ac:spMkLst>
        </pc:spChg>
        <pc:spChg chg="mod">
          <ac:chgData name="gfeldmantavani@frba.utn.edu.ar" userId="adb3c291-72d7-446e-9e97-002b34a24de3" providerId="ADAL" clId="{D3244F02-E523-4FF7-AAEB-61DF4B65F7CD}" dt="2020-03-29T22:30:25.867" v="6327"/>
          <ac:spMkLst>
            <pc:docMk/>
            <pc:sldMk cId="142188872" sldId="292"/>
            <ac:spMk id="3" creationId="{2D4E2013-A5D5-4089-9694-91D9D721E8F8}"/>
          </ac:spMkLst>
        </pc:spChg>
      </pc:sldChg>
      <pc:sldChg chg="modSp add">
        <pc:chgData name="gfeldmantavani@frba.utn.edu.ar" userId="adb3c291-72d7-446e-9e97-002b34a24de3" providerId="ADAL" clId="{D3244F02-E523-4FF7-AAEB-61DF4B65F7CD}" dt="2020-03-29T21:04:14.218" v="2573" actId="947"/>
        <pc:sldMkLst>
          <pc:docMk/>
          <pc:sldMk cId="3946002079" sldId="293"/>
        </pc:sldMkLst>
        <pc:spChg chg="mod">
          <ac:chgData name="gfeldmantavani@frba.utn.edu.ar" userId="adb3c291-72d7-446e-9e97-002b34a24de3" providerId="ADAL" clId="{D3244F02-E523-4FF7-AAEB-61DF4B65F7CD}" dt="2020-03-29T20:59:07.170" v="2117"/>
          <ac:spMkLst>
            <pc:docMk/>
            <pc:sldMk cId="3946002079" sldId="293"/>
            <ac:spMk id="2" creationId="{9BA748D6-00C3-408C-8502-359C45EE372C}"/>
          </ac:spMkLst>
        </pc:spChg>
        <pc:spChg chg="mod">
          <ac:chgData name="gfeldmantavani@frba.utn.edu.ar" userId="adb3c291-72d7-446e-9e97-002b34a24de3" providerId="ADAL" clId="{D3244F02-E523-4FF7-AAEB-61DF4B65F7CD}" dt="2020-03-29T21:04:14.218" v="2573" actId="947"/>
          <ac:spMkLst>
            <pc:docMk/>
            <pc:sldMk cId="3946002079" sldId="293"/>
            <ac:spMk id="3" creationId="{A07C950F-75C6-4622-AFB6-0F1F53689936}"/>
          </ac:spMkLst>
        </pc:spChg>
      </pc:sldChg>
      <pc:sldChg chg="addSp delSp modSp add">
        <pc:chgData name="gfeldmantavani@frba.utn.edu.ar" userId="adb3c291-72d7-446e-9e97-002b34a24de3" providerId="ADAL" clId="{D3244F02-E523-4FF7-AAEB-61DF4B65F7CD}" dt="2020-03-29T21:14:20.404" v="3047" actId="6549"/>
        <pc:sldMkLst>
          <pc:docMk/>
          <pc:sldMk cId="1842894784" sldId="294"/>
        </pc:sldMkLst>
        <pc:spChg chg="mod">
          <ac:chgData name="gfeldmantavani@frba.utn.edu.ar" userId="adb3c291-72d7-446e-9e97-002b34a24de3" providerId="ADAL" clId="{D3244F02-E523-4FF7-AAEB-61DF4B65F7CD}" dt="2020-03-29T21:04:33.148" v="2588" actId="20577"/>
          <ac:spMkLst>
            <pc:docMk/>
            <pc:sldMk cId="1842894784" sldId="294"/>
            <ac:spMk id="2" creationId="{52E8BED7-F12A-4BC7-A11F-663A44464966}"/>
          </ac:spMkLst>
        </pc:spChg>
        <pc:spChg chg="del mod">
          <ac:chgData name="gfeldmantavani@frba.utn.edu.ar" userId="adb3c291-72d7-446e-9e97-002b34a24de3" providerId="ADAL" clId="{D3244F02-E523-4FF7-AAEB-61DF4B65F7CD}" dt="2020-03-29T21:05:18.727" v="2649"/>
          <ac:spMkLst>
            <pc:docMk/>
            <pc:sldMk cId="1842894784" sldId="294"/>
            <ac:spMk id="3" creationId="{27AE911B-C7BB-4BC8-8721-33088548E5AD}"/>
          </ac:spMkLst>
        </pc:spChg>
        <pc:spChg chg="add del mod">
          <ac:chgData name="gfeldmantavani@frba.utn.edu.ar" userId="adb3c291-72d7-446e-9e97-002b34a24de3" providerId="ADAL" clId="{D3244F02-E523-4FF7-AAEB-61DF4B65F7CD}" dt="2020-03-29T21:06:05.339" v="2650"/>
          <ac:spMkLst>
            <pc:docMk/>
            <pc:sldMk cId="1842894784" sldId="294"/>
            <ac:spMk id="4" creationId="{555AE148-CE86-4259-920A-06118F3A9CA1}"/>
          </ac:spMkLst>
        </pc:spChg>
        <pc:spChg chg="add mod">
          <ac:chgData name="gfeldmantavani@frba.utn.edu.ar" userId="adb3c291-72d7-446e-9e97-002b34a24de3" providerId="ADAL" clId="{D3244F02-E523-4FF7-AAEB-61DF4B65F7CD}" dt="2020-03-29T21:14:20.404" v="3047" actId="6549"/>
          <ac:spMkLst>
            <pc:docMk/>
            <pc:sldMk cId="1842894784" sldId="294"/>
            <ac:spMk id="5" creationId="{8097BCF7-9434-4E5D-8E8F-3514DF4129D2}"/>
          </ac:spMkLst>
        </pc:spChg>
        <pc:spChg chg="add del mod">
          <ac:chgData name="gfeldmantavani@frba.utn.edu.ar" userId="adb3c291-72d7-446e-9e97-002b34a24de3" providerId="ADAL" clId="{D3244F02-E523-4FF7-AAEB-61DF4B65F7CD}" dt="2020-03-29T21:07:35.182" v="2696"/>
          <ac:spMkLst>
            <pc:docMk/>
            <pc:sldMk cId="1842894784" sldId="294"/>
            <ac:spMk id="8" creationId="{CAE4D781-4D4D-481B-90E1-8F5A645D27AF}"/>
          </ac:spMkLst>
        </pc:spChg>
        <pc:picChg chg="add del mod">
          <ac:chgData name="gfeldmantavani@frba.utn.edu.ar" userId="adb3c291-72d7-446e-9e97-002b34a24de3" providerId="ADAL" clId="{D3244F02-E523-4FF7-AAEB-61DF4B65F7CD}" dt="2020-03-29T21:07:29.892" v="2695" actId="478"/>
          <ac:picMkLst>
            <pc:docMk/>
            <pc:sldMk cId="1842894784" sldId="294"/>
            <ac:picMk id="6" creationId="{06450A31-4EE5-4BE2-9A96-6E578350ACE9}"/>
          </ac:picMkLst>
        </pc:picChg>
        <pc:picChg chg="add mod">
          <ac:chgData name="gfeldmantavani@frba.utn.edu.ar" userId="adb3c291-72d7-446e-9e97-002b34a24de3" providerId="ADAL" clId="{D3244F02-E523-4FF7-AAEB-61DF4B65F7CD}" dt="2020-03-29T21:07:35.182" v="2696"/>
          <ac:picMkLst>
            <pc:docMk/>
            <pc:sldMk cId="1842894784" sldId="294"/>
            <ac:picMk id="9" creationId="{815BC367-7057-433F-A852-BE00CC17F5AF}"/>
          </ac:picMkLst>
        </pc:picChg>
      </pc:sldChg>
      <pc:sldChg chg="addSp modSp add">
        <pc:chgData name="gfeldmantavani@frba.utn.edu.ar" userId="adb3c291-72d7-446e-9e97-002b34a24de3" providerId="ADAL" clId="{D3244F02-E523-4FF7-AAEB-61DF4B65F7CD}" dt="2020-03-29T22:19:07.892" v="6109" actId="20577"/>
        <pc:sldMkLst>
          <pc:docMk/>
          <pc:sldMk cId="1658862713" sldId="295"/>
        </pc:sldMkLst>
        <pc:spChg chg="mod">
          <ac:chgData name="gfeldmantavani@frba.utn.edu.ar" userId="adb3c291-72d7-446e-9e97-002b34a24de3" providerId="ADAL" clId="{D3244F02-E523-4FF7-AAEB-61DF4B65F7CD}" dt="2020-03-29T21:09:53.098" v="2737"/>
          <ac:spMkLst>
            <pc:docMk/>
            <pc:sldMk cId="1658862713" sldId="295"/>
            <ac:spMk id="2" creationId="{9BA748D6-00C3-408C-8502-359C45EE372C}"/>
          </ac:spMkLst>
        </pc:spChg>
        <pc:spChg chg="mod">
          <ac:chgData name="gfeldmantavani@frba.utn.edu.ar" userId="adb3c291-72d7-446e-9e97-002b34a24de3" providerId="ADAL" clId="{D3244F02-E523-4FF7-AAEB-61DF4B65F7CD}" dt="2020-03-29T22:19:07.892" v="6109" actId="20577"/>
          <ac:spMkLst>
            <pc:docMk/>
            <pc:sldMk cId="1658862713" sldId="295"/>
            <ac:spMk id="3" creationId="{A07C950F-75C6-4622-AFB6-0F1F53689936}"/>
          </ac:spMkLst>
        </pc:spChg>
        <pc:spChg chg="add mod">
          <ac:chgData name="gfeldmantavani@frba.utn.edu.ar" userId="adb3c291-72d7-446e-9e97-002b34a24de3" providerId="ADAL" clId="{D3244F02-E523-4FF7-AAEB-61DF4B65F7CD}" dt="2020-03-29T21:26:04.750" v="3534" actId="1036"/>
          <ac:spMkLst>
            <pc:docMk/>
            <pc:sldMk cId="1658862713" sldId="295"/>
            <ac:spMk id="4" creationId="{BE97CBDC-CE13-49A1-8673-55DDE9F93656}"/>
          </ac:spMkLst>
        </pc:spChg>
        <pc:spChg chg="add mod">
          <ac:chgData name="gfeldmantavani@frba.utn.edu.ar" userId="adb3c291-72d7-446e-9e97-002b34a24de3" providerId="ADAL" clId="{D3244F02-E523-4FF7-AAEB-61DF4B65F7CD}" dt="2020-03-29T21:26:09.517" v="3536" actId="1035"/>
          <ac:spMkLst>
            <pc:docMk/>
            <pc:sldMk cId="1658862713" sldId="295"/>
            <ac:spMk id="5" creationId="{F8B96AEA-7C54-46DB-BF94-E0875103120F}"/>
          </ac:spMkLst>
        </pc:spChg>
        <pc:spChg chg="add mod">
          <ac:chgData name="gfeldmantavani@frba.utn.edu.ar" userId="adb3c291-72d7-446e-9e97-002b34a24de3" providerId="ADAL" clId="{D3244F02-E523-4FF7-AAEB-61DF4B65F7CD}" dt="2020-03-29T21:26:15.359" v="3541" actId="1036"/>
          <ac:spMkLst>
            <pc:docMk/>
            <pc:sldMk cId="1658862713" sldId="295"/>
            <ac:spMk id="6" creationId="{A06C9B29-253D-4250-BE0A-0CA19BC75C24}"/>
          </ac:spMkLst>
        </pc:spChg>
      </pc:sldChg>
      <pc:sldChg chg="modSp add">
        <pc:chgData name="gfeldmantavani@frba.utn.edu.ar" userId="adb3c291-72d7-446e-9e97-002b34a24de3" providerId="ADAL" clId="{D3244F02-E523-4FF7-AAEB-61DF4B65F7CD}" dt="2020-03-29T21:45:29.204" v="4867" actId="255"/>
        <pc:sldMkLst>
          <pc:docMk/>
          <pc:sldMk cId="965826073" sldId="296"/>
        </pc:sldMkLst>
        <pc:spChg chg="mod">
          <ac:chgData name="gfeldmantavani@frba.utn.edu.ar" userId="adb3c291-72d7-446e-9e97-002b34a24de3" providerId="ADAL" clId="{D3244F02-E523-4FF7-AAEB-61DF4B65F7CD}" dt="2020-03-29T21:26:30.210" v="3558" actId="20577"/>
          <ac:spMkLst>
            <pc:docMk/>
            <pc:sldMk cId="965826073" sldId="296"/>
            <ac:spMk id="2" creationId="{FFAAFF6A-BC88-4C48-B43F-8E4E59199A0B}"/>
          </ac:spMkLst>
        </pc:spChg>
        <pc:spChg chg="mod">
          <ac:chgData name="gfeldmantavani@frba.utn.edu.ar" userId="adb3c291-72d7-446e-9e97-002b34a24de3" providerId="ADAL" clId="{D3244F02-E523-4FF7-AAEB-61DF4B65F7CD}" dt="2020-03-29T21:45:29.204" v="4867" actId="255"/>
          <ac:spMkLst>
            <pc:docMk/>
            <pc:sldMk cId="965826073" sldId="296"/>
            <ac:spMk id="3" creationId="{CAE39686-F384-4FF8-84DC-F147448BCA47}"/>
          </ac:spMkLst>
        </pc:spChg>
      </pc:sldChg>
      <pc:sldChg chg="modSp add">
        <pc:chgData name="gfeldmantavani@frba.utn.edu.ar" userId="adb3c291-72d7-446e-9e97-002b34a24de3" providerId="ADAL" clId="{D3244F02-E523-4FF7-AAEB-61DF4B65F7CD}" dt="2020-03-29T21:52:09.042" v="5102"/>
        <pc:sldMkLst>
          <pc:docMk/>
          <pc:sldMk cId="1206445799" sldId="297"/>
        </pc:sldMkLst>
        <pc:spChg chg="mod">
          <ac:chgData name="gfeldmantavani@frba.utn.edu.ar" userId="adb3c291-72d7-446e-9e97-002b34a24de3" providerId="ADAL" clId="{D3244F02-E523-4FF7-AAEB-61DF4B65F7CD}" dt="2020-03-29T21:52:09.042" v="5102"/>
          <ac:spMkLst>
            <pc:docMk/>
            <pc:sldMk cId="1206445799" sldId="297"/>
            <ac:spMk id="3" creationId="{CAE39686-F384-4FF8-84DC-F147448BCA47}"/>
          </ac:spMkLst>
        </pc:spChg>
      </pc:sldChg>
      <pc:sldChg chg="modSp add">
        <pc:chgData name="gfeldmantavani@frba.utn.edu.ar" userId="adb3c291-72d7-446e-9e97-002b34a24de3" providerId="ADAL" clId="{D3244F02-E523-4FF7-AAEB-61DF4B65F7CD}" dt="2020-03-29T21:47:41.628" v="4907" actId="20577"/>
        <pc:sldMkLst>
          <pc:docMk/>
          <pc:sldMk cId="66983017" sldId="298"/>
        </pc:sldMkLst>
        <pc:spChg chg="mod">
          <ac:chgData name="gfeldmantavani@frba.utn.edu.ar" userId="adb3c291-72d7-446e-9e97-002b34a24de3" providerId="ADAL" clId="{D3244F02-E523-4FF7-AAEB-61DF4B65F7CD}" dt="2020-03-29T21:33:26.706" v="4015" actId="20577"/>
          <ac:spMkLst>
            <pc:docMk/>
            <pc:sldMk cId="66983017" sldId="298"/>
            <ac:spMk id="2" creationId="{FFAAFF6A-BC88-4C48-B43F-8E4E59199A0B}"/>
          </ac:spMkLst>
        </pc:spChg>
        <pc:spChg chg="mod">
          <ac:chgData name="gfeldmantavani@frba.utn.edu.ar" userId="adb3c291-72d7-446e-9e97-002b34a24de3" providerId="ADAL" clId="{D3244F02-E523-4FF7-AAEB-61DF4B65F7CD}" dt="2020-03-29T21:47:41.628" v="4907" actId="20577"/>
          <ac:spMkLst>
            <pc:docMk/>
            <pc:sldMk cId="66983017" sldId="298"/>
            <ac:spMk id="3" creationId="{CAE39686-F384-4FF8-84DC-F147448BCA47}"/>
          </ac:spMkLst>
        </pc:spChg>
      </pc:sldChg>
      <pc:sldChg chg="modSp add">
        <pc:chgData name="gfeldmantavani@frba.utn.edu.ar" userId="adb3c291-72d7-446e-9e97-002b34a24de3" providerId="ADAL" clId="{D3244F02-E523-4FF7-AAEB-61DF4B65F7CD}" dt="2020-03-29T21:44:16.323" v="4847" actId="2711"/>
        <pc:sldMkLst>
          <pc:docMk/>
          <pc:sldMk cId="1555148090" sldId="299"/>
        </pc:sldMkLst>
        <pc:spChg chg="mod">
          <ac:chgData name="gfeldmantavani@frba.utn.edu.ar" userId="adb3c291-72d7-446e-9e97-002b34a24de3" providerId="ADAL" clId="{D3244F02-E523-4FF7-AAEB-61DF4B65F7CD}" dt="2020-03-29T21:35:56.723" v="4170"/>
          <ac:spMkLst>
            <pc:docMk/>
            <pc:sldMk cId="1555148090" sldId="299"/>
            <ac:spMk id="2" creationId="{B25137F9-189B-46B6-BC6B-81C5E462E774}"/>
          </ac:spMkLst>
        </pc:spChg>
        <pc:spChg chg="mod">
          <ac:chgData name="gfeldmantavani@frba.utn.edu.ar" userId="adb3c291-72d7-446e-9e97-002b34a24de3" providerId="ADAL" clId="{D3244F02-E523-4FF7-AAEB-61DF4B65F7CD}" dt="2020-03-29T21:44:16.323" v="4847" actId="2711"/>
          <ac:spMkLst>
            <pc:docMk/>
            <pc:sldMk cId="1555148090" sldId="299"/>
            <ac:spMk id="3" creationId="{30318581-E9A9-4907-86CA-0A4C64A7171F}"/>
          </ac:spMkLst>
        </pc:spChg>
      </pc:sldChg>
      <pc:sldChg chg="modSp add del">
        <pc:chgData name="gfeldmantavani@frba.utn.edu.ar" userId="adb3c291-72d7-446e-9e97-002b34a24de3" providerId="ADAL" clId="{D3244F02-E523-4FF7-AAEB-61DF4B65F7CD}" dt="2020-03-29T21:35:49.683" v="4168" actId="47"/>
        <pc:sldMkLst>
          <pc:docMk/>
          <pc:sldMk cId="3509703789" sldId="299"/>
        </pc:sldMkLst>
        <pc:spChg chg="mod">
          <ac:chgData name="gfeldmantavani@frba.utn.edu.ar" userId="adb3c291-72d7-446e-9e97-002b34a24de3" providerId="ADAL" clId="{D3244F02-E523-4FF7-AAEB-61DF4B65F7CD}" dt="2020-03-29T21:35:44.826" v="4167" actId="20577"/>
          <ac:spMkLst>
            <pc:docMk/>
            <pc:sldMk cId="3509703789" sldId="299"/>
            <ac:spMk id="3" creationId="{CAE39686-F384-4FF8-84DC-F147448BCA47}"/>
          </ac:spMkLst>
        </pc:spChg>
      </pc:sldChg>
      <pc:sldChg chg="delSp modSp add delAnim">
        <pc:chgData name="gfeldmantavani@frba.utn.edu.ar" userId="adb3c291-72d7-446e-9e97-002b34a24de3" providerId="ADAL" clId="{D3244F02-E523-4FF7-AAEB-61DF4B65F7CD}" dt="2020-03-29T21:39:28.883" v="4658" actId="1076"/>
        <pc:sldMkLst>
          <pc:docMk/>
          <pc:sldMk cId="1340326945" sldId="300"/>
        </pc:sldMkLst>
        <pc:spChg chg="mod">
          <ac:chgData name="gfeldmantavani@frba.utn.edu.ar" userId="adb3c291-72d7-446e-9e97-002b34a24de3" providerId="ADAL" clId="{D3244F02-E523-4FF7-AAEB-61DF4B65F7CD}" dt="2020-03-29T21:39:10.938" v="4657" actId="1035"/>
          <ac:spMkLst>
            <pc:docMk/>
            <pc:sldMk cId="1340326945" sldId="300"/>
            <ac:spMk id="4" creationId="{324A9ADC-82E2-4291-B1A8-0F7937A2930A}"/>
          </ac:spMkLst>
        </pc:spChg>
        <pc:spChg chg="del">
          <ac:chgData name="gfeldmantavani@frba.utn.edu.ar" userId="adb3c291-72d7-446e-9e97-002b34a24de3" providerId="ADAL" clId="{D3244F02-E523-4FF7-AAEB-61DF4B65F7CD}" dt="2020-03-29T21:38:57.221" v="4645" actId="478"/>
          <ac:spMkLst>
            <pc:docMk/>
            <pc:sldMk cId="1340326945" sldId="300"/>
            <ac:spMk id="7" creationId="{231F5FBD-7DA6-4751-9CF9-2C48AC6DC5AB}"/>
          </ac:spMkLst>
        </pc:spChg>
        <pc:spChg chg="mod">
          <ac:chgData name="gfeldmantavani@frba.utn.edu.ar" userId="adb3c291-72d7-446e-9e97-002b34a24de3" providerId="ADAL" clId="{D3244F02-E523-4FF7-AAEB-61DF4B65F7CD}" dt="2020-03-29T21:38:52.432" v="4644" actId="1076"/>
          <ac:spMkLst>
            <pc:docMk/>
            <pc:sldMk cId="1340326945" sldId="300"/>
            <ac:spMk id="10" creationId="{DCDB7D2A-66D3-4BC6-A5FD-49AD9205F738}"/>
          </ac:spMkLst>
        </pc:spChg>
        <pc:spChg chg="mod">
          <ac:chgData name="gfeldmantavani@frba.utn.edu.ar" userId="adb3c291-72d7-446e-9e97-002b34a24de3" providerId="ADAL" clId="{D3244F02-E523-4FF7-AAEB-61DF4B65F7CD}" dt="2020-03-29T21:39:28.883" v="4658" actId="1076"/>
          <ac:spMkLst>
            <pc:docMk/>
            <pc:sldMk cId="1340326945" sldId="300"/>
            <ac:spMk id="11" creationId="{0B52893D-09F1-4561-A71D-8472C9420AD7}"/>
          </ac:spMkLst>
        </pc:spChg>
        <pc:cxnChg chg="del">
          <ac:chgData name="gfeldmantavani@frba.utn.edu.ar" userId="adb3c291-72d7-446e-9e97-002b34a24de3" providerId="ADAL" clId="{D3244F02-E523-4FF7-AAEB-61DF4B65F7CD}" dt="2020-03-29T21:38:58.330" v="4646" actId="478"/>
          <ac:cxnSpMkLst>
            <pc:docMk/>
            <pc:sldMk cId="1340326945" sldId="300"/>
            <ac:cxnSpMk id="6" creationId="{5718EBD0-25E7-4EF1-A1AF-5A74AE179DDC}"/>
          </ac:cxnSpMkLst>
        </pc:cxnChg>
        <pc:cxnChg chg="mod">
          <ac:chgData name="gfeldmantavani@frba.utn.edu.ar" userId="adb3c291-72d7-446e-9e97-002b34a24de3" providerId="ADAL" clId="{D3244F02-E523-4FF7-AAEB-61DF4B65F7CD}" dt="2020-03-29T21:39:06.027" v="4647" actId="14100"/>
          <ac:cxnSpMkLst>
            <pc:docMk/>
            <pc:sldMk cId="1340326945" sldId="300"/>
            <ac:cxnSpMk id="9" creationId="{2E5B8EC7-A2A2-4A8B-B0BC-6162D199BF03}"/>
          </ac:cxnSpMkLst>
        </pc:cxnChg>
      </pc:sldChg>
      <pc:sldChg chg="modSp add">
        <pc:chgData name="gfeldmantavani@frba.utn.edu.ar" userId="adb3c291-72d7-446e-9e97-002b34a24de3" providerId="ADAL" clId="{D3244F02-E523-4FF7-AAEB-61DF4B65F7CD}" dt="2020-03-29T21:48:55.698" v="4950" actId="255"/>
        <pc:sldMkLst>
          <pc:docMk/>
          <pc:sldMk cId="1241833488" sldId="301"/>
        </pc:sldMkLst>
        <pc:spChg chg="mod">
          <ac:chgData name="gfeldmantavani@frba.utn.edu.ar" userId="adb3c291-72d7-446e-9e97-002b34a24de3" providerId="ADAL" clId="{D3244F02-E523-4FF7-AAEB-61DF4B65F7CD}" dt="2020-03-29T21:40:26.124" v="4660"/>
          <ac:spMkLst>
            <pc:docMk/>
            <pc:sldMk cId="1241833488" sldId="301"/>
            <ac:spMk id="2" creationId="{94FA6339-C1BA-4FCA-8087-5D2CB77D5C21}"/>
          </ac:spMkLst>
        </pc:spChg>
        <pc:spChg chg="mod">
          <ac:chgData name="gfeldmantavani@frba.utn.edu.ar" userId="adb3c291-72d7-446e-9e97-002b34a24de3" providerId="ADAL" clId="{D3244F02-E523-4FF7-AAEB-61DF4B65F7CD}" dt="2020-03-29T21:48:55.698" v="4950" actId="255"/>
          <ac:spMkLst>
            <pc:docMk/>
            <pc:sldMk cId="1241833488" sldId="301"/>
            <ac:spMk id="3" creationId="{2D4E2013-A5D5-4089-9694-91D9D721E8F8}"/>
          </ac:spMkLst>
        </pc:spChg>
      </pc:sldChg>
      <pc:sldChg chg="delSp modSp add">
        <pc:chgData name="gfeldmantavani@frba.utn.edu.ar" userId="adb3c291-72d7-446e-9e97-002b34a24de3" providerId="ADAL" clId="{D3244F02-E523-4FF7-AAEB-61DF4B65F7CD}" dt="2020-03-29T21:55:38.615" v="5171" actId="403"/>
        <pc:sldMkLst>
          <pc:docMk/>
          <pc:sldMk cId="2840357683" sldId="302"/>
        </pc:sldMkLst>
        <pc:spChg chg="mod">
          <ac:chgData name="gfeldmantavani@frba.utn.edu.ar" userId="adb3c291-72d7-446e-9e97-002b34a24de3" providerId="ADAL" clId="{D3244F02-E523-4FF7-AAEB-61DF4B65F7CD}" dt="2020-03-29T21:55:38.615" v="5171" actId="403"/>
          <ac:spMkLst>
            <pc:docMk/>
            <pc:sldMk cId="2840357683" sldId="302"/>
            <ac:spMk id="3" creationId="{A07C950F-75C6-4622-AFB6-0F1F53689936}"/>
          </ac:spMkLst>
        </pc:spChg>
        <pc:spChg chg="del">
          <ac:chgData name="gfeldmantavani@frba.utn.edu.ar" userId="adb3c291-72d7-446e-9e97-002b34a24de3" providerId="ADAL" clId="{D3244F02-E523-4FF7-AAEB-61DF4B65F7CD}" dt="2020-03-29T21:49:15.836" v="4955" actId="478"/>
          <ac:spMkLst>
            <pc:docMk/>
            <pc:sldMk cId="2840357683" sldId="302"/>
            <ac:spMk id="4" creationId="{BE97CBDC-CE13-49A1-8673-55DDE9F93656}"/>
          </ac:spMkLst>
        </pc:spChg>
        <pc:spChg chg="del">
          <ac:chgData name="gfeldmantavani@frba.utn.edu.ar" userId="adb3c291-72d7-446e-9e97-002b34a24de3" providerId="ADAL" clId="{D3244F02-E523-4FF7-AAEB-61DF4B65F7CD}" dt="2020-03-29T21:49:14.992" v="4954" actId="478"/>
          <ac:spMkLst>
            <pc:docMk/>
            <pc:sldMk cId="2840357683" sldId="302"/>
            <ac:spMk id="5" creationId="{F8B96AEA-7C54-46DB-BF94-E0875103120F}"/>
          </ac:spMkLst>
        </pc:spChg>
        <pc:spChg chg="del">
          <ac:chgData name="gfeldmantavani@frba.utn.edu.ar" userId="adb3c291-72d7-446e-9e97-002b34a24de3" providerId="ADAL" clId="{D3244F02-E523-4FF7-AAEB-61DF4B65F7CD}" dt="2020-03-29T21:49:13.976" v="4953" actId="478"/>
          <ac:spMkLst>
            <pc:docMk/>
            <pc:sldMk cId="2840357683" sldId="302"/>
            <ac:spMk id="6" creationId="{A06C9B29-253D-4250-BE0A-0CA19BC75C24}"/>
          </ac:spMkLst>
        </pc:spChg>
      </pc:sldChg>
      <pc:sldChg chg="modSp add">
        <pc:chgData name="gfeldmantavani@frba.utn.edu.ar" userId="adb3c291-72d7-446e-9e97-002b34a24de3" providerId="ADAL" clId="{D3244F02-E523-4FF7-AAEB-61DF4B65F7CD}" dt="2020-03-29T22:20:08.146" v="6113" actId="6549"/>
        <pc:sldMkLst>
          <pc:docMk/>
          <pc:sldMk cId="3905877776" sldId="303"/>
        </pc:sldMkLst>
        <pc:spChg chg="mod">
          <ac:chgData name="gfeldmantavani@frba.utn.edu.ar" userId="adb3c291-72d7-446e-9e97-002b34a24de3" providerId="ADAL" clId="{D3244F02-E523-4FF7-AAEB-61DF4B65F7CD}" dt="2020-03-29T22:20:08.146" v="6113" actId="6549"/>
          <ac:spMkLst>
            <pc:docMk/>
            <pc:sldMk cId="3905877776" sldId="303"/>
            <ac:spMk id="3" creationId="{A07C950F-75C6-4622-AFB6-0F1F53689936}"/>
          </ac:spMkLst>
        </pc:spChg>
      </pc:sldChg>
      <pc:sldChg chg="addSp modSp add modAnim">
        <pc:chgData name="gfeldmantavani@frba.utn.edu.ar" userId="adb3c291-72d7-446e-9e97-002b34a24de3" providerId="ADAL" clId="{D3244F02-E523-4FF7-AAEB-61DF4B65F7CD}" dt="2020-03-29T22:02:39.619" v="5497" actId="1076"/>
        <pc:sldMkLst>
          <pc:docMk/>
          <pc:sldMk cId="876983861" sldId="304"/>
        </pc:sldMkLst>
        <pc:spChg chg="add mod">
          <ac:chgData name="gfeldmantavani@frba.utn.edu.ar" userId="adb3c291-72d7-446e-9e97-002b34a24de3" providerId="ADAL" clId="{D3244F02-E523-4FF7-AAEB-61DF4B65F7CD}" dt="2020-03-29T22:01:41.193" v="5486" actId="1076"/>
          <ac:spMkLst>
            <pc:docMk/>
            <pc:sldMk cId="876983861" sldId="304"/>
            <ac:spMk id="8" creationId="{974D6A98-DB34-4C6B-B01F-94E2C72F4F45}"/>
          </ac:spMkLst>
        </pc:spChg>
        <pc:spChg chg="mod">
          <ac:chgData name="gfeldmantavani@frba.utn.edu.ar" userId="adb3c291-72d7-446e-9e97-002b34a24de3" providerId="ADAL" clId="{D3244F02-E523-4FF7-AAEB-61DF4B65F7CD}" dt="2020-03-29T22:02:35.599" v="5496" actId="1076"/>
          <ac:spMkLst>
            <pc:docMk/>
            <pc:sldMk cId="876983861" sldId="304"/>
            <ac:spMk id="10" creationId="{DCDB7D2A-66D3-4BC6-A5FD-49AD9205F738}"/>
          </ac:spMkLst>
        </pc:spChg>
        <pc:spChg chg="add mod">
          <ac:chgData name="gfeldmantavani@frba.utn.edu.ar" userId="adb3c291-72d7-446e-9e97-002b34a24de3" providerId="ADAL" clId="{D3244F02-E523-4FF7-AAEB-61DF4B65F7CD}" dt="2020-03-29T22:02:39.619" v="5497" actId="1076"/>
          <ac:spMkLst>
            <pc:docMk/>
            <pc:sldMk cId="876983861" sldId="304"/>
            <ac:spMk id="13" creationId="{1D820FDC-3D17-4375-80CE-B506D0D41723}"/>
          </ac:spMkLst>
        </pc:spChg>
        <pc:cxnChg chg="add mod">
          <ac:chgData name="gfeldmantavani@frba.utn.edu.ar" userId="adb3c291-72d7-446e-9e97-002b34a24de3" providerId="ADAL" clId="{D3244F02-E523-4FF7-AAEB-61DF4B65F7CD}" dt="2020-03-29T22:02:16.490" v="5490" actId="1035"/>
          <ac:cxnSpMkLst>
            <pc:docMk/>
            <pc:sldMk cId="876983861" sldId="304"/>
            <ac:cxnSpMk id="7" creationId="{9E51F5C3-8B25-4DF9-82AD-C01980206482}"/>
          </ac:cxnSpMkLst>
        </pc:cxnChg>
        <pc:cxnChg chg="add mod">
          <ac:chgData name="gfeldmantavani@frba.utn.edu.ar" userId="adb3c291-72d7-446e-9e97-002b34a24de3" providerId="ADAL" clId="{D3244F02-E523-4FF7-AAEB-61DF4B65F7CD}" dt="2020-03-29T22:01:31.006" v="5485" actId="14100"/>
          <ac:cxnSpMkLst>
            <pc:docMk/>
            <pc:sldMk cId="876983861" sldId="304"/>
            <ac:cxnSpMk id="12" creationId="{E60F5A3A-9469-446B-8EEB-C0C78FD01BA9}"/>
          </ac:cxnSpMkLst>
        </pc:cxnChg>
      </pc:sldChg>
      <pc:sldChg chg="modSp add">
        <pc:chgData name="gfeldmantavani@frba.utn.edu.ar" userId="adb3c291-72d7-446e-9e97-002b34a24de3" providerId="ADAL" clId="{D3244F02-E523-4FF7-AAEB-61DF4B65F7CD}" dt="2020-03-29T22:03:49.069" v="5509" actId="20577"/>
        <pc:sldMkLst>
          <pc:docMk/>
          <pc:sldMk cId="1751626219" sldId="305"/>
        </pc:sldMkLst>
        <pc:spChg chg="mod">
          <ac:chgData name="gfeldmantavani@frba.utn.edu.ar" userId="adb3c291-72d7-446e-9e97-002b34a24de3" providerId="ADAL" clId="{D3244F02-E523-4FF7-AAEB-61DF4B65F7CD}" dt="2020-03-29T22:03:49.069" v="5509" actId="20577"/>
          <ac:spMkLst>
            <pc:docMk/>
            <pc:sldMk cId="1751626219" sldId="305"/>
            <ac:spMk id="3" creationId="{2D4E2013-A5D5-4089-9694-91D9D721E8F8}"/>
          </ac:spMkLst>
        </pc:spChg>
      </pc:sldChg>
      <pc:sldChg chg="modSp add">
        <pc:chgData name="gfeldmantavani@frba.utn.edu.ar" userId="adb3c291-72d7-446e-9e97-002b34a24de3" providerId="ADAL" clId="{D3244F02-E523-4FF7-AAEB-61DF4B65F7CD}" dt="2020-03-29T22:04:40.531" v="5520" actId="20577"/>
        <pc:sldMkLst>
          <pc:docMk/>
          <pc:sldMk cId="122983412" sldId="306"/>
        </pc:sldMkLst>
        <pc:spChg chg="mod">
          <ac:chgData name="gfeldmantavani@frba.utn.edu.ar" userId="adb3c291-72d7-446e-9e97-002b34a24de3" providerId="ADAL" clId="{D3244F02-E523-4FF7-AAEB-61DF4B65F7CD}" dt="2020-03-29T22:04:40.531" v="5520" actId="20577"/>
          <ac:spMkLst>
            <pc:docMk/>
            <pc:sldMk cId="122983412" sldId="306"/>
            <ac:spMk id="3" creationId="{A07C950F-75C6-4622-AFB6-0F1F53689936}"/>
          </ac:spMkLst>
        </pc:spChg>
      </pc:sldChg>
      <pc:sldChg chg="modSp add">
        <pc:chgData name="gfeldmantavani@frba.utn.edu.ar" userId="adb3c291-72d7-446e-9e97-002b34a24de3" providerId="ADAL" clId="{D3244F02-E523-4FF7-AAEB-61DF4B65F7CD}" dt="2020-03-29T22:20:34.197" v="6117" actId="20577"/>
        <pc:sldMkLst>
          <pc:docMk/>
          <pc:sldMk cId="3619797516" sldId="307"/>
        </pc:sldMkLst>
        <pc:spChg chg="mod">
          <ac:chgData name="gfeldmantavani@frba.utn.edu.ar" userId="adb3c291-72d7-446e-9e97-002b34a24de3" providerId="ADAL" clId="{D3244F02-E523-4FF7-AAEB-61DF4B65F7CD}" dt="2020-03-29T22:09:26.900" v="5660" actId="21"/>
          <ac:spMkLst>
            <pc:docMk/>
            <pc:sldMk cId="3619797516" sldId="307"/>
            <ac:spMk id="2" creationId="{9BA748D6-00C3-408C-8502-359C45EE372C}"/>
          </ac:spMkLst>
        </pc:spChg>
        <pc:spChg chg="mod">
          <ac:chgData name="gfeldmantavani@frba.utn.edu.ar" userId="adb3c291-72d7-446e-9e97-002b34a24de3" providerId="ADAL" clId="{D3244F02-E523-4FF7-AAEB-61DF4B65F7CD}" dt="2020-03-29T22:20:34.197" v="6117" actId="20577"/>
          <ac:spMkLst>
            <pc:docMk/>
            <pc:sldMk cId="3619797516" sldId="307"/>
            <ac:spMk id="3" creationId="{A07C950F-75C6-4622-AFB6-0F1F53689936}"/>
          </ac:spMkLst>
        </pc:spChg>
      </pc:sldChg>
      <pc:sldChg chg="add del">
        <pc:chgData name="gfeldmantavani@frba.utn.edu.ar" userId="adb3c291-72d7-446e-9e97-002b34a24de3" providerId="ADAL" clId="{D3244F02-E523-4FF7-AAEB-61DF4B65F7CD}" dt="2020-03-29T22:06:43.117" v="5565"/>
        <pc:sldMkLst>
          <pc:docMk/>
          <pc:sldMk cId="279538513" sldId="308"/>
        </pc:sldMkLst>
      </pc:sldChg>
      <pc:sldChg chg="modSp add del">
        <pc:chgData name="gfeldmantavani@frba.utn.edu.ar" userId="adb3c291-72d7-446e-9e97-002b34a24de3" providerId="ADAL" clId="{D3244F02-E523-4FF7-AAEB-61DF4B65F7CD}" dt="2020-03-29T22:09:20.087" v="5657" actId="47"/>
        <pc:sldMkLst>
          <pc:docMk/>
          <pc:sldMk cId="1667171926" sldId="308"/>
        </pc:sldMkLst>
        <pc:spChg chg="mod">
          <ac:chgData name="gfeldmantavani@frba.utn.edu.ar" userId="adb3c291-72d7-446e-9e97-002b34a24de3" providerId="ADAL" clId="{D3244F02-E523-4FF7-AAEB-61DF4B65F7CD}" dt="2020-03-29T22:09:17.872" v="5656" actId="6549"/>
          <ac:spMkLst>
            <pc:docMk/>
            <pc:sldMk cId="1667171926" sldId="308"/>
            <ac:spMk id="3" creationId="{A07C950F-75C6-4622-AFB6-0F1F53689936}"/>
          </ac:spMkLst>
        </pc:spChg>
      </pc:sldChg>
      <pc:sldChg chg="addSp delSp modSp add del delAnim modAnim">
        <pc:chgData name="gfeldmantavani@frba.utn.edu.ar" userId="adb3c291-72d7-446e-9e97-002b34a24de3" providerId="ADAL" clId="{D3244F02-E523-4FF7-AAEB-61DF4B65F7CD}" dt="2020-03-29T22:07:54.934" v="5581" actId="47"/>
        <pc:sldMkLst>
          <pc:docMk/>
          <pc:sldMk cId="2168347868" sldId="308"/>
        </pc:sldMkLst>
        <pc:spChg chg="add del mod">
          <ac:chgData name="gfeldmantavani@frba.utn.edu.ar" userId="adb3c291-72d7-446e-9e97-002b34a24de3" providerId="ADAL" clId="{D3244F02-E523-4FF7-AAEB-61DF4B65F7CD}" dt="2020-03-29T22:07:50.018" v="5579" actId="478"/>
          <ac:spMkLst>
            <pc:docMk/>
            <pc:sldMk cId="2168347868" sldId="308"/>
            <ac:spMk id="15" creationId="{F7CA096B-4A80-4DEC-8260-0F2EE78462AC}"/>
          </ac:spMkLst>
        </pc:spChg>
        <pc:cxnChg chg="add del mod">
          <ac:chgData name="gfeldmantavani@frba.utn.edu.ar" userId="adb3c291-72d7-446e-9e97-002b34a24de3" providerId="ADAL" clId="{D3244F02-E523-4FF7-AAEB-61DF4B65F7CD}" dt="2020-03-29T22:07:51.140" v="5580" actId="478"/>
          <ac:cxnSpMkLst>
            <pc:docMk/>
            <pc:sldMk cId="2168347868" sldId="308"/>
            <ac:cxnSpMk id="14" creationId="{296A8767-5EB6-41C7-BDFF-CEE52E4983E4}"/>
          </ac:cxnSpMkLst>
        </pc:cxnChg>
      </pc:sldChg>
      <pc:sldChg chg="modSp add">
        <pc:chgData name="gfeldmantavani@frba.utn.edu.ar" userId="adb3c291-72d7-446e-9e97-002b34a24de3" providerId="ADAL" clId="{D3244F02-E523-4FF7-AAEB-61DF4B65F7CD}" dt="2020-03-29T22:12:06.817" v="5994" actId="2711"/>
        <pc:sldMkLst>
          <pc:docMk/>
          <pc:sldMk cId="2562149130" sldId="308"/>
        </pc:sldMkLst>
        <pc:spChg chg="mod">
          <ac:chgData name="gfeldmantavani@frba.utn.edu.ar" userId="adb3c291-72d7-446e-9e97-002b34a24de3" providerId="ADAL" clId="{D3244F02-E523-4FF7-AAEB-61DF4B65F7CD}" dt="2020-03-29T22:09:28.792" v="5661"/>
          <ac:spMkLst>
            <pc:docMk/>
            <pc:sldMk cId="2562149130" sldId="308"/>
            <ac:spMk id="2" creationId="{D6214C67-9280-4706-9045-519DA2260E6F}"/>
          </ac:spMkLst>
        </pc:spChg>
        <pc:spChg chg="mod">
          <ac:chgData name="gfeldmantavani@frba.utn.edu.ar" userId="adb3c291-72d7-446e-9e97-002b34a24de3" providerId="ADAL" clId="{D3244F02-E523-4FF7-AAEB-61DF4B65F7CD}" dt="2020-03-29T22:12:06.817" v="5994" actId="2711"/>
          <ac:spMkLst>
            <pc:docMk/>
            <pc:sldMk cId="2562149130" sldId="308"/>
            <ac:spMk id="3" creationId="{DACD9310-68F1-4763-974C-B06E457D6C22}"/>
          </ac:spMkLst>
        </pc:spChg>
      </pc:sldChg>
      <pc:sldChg chg="modSp add">
        <pc:chgData name="gfeldmantavani@frba.utn.edu.ar" userId="adb3c291-72d7-446e-9e97-002b34a24de3" providerId="ADAL" clId="{D3244F02-E523-4FF7-AAEB-61DF4B65F7CD}" dt="2020-03-29T22:13:51.353" v="6026" actId="20577"/>
        <pc:sldMkLst>
          <pc:docMk/>
          <pc:sldMk cId="3551948033" sldId="309"/>
        </pc:sldMkLst>
        <pc:spChg chg="mod">
          <ac:chgData name="gfeldmantavani@frba.utn.edu.ar" userId="adb3c291-72d7-446e-9e97-002b34a24de3" providerId="ADAL" clId="{D3244F02-E523-4FF7-AAEB-61DF4B65F7CD}" dt="2020-03-29T22:13:51.353" v="6026" actId="20577"/>
          <ac:spMkLst>
            <pc:docMk/>
            <pc:sldMk cId="3551948033" sldId="309"/>
            <ac:spMk id="3" creationId="{2D4E2013-A5D5-4089-9694-91D9D721E8F8}"/>
          </ac:spMkLst>
        </pc:spChg>
      </pc:sldChg>
      <pc:sldChg chg="modSp add">
        <pc:chgData name="gfeldmantavani@frba.utn.edu.ar" userId="adb3c291-72d7-446e-9e97-002b34a24de3" providerId="ADAL" clId="{D3244F02-E523-4FF7-AAEB-61DF4B65F7CD}" dt="2020-03-29T22:14:23.021" v="6031" actId="20577"/>
        <pc:sldMkLst>
          <pc:docMk/>
          <pc:sldMk cId="1317306583" sldId="310"/>
        </pc:sldMkLst>
        <pc:spChg chg="mod">
          <ac:chgData name="gfeldmantavani@frba.utn.edu.ar" userId="adb3c291-72d7-446e-9e97-002b34a24de3" providerId="ADAL" clId="{D3244F02-E523-4FF7-AAEB-61DF4B65F7CD}" dt="2020-03-29T22:14:23.021" v="6031" actId="20577"/>
          <ac:spMkLst>
            <pc:docMk/>
            <pc:sldMk cId="1317306583" sldId="310"/>
            <ac:spMk id="3" creationId="{A07C950F-75C6-4622-AFB6-0F1F53689936}"/>
          </ac:spMkLst>
        </pc:spChg>
      </pc:sldChg>
      <pc:sldChg chg="modSp add">
        <pc:chgData name="gfeldmantavani@frba.utn.edu.ar" userId="adb3c291-72d7-446e-9e97-002b34a24de3" providerId="ADAL" clId="{D3244F02-E523-4FF7-AAEB-61DF4B65F7CD}" dt="2020-03-29T22:20:41.447" v="6121" actId="20577"/>
        <pc:sldMkLst>
          <pc:docMk/>
          <pc:sldMk cId="3588270143" sldId="311"/>
        </pc:sldMkLst>
        <pc:spChg chg="mod">
          <ac:chgData name="gfeldmantavani@frba.utn.edu.ar" userId="adb3c291-72d7-446e-9e97-002b34a24de3" providerId="ADAL" clId="{D3244F02-E523-4FF7-AAEB-61DF4B65F7CD}" dt="2020-03-29T22:20:41.447" v="6121" actId="20577"/>
          <ac:spMkLst>
            <pc:docMk/>
            <pc:sldMk cId="3588270143" sldId="311"/>
            <ac:spMk id="3" creationId="{A07C950F-75C6-4622-AFB6-0F1F53689936}"/>
          </ac:spMkLst>
        </pc:spChg>
      </pc:sldChg>
      <pc:sldChg chg="modSp add">
        <pc:chgData name="gfeldmantavani@frba.utn.edu.ar" userId="adb3c291-72d7-446e-9e97-002b34a24de3" providerId="ADAL" clId="{D3244F02-E523-4FF7-AAEB-61DF4B65F7CD}" dt="2020-03-29T22:25:58.762" v="6243" actId="20577"/>
        <pc:sldMkLst>
          <pc:docMk/>
          <pc:sldMk cId="3014997585" sldId="312"/>
        </pc:sldMkLst>
        <pc:spChg chg="mod">
          <ac:chgData name="gfeldmantavani@frba.utn.edu.ar" userId="adb3c291-72d7-446e-9e97-002b34a24de3" providerId="ADAL" clId="{D3244F02-E523-4FF7-AAEB-61DF4B65F7CD}" dt="2020-03-29T22:17:26.928" v="6086"/>
          <ac:spMkLst>
            <pc:docMk/>
            <pc:sldMk cId="3014997585" sldId="312"/>
            <ac:spMk id="2" creationId="{DFBF0D5B-839F-4DF1-B910-7D3A81E84DE0}"/>
          </ac:spMkLst>
        </pc:spChg>
        <pc:spChg chg="mod">
          <ac:chgData name="gfeldmantavani@frba.utn.edu.ar" userId="adb3c291-72d7-446e-9e97-002b34a24de3" providerId="ADAL" clId="{D3244F02-E523-4FF7-AAEB-61DF4B65F7CD}" dt="2020-03-29T22:25:58.762" v="6243" actId="20577"/>
          <ac:spMkLst>
            <pc:docMk/>
            <pc:sldMk cId="3014997585" sldId="312"/>
            <ac:spMk id="3" creationId="{A87BB836-B77D-4C9B-8E9C-41F1A2C8F631}"/>
          </ac:spMkLst>
        </pc:spChg>
      </pc:sldChg>
      <pc:sldChg chg="modSp add">
        <pc:chgData name="gfeldmantavani@frba.utn.edu.ar" userId="adb3c291-72d7-446e-9e97-002b34a24de3" providerId="ADAL" clId="{D3244F02-E523-4FF7-AAEB-61DF4B65F7CD}" dt="2020-03-29T22:52:56.092" v="6764" actId="21"/>
        <pc:sldMkLst>
          <pc:docMk/>
          <pc:sldMk cId="2975052693" sldId="313"/>
        </pc:sldMkLst>
        <pc:spChg chg="mod">
          <ac:chgData name="gfeldmantavani@frba.utn.edu.ar" userId="adb3c291-72d7-446e-9e97-002b34a24de3" providerId="ADAL" clId="{D3244F02-E523-4FF7-AAEB-61DF4B65F7CD}" dt="2020-03-29T22:26:17.694" v="6245"/>
          <ac:spMkLst>
            <pc:docMk/>
            <pc:sldMk cId="2975052693" sldId="313"/>
            <ac:spMk id="2" creationId="{E5D9250E-45B3-4B83-9F9C-E9DF1BE71F9F}"/>
          </ac:spMkLst>
        </pc:spChg>
        <pc:spChg chg="mod">
          <ac:chgData name="gfeldmantavani@frba.utn.edu.ar" userId="adb3c291-72d7-446e-9e97-002b34a24de3" providerId="ADAL" clId="{D3244F02-E523-4FF7-AAEB-61DF4B65F7CD}" dt="2020-03-29T22:52:56.092" v="6764" actId="21"/>
          <ac:spMkLst>
            <pc:docMk/>
            <pc:sldMk cId="2975052693" sldId="313"/>
            <ac:spMk id="3" creationId="{00D9FAB9-7925-490D-B38F-9AF2AE0C9900}"/>
          </ac:spMkLst>
        </pc:spChg>
      </pc:sldChg>
      <pc:sldChg chg="modSp add">
        <pc:chgData name="gfeldmantavani@frba.utn.edu.ar" userId="adb3c291-72d7-446e-9e97-002b34a24de3" providerId="ADAL" clId="{D3244F02-E523-4FF7-AAEB-61DF4B65F7CD}" dt="2020-03-29T22:42:00.455" v="6501"/>
        <pc:sldMkLst>
          <pc:docMk/>
          <pc:sldMk cId="368520331" sldId="314"/>
        </pc:sldMkLst>
        <pc:spChg chg="mod">
          <ac:chgData name="gfeldmantavani@frba.utn.edu.ar" userId="adb3c291-72d7-446e-9e97-002b34a24de3" providerId="ADAL" clId="{D3244F02-E523-4FF7-AAEB-61DF4B65F7CD}" dt="2020-03-29T22:32:58.141" v="6393" actId="20577"/>
          <ac:spMkLst>
            <pc:docMk/>
            <pc:sldMk cId="368520331" sldId="314"/>
            <ac:spMk id="2" creationId="{E5D9250E-45B3-4B83-9F9C-E9DF1BE71F9F}"/>
          </ac:spMkLst>
        </pc:spChg>
        <pc:spChg chg="mod">
          <ac:chgData name="gfeldmantavani@frba.utn.edu.ar" userId="adb3c291-72d7-446e-9e97-002b34a24de3" providerId="ADAL" clId="{D3244F02-E523-4FF7-AAEB-61DF4B65F7CD}" dt="2020-03-29T22:42:00.455" v="6501"/>
          <ac:spMkLst>
            <pc:docMk/>
            <pc:sldMk cId="368520331" sldId="314"/>
            <ac:spMk id="3" creationId="{00D9FAB9-7925-490D-B38F-9AF2AE0C9900}"/>
          </ac:spMkLst>
        </pc:spChg>
      </pc:sldChg>
      <pc:sldChg chg="modSp add">
        <pc:chgData name="gfeldmantavani@frba.utn.edu.ar" userId="adb3c291-72d7-446e-9e97-002b34a24de3" providerId="ADAL" clId="{D3244F02-E523-4FF7-AAEB-61DF4B65F7CD}" dt="2020-03-29T22:33:11.074" v="6414" actId="20577"/>
        <pc:sldMkLst>
          <pc:docMk/>
          <pc:sldMk cId="3776591060" sldId="315"/>
        </pc:sldMkLst>
        <pc:spChg chg="mod">
          <ac:chgData name="gfeldmantavani@frba.utn.edu.ar" userId="adb3c291-72d7-446e-9e97-002b34a24de3" providerId="ADAL" clId="{D3244F02-E523-4FF7-AAEB-61DF4B65F7CD}" dt="2020-03-29T22:33:11.074" v="6414" actId="20577"/>
          <ac:spMkLst>
            <pc:docMk/>
            <pc:sldMk cId="3776591060" sldId="315"/>
            <ac:spMk id="2" creationId="{69008E7B-8321-4698-9414-FA755C6E0D3F}"/>
          </ac:spMkLst>
        </pc:spChg>
      </pc:sldChg>
      <pc:sldChg chg="modSp add">
        <pc:chgData name="gfeldmantavani@frba.utn.edu.ar" userId="adb3c291-72d7-446e-9e97-002b34a24de3" providerId="ADAL" clId="{D3244F02-E523-4FF7-AAEB-61DF4B65F7CD}" dt="2020-03-29T22:48:56.209" v="6691" actId="20577"/>
        <pc:sldMkLst>
          <pc:docMk/>
          <pc:sldMk cId="535974368" sldId="316"/>
        </pc:sldMkLst>
        <pc:spChg chg="mod">
          <ac:chgData name="gfeldmantavani@frba.utn.edu.ar" userId="adb3c291-72d7-446e-9e97-002b34a24de3" providerId="ADAL" clId="{D3244F02-E523-4FF7-AAEB-61DF4B65F7CD}" dt="2020-03-29T22:48:56.209" v="6691" actId="20577"/>
          <ac:spMkLst>
            <pc:docMk/>
            <pc:sldMk cId="535974368" sldId="316"/>
            <ac:spMk id="3" creationId="{00D9FAB9-7925-490D-B38F-9AF2AE0C9900}"/>
          </ac:spMkLst>
        </pc:spChg>
      </pc:sldChg>
      <pc:sldChg chg="modSp add del">
        <pc:chgData name="gfeldmantavani@frba.utn.edu.ar" userId="adb3c291-72d7-446e-9e97-002b34a24de3" providerId="ADAL" clId="{D3244F02-E523-4FF7-AAEB-61DF4B65F7CD}" dt="2020-03-29T22:49:35.421" v="6714" actId="47"/>
        <pc:sldMkLst>
          <pc:docMk/>
          <pc:sldMk cId="323790452" sldId="317"/>
        </pc:sldMkLst>
        <pc:spChg chg="mod">
          <ac:chgData name="gfeldmantavani@frba.utn.edu.ar" userId="adb3c291-72d7-446e-9e97-002b34a24de3" providerId="ADAL" clId="{D3244F02-E523-4FF7-AAEB-61DF4B65F7CD}" dt="2020-03-29T22:49:29.671" v="6713" actId="20577"/>
          <ac:spMkLst>
            <pc:docMk/>
            <pc:sldMk cId="323790452" sldId="317"/>
            <ac:spMk id="2" creationId="{69008E7B-8321-4698-9414-FA755C6E0D3F}"/>
          </ac:spMkLst>
        </pc:spChg>
      </pc:sldChg>
      <pc:sldChg chg="modSp add ord">
        <pc:chgData name="gfeldmantavani@frba.utn.edu.ar" userId="adb3c291-72d7-446e-9e97-002b34a24de3" providerId="ADAL" clId="{D3244F02-E523-4FF7-AAEB-61DF4B65F7CD}" dt="2020-03-29T22:57:28.835" v="6849" actId="27636"/>
        <pc:sldMkLst>
          <pc:docMk/>
          <pc:sldMk cId="2206142937" sldId="317"/>
        </pc:sldMkLst>
        <pc:spChg chg="mod">
          <ac:chgData name="gfeldmantavani@frba.utn.edu.ar" userId="adb3c291-72d7-446e-9e97-002b34a24de3" providerId="ADAL" clId="{D3244F02-E523-4FF7-AAEB-61DF4B65F7CD}" dt="2020-03-29T22:53:05.266" v="6766"/>
          <ac:spMkLst>
            <pc:docMk/>
            <pc:sldMk cId="2206142937" sldId="317"/>
            <ac:spMk id="2" creationId="{1E2BFC86-22CA-442E-A3EB-9A04AC962707}"/>
          </ac:spMkLst>
        </pc:spChg>
        <pc:spChg chg="mod">
          <ac:chgData name="gfeldmantavani@frba.utn.edu.ar" userId="adb3c291-72d7-446e-9e97-002b34a24de3" providerId="ADAL" clId="{D3244F02-E523-4FF7-AAEB-61DF4B65F7CD}" dt="2020-03-29T22:57:28.835" v="6849" actId="27636"/>
          <ac:spMkLst>
            <pc:docMk/>
            <pc:sldMk cId="2206142937" sldId="317"/>
            <ac:spMk id="3" creationId="{2DA1574E-82F2-45C1-9827-7BA148D9B65B}"/>
          </ac:spMkLst>
        </pc:spChg>
      </pc:sldChg>
      <pc:sldChg chg="modSp add">
        <pc:chgData name="gfeldmantavani@frba.utn.edu.ar" userId="adb3c291-72d7-446e-9e97-002b34a24de3" providerId="ADAL" clId="{D3244F02-E523-4FF7-AAEB-61DF4B65F7CD}" dt="2020-03-29T23:03:53.846" v="7275" actId="20577"/>
        <pc:sldMkLst>
          <pc:docMk/>
          <pc:sldMk cId="4000371382" sldId="318"/>
        </pc:sldMkLst>
        <pc:spChg chg="mod">
          <ac:chgData name="gfeldmantavani@frba.utn.edu.ar" userId="adb3c291-72d7-446e-9e97-002b34a24de3" providerId="ADAL" clId="{D3244F02-E523-4FF7-AAEB-61DF4B65F7CD}" dt="2020-03-29T23:02:12.010" v="6902" actId="20577"/>
          <ac:spMkLst>
            <pc:docMk/>
            <pc:sldMk cId="4000371382" sldId="318"/>
            <ac:spMk id="2" creationId="{7128E2B2-A4F9-4473-AD87-29E7F52F8C0B}"/>
          </ac:spMkLst>
        </pc:spChg>
        <pc:spChg chg="mod">
          <ac:chgData name="gfeldmantavani@frba.utn.edu.ar" userId="adb3c291-72d7-446e-9e97-002b34a24de3" providerId="ADAL" clId="{D3244F02-E523-4FF7-AAEB-61DF4B65F7CD}" dt="2020-03-29T23:03:53.846" v="7275" actId="20577"/>
          <ac:spMkLst>
            <pc:docMk/>
            <pc:sldMk cId="4000371382" sldId="318"/>
            <ac:spMk id="3" creationId="{8AFD6004-7EB4-4944-A595-9D18CFE3156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9/4/2023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4408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9/4/2023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06772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5059C3-6A89-4494-99FF-5A4D6FFD50EB}" type="datetimeFigureOut">
              <a:rPr lang="en-US" smtClean="0"/>
              <a:t>9/4/2023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3973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9/4/2023</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33294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9/4/2023</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110434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9/4/2023</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3262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21D9284-D300-4297-87F7-E791DCC15DB1}" type="datetimeFigureOut">
              <a:rPr lang="en-US" smtClean="0"/>
              <a:t>9/4/2023</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911443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7D525BB-DA17-4BA0-B3C8-3AC3ABC827E6}" type="datetimeFigureOut">
              <a:rPr lang="en-US" smtClean="0"/>
              <a:t>9/4/2023</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
              </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502372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16C4C9A-3960-41CF-A4E9-2A8FB932454B}" type="datetimeFigureOut">
              <a:rPr lang="en-US" smtClean="0"/>
              <a:t>9/4/2023</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22252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9/4/2023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826561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9/4/2023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047234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CBC1C18-307B-4F68-A007-B5B542270E8D}" type="datetimeFigureOut">
              <a:rPr lang="en-US" smtClean="0"/>
              <a:t>9/4/2023</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
              </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pPr/>
              <a:t>‹Nº›</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1135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4.emf"/><Relationship Id="rId7" Type="http://schemas.openxmlformats.org/officeDocument/2006/relationships/image" Target="../media/image5.emf"/><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7" Type="http://schemas.openxmlformats.org/officeDocument/2006/relationships/image" Target="../media/image16.emf"/><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5.emf"/><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package" Target="../embeddings/Microsoft_Visio_Drawing.vsdx"/><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B18EE6-1725-465A-86D2-20F0C3038DCD}"/>
              </a:ext>
            </a:extLst>
          </p:cNvPr>
          <p:cNvSpPr>
            <a:spLocks noGrp="1"/>
          </p:cNvSpPr>
          <p:nvPr>
            <p:ph type="ctrTitle"/>
          </p:nvPr>
        </p:nvSpPr>
        <p:spPr/>
        <p:txBody>
          <a:bodyPr/>
          <a:lstStyle/>
          <a:p>
            <a:r>
              <a:rPr lang="en-GB" dirty="0" err="1"/>
              <a:t>Guía</a:t>
            </a:r>
            <a:r>
              <a:rPr lang="en-GB" dirty="0"/>
              <a:t> </a:t>
            </a:r>
            <a:r>
              <a:rPr lang="en-GB" dirty="0" err="1"/>
              <a:t>resolución</a:t>
            </a:r>
            <a:r>
              <a:rPr lang="en-GB" dirty="0"/>
              <a:t> TP1</a:t>
            </a:r>
          </a:p>
        </p:txBody>
      </p:sp>
      <p:sp>
        <p:nvSpPr>
          <p:cNvPr id="3" name="Subtítulo 2">
            <a:extLst>
              <a:ext uri="{FF2B5EF4-FFF2-40B4-BE49-F238E27FC236}">
                <a16:creationId xmlns:a16="http://schemas.microsoft.com/office/drawing/2014/main" id="{5525F1C9-CE8C-4309-87CD-9403204B6C84}"/>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777486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33FCEE-A152-4A17-BC3D-CB559F9DABC2}"/>
              </a:ext>
            </a:extLst>
          </p:cNvPr>
          <p:cNvSpPr>
            <a:spLocks noGrp="1"/>
          </p:cNvSpPr>
          <p:nvPr>
            <p:ph type="title"/>
          </p:nvPr>
        </p:nvSpPr>
        <p:spPr/>
        <p:txBody>
          <a:bodyPr/>
          <a:lstStyle/>
          <a:p>
            <a:r>
              <a:rPr lang="es-AR" dirty="0"/>
              <a:t>Esquema de la instalación</a:t>
            </a:r>
          </a:p>
        </p:txBody>
      </p:sp>
      <p:sp>
        <p:nvSpPr>
          <p:cNvPr id="6" name="Rectangle 4">
            <a:extLst>
              <a:ext uri="{FF2B5EF4-FFF2-40B4-BE49-F238E27FC236}">
                <a16:creationId xmlns:a16="http://schemas.microsoft.com/office/drawing/2014/main" id="{5DEE3B28-7D44-4EED-8B25-83DBC33FFBCF}"/>
              </a:ext>
            </a:extLst>
          </p:cNvPr>
          <p:cNvSpPr>
            <a:spLocks noChangeArrowheads="1"/>
          </p:cNvSpPr>
          <p:nvPr/>
        </p:nvSpPr>
        <p:spPr bwMode="auto">
          <a:xfrm>
            <a:off x="508949" y="1737358"/>
            <a:ext cx="119336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AR"/>
          </a:p>
        </p:txBody>
      </p:sp>
      <p:graphicFrame>
        <p:nvGraphicFramePr>
          <p:cNvPr id="7" name="Objeto 6">
            <a:extLst>
              <a:ext uri="{FF2B5EF4-FFF2-40B4-BE49-F238E27FC236}">
                <a16:creationId xmlns:a16="http://schemas.microsoft.com/office/drawing/2014/main" id="{C50E4EDA-7FA2-48CB-A5BA-0B82480EEFF1}"/>
              </a:ext>
            </a:extLst>
          </p:cNvPr>
          <p:cNvGraphicFramePr>
            <a:graphicFrameLocks noChangeAspect="1"/>
          </p:cNvGraphicFramePr>
          <p:nvPr>
            <p:extLst>
              <p:ext uri="{D42A27DB-BD31-4B8C-83A1-F6EECF244321}">
                <p14:modId xmlns:p14="http://schemas.microsoft.com/office/powerpoint/2010/main" val="1750597175"/>
              </p:ext>
            </p:extLst>
          </p:nvPr>
        </p:nvGraphicFramePr>
        <p:xfrm>
          <a:off x="1004517" y="1737360"/>
          <a:ext cx="10339346" cy="4670886"/>
        </p:xfrm>
        <a:graphic>
          <a:graphicData uri="http://schemas.openxmlformats.org/presentationml/2006/ole">
            <mc:AlternateContent xmlns:mc="http://schemas.openxmlformats.org/markup-compatibility/2006">
              <mc:Choice xmlns:v="urn:schemas-microsoft-com:vml" Requires="v">
                <p:oleObj name="Visio" r:id="rId2" imgW="10965065" imgH="4949319" progId="Visio.Drawing.11">
                  <p:embed/>
                </p:oleObj>
              </mc:Choice>
              <mc:Fallback>
                <p:oleObj name="Visio" r:id="rId2" imgW="10965065" imgH="4949319" progId="Visio.Drawing.11">
                  <p:embed/>
                  <p:pic>
                    <p:nvPicPr>
                      <p:cNvPr id="7" name="Objeto 6">
                        <a:extLst>
                          <a:ext uri="{FF2B5EF4-FFF2-40B4-BE49-F238E27FC236}">
                            <a16:creationId xmlns:a16="http://schemas.microsoft.com/office/drawing/2014/main" id="{C50E4EDA-7FA2-48CB-A5BA-0B82480EEF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517" y="1737360"/>
                        <a:ext cx="10339346" cy="4670886"/>
                      </a:xfrm>
                      <a:prstGeom prst="rect">
                        <a:avLst/>
                      </a:prstGeom>
                      <a:noFill/>
                    </p:spPr>
                  </p:pic>
                </p:oleObj>
              </mc:Fallback>
            </mc:AlternateContent>
          </a:graphicData>
        </a:graphic>
      </p:graphicFrame>
    </p:spTree>
    <p:extLst>
      <p:ext uri="{BB962C8B-B14F-4D97-AF65-F5344CB8AC3E}">
        <p14:creationId xmlns:p14="http://schemas.microsoft.com/office/powerpoint/2010/main" val="2978706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22307B-95AD-4E8A-B255-800A6B97B9AC}"/>
              </a:ext>
            </a:extLst>
          </p:cNvPr>
          <p:cNvSpPr>
            <a:spLocks noGrp="1"/>
          </p:cNvSpPr>
          <p:nvPr>
            <p:ph type="title"/>
          </p:nvPr>
        </p:nvSpPr>
        <p:spPr/>
        <p:txBody>
          <a:bodyPr/>
          <a:lstStyle/>
          <a:p>
            <a:r>
              <a:rPr lang="es-AR" dirty="0"/>
              <a:t>Línea de succión</a:t>
            </a:r>
          </a:p>
        </p:txBody>
      </p:sp>
      <p:sp>
        <p:nvSpPr>
          <p:cNvPr id="3" name="Marcador de texto 2">
            <a:extLst>
              <a:ext uri="{FF2B5EF4-FFF2-40B4-BE49-F238E27FC236}">
                <a16:creationId xmlns:a16="http://schemas.microsoft.com/office/drawing/2014/main" id="{BCF2DBA1-2682-4AFC-AAB2-885DFBF25050}"/>
              </a:ext>
            </a:extLst>
          </p:cNvPr>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2302504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E08EE6-A9BC-4808-9DC5-4B5DF40E6B8D}"/>
              </a:ext>
            </a:extLst>
          </p:cNvPr>
          <p:cNvSpPr>
            <a:spLocks noGrp="1"/>
          </p:cNvSpPr>
          <p:nvPr>
            <p:ph type="title"/>
          </p:nvPr>
        </p:nvSpPr>
        <p:spPr/>
        <p:txBody>
          <a:bodyPr/>
          <a:lstStyle/>
          <a:p>
            <a:r>
              <a:rPr lang="es-AR" dirty="0"/>
              <a:t>Línea de succión (tramo 1–2)</a:t>
            </a:r>
          </a:p>
        </p:txBody>
      </p:sp>
      <p:pic>
        <p:nvPicPr>
          <p:cNvPr id="5" name="Marcador de contenido 4">
            <a:extLst>
              <a:ext uri="{FF2B5EF4-FFF2-40B4-BE49-F238E27FC236}">
                <a16:creationId xmlns:a16="http://schemas.microsoft.com/office/drawing/2014/main" id="{20A76AB5-D6CD-4C54-A187-DE7DEE65B0BE}"/>
              </a:ext>
            </a:extLst>
          </p:cNvPr>
          <p:cNvPicPr>
            <a:picLocks noGrp="1" noChangeAspect="1"/>
          </p:cNvPicPr>
          <p:nvPr>
            <p:ph sz="half" idx="1"/>
          </p:nvPr>
        </p:nvPicPr>
        <p:blipFill>
          <a:blip r:embed="rId2"/>
          <a:stretch>
            <a:fillRect/>
          </a:stretch>
        </p:blipFill>
        <p:spPr>
          <a:xfrm>
            <a:off x="1042283" y="2411897"/>
            <a:ext cx="4997458" cy="2862468"/>
          </a:xfrm>
          <a:prstGeom prst="rect">
            <a:avLst/>
          </a:prstGeom>
        </p:spPr>
      </p:pic>
      <p:sp>
        <p:nvSpPr>
          <p:cNvPr id="4" name="Marcador de contenido 3">
            <a:extLst>
              <a:ext uri="{FF2B5EF4-FFF2-40B4-BE49-F238E27FC236}">
                <a16:creationId xmlns:a16="http://schemas.microsoft.com/office/drawing/2014/main" id="{920F6F81-E834-40F4-8CBC-31F66BF0A9C7}"/>
              </a:ext>
            </a:extLst>
          </p:cNvPr>
          <p:cNvSpPr>
            <a:spLocks noGrp="1"/>
          </p:cNvSpPr>
          <p:nvPr>
            <p:ph sz="half" idx="2"/>
          </p:nvPr>
        </p:nvSpPr>
        <p:spPr/>
        <p:txBody>
          <a:bodyPr/>
          <a:lstStyle/>
          <a:p>
            <a:r>
              <a:rPr lang="es-AR" dirty="0"/>
              <a:t>Punto 1:</a:t>
            </a:r>
          </a:p>
          <a:p>
            <a:r>
              <a:rPr lang="es-AR" dirty="0"/>
              <a:t>Velocidad v</a:t>
            </a:r>
            <a:r>
              <a:rPr lang="es-AR" baseline="-25000" dirty="0"/>
              <a:t>1</a:t>
            </a:r>
            <a:r>
              <a:rPr lang="es-AR" dirty="0"/>
              <a:t> = se asume 0m/</a:t>
            </a:r>
            <a:r>
              <a:rPr lang="es-AR" dirty="0" err="1"/>
              <a:t>seg</a:t>
            </a:r>
            <a:endParaRPr lang="es-AR" dirty="0"/>
          </a:p>
          <a:p>
            <a:r>
              <a:rPr lang="es-AR" dirty="0"/>
              <a:t>Presión p</a:t>
            </a:r>
            <a:r>
              <a:rPr lang="es-AR" baseline="-25000" dirty="0"/>
              <a:t>1</a:t>
            </a:r>
            <a:r>
              <a:rPr lang="es-AR" dirty="0"/>
              <a:t> = atmosférica</a:t>
            </a:r>
          </a:p>
          <a:p>
            <a:endParaRPr lang="es-AR" dirty="0"/>
          </a:p>
          <a:p>
            <a:r>
              <a:rPr lang="es-AR" dirty="0"/>
              <a:t>Punto 2 (a la entrada del rodete de la bomba):</a:t>
            </a:r>
          </a:p>
          <a:p>
            <a:r>
              <a:rPr lang="es-AR" dirty="0"/>
              <a:t>Velocidad v</a:t>
            </a:r>
            <a:r>
              <a:rPr lang="es-AR" baseline="-25000" dirty="0"/>
              <a:t>2</a:t>
            </a:r>
            <a:r>
              <a:rPr lang="es-AR" dirty="0"/>
              <a:t> = desconocida</a:t>
            </a:r>
          </a:p>
          <a:p>
            <a:r>
              <a:rPr lang="es-AR" dirty="0"/>
              <a:t>Presión p</a:t>
            </a:r>
            <a:r>
              <a:rPr lang="es-AR" baseline="-25000" dirty="0"/>
              <a:t>2</a:t>
            </a:r>
            <a:r>
              <a:rPr lang="es-AR" dirty="0"/>
              <a:t> = desconocida</a:t>
            </a:r>
          </a:p>
        </p:txBody>
      </p:sp>
    </p:spTree>
    <p:extLst>
      <p:ext uri="{BB962C8B-B14F-4D97-AF65-F5344CB8AC3E}">
        <p14:creationId xmlns:p14="http://schemas.microsoft.com/office/powerpoint/2010/main" val="389099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8CA6D3-704F-4E67-8276-1F303757BECB}"/>
              </a:ext>
            </a:extLst>
          </p:cNvPr>
          <p:cNvSpPr>
            <a:spLocks noGrp="1"/>
          </p:cNvSpPr>
          <p:nvPr>
            <p:ph type="title"/>
          </p:nvPr>
        </p:nvSpPr>
        <p:spPr/>
        <p:txBody>
          <a:bodyPr/>
          <a:lstStyle/>
          <a:p>
            <a:r>
              <a:rPr lang="es-AR" dirty="0"/>
              <a:t>Línea de succión (tramo 1–2)</a:t>
            </a:r>
          </a:p>
        </p:txBody>
      </p:sp>
      <p:sp>
        <p:nvSpPr>
          <p:cNvPr id="4" name="Marcador de contenido 3">
            <a:extLst>
              <a:ext uri="{FF2B5EF4-FFF2-40B4-BE49-F238E27FC236}">
                <a16:creationId xmlns:a16="http://schemas.microsoft.com/office/drawing/2014/main" id="{2015713D-F921-4006-8AE7-8F510698F811}"/>
              </a:ext>
            </a:extLst>
          </p:cNvPr>
          <p:cNvSpPr>
            <a:spLocks noGrp="1"/>
          </p:cNvSpPr>
          <p:nvPr>
            <p:ph sz="half" idx="2"/>
          </p:nvPr>
        </p:nvSpPr>
        <p:spPr/>
        <p:txBody>
          <a:bodyPr/>
          <a:lstStyle/>
          <a:p>
            <a:r>
              <a:rPr lang="es-AR" dirty="0"/>
              <a:t>Datos:</a:t>
            </a:r>
          </a:p>
          <a:p>
            <a:r>
              <a:rPr lang="es-AR" dirty="0"/>
              <a:t>Caudal Q = 235gpm (galones por minuto)</a:t>
            </a:r>
          </a:p>
          <a:p>
            <a:r>
              <a:rPr lang="es-AR" dirty="0"/>
              <a:t>Largo línea de succión L</a:t>
            </a:r>
            <a:r>
              <a:rPr lang="es-AR" baseline="-25000" dirty="0"/>
              <a:t>1</a:t>
            </a:r>
            <a:r>
              <a:rPr lang="es-AR" dirty="0"/>
              <a:t> = 12ft (pies) #SCH40</a:t>
            </a:r>
          </a:p>
          <a:p>
            <a:r>
              <a:rPr lang="es-AR" dirty="0"/>
              <a:t>Diámetro </a:t>
            </a:r>
            <a:r>
              <a:rPr lang="es-AR" b="1" i="1" dirty="0"/>
              <a:t>NOMINAL</a:t>
            </a:r>
            <a:r>
              <a:rPr lang="es-AR" dirty="0"/>
              <a:t> línea de succión </a:t>
            </a:r>
            <a:r>
              <a:rPr lang="es-AR" dirty="0">
                <a:latin typeface="Symbol" panose="05050102010706020507" pitchFamily="18" charset="2"/>
              </a:rPr>
              <a:t>f</a:t>
            </a:r>
            <a:r>
              <a:rPr lang="es-AR" baseline="-25000" dirty="0"/>
              <a:t>1 </a:t>
            </a:r>
            <a:r>
              <a:rPr lang="es-AR" dirty="0"/>
              <a:t>= 5in (pulgadas)</a:t>
            </a:r>
          </a:p>
          <a:p>
            <a:r>
              <a:rPr lang="es-AR" dirty="0"/>
              <a:t>Altura espejo de agua z</a:t>
            </a:r>
            <a:r>
              <a:rPr lang="es-AR" baseline="-25000" dirty="0"/>
              <a:t>1</a:t>
            </a:r>
            <a:r>
              <a:rPr lang="es-AR" dirty="0"/>
              <a:t> = 4.5ft</a:t>
            </a:r>
          </a:p>
          <a:p>
            <a:r>
              <a:rPr lang="es-AR" dirty="0"/>
              <a:t>Temperatura del fluido = 180°F</a:t>
            </a:r>
          </a:p>
        </p:txBody>
      </p:sp>
      <p:pic>
        <p:nvPicPr>
          <p:cNvPr id="9" name="Marcador de contenido 4">
            <a:extLst>
              <a:ext uri="{FF2B5EF4-FFF2-40B4-BE49-F238E27FC236}">
                <a16:creationId xmlns:a16="http://schemas.microsoft.com/office/drawing/2014/main" id="{3BC48E1F-02A6-46AB-A776-D1A253E35877}"/>
              </a:ext>
            </a:extLst>
          </p:cNvPr>
          <p:cNvPicPr>
            <a:picLocks noGrp="1" noChangeAspect="1"/>
          </p:cNvPicPr>
          <p:nvPr>
            <p:ph sz="half" idx="1"/>
          </p:nvPr>
        </p:nvPicPr>
        <p:blipFill>
          <a:blip r:embed="rId2"/>
          <a:stretch>
            <a:fillRect/>
          </a:stretch>
        </p:blipFill>
        <p:spPr>
          <a:xfrm>
            <a:off x="1048799" y="2411897"/>
            <a:ext cx="4996641" cy="2862000"/>
          </a:xfrm>
          <a:prstGeom prst="rect">
            <a:avLst/>
          </a:prstGeom>
        </p:spPr>
      </p:pic>
    </p:spTree>
    <p:extLst>
      <p:ext uri="{BB962C8B-B14F-4D97-AF65-F5344CB8AC3E}">
        <p14:creationId xmlns:p14="http://schemas.microsoft.com/office/powerpoint/2010/main" val="3834803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Aplicando la ecuación de la energía entre 1 y 2:</a:t>
                </a:r>
              </a:p>
              <a:p>
                <a:endParaRPr lang="es-AR" dirty="0"/>
              </a:p>
              <a:p>
                <a14:m>
                  <m:oMath xmlns:m="http://schemas.openxmlformats.org/officeDocument/2006/math">
                    <m:f>
                      <m:fPr>
                        <m:ctrlPr>
                          <a:rPr lang="es-AR" sz="2400" i="1" smtClean="0">
                            <a:latin typeface="Cambria Math" panose="02040503050406030204" pitchFamily="18" charset="0"/>
                          </a:rPr>
                        </m:ctrlPr>
                      </m:fPr>
                      <m:num>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𝑝</m:t>
                            </m:r>
                          </m:e>
                          <m:sub>
                            <m:r>
                              <a:rPr lang="es-AR" sz="2400" b="0" i="1" smtClean="0">
                                <a:latin typeface="Cambria Math" panose="02040503050406030204" pitchFamily="18" charset="0"/>
                              </a:rPr>
                              <m:t>1</m:t>
                            </m:r>
                          </m:sub>
                        </m:sSub>
                      </m:num>
                      <m:den>
                        <m:r>
                          <a:rPr lang="es-AR" sz="2400" i="1" smtClean="0">
                            <a:latin typeface="Cambria Math" panose="02040503050406030204" pitchFamily="18" charset="0"/>
                            <a:ea typeface="Cambria Math" panose="02040503050406030204" pitchFamily="18" charset="0"/>
                          </a:rPr>
                          <m:t>𝛾</m:t>
                        </m:r>
                      </m:den>
                    </m:f>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𝑧</m:t>
                        </m:r>
                      </m:e>
                      <m:sub>
                        <m:r>
                          <a:rPr lang="es-AR" sz="2400" b="0" i="1" smtClean="0">
                            <a:latin typeface="Cambria Math" panose="02040503050406030204" pitchFamily="18" charset="0"/>
                          </a:rPr>
                          <m:t>1</m:t>
                        </m:r>
                      </m:sub>
                    </m:sSub>
                    <m:r>
                      <a:rPr lang="es-AR" sz="2400" b="0" i="1" smtClean="0">
                        <a:latin typeface="Cambria Math" panose="02040503050406030204" pitchFamily="18" charset="0"/>
                      </a:rPr>
                      <m:t>+</m:t>
                    </m:r>
                    <m:f>
                      <m:fPr>
                        <m:ctrlPr>
                          <a:rPr lang="es-AR" sz="2400" i="1">
                            <a:latin typeface="Cambria Math" panose="02040503050406030204" pitchFamily="18" charset="0"/>
                          </a:rPr>
                        </m:ctrlPr>
                      </m:fPr>
                      <m:num>
                        <m:sSup>
                          <m:sSupPr>
                            <m:ctrlPr>
                              <a:rPr lang="es-AR" sz="2400" i="1" smtClean="0">
                                <a:latin typeface="Cambria Math" panose="02040503050406030204" pitchFamily="18" charset="0"/>
                              </a:rPr>
                            </m:ctrlPr>
                          </m:sSupPr>
                          <m:e>
                            <m:d>
                              <m:dPr>
                                <m:ctrlPr>
                                  <a:rPr lang="es-AR" sz="2400" i="1" smtClean="0">
                                    <a:latin typeface="Cambria Math" panose="02040503050406030204" pitchFamily="18" charset="0"/>
                                  </a:rPr>
                                </m:ctrlPr>
                              </m:dPr>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𝑣</m:t>
                                    </m:r>
                                  </m:e>
                                  <m:sub>
                                    <m:r>
                                      <a:rPr lang="es-AR" sz="2400" b="0" i="1" smtClean="0">
                                        <a:latin typeface="Cambria Math" panose="02040503050406030204" pitchFamily="18" charset="0"/>
                                      </a:rPr>
                                      <m:t>1</m:t>
                                    </m:r>
                                  </m:sub>
                                </m:sSub>
                              </m:e>
                            </m:d>
                          </m:e>
                          <m:sup>
                            <m:r>
                              <a:rPr lang="es-AR" sz="2400" b="0" i="1" smtClean="0">
                                <a:latin typeface="Cambria Math" panose="02040503050406030204" pitchFamily="18" charset="0"/>
                              </a:rPr>
                              <m:t>2</m:t>
                            </m:r>
                          </m:sup>
                        </m:sSup>
                      </m:num>
                      <m:den>
                        <m:r>
                          <a:rPr lang="es-AR" sz="2400" b="0" i="1" smtClean="0">
                            <a:latin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𝑔</m:t>
                        </m:r>
                      </m:den>
                    </m:f>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h</m:t>
                        </m:r>
                      </m:e>
                      <m:sub>
                        <m:r>
                          <a:rPr lang="es-AR" sz="2400" b="0" i="1" smtClean="0">
                            <a:latin typeface="Cambria Math" panose="02040503050406030204" pitchFamily="18" charset="0"/>
                            <a:ea typeface="Cambria Math" panose="02040503050406030204" pitchFamily="18" charset="0"/>
                          </a:rPr>
                          <m:t>𝐵</m:t>
                        </m:r>
                      </m:sub>
                    </m:sSub>
                    <m:r>
                      <a:rPr lang="es-AR" sz="2400" b="0" i="1" smtClean="0">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b="0" i="1" smtClean="0">
                                <a:latin typeface="Cambria Math" panose="02040503050406030204" pitchFamily="18" charset="0"/>
                              </a:rPr>
                              <m:t>𝑝</m:t>
                            </m:r>
                          </m:e>
                          <m:sub>
                            <m:r>
                              <a:rPr lang="es-AR" sz="2400" b="0" i="1" smtClean="0">
                                <a:latin typeface="Cambria Math" panose="02040503050406030204" pitchFamily="18" charset="0"/>
                              </a:rPr>
                              <m:t>2</m:t>
                            </m:r>
                          </m:sub>
                        </m:sSub>
                      </m:num>
                      <m:den>
                        <m:r>
                          <a:rPr lang="es-AR" sz="2400" i="1">
                            <a:latin typeface="Cambria Math" panose="02040503050406030204" pitchFamily="18" charset="0"/>
                            <a:ea typeface="Cambria Math" panose="02040503050406030204" pitchFamily="18" charset="0"/>
                          </a:rPr>
                          <m:t>𝛾</m:t>
                        </m:r>
                      </m:den>
                    </m:f>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b="0" i="1" smtClean="0">
                            <a:latin typeface="Cambria Math" panose="02040503050406030204" pitchFamily="18" charset="0"/>
                          </a:rPr>
                          <m:t>2</m:t>
                        </m:r>
                      </m:sub>
                    </m:sSub>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b="0" i="1" smtClean="0">
                                        <a:latin typeface="Cambria Math" panose="02040503050406030204" pitchFamily="18" charset="0"/>
                                      </a:rPr>
                                      <m:t>2</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b="0" i="1" smtClean="0">
                            <a:latin typeface="Cambria Math" panose="02040503050406030204" pitchFamily="18" charset="0"/>
                            <a:ea typeface="Cambria Math" panose="02040503050406030204" pitchFamily="18" charset="0"/>
                          </a:rPr>
                          <m:t>𝑇</m:t>
                        </m:r>
                      </m:sub>
                    </m:sSub>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𝐽</m:t>
                        </m:r>
                      </m:e>
                      <m:sub>
                        <m:r>
                          <a:rPr lang="es-AR" sz="2400" b="0" i="1" smtClean="0">
                            <a:latin typeface="Cambria Math" panose="02040503050406030204" pitchFamily="18" charset="0"/>
                            <a:ea typeface="Cambria Math" panose="02040503050406030204" pitchFamily="18" charset="0"/>
                          </a:rPr>
                          <m:t>1−2</m:t>
                        </m:r>
                      </m:sub>
                    </m:sSub>
                  </m:oMath>
                </a14:m>
                <a:endParaRPr lang="es-AR" dirty="0"/>
              </a:p>
              <a:p>
                <a:endParaRPr lang="es-AR" dirty="0"/>
              </a:p>
              <a:p>
                <a:r>
                  <a:rPr lang="es-AR" dirty="0"/>
                  <a:t>p</a:t>
                </a:r>
                <a:r>
                  <a:rPr lang="es-AR" baseline="-25000" dirty="0"/>
                  <a:t>1</a:t>
                </a:r>
                <a:r>
                  <a:rPr lang="es-AR" dirty="0"/>
                  <a:t> = 0		v</a:t>
                </a:r>
                <a:r>
                  <a:rPr lang="es-AR" baseline="-25000" dirty="0"/>
                  <a:t>1</a:t>
                </a:r>
                <a:r>
                  <a:rPr lang="es-AR" dirty="0"/>
                  <a:t> = 0		z</a:t>
                </a:r>
                <a:r>
                  <a:rPr lang="es-AR" baseline="-25000" dirty="0"/>
                  <a:t>2</a:t>
                </a:r>
                <a:r>
                  <a:rPr lang="es-AR" dirty="0"/>
                  <a:t> = 0		</a:t>
                </a:r>
                <a:r>
                  <a:rPr lang="es-AR" dirty="0" err="1"/>
                  <a:t>h</a:t>
                </a:r>
                <a:r>
                  <a:rPr lang="es-AR" baseline="-25000" dirty="0" err="1"/>
                  <a:t>T</a:t>
                </a:r>
                <a:r>
                  <a:rPr lang="es-AR" dirty="0"/>
                  <a:t> = 0		 </a:t>
                </a:r>
                <a:r>
                  <a:rPr lang="es-AR" dirty="0" err="1"/>
                  <a:t>h</a:t>
                </a:r>
                <a:r>
                  <a:rPr lang="es-AR" baseline="-25000" dirty="0" err="1"/>
                  <a:t>B</a:t>
                </a:r>
                <a:r>
                  <a:rPr lang="es-AR" dirty="0"/>
                  <a:t> = 0</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cxnSp>
        <p:nvCxnSpPr>
          <p:cNvPr id="5" name="Conector recto 4">
            <a:extLst>
              <a:ext uri="{FF2B5EF4-FFF2-40B4-BE49-F238E27FC236}">
                <a16:creationId xmlns:a16="http://schemas.microsoft.com/office/drawing/2014/main" id="{FB5BB007-6B8A-4789-8014-F3E31E1DD3C0}"/>
              </a:ext>
            </a:extLst>
          </p:cNvPr>
          <p:cNvCxnSpPr/>
          <p:nvPr/>
        </p:nvCxnSpPr>
        <p:spPr>
          <a:xfrm flipV="1">
            <a:off x="1097280" y="2769704"/>
            <a:ext cx="347207" cy="659296"/>
          </a:xfrm>
          <a:prstGeom prst="line">
            <a:avLst/>
          </a:prstGeom>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5553D4B8-89D1-492E-BE3E-4D866B099FB6}"/>
              </a:ext>
            </a:extLst>
          </p:cNvPr>
          <p:cNvCxnSpPr/>
          <p:nvPr/>
        </p:nvCxnSpPr>
        <p:spPr>
          <a:xfrm flipV="1">
            <a:off x="2521888" y="2766391"/>
            <a:ext cx="347207" cy="659296"/>
          </a:xfrm>
          <a:prstGeom prst="line">
            <a:avLst/>
          </a:prstGeom>
        </p:spPr>
        <p:style>
          <a:lnRef idx="1">
            <a:schemeClr val="dk1"/>
          </a:lnRef>
          <a:fillRef idx="0">
            <a:schemeClr val="dk1"/>
          </a:fillRef>
          <a:effectRef idx="0">
            <a:schemeClr val="dk1"/>
          </a:effectRef>
          <a:fontRef idx="minor">
            <a:schemeClr val="tx1"/>
          </a:fontRef>
        </p:style>
      </p:cxnSp>
      <p:cxnSp>
        <p:nvCxnSpPr>
          <p:cNvPr id="11" name="Conector recto 10">
            <a:extLst>
              <a:ext uri="{FF2B5EF4-FFF2-40B4-BE49-F238E27FC236}">
                <a16:creationId xmlns:a16="http://schemas.microsoft.com/office/drawing/2014/main" id="{780325B4-EED0-410D-B784-4028E586CA13}"/>
              </a:ext>
            </a:extLst>
          </p:cNvPr>
          <p:cNvCxnSpPr/>
          <p:nvPr/>
        </p:nvCxnSpPr>
        <p:spPr>
          <a:xfrm flipV="1">
            <a:off x="3310392" y="2766391"/>
            <a:ext cx="347207" cy="659296"/>
          </a:xfrm>
          <a:prstGeom prst="line">
            <a:avLst/>
          </a:prstGeom>
        </p:spPr>
        <p:style>
          <a:lnRef idx="1">
            <a:schemeClr val="dk1"/>
          </a:lnRef>
          <a:fillRef idx="0">
            <a:schemeClr val="dk1"/>
          </a:fillRef>
          <a:effectRef idx="0">
            <a:schemeClr val="dk1"/>
          </a:effectRef>
          <a:fontRef idx="minor">
            <a:schemeClr val="tx1"/>
          </a:fontRef>
        </p:style>
      </p:cxnSp>
      <p:cxnSp>
        <p:nvCxnSpPr>
          <p:cNvPr id="12" name="Conector recto 11">
            <a:extLst>
              <a:ext uri="{FF2B5EF4-FFF2-40B4-BE49-F238E27FC236}">
                <a16:creationId xmlns:a16="http://schemas.microsoft.com/office/drawing/2014/main" id="{2AF36C9D-CA0D-4652-A40D-0EB1C2CD1AD1}"/>
              </a:ext>
            </a:extLst>
          </p:cNvPr>
          <p:cNvCxnSpPr/>
          <p:nvPr/>
        </p:nvCxnSpPr>
        <p:spPr>
          <a:xfrm flipV="1">
            <a:off x="4598504" y="2766391"/>
            <a:ext cx="347207" cy="659296"/>
          </a:xfrm>
          <a:prstGeom prst="line">
            <a:avLst/>
          </a:prstGeom>
        </p:spPr>
        <p:style>
          <a:lnRef idx="1">
            <a:schemeClr val="dk1"/>
          </a:lnRef>
          <a:fillRef idx="0">
            <a:schemeClr val="dk1"/>
          </a:fillRef>
          <a:effectRef idx="0">
            <a:schemeClr val="dk1"/>
          </a:effectRef>
          <a:fontRef idx="minor">
            <a:schemeClr val="tx1"/>
          </a:fontRef>
        </p:style>
      </p:cxnSp>
      <p:cxnSp>
        <p:nvCxnSpPr>
          <p:cNvPr id="13" name="Conector recto 12">
            <a:extLst>
              <a:ext uri="{FF2B5EF4-FFF2-40B4-BE49-F238E27FC236}">
                <a16:creationId xmlns:a16="http://schemas.microsoft.com/office/drawing/2014/main" id="{380170F3-13DA-417C-A5D8-8E62A43EFA2B}"/>
              </a:ext>
            </a:extLst>
          </p:cNvPr>
          <p:cNvCxnSpPr/>
          <p:nvPr/>
        </p:nvCxnSpPr>
        <p:spPr>
          <a:xfrm flipV="1">
            <a:off x="6164911" y="2766391"/>
            <a:ext cx="347207" cy="65929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4901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EC11C6FE-0974-4135-9556-1E42EBF14C0D}"/>
              </a:ext>
            </a:extLst>
          </p:cNvPr>
          <p:cNvSpPr txBox="1"/>
          <p:nvPr/>
        </p:nvSpPr>
        <p:spPr>
          <a:xfrm>
            <a:off x="1378424" y="4142577"/>
            <a:ext cx="1501254" cy="369332"/>
          </a:xfrm>
          <a:prstGeom prst="rect">
            <a:avLst/>
          </a:prstGeom>
          <a:noFill/>
        </p:spPr>
        <p:txBody>
          <a:bodyPr wrap="square" rtlCol="0">
            <a:spAutoFit/>
          </a:bodyPr>
          <a:lstStyle/>
          <a:p>
            <a:pPr marL="91440" indent="-91440" defTabSz="914400">
              <a:lnSpc>
                <a:spcPct val="90000"/>
              </a:lnSpc>
              <a:spcBef>
                <a:spcPts val="1200"/>
              </a:spcBef>
              <a:spcAft>
                <a:spcPts val="200"/>
              </a:spcAft>
              <a:buClr>
                <a:schemeClr val="accent1"/>
              </a:buClr>
              <a:buSzPct val="100000"/>
              <a:buFont typeface="Calibri" panose="020F0502020204030204" pitchFamily="34" charset="0"/>
              <a:buChar char=" "/>
            </a:pPr>
            <a:r>
              <a:rPr lang="es-AR" sz="2000" dirty="0">
                <a:solidFill>
                  <a:schemeClr val="tx1">
                    <a:lumMod val="75000"/>
                    <a:lumOff val="25000"/>
                  </a:schemeClr>
                </a:solidFill>
              </a:rPr>
              <a:t>60.6lb/ft3</a:t>
            </a:r>
          </a:p>
        </p:txBody>
      </p:sp>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Operando sobre la ecuación de la energía entre 1 y 2:</a:t>
                </a:r>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r>
                      <a:rPr lang="es-AR" sz="2400" i="1">
                        <a:latin typeface="Cambria Math" panose="02040503050406030204" pitchFamily="18" charset="0"/>
                        <a:ea typeface="Cambria Math" panose="02040503050406030204" pitchFamily="18" charset="0"/>
                      </a:rPr>
                      <m:t>=</m:t>
                    </m:r>
                    <m:f>
                      <m:fPr>
                        <m:ctrlPr>
                          <a:rPr lang="es-AR" sz="240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b="0" i="1" smtClean="0">
                                <a:latin typeface="Cambria Math" panose="02040503050406030204" pitchFamily="18" charset="0"/>
                              </a:rPr>
                              <m:t>𝑝</m:t>
                            </m:r>
                          </m:e>
                          <m:sub>
                            <m:r>
                              <a:rPr lang="es-AR" sz="2400" i="1">
                                <a:latin typeface="Cambria Math" panose="02040503050406030204" pitchFamily="18" charset="0"/>
                              </a:rPr>
                              <m:t>2</m:t>
                            </m:r>
                          </m:sub>
                        </m:sSub>
                      </m:num>
                      <m:den>
                        <m:r>
                          <a:rPr lang="es-AR" sz="2400" i="1" smtClean="0">
                            <a:latin typeface="Cambria Math" panose="02040503050406030204" pitchFamily="18" charset="0"/>
                            <a:ea typeface="Cambria Math" panose="02040503050406030204" pitchFamily="18" charset="0"/>
                          </a:rPr>
                          <m:t>𝛾</m:t>
                        </m:r>
                      </m:den>
                    </m:f>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2</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1−2</m:t>
                        </m:r>
                      </m:sub>
                    </m:sSub>
                    <m:r>
                      <a:rPr lang="es-AR" sz="2400" i="1" smtClean="0">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2</m:t>
                        </m:r>
                      </m:sub>
                    </m:sSub>
                    <m:r>
                      <a:rPr lang="es-AR" b="0" i="1" smtClean="0">
                        <a:latin typeface="Cambria Math" panose="02040503050406030204" pitchFamily="18" charset="0"/>
                      </a:rPr>
                      <m:t>=</m:t>
                    </m:r>
                    <m:r>
                      <a:rPr lang="es-AR" i="1">
                        <a:latin typeface="Cambria Math" panose="02040503050406030204" pitchFamily="18" charset="0"/>
                        <a:ea typeface="Cambria Math" panose="02040503050406030204" pitchFamily="18" charset="0"/>
                      </a:rPr>
                      <m:t>𝛾</m:t>
                    </m:r>
                    <m:r>
                      <a:rPr lang="es-AR" i="1" smtClean="0">
                        <a:latin typeface="Cambria Math" panose="02040503050406030204" pitchFamily="18" charset="0"/>
                        <a:ea typeface="Cambria Math" panose="02040503050406030204" pitchFamily="18" charset="0"/>
                      </a:rPr>
                      <m:t>×</m:t>
                    </m:r>
                    <m:d>
                      <m:dPr>
                        <m:ctrlPr>
                          <a:rPr lang="es-AR" b="0" i="1" smtClean="0">
                            <a:latin typeface="Cambria Math" panose="02040503050406030204" pitchFamily="18" charset="0"/>
                          </a:rPr>
                        </m:ctrlPr>
                      </m:dPr>
                      <m:e>
                        <m:sSub>
                          <m:sSubPr>
                            <m:ctrlPr>
                              <a:rPr lang="es-AR" i="1">
                                <a:latin typeface="Cambria Math" panose="02040503050406030204" pitchFamily="18" charset="0"/>
                              </a:rPr>
                            </m:ctrlPr>
                          </m:sSubPr>
                          <m:e>
                            <m:r>
                              <a:rPr lang="es-AR" i="1">
                                <a:latin typeface="Cambria Math" panose="02040503050406030204" pitchFamily="18" charset="0"/>
                              </a:rPr>
                              <m:t>𝑧</m:t>
                            </m:r>
                          </m:e>
                          <m:sub>
                            <m:r>
                              <a:rPr lang="es-AR" i="1">
                                <a:latin typeface="Cambria Math" panose="02040503050406030204" pitchFamily="18" charset="0"/>
                              </a:rPr>
                              <m:t>1</m:t>
                            </m:r>
                          </m:sub>
                        </m:sSub>
                        <m:r>
                          <a:rPr lang="es-AR" b="0" i="1" smtClean="0">
                            <a:latin typeface="Cambria Math" panose="02040503050406030204" pitchFamily="18" charset="0"/>
                          </a:rPr>
                          <m:t>−</m:t>
                        </m:r>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𝐽</m:t>
                            </m:r>
                          </m:e>
                          <m:sub>
                            <m:r>
                              <a:rPr lang="es-AR" i="1">
                                <a:latin typeface="Cambria Math" panose="02040503050406030204" pitchFamily="18" charset="0"/>
                                <a:ea typeface="Cambria Math" panose="02040503050406030204" pitchFamily="18" charset="0"/>
                              </a:rPr>
                              <m:t>1−2</m:t>
                            </m:r>
                          </m:sub>
                        </m:sSub>
                        <m:r>
                          <a:rPr lang="es-AR" b="0" i="1" smtClean="0">
                            <a:latin typeface="Cambria Math" panose="02040503050406030204" pitchFamily="18" charset="0"/>
                            <a:ea typeface="Cambria Math" panose="02040503050406030204" pitchFamily="18" charset="0"/>
                          </a:rPr>
                          <m:t>−</m:t>
                        </m:r>
                        <m:f>
                          <m:fPr>
                            <m:ctrlPr>
                              <a:rPr lang="es-AR" i="1">
                                <a:latin typeface="Cambria Math" panose="02040503050406030204" pitchFamily="18" charset="0"/>
                              </a:rPr>
                            </m:ctrlPr>
                          </m:fPr>
                          <m:num>
                            <m:sSup>
                              <m:sSupPr>
                                <m:ctrlPr>
                                  <a:rPr lang="es-AR" i="1">
                                    <a:latin typeface="Cambria Math" panose="02040503050406030204" pitchFamily="18" charset="0"/>
                                  </a:rPr>
                                </m:ctrlPr>
                              </m:sSupPr>
                              <m:e>
                                <m:d>
                                  <m:dPr>
                                    <m:ctrlPr>
                                      <a:rPr lang="es-AR" i="1">
                                        <a:latin typeface="Cambria Math" panose="02040503050406030204" pitchFamily="18" charset="0"/>
                                      </a:rPr>
                                    </m:ctrlPr>
                                  </m:dPr>
                                  <m:e>
                                    <m:sSub>
                                      <m:sSubPr>
                                        <m:ctrlPr>
                                          <a:rPr lang="es-AR" i="1">
                                            <a:latin typeface="Cambria Math" panose="02040503050406030204" pitchFamily="18" charset="0"/>
                                          </a:rPr>
                                        </m:ctrlPr>
                                      </m:sSubPr>
                                      <m:e>
                                        <m:r>
                                          <a:rPr lang="es-AR" i="1">
                                            <a:latin typeface="Cambria Math" panose="02040503050406030204" pitchFamily="18" charset="0"/>
                                          </a:rPr>
                                          <m:t>𝑣</m:t>
                                        </m:r>
                                      </m:e>
                                      <m:sub>
                                        <m:r>
                                          <a:rPr lang="es-AR" i="1">
                                            <a:latin typeface="Cambria Math" panose="02040503050406030204" pitchFamily="18" charset="0"/>
                                          </a:rPr>
                                          <m:t>2</m:t>
                                        </m:r>
                                      </m:sub>
                                    </m:sSub>
                                  </m:e>
                                </m:d>
                              </m:e>
                              <m:sup>
                                <m:r>
                                  <a:rPr lang="es-AR" i="1">
                                    <a:latin typeface="Cambria Math" panose="02040503050406030204" pitchFamily="18" charset="0"/>
                                  </a:rPr>
                                  <m:t>2</m:t>
                                </m:r>
                              </m:sup>
                            </m:sSup>
                          </m:num>
                          <m:den>
                            <m:r>
                              <a:rPr lang="es-AR" i="1">
                                <a:latin typeface="Cambria Math" panose="02040503050406030204" pitchFamily="18" charset="0"/>
                              </a:rPr>
                              <m:t>2</m:t>
                            </m:r>
                            <m:r>
                              <a:rPr lang="es-AR" i="1">
                                <a:latin typeface="Cambria Math" panose="02040503050406030204" pitchFamily="18" charset="0"/>
                                <a:ea typeface="Cambria Math" panose="02040503050406030204" pitchFamily="18" charset="0"/>
                              </a:rPr>
                              <m:t>×</m:t>
                            </m:r>
                            <m:r>
                              <a:rPr lang="es-AR" i="1">
                                <a:latin typeface="Cambria Math" panose="02040503050406030204" pitchFamily="18" charset="0"/>
                                <a:ea typeface="Cambria Math" panose="02040503050406030204" pitchFamily="18" charset="0"/>
                              </a:rPr>
                              <m:t>𝑔</m:t>
                            </m:r>
                          </m:den>
                        </m:f>
                      </m:e>
                    </m:d>
                  </m:oMath>
                </a14:m>
                <a:endParaRPr lang="es-AR" dirty="0"/>
              </a:p>
              <a:p>
                <a:r>
                  <a:rPr lang="es-AR" dirty="0"/>
                  <a:t>z</a:t>
                </a:r>
                <a:r>
                  <a:rPr lang="es-AR" baseline="-25000" dirty="0"/>
                  <a:t>1</a:t>
                </a:r>
                <a:r>
                  <a:rPr lang="es-AR" dirty="0"/>
                  <a:t> es dato</a:t>
                </a:r>
              </a:p>
              <a:p>
                <a:r>
                  <a:rPr lang="es-AR" dirty="0">
                    <a:latin typeface="Symbol" panose="05050102010706020507" pitchFamily="18" charset="2"/>
                  </a:rPr>
                  <a:t>g</a:t>
                </a:r>
                <a:r>
                  <a:rPr lang="es-AR" dirty="0"/>
                  <a:t> = peso específico del agua (depende de la temperatura) y sale de la tabla A.2 del </a:t>
                </a:r>
                <a:r>
                  <a:rPr lang="es-AR" dirty="0" err="1"/>
                  <a:t>Mott</a:t>
                </a:r>
                <a:r>
                  <a:rPr lang="es-AR" dirty="0"/>
                  <a:t> </a:t>
                </a:r>
              </a:p>
              <a:p>
                <a:r>
                  <a:rPr lang="es-AR" dirty="0">
                    <a:latin typeface="Symbol" panose="05050102010706020507" pitchFamily="18" charset="2"/>
                  </a:rPr>
                  <a:t>g</a:t>
                </a:r>
                <a:r>
                  <a:rPr lang="es-AR" dirty="0"/>
                  <a:t> = </a:t>
                </a:r>
                <a:endParaRPr lang="es-AR" baseline="30000" dirty="0"/>
              </a:p>
              <a:p>
                <a:r>
                  <a:rPr lang="es-AR" dirty="0"/>
                  <a:t>g = fuerza de gravedad 32.17ft/seg</a:t>
                </a:r>
                <a:r>
                  <a:rPr lang="es-AR" baseline="30000" dirty="0"/>
                  <a:t>2</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pic>
        <p:nvPicPr>
          <p:cNvPr id="7" name="Imagen 6">
            <a:extLst>
              <a:ext uri="{FF2B5EF4-FFF2-40B4-BE49-F238E27FC236}">
                <a16:creationId xmlns:a16="http://schemas.microsoft.com/office/drawing/2014/main" id="{6C9AE29C-823A-4238-9724-DC43EB4CDFE1}"/>
              </a:ext>
            </a:extLst>
          </p:cNvPr>
          <p:cNvPicPr>
            <a:picLocks noChangeAspect="1"/>
          </p:cNvPicPr>
          <p:nvPr/>
        </p:nvPicPr>
        <p:blipFill>
          <a:blip r:embed="rId3"/>
          <a:stretch>
            <a:fillRect/>
          </a:stretch>
        </p:blipFill>
        <p:spPr>
          <a:xfrm>
            <a:off x="2293741" y="0"/>
            <a:ext cx="7604517" cy="6858001"/>
          </a:xfrm>
          <a:prstGeom prst="rect">
            <a:avLst/>
          </a:prstGeom>
        </p:spPr>
      </p:pic>
      <p:sp>
        <p:nvSpPr>
          <p:cNvPr id="9" name="Elipse 8">
            <a:extLst>
              <a:ext uri="{FF2B5EF4-FFF2-40B4-BE49-F238E27FC236}">
                <a16:creationId xmlns:a16="http://schemas.microsoft.com/office/drawing/2014/main" id="{2BBAFE48-C345-49A6-8281-EF5CF24B6109}"/>
              </a:ext>
            </a:extLst>
          </p:cNvPr>
          <p:cNvSpPr/>
          <p:nvPr/>
        </p:nvSpPr>
        <p:spPr>
          <a:xfrm>
            <a:off x="4107513" y="6113152"/>
            <a:ext cx="1020417" cy="34529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95614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animBg="1"/>
      <p:bldP spid="9" grpId="1"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EC11C6FE-0974-4135-9556-1E42EBF14C0D}"/>
              </a:ext>
            </a:extLst>
          </p:cNvPr>
          <p:cNvSpPr txBox="1"/>
          <p:nvPr/>
        </p:nvSpPr>
        <p:spPr>
          <a:xfrm>
            <a:off x="1378424" y="4142577"/>
            <a:ext cx="1501254" cy="369332"/>
          </a:xfrm>
          <a:prstGeom prst="rect">
            <a:avLst/>
          </a:prstGeom>
          <a:noFill/>
        </p:spPr>
        <p:txBody>
          <a:bodyPr wrap="square" rtlCol="0">
            <a:spAutoFit/>
          </a:bodyPr>
          <a:lstStyle/>
          <a:p>
            <a:pPr marL="91440" indent="-91440" defTabSz="914400">
              <a:lnSpc>
                <a:spcPct val="90000"/>
              </a:lnSpc>
              <a:spcBef>
                <a:spcPts val="1200"/>
              </a:spcBef>
              <a:spcAft>
                <a:spcPts val="200"/>
              </a:spcAft>
              <a:buClr>
                <a:schemeClr val="accent1"/>
              </a:buClr>
              <a:buSzPct val="100000"/>
              <a:buFont typeface="Calibri" panose="020F0502020204030204" pitchFamily="34" charset="0"/>
              <a:buChar char=" "/>
            </a:pPr>
            <a:r>
              <a:rPr lang="es-AR" sz="2000" dirty="0">
                <a:solidFill>
                  <a:schemeClr val="tx1">
                    <a:lumMod val="75000"/>
                    <a:lumOff val="25000"/>
                  </a:schemeClr>
                </a:solidFill>
              </a:rPr>
              <a:t>60.6lb/ft3</a:t>
            </a:r>
          </a:p>
        </p:txBody>
      </p:sp>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Operando sobre la ecuación de la energía entre 1 y 2:</a:t>
                </a:r>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r>
                      <a:rPr lang="es-AR" sz="2400" i="1">
                        <a:latin typeface="Cambria Math" panose="02040503050406030204" pitchFamily="18" charset="0"/>
                        <a:ea typeface="Cambria Math" panose="02040503050406030204" pitchFamily="18" charset="0"/>
                      </a:rPr>
                      <m:t>=</m:t>
                    </m:r>
                    <m:f>
                      <m:fPr>
                        <m:ctrlPr>
                          <a:rPr lang="es-AR" sz="240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b="0" i="1" smtClean="0">
                                <a:latin typeface="Cambria Math" panose="02040503050406030204" pitchFamily="18" charset="0"/>
                              </a:rPr>
                              <m:t>𝑝</m:t>
                            </m:r>
                          </m:e>
                          <m:sub>
                            <m:r>
                              <a:rPr lang="es-AR" sz="2400" i="1">
                                <a:latin typeface="Cambria Math" panose="02040503050406030204" pitchFamily="18" charset="0"/>
                              </a:rPr>
                              <m:t>2</m:t>
                            </m:r>
                          </m:sub>
                        </m:sSub>
                      </m:num>
                      <m:den>
                        <m:r>
                          <a:rPr lang="es-AR" sz="2400" i="1" smtClean="0">
                            <a:latin typeface="Cambria Math" panose="02040503050406030204" pitchFamily="18" charset="0"/>
                            <a:ea typeface="Cambria Math" panose="02040503050406030204" pitchFamily="18" charset="0"/>
                          </a:rPr>
                          <m:t>𝛾</m:t>
                        </m:r>
                      </m:den>
                    </m:f>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2</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1−2</m:t>
                        </m:r>
                      </m:sub>
                    </m:sSub>
                    <m:r>
                      <a:rPr lang="es-AR" sz="2400" i="1" smtClean="0">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2</m:t>
                        </m:r>
                      </m:sub>
                    </m:sSub>
                    <m:r>
                      <a:rPr lang="es-AR" b="0" i="1" smtClean="0">
                        <a:latin typeface="Cambria Math" panose="02040503050406030204" pitchFamily="18" charset="0"/>
                      </a:rPr>
                      <m:t>=</m:t>
                    </m:r>
                    <m:r>
                      <a:rPr lang="es-AR" i="1">
                        <a:latin typeface="Cambria Math" panose="02040503050406030204" pitchFamily="18" charset="0"/>
                        <a:ea typeface="Cambria Math" panose="02040503050406030204" pitchFamily="18" charset="0"/>
                      </a:rPr>
                      <m:t>𝛾</m:t>
                    </m:r>
                    <m:r>
                      <a:rPr lang="es-AR" i="1" smtClean="0">
                        <a:latin typeface="Cambria Math" panose="02040503050406030204" pitchFamily="18" charset="0"/>
                        <a:ea typeface="Cambria Math" panose="02040503050406030204" pitchFamily="18" charset="0"/>
                      </a:rPr>
                      <m:t>×</m:t>
                    </m:r>
                    <m:d>
                      <m:dPr>
                        <m:ctrlPr>
                          <a:rPr lang="es-AR" b="0" i="1" smtClean="0">
                            <a:latin typeface="Cambria Math" panose="02040503050406030204" pitchFamily="18" charset="0"/>
                          </a:rPr>
                        </m:ctrlPr>
                      </m:dPr>
                      <m:e>
                        <m:sSub>
                          <m:sSubPr>
                            <m:ctrlPr>
                              <a:rPr lang="es-AR" i="1">
                                <a:latin typeface="Cambria Math" panose="02040503050406030204" pitchFamily="18" charset="0"/>
                              </a:rPr>
                            </m:ctrlPr>
                          </m:sSubPr>
                          <m:e>
                            <m:r>
                              <a:rPr lang="es-AR" i="1">
                                <a:latin typeface="Cambria Math" panose="02040503050406030204" pitchFamily="18" charset="0"/>
                              </a:rPr>
                              <m:t>𝑧</m:t>
                            </m:r>
                          </m:e>
                          <m:sub>
                            <m:r>
                              <a:rPr lang="es-AR" i="1">
                                <a:latin typeface="Cambria Math" panose="02040503050406030204" pitchFamily="18" charset="0"/>
                              </a:rPr>
                              <m:t>1</m:t>
                            </m:r>
                          </m:sub>
                        </m:sSub>
                        <m:r>
                          <a:rPr lang="es-AR" b="0" i="1" smtClean="0">
                            <a:latin typeface="Cambria Math" panose="02040503050406030204" pitchFamily="18" charset="0"/>
                          </a:rPr>
                          <m:t>−</m:t>
                        </m:r>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𝐽</m:t>
                            </m:r>
                          </m:e>
                          <m:sub>
                            <m:r>
                              <a:rPr lang="es-AR" i="1">
                                <a:latin typeface="Cambria Math" panose="02040503050406030204" pitchFamily="18" charset="0"/>
                                <a:ea typeface="Cambria Math" panose="02040503050406030204" pitchFamily="18" charset="0"/>
                              </a:rPr>
                              <m:t>1−2</m:t>
                            </m:r>
                          </m:sub>
                        </m:sSub>
                        <m:r>
                          <a:rPr lang="es-AR" b="0" i="1" smtClean="0">
                            <a:latin typeface="Cambria Math" panose="02040503050406030204" pitchFamily="18" charset="0"/>
                            <a:ea typeface="Cambria Math" panose="02040503050406030204" pitchFamily="18" charset="0"/>
                          </a:rPr>
                          <m:t>−</m:t>
                        </m:r>
                        <m:f>
                          <m:fPr>
                            <m:ctrlPr>
                              <a:rPr lang="es-AR" i="1">
                                <a:latin typeface="Cambria Math" panose="02040503050406030204" pitchFamily="18" charset="0"/>
                              </a:rPr>
                            </m:ctrlPr>
                          </m:fPr>
                          <m:num>
                            <m:sSup>
                              <m:sSupPr>
                                <m:ctrlPr>
                                  <a:rPr lang="es-AR" i="1">
                                    <a:latin typeface="Cambria Math" panose="02040503050406030204" pitchFamily="18" charset="0"/>
                                  </a:rPr>
                                </m:ctrlPr>
                              </m:sSupPr>
                              <m:e>
                                <m:d>
                                  <m:dPr>
                                    <m:ctrlPr>
                                      <a:rPr lang="es-AR" i="1">
                                        <a:latin typeface="Cambria Math" panose="02040503050406030204" pitchFamily="18" charset="0"/>
                                      </a:rPr>
                                    </m:ctrlPr>
                                  </m:dPr>
                                  <m:e>
                                    <m:sSub>
                                      <m:sSubPr>
                                        <m:ctrlPr>
                                          <a:rPr lang="es-AR" i="1">
                                            <a:latin typeface="Cambria Math" panose="02040503050406030204" pitchFamily="18" charset="0"/>
                                          </a:rPr>
                                        </m:ctrlPr>
                                      </m:sSubPr>
                                      <m:e>
                                        <m:r>
                                          <a:rPr lang="es-AR" i="1">
                                            <a:latin typeface="Cambria Math" panose="02040503050406030204" pitchFamily="18" charset="0"/>
                                          </a:rPr>
                                          <m:t>𝑣</m:t>
                                        </m:r>
                                      </m:e>
                                      <m:sub>
                                        <m:r>
                                          <a:rPr lang="es-AR" i="1">
                                            <a:latin typeface="Cambria Math" panose="02040503050406030204" pitchFamily="18" charset="0"/>
                                          </a:rPr>
                                          <m:t>2</m:t>
                                        </m:r>
                                      </m:sub>
                                    </m:sSub>
                                  </m:e>
                                </m:d>
                              </m:e>
                              <m:sup>
                                <m:r>
                                  <a:rPr lang="es-AR" i="1">
                                    <a:latin typeface="Cambria Math" panose="02040503050406030204" pitchFamily="18" charset="0"/>
                                  </a:rPr>
                                  <m:t>2</m:t>
                                </m:r>
                              </m:sup>
                            </m:sSup>
                          </m:num>
                          <m:den>
                            <m:r>
                              <a:rPr lang="es-AR" i="1">
                                <a:latin typeface="Cambria Math" panose="02040503050406030204" pitchFamily="18" charset="0"/>
                              </a:rPr>
                              <m:t>2</m:t>
                            </m:r>
                            <m:r>
                              <a:rPr lang="es-AR" i="1">
                                <a:latin typeface="Cambria Math" panose="02040503050406030204" pitchFamily="18" charset="0"/>
                                <a:ea typeface="Cambria Math" panose="02040503050406030204" pitchFamily="18" charset="0"/>
                              </a:rPr>
                              <m:t>×</m:t>
                            </m:r>
                            <m:r>
                              <a:rPr lang="es-AR" i="1">
                                <a:latin typeface="Cambria Math" panose="02040503050406030204" pitchFamily="18" charset="0"/>
                                <a:ea typeface="Cambria Math" panose="02040503050406030204" pitchFamily="18" charset="0"/>
                              </a:rPr>
                              <m:t>𝑔</m:t>
                            </m:r>
                          </m:den>
                        </m:f>
                      </m:e>
                    </m:d>
                  </m:oMath>
                </a14:m>
                <a:endParaRPr lang="es-AR" dirty="0"/>
              </a:p>
              <a:p>
                <a:r>
                  <a:rPr lang="es-AR" dirty="0"/>
                  <a:t>z</a:t>
                </a:r>
                <a:r>
                  <a:rPr lang="es-AR" baseline="-25000" dirty="0"/>
                  <a:t>1</a:t>
                </a:r>
                <a:r>
                  <a:rPr lang="es-AR" dirty="0"/>
                  <a:t> es dato</a:t>
                </a:r>
              </a:p>
              <a:p>
                <a:r>
                  <a:rPr lang="es-AR" dirty="0">
                    <a:latin typeface="Symbol" panose="05050102010706020507" pitchFamily="18" charset="2"/>
                  </a:rPr>
                  <a:t>g</a:t>
                </a:r>
                <a:r>
                  <a:rPr lang="es-AR" dirty="0"/>
                  <a:t> = peso específico del agua (depende de la temperatura) y sale de la tabla A.2 del </a:t>
                </a:r>
                <a:r>
                  <a:rPr lang="es-AR" dirty="0" err="1"/>
                  <a:t>Mott</a:t>
                </a:r>
                <a:r>
                  <a:rPr lang="es-AR" dirty="0"/>
                  <a:t> </a:t>
                </a:r>
              </a:p>
              <a:p>
                <a:r>
                  <a:rPr lang="es-AR" dirty="0">
                    <a:latin typeface="Symbol" panose="05050102010706020507" pitchFamily="18" charset="2"/>
                  </a:rPr>
                  <a:t>g</a:t>
                </a:r>
                <a:r>
                  <a:rPr lang="es-AR" dirty="0"/>
                  <a:t> = </a:t>
                </a:r>
                <a:endParaRPr lang="es-AR" baseline="30000" dirty="0"/>
              </a:p>
              <a:p>
                <a:r>
                  <a:rPr lang="es-AR" dirty="0"/>
                  <a:t>g = fuerza de gravedad 32.17ft/seg</a:t>
                </a:r>
                <a:r>
                  <a:rPr lang="es-AR" baseline="30000" dirty="0"/>
                  <a:t>2</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2184726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C9AE29C-823A-4238-9724-DC43EB4CDFE1}"/>
              </a:ext>
            </a:extLst>
          </p:cNvPr>
          <p:cNvPicPr>
            <a:picLocks noChangeAspect="1"/>
          </p:cNvPicPr>
          <p:nvPr/>
        </p:nvPicPr>
        <p:blipFill>
          <a:blip r:embed="rId2"/>
          <a:stretch>
            <a:fillRect/>
          </a:stretch>
        </p:blipFill>
        <p:spPr>
          <a:xfrm>
            <a:off x="2293741" y="0"/>
            <a:ext cx="7604517" cy="6858001"/>
          </a:xfrm>
          <a:prstGeom prst="rect">
            <a:avLst/>
          </a:prstGeom>
        </p:spPr>
      </p:pic>
      <p:sp>
        <p:nvSpPr>
          <p:cNvPr id="9" name="Elipse 8">
            <a:extLst>
              <a:ext uri="{FF2B5EF4-FFF2-40B4-BE49-F238E27FC236}">
                <a16:creationId xmlns:a16="http://schemas.microsoft.com/office/drawing/2014/main" id="{2BBAFE48-C345-49A6-8281-EF5CF24B6109}"/>
              </a:ext>
            </a:extLst>
          </p:cNvPr>
          <p:cNvSpPr/>
          <p:nvPr/>
        </p:nvSpPr>
        <p:spPr>
          <a:xfrm>
            <a:off x="4107513" y="6113152"/>
            <a:ext cx="1020417" cy="34529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21731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Para calcular la velocidad podemos aplicar la siguiente ecuación:</a:t>
                </a:r>
              </a:p>
              <a:p>
                <a:pPr>
                  <a:lnSpc>
                    <a:spcPct val="100000"/>
                  </a:lnSpc>
                  <a:spcAft>
                    <a:spcPts val="1200"/>
                  </a:spcAft>
                </a:pPr>
                <a14:m>
                  <m:oMath xmlns:m="http://schemas.openxmlformats.org/officeDocument/2006/math">
                    <m:r>
                      <a:rPr lang="es-AR" sz="2400" b="0" i="1" smtClean="0">
                        <a:latin typeface="Cambria Math" panose="02040503050406030204" pitchFamily="18" charset="0"/>
                      </a:rPr>
                      <m:t>𝑄</m:t>
                    </m:r>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1</m:t>
                        </m:r>
                      </m:sub>
                    </m:sSub>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𝑣</m:t>
                        </m:r>
                      </m:e>
                      <m:sub>
                        <m:r>
                          <a:rPr lang="es-AR" sz="2400" b="0" i="1" smtClean="0">
                            <a:latin typeface="Cambria Math" panose="02040503050406030204" pitchFamily="18" charset="0"/>
                            <a:ea typeface="Cambria Math" panose="02040503050406030204" pitchFamily="18" charset="0"/>
                          </a:rPr>
                          <m:t>1</m:t>
                        </m:r>
                      </m:sub>
                    </m:sSub>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1</m:t>
                        </m:r>
                      </m:sub>
                    </m:sSub>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𝑄</m:t>
                        </m:r>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i="1">
                                <a:latin typeface="Cambria Math" panose="02040503050406030204" pitchFamily="18" charset="0"/>
                                <a:ea typeface="Cambria Math" panose="02040503050406030204" pitchFamily="18" charset="0"/>
                              </a:rPr>
                              <m:t>1</m:t>
                            </m:r>
                          </m:sub>
                        </m:sSub>
                      </m:den>
                    </m:f>
                  </m:oMath>
                </a14:m>
                <a:endParaRPr lang="es-AR" dirty="0"/>
              </a:p>
              <a:p>
                <a:pPr>
                  <a:lnSpc>
                    <a:spcPct val="100000"/>
                  </a:lnSpc>
                  <a:spcAft>
                    <a:spcPts val="1200"/>
                  </a:spcAft>
                </a:pPr>
                <a:r>
                  <a:rPr lang="es-AR" dirty="0"/>
                  <a:t>Q = es dato (está en </a:t>
                </a:r>
                <a:r>
                  <a:rPr lang="es-AR" dirty="0" err="1"/>
                  <a:t>gpm</a:t>
                </a:r>
                <a:r>
                  <a:rPr lang="es-AR" dirty="0"/>
                  <a:t> hay que pasarlo a ft</a:t>
                </a:r>
                <a:r>
                  <a:rPr lang="es-AR" baseline="30000" dirty="0"/>
                  <a:t>3</a:t>
                </a:r>
                <a:r>
                  <a:rPr lang="es-AR" dirty="0"/>
                  <a:t>/</a:t>
                </a:r>
                <a:r>
                  <a:rPr lang="es-AR" dirty="0" err="1"/>
                  <a:t>seg</a:t>
                </a:r>
                <a:r>
                  <a:rPr lang="es-AR" dirty="0"/>
                  <a:t>)</a:t>
                </a:r>
              </a:p>
              <a:p>
                <a:pPr>
                  <a:lnSpc>
                    <a:spcPct val="100000"/>
                  </a:lnSpc>
                  <a:spcAft>
                    <a:spcPts val="1200"/>
                  </a:spcAft>
                </a:pPr>
                <a14:m>
                  <m:oMath xmlns:m="http://schemas.openxmlformats.org/officeDocument/2006/math">
                    <m:r>
                      <a:rPr lang="es-AR" b="0" i="1" smtClean="0">
                        <a:latin typeface="Cambria Math" panose="02040503050406030204" pitchFamily="18" charset="0"/>
                      </a:rPr>
                      <m:t>𝑄</m:t>
                    </m:r>
                    <m:r>
                      <a:rPr lang="es-AR" b="0" i="1" smtClean="0">
                        <a:latin typeface="Cambria Math" panose="02040503050406030204" pitchFamily="18" charset="0"/>
                      </a:rPr>
                      <m:t>=235</m:t>
                    </m:r>
                    <m:f>
                      <m:fPr>
                        <m:type m:val="skw"/>
                        <m:ctrlPr>
                          <a:rPr lang="es-AR" b="0" i="1" smtClean="0">
                            <a:latin typeface="Cambria Math" panose="02040503050406030204" pitchFamily="18" charset="0"/>
                          </a:rPr>
                        </m:ctrlPr>
                      </m:fPr>
                      <m:num>
                        <m:r>
                          <a:rPr lang="es-AR" b="0" i="1" smtClean="0">
                            <a:latin typeface="Cambria Math" panose="02040503050406030204" pitchFamily="18" charset="0"/>
                          </a:rPr>
                          <m:t>𝑔𝑎𝑙</m:t>
                        </m:r>
                      </m:num>
                      <m:den>
                        <m:r>
                          <a:rPr lang="es-AR" b="0" i="1" smtClean="0">
                            <a:latin typeface="Cambria Math" panose="02040503050406030204" pitchFamily="18" charset="0"/>
                          </a:rPr>
                          <m:t>𝑚𝑖𝑛</m:t>
                        </m:r>
                      </m:den>
                    </m:f>
                    <m:r>
                      <a:rPr lang="es-AR" b="0" i="1" smtClean="0">
                        <a:latin typeface="Cambria Math" panose="02040503050406030204" pitchFamily="18" charset="0"/>
                        <a:ea typeface="Cambria Math" panose="02040503050406030204" pitchFamily="18" charset="0"/>
                      </a:rPr>
                      <m:t>×</m:t>
                    </m:r>
                    <m:f>
                      <m:fPr>
                        <m:ctrlPr>
                          <a:rPr lang="es-AR" b="0" i="1" smtClean="0">
                            <a:latin typeface="Cambria Math" panose="02040503050406030204" pitchFamily="18" charset="0"/>
                            <a:ea typeface="Cambria Math" panose="02040503050406030204" pitchFamily="18" charset="0"/>
                          </a:rPr>
                        </m:ctrlPr>
                      </m:fPr>
                      <m:num>
                        <m:r>
                          <a:rPr lang="es-AR" b="0" i="1" smtClean="0">
                            <a:latin typeface="Cambria Math" panose="02040503050406030204" pitchFamily="18" charset="0"/>
                            <a:ea typeface="Cambria Math" panose="02040503050406030204" pitchFamily="18" charset="0"/>
                          </a:rPr>
                          <m:t>1</m:t>
                        </m:r>
                        <m:f>
                          <m:fPr>
                            <m:type m:val="skw"/>
                            <m:ctrlPr>
                              <a:rPr lang="es-AR" b="0" i="1" smtClean="0">
                                <a:latin typeface="Cambria Math" panose="02040503050406030204" pitchFamily="18" charset="0"/>
                                <a:ea typeface="Cambria Math" panose="02040503050406030204" pitchFamily="18" charset="0"/>
                              </a:rPr>
                            </m:ctrlPr>
                          </m:fPr>
                          <m:num>
                            <m:sSup>
                              <m:sSupPr>
                                <m:ctrlPr>
                                  <a:rPr lang="es-AR" b="0" i="1" smtClean="0">
                                    <a:latin typeface="Cambria Math" panose="02040503050406030204" pitchFamily="18" charset="0"/>
                                    <a:ea typeface="Cambria Math" panose="02040503050406030204" pitchFamily="18" charset="0"/>
                                  </a:rPr>
                                </m:ctrlPr>
                              </m:sSupPr>
                              <m:e>
                                <m:r>
                                  <a:rPr lang="es-AR" b="0" i="1" smtClean="0">
                                    <a:latin typeface="Cambria Math" panose="02040503050406030204" pitchFamily="18" charset="0"/>
                                    <a:ea typeface="Cambria Math" panose="02040503050406030204" pitchFamily="18" charset="0"/>
                                  </a:rPr>
                                  <m:t>𝑓𝑡</m:t>
                                </m:r>
                              </m:e>
                              <m:sup>
                                <m:r>
                                  <a:rPr lang="es-AR" b="0" i="1" smtClean="0">
                                    <a:latin typeface="Cambria Math" panose="02040503050406030204" pitchFamily="18" charset="0"/>
                                    <a:ea typeface="Cambria Math" panose="02040503050406030204" pitchFamily="18" charset="0"/>
                                  </a:rPr>
                                  <m:t>3</m:t>
                                </m:r>
                              </m:sup>
                            </m:sSup>
                          </m:num>
                          <m:den>
                            <m:r>
                              <a:rPr lang="es-AR" b="0" i="1" smtClean="0">
                                <a:latin typeface="Cambria Math" panose="02040503050406030204" pitchFamily="18" charset="0"/>
                                <a:ea typeface="Cambria Math" panose="02040503050406030204" pitchFamily="18" charset="0"/>
                              </a:rPr>
                              <m:t>𝑠𝑒𝑔</m:t>
                            </m:r>
                          </m:den>
                        </m:f>
                      </m:num>
                      <m:den>
                        <m:r>
                          <a:rPr lang="es-AR" b="0" i="1" smtClean="0">
                            <a:latin typeface="Cambria Math" panose="02040503050406030204" pitchFamily="18" charset="0"/>
                            <a:ea typeface="Cambria Math" panose="02040503050406030204" pitchFamily="18" charset="0"/>
                          </a:rPr>
                          <m:t>449</m:t>
                        </m:r>
                        <m:f>
                          <m:fPr>
                            <m:type m:val="skw"/>
                            <m:ctrlPr>
                              <a:rPr lang="es-AR" b="0" i="1" smtClean="0">
                                <a:latin typeface="Cambria Math" panose="02040503050406030204" pitchFamily="18" charset="0"/>
                                <a:ea typeface="Cambria Math" panose="02040503050406030204" pitchFamily="18" charset="0"/>
                              </a:rPr>
                            </m:ctrlPr>
                          </m:fPr>
                          <m:num>
                            <m:r>
                              <a:rPr lang="es-AR" b="0" i="1" smtClean="0">
                                <a:latin typeface="Cambria Math" panose="02040503050406030204" pitchFamily="18" charset="0"/>
                                <a:ea typeface="Cambria Math" panose="02040503050406030204" pitchFamily="18" charset="0"/>
                              </a:rPr>
                              <m:t>𝑔𝑎𝑙</m:t>
                            </m:r>
                          </m:num>
                          <m:den>
                            <m:r>
                              <a:rPr lang="es-AR" b="0" i="1" smtClean="0">
                                <a:latin typeface="Cambria Math" panose="02040503050406030204" pitchFamily="18" charset="0"/>
                                <a:ea typeface="Cambria Math" panose="02040503050406030204" pitchFamily="18" charset="0"/>
                              </a:rPr>
                              <m:t>𝑚𝑖𝑛</m:t>
                            </m:r>
                          </m:den>
                        </m:f>
                      </m:den>
                    </m:f>
                    <m:r>
                      <a:rPr lang="es-AR" i="1">
                        <a:latin typeface="Cambria Math" panose="02040503050406030204" pitchFamily="18" charset="0"/>
                        <a:ea typeface="Cambria Math" panose="02040503050406030204" pitchFamily="18" charset="0"/>
                      </a:rPr>
                      <m:t>⇒</m:t>
                    </m:r>
                    <m:r>
                      <a:rPr lang="es-AR" i="1">
                        <a:latin typeface="Cambria Math" panose="02040503050406030204" pitchFamily="18" charset="0"/>
                      </a:rPr>
                      <m:t>𝑄</m:t>
                    </m:r>
                    <m:r>
                      <a:rPr lang="es-AR" i="1">
                        <a:latin typeface="Cambria Math" panose="02040503050406030204" pitchFamily="18" charset="0"/>
                      </a:rPr>
                      <m:t>=0.524</m:t>
                    </m:r>
                    <m:f>
                      <m:fPr>
                        <m:type m:val="skw"/>
                        <m:ctrlPr>
                          <a:rPr lang="es-AR" b="0" i="1" smtClean="0">
                            <a:latin typeface="Cambria Math" panose="02040503050406030204" pitchFamily="18" charset="0"/>
                          </a:rPr>
                        </m:ctrlPr>
                      </m:fPr>
                      <m:num>
                        <m:sSup>
                          <m:sSupPr>
                            <m:ctrlPr>
                              <a:rPr lang="es-AR" b="0" i="1" smtClean="0">
                                <a:latin typeface="Cambria Math" panose="02040503050406030204" pitchFamily="18" charset="0"/>
                              </a:rPr>
                            </m:ctrlPr>
                          </m:sSupPr>
                          <m:e>
                            <m:r>
                              <a:rPr lang="es-AR" b="0" i="1" smtClean="0">
                                <a:latin typeface="Cambria Math" panose="02040503050406030204" pitchFamily="18" charset="0"/>
                              </a:rPr>
                              <m:t>𝑓𝑡</m:t>
                            </m:r>
                          </m:e>
                          <m:sup>
                            <m:r>
                              <a:rPr lang="es-AR" b="0" i="1" smtClean="0">
                                <a:latin typeface="Cambria Math" panose="02040503050406030204" pitchFamily="18" charset="0"/>
                              </a:rPr>
                              <m:t>3</m:t>
                            </m:r>
                          </m:sup>
                        </m:sSup>
                      </m:num>
                      <m:den>
                        <m:r>
                          <a:rPr lang="es-AR" b="0" i="1" smtClean="0">
                            <a:latin typeface="Cambria Math" panose="02040503050406030204" pitchFamily="18" charset="0"/>
                          </a:rPr>
                          <m:t>𝑠𝑒𝑔</m:t>
                        </m:r>
                      </m:den>
                    </m:f>
                  </m:oMath>
                </a14:m>
                <a:endParaRPr lang="es-AR" dirty="0"/>
              </a:p>
              <a:p>
                <a:pPr>
                  <a:lnSpc>
                    <a:spcPct val="100000"/>
                  </a:lnSpc>
                  <a:spcAft>
                    <a:spcPts val="1200"/>
                  </a:spcAft>
                </a:pPr>
                <a:r>
                  <a:rPr lang="es-AR" dirty="0"/>
                  <a:t>A</a:t>
                </a:r>
                <a:r>
                  <a:rPr lang="es-AR" baseline="-25000" dirty="0"/>
                  <a:t>1</a:t>
                </a:r>
                <a:r>
                  <a:rPr lang="es-AR" dirty="0"/>
                  <a:t> (sale de la tabla F.1) =</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7" name="CuadroTexto 6">
            <a:extLst>
              <a:ext uri="{FF2B5EF4-FFF2-40B4-BE49-F238E27FC236}">
                <a16:creationId xmlns:a16="http://schemas.microsoft.com/office/drawing/2014/main" id="{A9F21DAF-B0FA-4FCE-9C2F-A444FE913D5B}"/>
              </a:ext>
            </a:extLst>
          </p:cNvPr>
          <p:cNvSpPr txBox="1"/>
          <p:nvPr/>
        </p:nvSpPr>
        <p:spPr>
          <a:xfrm>
            <a:off x="3736612" y="4729416"/>
            <a:ext cx="1352369" cy="400110"/>
          </a:xfrm>
          <a:prstGeom prst="rect">
            <a:avLst/>
          </a:prstGeom>
          <a:noFill/>
        </p:spPr>
        <p:txBody>
          <a:bodyPr wrap="square" rtlCol="0">
            <a:spAutoFit/>
          </a:bodyPr>
          <a:lstStyle/>
          <a:p>
            <a:r>
              <a:rPr lang="es-AR" sz="2000" dirty="0">
                <a:solidFill>
                  <a:schemeClr val="tx1">
                    <a:lumMod val="75000"/>
                    <a:lumOff val="25000"/>
                  </a:schemeClr>
                </a:solidFill>
              </a:rPr>
              <a:t>0.139ft</a:t>
            </a:r>
            <a:r>
              <a:rPr lang="es-AR" sz="2000" baseline="30000" dirty="0">
                <a:solidFill>
                  <a:schemeClr val="tx1">
                    <a:lumMod val="75000"/>
                    <a:lumOff val="25000"/>
                  </a:schemeClr>
                </a:solidFill>
              </a:rPr>
              <a:t>2</a:t>
            </a:r>
          </a:p>
        </p:txBody>
      </p:sp>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p:pic>
        <p:nvPicPr>
          <p:cNvPr id="5" name="Imagen 4">
            <a:extLst>
              <a:ext uri="{FF2B5EF4-FFF2-40B4-BE49-F238E27FC236}">
                <a16:creationId xmlns:a16="http://schemas.microsoft.com/office/drawing/2014/main" id="{67470365-BBE4-42FE-A0E3-79F27514665E}"/>
              </a:ext>
            </a:extLst>
          </p:cNvPr>
          <p:cNvPicPr>
            <a:picLocks noChangeAspect="1"/>
          </p:cNvPicPr>
          <p:nvPr/>
        </p:nvPicPr>
        <p:blipFill>
          <a:blip r:embed="rId3"/>
          <a:stretch>
            <a:fillRect/>
          </a:stretch>
        </p:blipFill>
        <p:spPr>
          <a:xfrm>
            <a:off x="985961" y="286603"/>
            <a:ext cx="10220077" cy="5829340"/>
          </a:xfrm>
          <a:prstGeom prst="rect">
            <a:avLst/>
          </a:prstGeom>
        </p:spPr>
      </p:pic>
      <p:sp>
        <p:nvSpPr>
          <p:cNvPr id="6" name="Elipse 5">
            <a:extLst>
              <a:ext uri="{FF2B5EF4-FFF2-40B4-BE49-F238E27FC236}">
                <a16:creationId xmlns:a16="http://schemas.microsoft.com/office/drawing/2014/main" id="{DB6861CB-12EA-48A9-8653-B7632242FE4F}"/>
              </a:ext>
            </a:extLst>
          </p:cNvPr>
          <p:cNvSpPr/>
          <p:nvPr/>
        </p:nvSpPr>
        <p:spPr>
          <a:xfrm>
            <a:off x="8516993" y="5474578"/>
            <a:ext cx="1020417" cy="34529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62670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5"/>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animBg="1"/>
      <p:bldP spid="6" grpId="1"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Para calcular la velocidad podemos aplicar la siguiente ecuación:</a:t>
                </a:r>
              </a:p>
              <a:p>
                <a:pPr>
                  <a:lnSpc>
                    <a:spcPct val="100000"/>
                  </a:lnSpc>
                  <a:spcAft>
                    <a:spcPts val="1200"/>
                  </a:spcAft>
                </a:pPr>
                <a14:m>
                  <m:oMath xmlns:m="http://schemas.openxmlformats.org/officeDocument/2006/math">
                    <m:r>
                      <a:rPr lang="es-AR" sz="2400" b="0" i="1" smtClean="0">
                        <a:latin typeface="Cambria Math" panose="02040503050406030204" pitchFamily="18" charset="0"/>
                      </a:rPr>
                      <m:t>𝑄</m:t>
                    </m:r>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1</m:t>
                        </m:r>
                      </m:sub>
                    </m:sSub>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𝑣</m:t>
                        </m:r>
                      </m:e>
                      <m:sub>
                        <m:r>
                          <a:rPr lang="es-AR" sz="2400" b="0" i="1" smtClean="0">
                            <a:latin typeface="Cambria Math" panose="02040503050406030204" pitchFamily="18" charset="0"/>
                            <a:ea typeface="Cambria Math" panose="02040503050406030204" pitchFamily="18" charset="0"/>
                          </a:rPr>
                          <m:t>1</m:t>
                        </m:r>
                      </m:sub>
                    </m:sSub>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1</m:t>
                        </m:r>
                      </m:sub>
                    </m:sSub>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𝑄</m:t>
                        </m:r>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i="1">
                                <a:latin typeface="Cambria Math" panose="02040503050406030204" pitchFamily="18" charset="0"/>
                                <a:ea typeface="Cambria Math" panose="02040503050406030204" pitchFamily="18" charset="0"/>
                              </a:rPr>
                              <m:t>1</m:t>
                            </m:r>
                          </m:sub>
                        </m:sSub>
                      </m:den>
                    </m:f>
                  </m:oMath>
                </a14:m>
                <a:endParaRPr lang="es-AR" dirty="0"/>
              </a:p>
              <a:p>
                <a:pPr>
                  <a:lnSpc>
                    <a:spcPct val="100000"/>
                  </a:lnSpc>
                  <a:spcAft>
                    <a:spcPts val="1200"/>
                  </a:spcAft>
                </a:pPr>
                <a:r>
                  <a:rPr lang="es-AR" dirty="0"/>
                  <a:t>Q = es dato (está en </a:t>
                </a:r>
                <a:r>
                  <a:rPr lang="es-AR" dirty="0" err="1"/>
                  <a:t>gpm</a:t>
                </a:r>
                <a:r>
                  <a:rPr lang="es-AR" dirty="0"/>
                  <a:t> hay que pasarlo a ft</a:t>
                </a:r>
                <a:r>
                  <a:rPr lang="es-AR" baseline="30000" dirty="0"/>
                  <a:t>3</a:t>
                </a:r>
                <a:r>
                  <a:rPr lang="es-AR" dirty="0"/>
                  <a:t>/</a:t>
                </a:r>
                <a:r>
                  <a:rPr lang="es-AR" dirty="0" err="1"/>
                  <a:t>seg</a:t>
                </a:r>
                <a:r>
                  <a:rPr lang="es-AR" dirty="0"/>
                  <a:t>)</a:t>
                </a:r>
              </a:p>
              <a:p>
                <a:pPr>
                  <a:lnSpc>
                    <a:spcPct val="100000"/>
                  </a:lnSpc>
                  <a:spcAft>
                    <a:spcPts val="1200"/>
                  </a:spcAft>
                </a:pPr>
                <a14:m>
                  <m:oMath xmlns:m="http://schemas.openxmlformats.org/officeDocument/2006/math">
                    <m:r>
                      <a:rPr lang="es-AR" b="0" i="1" smtClean="0">
                        <a:latin typeface="Cambria Math" panose="02040503050406030204" pitchFamily="18" charset="0"/>
                      </a:rPr>
                      <m:t>𝑄</m:t>
                    </m:r>
                    <m:r>
                      <a:rPr lang="es-AR" b="0" i="1" smtClean="0">
                        <a:latin typeface="Cambria Math" panose="02040503050406030204" pitchFamily="18" charset="0"/>
                      </a:rPr>
                      <m:t>=235</m:t>
                    </m:r>
                    <m:f>
                      <m:fPr>
                        <m:type m:val="skw"/>
                        <m:ctrlPr>
                          <a:rPr lang="es-AR" b="0" i="1" smtClean="0">
                            <a:latin typeface="Cambria Math" panose="02040503050406030204" pitchFamily="18" charset="0"/>
                          </a:rPr>
                        </m:ctrlPr>
                      </m:fPr>
                      <m:num>
                        <m:r>
                          <a:rPr lang="es-AR" b="0" i="1" smtClean="0">
                            <a:latin typeface="Cambria Math" panose="02040503050406030204" pitchFamily="18" charset="0"/>
                          </a:rPr>
                          <m:t>𝑔𝑎𝑙</m:t>
                        </m:r>
                      </m:num>
                      <m:den>
                        <m:r>
                          <a:rPr lang="es-AR" b="0" i="1" smtClean="0">
                            <a:latin typeface="Cambria Math" panose="02040503050406030204" pitchFamily="18" charset="0"/>
                          </a:rPr>
                          <m:t>𝑚𝑖𝑛</m:t>
                        </m:r>
                      </m:den>
                    </m:f>
                    <m:r>
                      <a:rPr lang="es-AR" b="0" i="1" smtClean="0">
                        <a:latin typeface="Cambria Math" panose="02040503050406030204" pitchFamily="18" charset="0"/>
                        <a:ea typeface="Cambria Math" panose="02040503050406030204" pitchFamily="18" charset="0"/>
                      </a:rPr>
                      <m:t>×</m:t>
                    </m:r>
                    <m:f>
                      <m:fPr>
                        <m:ctrlPr>
                          <a:rPr lang="es-AR" b="0" i="1" smtClean="0">
                            <a:latin typeface="Cambria Math" panose="02040503050406030204" pitchFamily="18" charset="0"/>
                            <a:ea typeface="Cambria Math" panose="02040503050406030204" pitchFamily="18" charset="0"/>
                          </a:rPr>
                        </m:ctrlPr>
                      </m:fPr>
                      <m:num>
                        <m:r>
                          <a:rPr lang="es-AR" b="0" i="1" smtClean="0">
                            <a:latin typeface="Cambria Math" panose="02040503050406030204" pitchFamily="18" charset="0"/>
                            <a:ea typeface="Cambria Math" panose="02040503050406030204" pitchFamily="18" charset="0"/>
                          </a:rPr>
                          <m:t>1</m:t>
                        </m:r>
                        <m:f>
                          <m:fPr>
                            <m:type m:val="skw"/>
                            <m:ctrlPr>
                              <a:rPr lang="es-AR" b="0" i="1" smtClean="0">
                                <a:latin typeface="Cambria Math" panose="02040503050406030204" pitchFamily="18" charset="0"/>
                                <a:ea typeface="Cambria Math" panose="02040503050406030204" pitchFamily="18" charset="0"/>
                              </a:rPr>
                            </m:ctrlPr>
                          </m:fPr>
                          <m:num>
                            <m:sSup>
                              <m:sSupPr>
                                <m:ctrlPr>
                                  <a:rPr lang="es-AR" b="0" i="1" smtClean="0">
                                    <a:latin typeface="Cambria Math" panose="02040503050406030204" pitchFamily="18" charset="0"/>
                                    <a:ea typeface="Cambria Math" panose="02040503050406030204" pitchFamily="18" charset="0"/>
                                  </a:rPr>
                                </m:ctrlPr>
                              </m:sSupPr>
                              <m:e>
                                <m:r>
                                  <a:rPr lang="es-AR" b="0" i="1" smtClean="0">
                                    <a:latin typeface="Cambria Math" panose="02040503050406030204" pitchFamily="18" charset="0"/>
                                    <a:ea typeface="Cambria Math" panose="02040503050406030204" pitchFamily="18" charset="0"/>
                                  </a:rPr>
                                  <m:t>𝑓𝑡</m:t>
                                </m:r>
                              </m:e>
                              <m:sup>
                                <m:r>
                                  <a:rPr lang="es-AR" b="0" i="1" smtClean="0">
                                    <a:latin typeface="Cambria Math" panose="02040503050406030204" pitchFamily="18" charset="0"/>
                                    <a:ea typeface="Cambria Math" panose="02040503050406030204" pitchFamily="18" charset="0"/>
                                  </a:rPr>
                                  <m:t>3</m:t>
                                </m:r>
                              </m:sup>
                            </m:sSup>
                          </m:num>
                          <m:den>
                            <m:r>
                              <a:rPr lang="es-AR" b="0" i="1" smtClean="0">
                                <a:latin typeface="Cambria Math" panose="02040503050406030204" pitchFamily="18" charset="0"/>
                                <a:ea typeface="Cambria Math" panose="02040503050406030204" pitchFamily="18" charset="0"/>
                              </a:rPr>
                              <m:t>𝑠𝑒𝑔</m:t>
                            </m:r>
                          </m:den>
                        </m:f>
                      </m:num>
                      <m:den>
                        <m:r>
                          <a:rPr lang="es-AR" b="0" i="1" smtClean="0">
                            <a:latin typeface="Cambria Math" panose="02040503050406030204" pitchFamily="18" charset="0"/>
                            <a:ea typeface="Cambria Math" panose="02040503050406030204" pitchFamily="18" charset="0"/>
                          </a:rPr>
                          <m:t>449</m:t>
                        </m:r>
                        <m:f>
                          <m:fPr>
                            <m:type m:val="skw"/>
                            <m:ctrlPr>
                              <a:rPr lang="es-AR" b="0" i="1" smtClean="0">
                                <a:latin typeface="Cambria Math" panose="02040503050406030204" pitchFamily="18" charset="0"/>
                                <a:ea typeface="Cambria Math" panose="02040503050406030204" pitchFamily="18" charset="0"/>
                              </a:rPr>
                            </m:ctrlPr>
                          </m:fPr>
                          <m:num>
                            <m:r>
                              <a:rPr lang="es-AR" b="0" i="1" smtClean="0">
                                <a:latin typeface="Cambria Math" panose="02040503050406030204" pitchFamily="18" charset="0"/>
                                <a:ea typeface="Cambria Math" panose="02040503050406030204" pitchFamily="18" charset="0"/>
                              </a:rPr>
                              <m:t>𝑔𝑎𝑙</m:t>
                            </m:r>
                          </m:num>
                          <m:den>
                            <m:r>
                              <a:rPr lang="es-AR" b="0" i="1" smtClean="0">
                                <a:latin typeface="Cambria Math" panose="02040503050406030204" pitchFamily="18" charset="0"/>
                                <a:ea typeface="Cambria Math" panose="02040503050406030204" pitchFamily="18" charset="0"/>
                              </a:rPr>
                              <m:t>𝑚𝑖𝑛</m:t>
                            </m:r>
                          </m:den>
                        </m:f>
                      </m:den>
                    </m:f>
                    <m:r>
                      <a:rPr lang="es-AR" i="1">
                        <a:latin typeface="Cambria Math" panose="02040503050406030204" pitchFamily="18" charset="0"/>
                        <a:ea typeface="Cambria Math" panose="02040503050406030204" pitchFamily="18" charset="0"/>
                      </a:rPr>
                      <m:t>⇒</m:t>
                    </m:r>
                    <m:r>
                      <a:rPr lang="es-AR" i="1">
                        <a:latin typeface="Cambria Math" panose="02040503050406030204" pitchFamily="18" charset="0"/>
                      </a:rPr>
                      <m:t>𝑄</m:t>
                    </m:r>
                    <m:r>
                      <a:rPr lang="es-AR" i="1">
                        <a:latin typeface="Cambria Math" panose="02040503050406030204" pitchFamily="18" charset="0"/>
                      </a:rPr>
                      <m:t>=0.524</m:t>
                    </m:r>
                    <m:f>
                      <m:fPr>
                        <m:type m:val="skw"/>
                        <m:ctrlPr>
                          <a:rPr lang="es-AR" b="0" i="1" smtClean="0">
                            <a:latin typeface="Cambria Math" panose="02040503050406030204" pitchFamily="18" charset="0"/>
                          </a:rPr>
                        </m:ctrlPr>
                      </m:fPr>
                      <m:num>
                        <m:sSup>
                          <m:sSupPr>
                            <m:ctrlPr>
                              <a:rPr lang="es-AR" b="0" i="1" smtClean="0">
                                <a:latin typeface="Cambria Math" panose="02040503050406030204" pitchFamily="18" charset="0"/>
                              </a:rPr>
                            </m:ctrlPr>
                          </m:sSupPr>
                          <m:e>
                            <m:r>
                              <a:rPr lang="es-AR" b="0" i="1" smtClean="0">
                                <a:latin typeface="Cambria Math" panose="02040503050406030204" pitchFamily="18" charset="0"/>
                              </a:rPr>
                              <m:t>𝑓𝑡</m:t>
                            </m:r>
                          </m:e>
                          <m:sup>
                            <m:r>
                              <a:rPr lang="es-AR" b="0" i="1" smtClean="0">
                                <a:latin typeface="Cambria Math" panose="02040503050406030204" pitchFamily="18" charset="0"/>
                              </a:rPr>
                              <m:t>3</m:t>
                            </m:r>
                          </m:sup>
                        </m:sSup>
                      </m:num>
                      <m:den>
                        <m:r>
                          <a:rPr lang="es-AR" b="0" i="1" smtClean="0">
                            <a:latin typeface="Cambria Math" panose="02040503050406030204" pitchFamily="18" charset="0"/>
                          </a:rPr>
                          <m:t>𝑠𝑒𝑔</m:t>
                        </m:r>
                      </m:den>
                    </m:f>
                  </m:oMath>
                </a14:m>
                <a:endParaRPr lang="es-AR" dirty="0"/>
              </a:p>
              <a:p>
                <a:pPr>
                  <a:lnSpc>
                    <a:spcPct val="100000"/>
                  </a:lnSpc>
                  <a:spcAft>
                    <a:spcPts val="1200"/>
                  </a:spcAft>
                </a:pPr>
                <a:r>
                  <a:rPr lang="es-AR" dirty="0"/>
                  <a:t>A</a:t>
                </a:r>
                <a:r>
                  <a:rPr lang="es-AR" baseline="-25000" dirty="0"/>
                  <a:t>1</a:t>
                </a:r>
                <a:r>
                  <a:rPr lang="es-AR" dirty="0"/>
                  <a:t> (sale de la tabla F.1) =</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7" name="CuadroTexto 6">
            <a:extLst>
              <a:ext uri="{FF2B5EF4-FFF2-40B4-BE49-F238E27FC236}">
                <a16:creationId xmlns:a16="http://schemas.microsoft.com/office/drawing/2014/main" id="{A9F21DAF-B0FA-4FCE-9C2F-A444FE913D5B}"/>
              </a:ext>
            </a:extLst>
          </p:cNvPr>
          <p:cNvSpPr txBox="1"/>
          <p:nvPr/>
        </p:nvSpPr>
        <p:spPr>
          <a:xfrm>
            <a:off x="3736612" y="4729416"/>
            <a:ext cx="1352369" cy="400110"/>
          </a:xfrm>
          <a:prstGeom prst="rect">
            <a:avLst/>
          </a:prstGeom>
          <a:noFill/>
        </p:spPr>
        <p:txBody>
          <a:bodyPr wrap="square" rtlCol="0">
            <a:spAutoFit/>
          </a:bodyPr>
          <a:lstStyle/>
          <a:p>
            <a:r>
              <a:rPr lang="es-AR" sz="2000" dirty="0">
                <a:solidFill>
                  <a:schemeClr val="tx1">
                    <a:lumMod val="75000"/>
                    <a:lumOff val="25000"/>
                  </a:schemeClr>
                </a:solidFill>
              </a:rPr>
              <a:t>0.139ft</a:t>
            </a:r>
            <a:r>
              <a:rPr lang="es-AR" sz="2000" baseline="30000" dirty="0">
                <a:solidFill>
                  <a:schemeClr val="tx1">
                    <a:lumMod val="75000"/>
                    <a:lumOff val="25000"/>
                  </a:schemeClr>
                </a:solidFill>
              </a:rPr>
              <a:t>2</a:t>
            </a:r>
          </a:p>
        </p:txBody>
      </p:sp>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p:spTree>
    <p:extLst>
      <p:ext uri="{BB962C8B-B14F-4D97-AF65-F5344CB8AC3E}">
        <p14:creationId xmlns:p14="http://schemas.microsoft.com/office/powerpoint/2010/main" val="257431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7470365-BBE4-42FE-A0E3-79F27514665E}"/>
              </a:ext>
            </a:extLst>
          </p:cNvPr>
          <p:cNvPicPr>
            <a:picLocks noChangeAspect="1"/>
          </p:cNvPicPr>
          <p:nvPr/>
        </p:nvPicPr>
        <p:blipFill>
          <a:blip r:embed="rId2"/>
          <a:stretch>
            <a:fillRect/>
          </a:stretch>
        </p:blipFill>
        <p:spPr>
          <a:xfrm>
            <a:off x="985961" y="286207"/>
            <a:ext cx="10220077" cy="5829340"/>
          </a:xfrm>
          <a:prstGeom prst="rect">
            <a:avLst/>
          </a:prstGeom>
        </p:spPr>
      </p:pic>
      <p:sp>
        <p:nvSpPr>
          <p:cNvPr id="6" name="Elipse 5">
            <a:extLst>
              <a:ext uri="{FF2B5EF4-FFF2-40B4-BE49-F238E27FC236}">
                <a16:creationId xmlns:a16="http://schemas.microsoft.com/office/drawing/2014/main" id="{DB6861CB-12EA-48A9-8653-B7632242FE4F}"/>
              </a:ext>
            </a:extLst>
          </p:cNvPr>
          <p:cNvSpPr/>
          <p:nvPr/>
        </p:nvSpPr>
        <p:spPr>
          <a:xfrm>
            <a:off x="8516993" y="5474578"/>
            <a:ext cx="1020417" cy="34529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0367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Reemplazando:</a:t>
                </a:r>
              </a:p>
              <a:p>
                <a:pPr>
                  <a:lnSpc>
                    <a:spcPct val="100000"/>
                  </a:lnSpc>
                  <a:spcAft>
                    <a:spcPts val="1200"/>
                  </a:spcAft>
                </a:pPr>
                <a14:m>
                  <m:oMath xmlns:m="http://schemas.openxmlformats.org/officeDocument/2006/math">
                    <m:r>
                      <a:rPr lang="es-AR" sz="2800" b="0" i="1" smtClean="0">
                        <a:latin typeface="Cambria Math" panose="02040503050406030204" pitchFamily="18" charset="0"/>
                      </a:rPr>
                      <m:t>𝑄</m:t>
                    </m:r>
                    <m:r>
                      <a:rPr lang="es-AR" sz="2800" b="0" i="1" smtClean="0">
                        <a:latin typeface="Cambria Math" panose="02040503050406030204" pitchFamily="18" charset="0"/>
                        <a:ea typeface="Cambria Math" panose="02040503050406030204" pitchFamily="18" charset="0"/>
                      </a:rPr>
                      <m:t>=</m:t>
                    </m:r>
                    <m:sSub>
                      <m:sSubPr>
                        <m:ctrlPr>
                          <a:rPr lang="es-AR" sz="2800" b="0" i="1" smtClean="0">
                            <a:latin typeface="Cambria Math" panose="02040503050406030204" pitchFamily="18" charset="0"/>
                            <a:ea typeface="Cambria Math" panose="02040503050406030204" pitchFamily="18" charset="0"/>
                          </a:rPr>
                        </m:ctrlPr>
                      </m:sSubPr>
                      <m:e>
                        <m:r>
                          <a:rPr lang="es-AR" sz="2800" b="0" i="1" smtClean="0">
                            <a:latin typeface="Cambria Math" panose="02040503050406030204" pitchFamily="18" charset="0"/>
                            <a:ea typeface="Cambria Math" panose="02040503050406030204" pitchFamily="18" charset="0"/>
                          </a:rPr>
                          <m:t>𝐴</m:t>
                        </m:r>
                      </m:e>
                      <m:sub>
                        <m:r>
                          <a:rPr lang="es-AR" sz="2800" b="0" i="1" smtClean="0">
                            <a:latin typeface="Cambria Math" panose="02040503050406030204" pitchFamily="18" charset="0"/>
                            <a:ea typeface="Cambria Math" panose="02040503050406030204" pitchFamily="18" charset="0"/>
                          </a:rPr>
                          <m:t>1</m:t>
                        </m:r>
                      </m:sub>
                    </m:sSub>
                    <m:r>
                      <a:rPr lang="es-AR" sz="2800" b="0" i="1" smtClean="0">
                        <a:latin typeface="Cambria Math" panose="02040503050406030204" pitchFamily="18" charset="0"/>
                        <a:ea typeface="Cambria Math" panose="02040503050406030204" pitchFamily="18" charset="0"/>
                      </a:rPr>
                      <m:t>×</m:t>
                    </m:r>
                    <m:sSub>
                      <m:sSubPr>
                        <m:ctrlPr>
                          <a:rPr lang="es-AR" sz="2800" b="0" i="1" smtClean="0">
                            <a:latin typeface="Cambria Math" panose="02040503050406030204" pitchFamily="18" charset="0"/>
                            <a:ea typeface="Cambria Math" panose="02040503050406030204" pitchFamily="18" charset="0"/>
                          </a:rPr>
                        </m:ctrlPr>
                      </m:sSubPr>
                      <m:e>
                        <m:r>
                          <a:rPr lang="es-AR" sz="2800" b="0" i="1" smtClean="0">
                            <a:latin typeface="Cambria Math" panose="02040503050406030204" pitchFamily="18" charset="0"/>
                            <a:ea typeface="Cambria Math" panose="02040503050406030204" pitchFamily="18" charset="0"/>
                          </a:rPr>
                          <m:t>𝑣</m:t>
                        </m:r>
                      </m:e>
                      <m:sub>
                        <m:r>
                          <a:rPr lang="es-AR" sz="2800" b="0" i="1" smtClean="0">
                            <a:latin typeface="Cambria Math" panose="02040503050406030204" pitchFamily="18" charset="0"/>
                            <a:ea typeface="Cambria Math" panose="02040503050406030204" pitchFamily="18" charset="0"/>
                          </a:rPr>
                          <m:t>1</m:t>
                        </m:r>
                      </m:sub>
                    </m:sSub>
                    <m:r>
                      <a:rPr lang="es-AR" sz="2800" b="0" i="1" smtClean="0">
                        <a:latin typeface="Cambria Math" panose="02040503050406030204" pitchFamily="18" charset="0"/>
                        <a:ea typeface="Cambria Math" panose="02040503050406030204" pitchFamily="18" charset="0"/>
                      </a:rPr>
                      <m:t>⇒</m:t>
                    </m:r>
                    <m:sSub>
                      <m:sSubPr>
                        <m:ctrlPr>
                          <a:rPr lang="es-AR" sz="2800" i="1">
                            <a:latin typeface="Cambria Math" panose="02040503050406030204" pitchFamily="18" charset="0"/>
                            <a:ea typeface="Cambria Math" panose="02040503050406030204" pitchFamily="18" charset="0"/>
                          </a:rPr>
                        </m:ctrlPr>
                      </m:sSubPr>
                      <m:e>
                        <m:r>
                          <a:rPr lang="es-AR" sz="2800" i="1">
                            <a:latin typeface="Cambria Math" panose="02040503050406030204" pitchFamily="18" charset="0"/>
                            <a:ea typeface="Cambria Math" panose="02040503050406030204" pitchFamily="18" charset="0"/>
                          </a:rPr>
                          <m:t>𝑣</m:t>
                        </m:r>
                      </m:e>
                      <m:sub>
                        <m:r>
                          <a:rPr lang="es-AR" sz="2800" i="1">
                            <a:latin typeface="Cambria Math" panose="02040503050406030204" pitchFamily="18" charset="0"/>
                            <a:ea typeface="Cambria Math" panose="02040503050406030204" pitchFamily="18" charset="0"/>
                          </a:rPr>
                          <m:t>1</m:t>
                        </m:r>
                      </m:sub>
                    </m:sSub>
                    <m:r>
                      <a:rPr lang="es-AR" sz="2800" b="0" i="1" smtClean="0">
                        <a:latin typeface="Cambria Math" panose="02040503050406030204" pitchFamily="18" charset="0"/>
                        <a:ea typeface="Cambria Math" panose="02040503050406030204" pitchFamily="18" charset="0"/>
                      </a:rPr>
                      <m:t>=</m:t>
                    </m:r>
                    <m:f>
                      <m:fPr>
                        <m:ctrlPr>
                          <a:rPr lang="es-AR" sz="2800" b="0" i="1" smtClean="0">
                            <a:latin typeface="Cambria Math" panose="02040503050406030204" pitchFamily="18" charset="0"/>
                            <a:ea typeface="Cambria Math" panose="02040503050406030204" pitchFamily="18" charset="0"/>
                          </a:rPr>
                        </m:ctrlPr>
                      </m:fPr>
                      <m:num>
                        <m:r>
                          <a:rPr lang="es-AR" sz="2800" b="0" i="1" smtClean="0">
                            <a:latin typeface="Cambria Math" panose="02040503050406030204" pitchFamily="18" charset="0"/>
                            <a:ea typeface="Cambria Math" panose="02040503050406030204" pitchFamily="18" charset="0"/>
                          </a:rPr>
                          <m:t>𝑄</m:t>
                        </m:r>
                      </m:num>
                      <m:den>
                        <m:sSub>
                          <m:sSubPr>
                            <m:ctrlPr>
                              <a:rPr lang="es-AR" sz="2800" i="1">
                                <a:latin typeface="Cambria Math" panose="02040503050406030204" pitchFamily="18" charset="0"/>
                                <a:ea typeface="Cambria Math" panose="02040503050406030204" pitchFamily="18" charset="0"/>
                              </a:rPr>
                            </m:ctrlPr>
                          </m:sSubPr>
                          <m:e>
                            <m:r>
                              <a:rPr lang="es-AR" sz="2800" i="1">
                                <a:latin typeface="Cambria Math" panose="02040503050406030204" pitchFamily="18" charset="0"/>
                                <a:ea typeface="Cambria Math" panose="02040503050406030204" pitchFamily="18" charset="0"/>
                              </a:rPr>
                              <m:t>𝐴</m:t>
                            </m:r>
                          </m:e>
                          <m:sub>
                            <m:r>
                              <a:rPr lang="es-AR" sz="2800" i="1">
                                <a:latin typeface="Cambria Math" panose="02040503050406030204" pitchFamily="18" charset="0"/>
                                <a:ea typeface="Cambria Math" panose="02040503050406030204" pitchFamily="18" charset="0"/>
                              </a:rPr>
                              <m:t>1</m:t>
                            </m:r>
                          </m:sub>
                        </m:sSub>
                      </m:den>
                    </m:f>
                    <m:r>
                      <a:rPr lang="es-AR" sz="2800" i="1">
                        <a:latin typeface="Cambria Math" panose="02040503050406030204" pitchFamily="18" charset="0"/>
                        <a:ea typeface="Cambria Math" panose="02040503050406030204" pitchFamily="18" charset="0"/>
                      </a:rPr>
                      <m:t>⇒</m:t>
                    </m:r>
                    <m:sSub>
                      <m:sSubPr>
                        <m:ctrlPr>
                          <a:rPr lang="es-AR" sz="2800" i="1">
                            <a:latin typeface="Cambria Math" panose="02040503050406030204" pitchFamily="18" charset="0"/>
                            <a:ea typeface="Cambria Math" panose="02040503050406030204" pitchFamily="18" charset="0"/>
                          </a:rPr>
                        </m:ctrlPr>
                      </m:sSubPr>
                      <m:e>
                        <m:r>
                          <a:rPr lang="es-AR" sz="2800" i="1">
                            <a:latin typeface="Cambria Math" panose="02040503050406030204" pitchFamily="18" charset="0"/>
                            <a:ea typeface="Cambria Math" panose="02040503050406030204" pitchFamily="18" charset="0"/>
                          </a:rPr>
                          <m:t>𝑣</m:t>
                        </m:r>
                      </m:e>
                      <m:sub>
                        <m:r>
                          <a:rPr lang="es-AR" sz="2800" i="1">
                            <a:latin typeface="Cambria Math" panose="02040503050406030204" pitchFamily="18" charset="0"/>
                            <a:ea typeface="Cambria Math" panose="02040503050406030204" pitchFamily="18" charset="0"/>
                          </a:rPr>
                          <m:t>1</m:t>
                        </m:r>
                      </m:sub>
                    </m:sSub>
                    <m:r>
                      <a:rPr lang="es-AR" sz="2800" i="1">
                        <a:latin typeface="Cambria Math" panose="02040503050406030204" pitchFamily="18" charset="0"/>
                        <a:ea typeface="Cambria Math" panose="02040503050406030204" pitchFamily="18" charset="0"/>
                      </a:rPr>
                      <m:t>=</m:t>
                    </m:r>
                    <m:f>
                      <m:fPr>
                        <m:ctrlPr>
                          <a:rPr lang="es-AR" sz="2800" i="1">
                            <a:latin typeface="Cambria Math" panose="02040503050406030204" pitchFamily="18" charset="0"/>
                            <a:ea typeface="Cambria Math" panose="02040503050406030204" pitchFamily="18" charset="0"/>
                          </a:rPr>
                        </m:ctrlPr>
                      </m:fPr>
                      <m:num>
                        <m:r>
                          <a:rPr lang="es-AR" sz="2800" b="0" i="1" smtClean="0">
                            <a:latin typeface="Cambria Math" panose="02040503050406030204" pitchFamily="18" charset="0"/>
                            <a:ea typeface="Cambria Math" panose="02040503050406030204" pitchFamily="18" charset="0"/>
                          </a:rPr>
                          <m:t>0.524</m:t>
                        </m:r>
                        <m:f>
                          <m:fPr>
                            <m:type m:val="skw"/>
                            <m:ctrlPr>
                              <a:rPr lang="es-AR" sz="2800" b="0" i="1" smtClean="0">
                                <a:latin typeface="Cambria Math" panose="02040503050406030204" pitchFamily="18" charset="0"/>
                                <a:ea typeface="Cambria Math" panose="02040503050406030204" pitchFamily="18" charset="0"/>
                              </a:rPr>
                            </m:ctrlPr>
                          </m:fPr>
                          <m:num>
                            <m:sSup>
                              <m:sSupPr>
                                <m:ctrlPr>
                                  <a:rPr lang="es-AR" sz="2800" b="0" i="1" smtClean="0">
                                    <a:latin typeface="Cambria Math" panose="02040503050406030204" pitchFamily="18" charset="0"/>
                                    <a:ea typeface="Cambria Math" panose="02040503050406030204" pitchFamily="18" charset="0"/>
                                  </a:rPr>
                                </m:ctrlPr>
                              </m:sSupPr>
                              <m:e>
                                <m:r>
                                  <a:rPr lang="es-AR" sz="2800" b="0" i="1" smtClean="0">
                                    <a:latin typeface="Cambria Math" panose="02040503050406030204" pitchFamily="18" charset="0"/>
                                    <a:ea typeface="Cambria Math" panose="02040503050406030204" pitchFamily="18" charset="0"/>
                                  </a:rPr>
                                  <m:t>𝑓𝑡</m:t>
                                </m:r>
                              </m:e>
                              <m:sup>
                                <m:r>
                                  <a:rPr lang="es-AR" sz="2800" b="0" i="1" smtClean="0">
                                    <a:latin typeface="Cambria Math" panose="02040503050406030204" pitchFamily="18" charset="0"/>
                                    <a:ea typeface="Cambria Math" panose="02040503050406030204" pitchFamily="18" charset="0"/>
                                  </a:rPr>
                                  <m:t>3</m:t>
                                </m:r>
                              </m:sup>
                            </m:sSup>
                          </m:num>
                          <m:den>
                            <m:r>
                              <a:rPr lang="es-AR" sz="2800" b="0" i="1" smtClean="0">
                                <a:latin typeface="Cambria Math" panose="02040503050406030204" pitchFamily="18" charset="0"/>
                                <a:ea typeface="Cambria Math" panose="02040503050406030204" pitchFamily="18" charset="0"/>
                              </a:rPr>
                              <m:t>𝑠𝑒𝑔</m:t>
                            </m:r>
                          </m:den>
                        </m:f>
                      </m:num>
                      <m:den>
                        <m:r>
                          <a:rPr lang="es-AR" sz="2800" b="0" i="1" smtClean="0">
                            <a:latin typeface="Cambria Math" panose="02040503050406030204" pitchFamily="18" charset="0"/>
                            <a:ea typeface="Cambria Math" panose="02040503050406030204" pitchFamily="18" charset="0"/>
                          </a:rPr>
                          <m:t>0.139</m:t>
                        </m:r>
                        <m:sSup>
                          <m:sSupPr>
                            <m:ctrlPr>
                              <a:rPr lang="es-AR" sz="2800" b="0" i="1" smtClean="0">
                                <a:latin typeface="Cambria Math" panose="02040503050406030204" pitchFamily="18" charset="0"/>
                                <a:ea typeface="Cambria Math" panose="02040503050406030204" pitchFamily="18" charset="0"/>
                              </a:rPr>
                            </m:ctrlPr>
                          </m:sSupPr>
                          <m:e>
                            <m:r>
                              <a:rPr lang="es-AR" sz="2800" b="0" i="1" smtClean="0">
                                <a:latin typeface="Cambria Math" panose="02040503050406030204" pitchFamily="18" charset="0"/>
                                <a:ea typeface="Cambria Math" panose="02040503050406030204" pitchFamily="18" charset="0"/>
                              </a:rPr>
                              <m:t>𝑓𝑡</m:t>
                            </m:r>
                          </m:e>
                          <m:sup>
                            <m:r>
                              <a:rPr lang="es-AR" sz="2800" b="0" i="1" smtClean="0">
                                <a:latin typeface="Cambria Math" panose="02040503050406030204" pitchFamily="18" charset="0"/>
                                <a:ea typeface="Cambria Math" panose="02040503050406030204" pitchFamily="18" charset="0"/>
                              </a:rPr>
                              <m:t>2</m:t>
                            </m:r>
                          </m:sup>
                        </m:sSup>
                      </m:den>
                    </m:f>
                    <m:r>
                      <a:rPr lang="es-AR" sz="2400" i="1">
                        <a:latin typeface="Cambria Math" panose="02040503050406030204" pitchFamily="18" charset="0"/>
                        <a:ea typeface="Cambria Math" panose="02040503050406030204" pitchFamily="18" charset="0"/>
                      </a:rPr>
                      <m:t>⇒</m:t>
                    </m:r>
                    <m:borderBox>
                      <m:borderBoxPr>
                        <m:ctrlPr>
                          <a:rPr lang="es-AR" sz="2400" i="1" smtClean="0">
                            <a:latin typeface="Cambria Math" panose="02040503050406030204" pitchFamily="18" charset="0"/>
                            <a:ea typeface="Cambria Math" panose="02040503050406030204" pitchFamily="18" charset="0"/>
                          </a:rPr>
                        </m:ctrlPr>
                      </m:borderBox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1</m:t>
                            </m:r>
                          </m:sub>
                        </m:sSub>
                        <m:r>
                          <a:rPr lang="es-AR" sz="2400" i="1">
                            <a:latin typeface="Cambria Math" panose="02040503050406030204" pitchFamily="18" charset="0"/>
                            <a:ea typeface="Cambria Math" panose="02040503050406030204" pitchFamily="18" charset="0"/>
                          </a:rPr>
                          <m:t>=3.77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borderBox>
                  </m:oMath>
                </a14:m>
                <a:endParaRPr lang="es-AR" sz="2400" dirty="0"/>
              </a:p>
              <a:p>
                <a:pPr>
                  <a:lnSpc>
                    <a:spcPct val="100000"/>
                  </a:lnSpc>
                  <a:spcAft>
                    <a:spcPts val="1200"/>
                  </a:spcAft>
                </a:pPr>
                <a:r>
                  <a:rPr lang="es-AR" dirty="0"/>
                  <a:t>Al tener la velocidad a la entrada de la bomba se pueden calcular:</a:t>
                </a:r>
              </a:p>
              <a:p>
                <a:pPr>
                  <a:lnSpc>
                    <a:spcPct val="100000"/>
                  </a:lnSpc>
                  <a:spcAft>
                    <a:spcPts val="1200"/>
                  </a:spcAft>
                </a:pPr>
                <a:r>
                  <a:rPr lang="es-AR" dirty="0"/>
                  <a:t>La carga de velocidad a la entrada de la bomba</a:t>
                </a:r>
              </a:p>
              <a:p>
                <a:pPr>
                  <a:lnSpc>
                    <a:spcPct val="100000"/>
                  </a:lnSpc>
                  <a:spcAft>
                    <a:spcPts val="1200"/>
                  </a:spcAft>
                </a:pPr>
                <a:r>
                  <a:rPr lang="es-AR" dirty="0"/>
                  <a:t>Las pérdidas en la línea de succión</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p:spTree>
    <p:extLst>
      <p:ext uri="{BB962C8B-B14F-4D97-AF65-F5344CB8AC3E}">
        <p14:creationId xmlns:p14="http://schemas.microsoft.com/office/powerpoint/2010/main" val="538775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fontScale="92500"/>
              </a:bodyPr>
              <a:lstStyle/>
              <a:p>
                <a:r>
                  <a:rPr lang="es-AR" dirty="0"/>
                  <a:t>Para calcular las pérdidas hay que hallar:</a:t>
                </a:r>
              </a:p>
              <a:p>
                <a:pPr marL="266700" indent="-266700">
                  <a:buFont typeface="Arial" panose="020B0604020202020204" pitchFamily="34" charset="0"/>
                  <a:buChar char="•"/>
                  <a:tabLst>
                    <a:tab pos="266700" algn="l"/>
                  </a:tabLst>
                </a:pPr>
                <a:r>
                  <a:rPr lang="es-AR" dirty="0"/>
                  <a:t>Las pérdidas primarias</a:t>
                </a:r>
              </a:p>
              <a:p>
                <a:pPr marL="266700" indent="-266700">
                  <a:buFont typeface="Arial" panose="020B0604020202020204" pitchFamily="34" charset="0"/>
                  <a:buChar char="•"/>
                  <a:tabLst>
                    <a:tab pos="266700" algn="l"/>
                  </a:tabLst>
                </a:pPr>
                <a:r>
                  <a:rPr lang="es-AR" dirty="0"/>
                  <a:t>Las pérdidas secundarias</a:t>
                </a:r>
              </a:p>
              <a:p>
                <a:pPr>
                  <a:lnSpc>
                    <a:spcPct val="100000"/>
                  </a:lnSpc>
                </a:pPr>
                <a:r>
                  <a:rPr lang="es-AR" sz="2800" u="sng" dirty="0"/>
                  <a:t>Pérdidas primarias</a:t>
                </a:r>
              </a:p>
              <a:p>
                <a:r>
                  <a:rPr lang="es-AR" sz="2100" dirty="0"/>
                  <a:t>Son las ocasionadas por rozamiento</a:t>
                </a:r>
              </a:p>
              <a:p>
                <a:pPr>
                  <a:lnSpc>
                    <a:spcPct val="150000"/>
                  </a:lnSpc>
                  <a:spcAft>
                    <a:spcPts val="1200"/>
                  </a:spcAft>
                </a:pPr>
                <a14:m>
                  <m:oMath xmlns:m="http://schemas.openxmlformats.org/officeDocument/2006/math">
                    <m:sSub>
                      <m:sSubPr>
                        <m:ctrlPr>
                          <a:rPr lang="es-AR" sz="2400" i="1" smtClean="0">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b="0" i="1" smtClean="0">
                            <a:latin typeface="Cambria Math" panose="02040503050406030204" pitchFamily="18" charset="0"/>
                          </a:rPr>
                          <m:t>𝑝𝑟𝑖𝑚</m:t>
                        </m:r>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𝑓</m:t>
                        </m:r>
                      </m:e>
                      <m:sub>
                        <m:r>
                          <a:rPr lang="es-AR" sz="2400" b="0" i="1" smtClean="0">
                            <a:latin typeface="Cambria Math" panose="02040503050406030204" pitchFamily="18" charset="0"/>
                          </a:rPr>
                          <m:t>𝑚</m:t>
                        </m:r>
                      </m:sub>
                    </m:sSub>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𝐿</m:t>
                            </m:r>
                          </m:e>
                          <m:sub>
                            <m:r>
                              <a:rPr lang="es-AR" sz="2400" b="0" i="1" smtClean="0">
                                <a:latin typeface="Cambria Math" panose="02040503050406030204" pitchFamily="18" charset="0"/>
                                <a:ea typeface="Cambria Math" panose="02040503050406030204" pitchFamily="18" charset="0"/>
                              </a:rPr>
                              <m:t>1</m:t>
                            </m:r>
                          </m:sub>
                        </m:sSub>
                      </m:num>
                      <m:den>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m:t>
                            </m:r>
                          </m:e>
                          <m:sub>
                            <m:r>
                              <a:rPr lang="es-AR" sz="2400" b="0" i="1" smtClean="0">
                                <a:latin typeface="Cambria Math" panose="02040503050406030204" pitchFamily="18" charset="0"/>
                                <a:ea typeface="Cambria Math" panose="02040503050406030204" pitchFamily="18" charset="0"/>
                              </a:rPr>
                              <m:t>1</m:t>
                            </m:r>
                          </m:sub>
                        </m:sSub>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2</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oMath>
                </a14:m>
                <a:endParaRPr lang="es-AR" sz="2400" dirty="0"/>
              </a:p>
              <a:p>
                <a:r>
                  <a:rPr lang="es-AR" dirty="0"/>
                  <a:t>En esta fórmula todos los parámetros ya han sido calculados con excepción del Factor de </a:t>
                </a:r>
                <a:r>
                  <a:rPr lang="es-AR" dirty="0" err="1"/>
                  <a:t>Moody</a:t>
                </a:r>
                <a:r>
                  <a:rPr lang="es-AR" dirty="0"/>
                  <a:t> (</a:t>
                </a:r>
                <a:r>
                  <a:rPr lang="es-AR" dirty="0" err="1"/>
                  <a:t>f</a:t>
                </a:r>
                <a:r>
                  <a:rPr lang="es-AR" baseline="-25000" dirty="0" err="1"/>
                  <a:t>m</a:t>
                </a:r>
                <a:r>
                  <a:rPr lang="es-AR" dirty="0"/>
                  <a:t>)</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1333" t="-1515"/>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p:spTree>
    <p:extLst>
      <p:ext uri="{BB962C8B-B14F-4D97-AF65-F5344CB8AC3E}">
        <p14:creationId xmlns:p14="http://schemas.microsoft.com/office/powerpoint/2010/main" val="188858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6FCD62B-F37F-489D-88C7-102414E9D730}"/>
                  </a:ext>
                </a:extLst>
              </p:cNvPr>
              <p:cNvSpPr txBox="1"/>
              <p:nvPr/>
            </p:nvSpPr>
            <p:spPr>
              <a:xfrm>
                <a:off x="1105276" y="5071024"/>
                <a:ext cx="2966908" cy="5426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AR" i="1">
                          <a:latin typeface="Cambria Math" panose="02040503050406030204" pitchFamily="18" charset="0"/>
                        </a:rPr>
                        <m:t>3.84</m:t>
                      </m:r>
                      <m:r>
                        <a:rPr lang="es-AR" i="1">
                          <a:latin typeface="Cambria Math" panose="02040503050406030204" pitchFamily="18" charset="0"/>
                          <a:ea typeface="Cambria Math" panose="02040503050406030204" pitchFamily="18" charset="0"/>
                        </a:rPr>
                        <m:t>×</m:t>
                      </m:r>
                      <m:sSup>
                        <m:sSupPr>
                          <m:ctrlPr>
                            <a:rPr lang="es-AR" i="1">
                              <a:latin typeface="Cambria Math" panose="02040503050406030204" pitchFamily="18" charset="0"/>
                              <a:ea typeface="Cambria Math" panose="02040503050406030204" pitchFamily="18" charset="0"/>
                            </a:rPr>
                          </m:ctrlPr>
                        </m:sSupPr>
                        <m:e>
                          <m:r>
                            <a:rPr lang="es-AR" i="1">
                              <a:latin typeface="Cambria Math" panose="02040503050406030204" pitchFamily="18" charset="0"/>
                              <a:ea typeface="Cambria Math" panose="02040503050406030204" pitchFamily="18" charset="0"/>
                            </a:rPr>
                            <m:t>10</m:t>
                          </m:r>
                        </m:e>
                        <m:sup>
                          <m:r>
                            <a:rPr lang="es-AR" i="1">
                              <a:latin typeface="Cambria Math" panose="02040503050406030204" pitchFamily="18" charset="0"/>
                              <a:ea typeface="Cambria Math" panose="02040503050406030204" pitchFamily="18" charset="0"/>
                            </a:rPr>
                            <m:t>−6</m:t>
                          </m:r>
                        </m:sup>
                      </m:sSup>
                      <m:f>
                        <m:fPr>
                          <m:type m:val="skw"/>
                          <m:ctrlPr>
                            <a:rPr lang="es-AR" i="1">
                              <a:latin typeface="Cambria Math" panose="02040503050406030204" pitchFamily="18" charset="0"/>
                              <a:ea typeface="Cambria Math" panose="02040503050406030204" pitchFamily="18" charset="0"/>
                            </a:rPr>
                          </m:ctrlPr>
                        </m:fPr>
                        <m:num>
                          <m:sSup>
                            <m:sSupPr>
                              <m:ctrlPr>
                                <a:rPr lang="es-AR" i="1">
                                  <a:latin typeface="Cambria Math" panose="02040503050406030204" pitchFamily="18" charset="0"/>
                                  <a:ea typeface="Cambria Math" panose="02040503050406030204" pitchFamily="18" charset="0"/>
                                </a:rPr>
                              </m:ctrlPr>
                            </m:sSupPr>
                            <m:e>
                              <m:r>
                                <a:rPr lang="es-AR" i="1">
                                  <a:latin typeface="Cambria Math" panose="02040503050406030204" pitchFamily="18" charset="0"/>
                                  <a:ea typeface="Cambria Math" panose="02040503050406030204" pitchFamily="18" charset="0"/>
                                </a:rPr>
                                <m:t>𝑓𝑡</m:t>
                              </m:r>
                            </m:e>
                            <m:sup>
                              <m:r>
                                <a:rPr lang="es-AR" i="1">
                                  <a:latin typeface="Cambria Math" panose="02040503050406030204" pitchFamily="18" charset="0"/>
                                  <a:ea typeface="Cambria Math" panose="02040503050406030204" pitchFamily="18" charset="0"/>
                                </a:rPr>
                                <m:t>2</m:t>
                              </m:r>
                            </m:sup>
                          </m:sSup>
                        </m:num>
                        <m:den>
                          <m:r>
                            <a:rPr lang="es-AR" i="1">
                              <a:latin typeface="Cambria Math" panose="02040503050406030204" pitchFamily="18" charset="0"/>
                              <a:ea typeface="Cambria Math" panose="02040503050406030204" pitchFamily="18" charset="0"/>
                            </a:rPr>
                            <m:t>𝑠𝑒𝑔</m:t>
                          </m:r>
                        </m:den>
                      </m:f>
                    </m:oMath>
                  </m:oMathPara>
                </a14:m>
                <a:endParaRPr lang="es-AR" dirty="0"/>
              </a:p>
            </p:txBody>
          </p:sp>
        </mc:Choice>
        <mc:Fallback xmlns="">
          <p:sp>
            <p:nvSpPr>
              <p:cNvPr id="10" name="CuadroTexto 9">
                <a:extLst>
                  <a:ext uri="{FF2B5EF4-FFF2-40B4-BE49-F238E27FC236}">
                    <a16:creationId xmlns:a16="http://schemas.microsoft.com/office/drawing/2014/main" id="{B6FCD62B-F37F-489D-88C7-102414E9D730}"/>
                  </a:ext>
                </a:extLst>
              </p:cNvPr>
              <p:cNvSpPr txBox="1">
                <a:spLocks noRot="1" noChangeAspect="1" noMove="1" noResize="1" noEditPoints="1" noAdjustHandles="1" noChangeArrowheads="1" noChangeShapeType="1" noTextEdit="1"/>
              </p:cNvSpPr>
              <p:nvPr/>
            </p:nvSpPr>
            <p:spPr>
              <a:xfrm>
                <a:off x="1105276" y="5071024"/>
                <a:ext cx="2966908" cy="542649"/>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Para calcular el Factor de </a:t>
                </a:r>
                <a:r>
                  <a:rPr lang="es-AR" dirty="0" err="1"/>
                  <a:t>Moody</a:t>
                </a:r>
                <a:r>
                  <a:rPr lang="es-AR" dirty="0"/>
                  <a:t>, hay que conocer el Número de Reynolds:</a:t>
                </a:r>
              </a:p>
              <a:p>
                <a:pPr>
                  <a:lnSpc>
                    <a:spcPct val="150000"/>
                  </a:lnSpc>
                  <a:spcAft>
                    <a:spcPts val="1200"/>
                  </a:spcAft>
                </a:pPr>
                <a14:m>
                  <m:oMath xmlns:m="http://schemas.openxmlformats.org/officeDocument/2006/math">
                    <m:r>
                      <a:rPr lang="es-AR" sz="2400" b="0" i="1" smtClean="0">
                        <a:latin typeface="Cambria Math" panose="02040503050406030204" pitchFamily="18" charset="0"/>
                      </a:rPr>
                      <m:t>#</m:t>
                    </m:r>
                    <m:r>
                      <a:rPr lang="es-AR" sz="2400" b="0" i="1" smtClean="0">
                        <a:latin typeface="Cambria Math" panose="02040503050406030204" pitchFamily="18" charset="0"/>
                      </a:rPr>
                      <m:t>𝑅𝑒</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𝑣</m:t>
                            </m:r>
                          </m:e>
                          <m:sub>
                            <m:r>
                              <a:rPr lang="es-AR" sz="2400" b="0" i="1" smtClean="0">
                                <a:latin typeface="Cambria Math" panose="02040503050406030204" pitchFamily="18" charset="0"/>
                              </a:rPr>
                              <m:t>2</m:t>
                            </m:r>
                          </m:sub>
                        </m:sSub>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m:t>
                            </m:r>
                          </m:e>
                          <m:sub>
                            <m:r>
                              <a:rPr lang="es-AR" sz="2400" b="0" i="1" smtClean="0">
                                <a:latin typeface="Cambria Math" panose="02040503050406030204" pitchFamily="18" charset="0"/>
                                <a:ea typeface="Cambria Math" panose="02040503050406030204" pitchFamily="18" charset="0"/>
                              </a:rPr>
                              <m:t>𝑖</m:t>
                            </m:r>
                          </m:sub>
                        </m:sSub>
                      </m:num>
                      <m:den>
                        <m:r>
                          <a:rPr lang="es-AR" sz="2400" b="0" i="1" smtClean="0">
                            <a:latin typeface="Cambria Math" panose="02040503050406030204" pitchFamily="18" charset="0"/>
                            <a:ea typeface="Cambria Math" panose="02040503050406030204" pitchFamily="18" charset="0"/>
                          </a:rPr>
                          <m:t>𝜈</m:t>
                        </m:r>
                      </m:den>
                    </m:f>
                  </m:oMath>
                </a14:m>
                <a:endParaRPr lang="es-AR" sz="2400" b="0" dirty="0"/>
              </a:p>
              <a:p>
                <a:r>
                  <a:rPr lang="es-AR" dirty="0"/>
                  <a:t>v</a:t>
                </a:r>
                <a:r>
                  <a:rPr lang="es-AR" baseline="-25000" dirty="0"/>
                  <a:t>2</a:t>
                </a:r>
                <a:r>
                  <a:rPr lang="es-AR" dirty="0"/>
                  <a:t> ya fue calculado</a:t>
                </a:r>
              </a:p>
              <a:p>
                <a:r>
                  <a:rPr lang="es-AR" dirty="0">
                    <a:latin typeface="Symbol" panose="05050102010706020507" pitchFamily="18" charset="2"/>
                  </a:rPr>
                  <a:t>f</a:t>
                </a:r>
                <a:r>
                  <a:rPr lang="es-AR" baseline="-25000" dirty="0"/>
                  <a:t>i</a:t>
                </a:r>
                <a:r>
                  <a:rPr lang="es-AR" dirty="0"/>
                  <a:t> es el diámetro interior de la tubería y se obtiene de la tabla F1 = </a:t>
                </a:r>
              </a:p>
              <a:p>
                <a:r>
                  <a:rPr lang="es-AR" dirty="0">
                    <a:latin typeface="Symbol" panose="05050102010706020507" pitchFamily="18" charset="2"/>
                  </a:rPr>
                  <a:t>f</a:t>
                </a:r>
                <a:r>
                  <a:rPr lang="es-AR" baseline="-25000" dirty="0"/>
                  <a:t>i</a:t>
                </a:r>
                <a:r>
                  <a:rPr lang="es-AR" dirty="0"/>
                  <a:t> = </a:t>
                </a:r>
                <a:endParaRPr lang="es-AR" dirty="0">
                  <a:latin typeface="Symbol" panose="05050102010706020507" pitchFamily="18" charset="2"/>
                </a:endParaRPr>
              </a:p>
              <a:p>
                <a:r>
                  <a:rPr lang="es-AR" dirty="0">
                    <a:latin typeface="Symbol" panose="05050102010706020507" pitchFamily="18" charset="2"/>
                  </a:rPr>
                  <a:t>n</a:t>
                </a:r>
                <a:r>
                  <a:rPr lang="es-AR" dirty="0"/>
                  <a:t> es la velocidad cinemática del agua, depende de la temperatura y sale de la tabla A.2</a:t>
                </a:r>
              </a:p>
              <a:p>
                <a:r>
                  <a:rPr lang="es-AR" dirty="0">
                    <a:latin typeface="Symbol" panose="05050102010706020507" pitchFamily="18" charset="2"/>
                  </a:rPr>
                  <a:t>n</a:t>
                </a:r>
                <a:r>
                  <a:rPr lang="es-AR" dirty="0"/>
                  <a:t> =</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6"/>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p:sp>
        <p:nvSpPr>
          <p:cNvPr id="4" name="CuadroTexto 3">
            <a:extLst>
              <a:ext uri="{FF2B5EF4-FFF2-40B4-BE49-F238E27FC236}">
                <a16:creationId xmlns:a16="http://schemas.microsoft.com/office/drawing/2014/main" id="{3762850D-071D-453A-807E-854FCEF96EE9}"/>
              </a:ext>
            </a:extLst>
          </p:cNvPr>
          <p:cNvSpPr txBox="1"/>
          <p:nvPr/>
        </p:nvSpPr>
        <p:spPr>
          <a:xfrm>
            <a:off x="1596734" y="4294142"/>
            <a:ext cx="1352369" cy="400110"/>
          </a:xfrm>
          <a:prstGeom prst="rect">
            <a:avLst/>
          </a:prstGeom>
          <a:noFill/>
        </p:spPr>
        <p:txBody>
          <a:bodyPr wrap="square" rtlCol="0">
            <a:spAutoFit/>
          </a:bodyPr>
          <a:lstStyle/>
          <a:p>
            <a:r>
              <a:rPr lang="es-AR" sz="2000" dirty="0">
                <a:solidFill>
                  <a:schemeClr val="tx1">
                    <a:lumMod val="75000"/>
                    <a:lumOff val="25000"/>
                  </a:schemeClr>
                </a:solidFill>
              </a:rPr>
              <a:t>0.4206ft</a:t>
            </a:r>
          </a:p>
        </p:txBody>
      </p:sp>
      <p:pic>
        <p:nvPicPr>
          <p:cNvPr id="5" name="Imagen 4">
            <a:extLst>
              <a:ext uri="{FF2B5EF4-FFF2-40B4-BE49-F238E27FC236}">
                <a16:creationId xmlns:a16="http://schemas.microsoft.com/office/drawing/2014/main" id="{BAA1EB7E-9AA7-4363-97B2-88942DFBD741}"/>
              </a:ext>
            </a:extLst>
          </p:cNvPr>
          <p:cNvPicPr>
            <a:picLocks noChangeAspect="1"/>
          </p:cNvPicPr>
          <p:nvPr/>
        </p:nvPicPr>
        <p:blipFill>
          <a:blip r:embed="rId7"/>
          <a:stretch>
            <a:fillRect/>
          </a:stretch>
        </p:blipFill>
        <p:spPr>
          <a:xfrm>
            <a:off x="866647" y="432371"/>
            <a:ext cx="10220077" cy="5829340"/>
          </a:xfrm>
          <a:prstGeom prst="rect">
            <a:avLst/>
          </a:prstGeom>
        </p:spPr>
      </p:pic>
      <p:sp>
        <p:nvSpPr>
          <p:cNvPr id="6" name="Elipse 5">
            <a:extLst>
              <a:ext uri="{FF2B5EF4-FFF2-40B4-BE49-F238E27FC236}">
                <a16:creationId xmlns:a16="http://schemas.microsoft.com/office/drawing/2014/main" id="{8F7ED8F9-5771-42B0-B23E-72E31A782027}"/>
              </a:ext>
            </a:extLst>
          </p:cNvPr>
          <p:cNvSpPr/>
          <p:nvPr/>
        </p:nvSpPr>
        <p:spPr>
          <a:xfrm>
            <a:off x="6559036" y="5696447"/>
            <a:ext cx="1020417" cy="34529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7" name="Imagen 6">
            <a:extLst>
              <a:ext uri="{FF2B5EF4-FFF2-40B4-BE49-F238E27FC236}">
                <a16:creationId xmlns:a16="http://schemas.microsoft.com/office/drawing/2014/main" id="{3C3907A2-8734-4A9A-B74C-28CAE81954C7}"/>
              </a:ext>
            </a:extLst>
          </p:cNvPr>
          <p:cNvPicPr>
            <a:picLocks noChangeAspect="1"/>
          </p:cNvPicPr>
          <p:nvPr/>
        </p:nvPicPr>
        <p:blipFill>
          <a:blip r:embed="rId8"/>
          <a:stretch>
            <a:fillRect/>
          </a:stretch>
        </p:blipFill>
        <p:spPr>
          <a:xfrm>
            <a:off x="2324221" y="-24759"/>
            <a:ext cx="7604517" cy="6858000"/>
          </a:xfrm>
          <a:prstGeom prst="rect">
            <a:avLst/>
          </a:prstGeom>
        </p:spPr>
      </p:pic>
      <p:sp>
        <p:nvSpPr>
          <p:cNvPr id="8" name="Elipse 7">
            <a:extLst>
              <a:ext uri="{FF2B5EF4-FFF2-40B4-BE49-F238E27FC236}">
                <a16:creationId xmlns:a16="http://schemas.microsoft.com/office/drawing/2014/main" id="{276AB42C-27ED-48DD-AA12-5C23BD072B99}"/>
              </a:ext>
            </a:extLst>
          </p:cNvPr>
          <p:cNvSpPr/>
          <p:nvPr/>
        </p:nvSpPr>
        <p:spPr>
          <a:xfrm>
            <a:off x="8564480" y="6077843"/>
            <a:ext cx="1334221"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18402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7"/>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6" grpId="0" animBg="1"/>
      <p:bldP spid="6" grpId="1" animBg="1"/>
      <p:bldP spid="8" grpId="0" animBg="1"/>
      <p:bldP spid="8" grpId="1"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Para calcular el Factor de </a:t>
                </a:r>
                <a:r>
                  <a:rPr lang="es-AR" dirty="0" err="1"/>
                  <a:t>Moody</a:t>
                </a:r>
                <a:r>
                  <a:rPr lang="es-AR" dirty="0"/>
                  <a:t>, hay que conocer el Número de Reynolds:</a:t>
                </a:r>
              </a:p>
              <a:p>
                <a:pPr>
                  <a:lnSpc>
                    <a:spcPct val="150000"/>
                  </a:lnSpc>
                  <a:spcAft>
                    <a:spcPts val="1200"/>
                  </a:spcAft>
                </a:pPr>
                <a14:m>
                  <m:oMath xmlns:m="http://schemas.openxmlformats.org/officeDocument/2006/math">
                    <m:r>
                      <a:rPr lang="es-AR" sz="2400" b="0" i="1" smtClean="0">
                        <a:latin typeface="Cambria Math" panose="02040503050406030204" pitchFamily="18" charset="0"/>
                      </a:rPr>
                      <m:t>#</m:t>
                    </m:r>
                    <m:r>
                      <a:rPr lang="es-AR" sz="2400" b="0" i="1" smtClean="0">
                        <a:latin typeface="Cambria Math" panose="02040503050406030204" pitchFamily="18" charset="0"/>
                      </a:rPr>
                      <m:t>𝑅𝑒</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𝑣</m:t>
                            </m:r>
                          </m:e>
                          <m:sub>
                            <m:r>
                              <a:rPr lang="es-AR" sz="2400" b="0" i="1" smtClean="0">
                                <a:latin typeface="Cambria Math" panose="02040503050406030204" pitchFamily="18" charset="0"/>
                              </a:rPr>
                              <m:t>2</m:t>
                            </m:r>
                          </m:sub>
                        </m:sSub>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m:t>
                            </m:r>
                          </m:e>
                          <m:sub>
                            <m:r>
                              <a:rPr lang="es-AR" sz="2400" b="0" i="1" smtClean="0">
                                <a:latin typeface="Cambria Math" panose="02040503050406030204" pitchFamily="18" charset="0"/>
                                <a:ea typeface="Cambria Math" panose="02040503050406030204" pitchFamily="18" charset="0"/>
                              </a:rPr>
                              <m:t>𝑖</m:t>
                            </m:r>
                          </m:sub>
                        </m:sSub>
                      </m:num>
                      <m:den>
                        <m:r>
                          <a:rPr lang="es-AR" sz="2400" b="0" i="1" smtClean="0">
                            <a:latin typeface="Cambria Math" panose="02040503050406030204" pitchFamily="18" charset="0"/>
                            <a:ea typeface="Cambria Math" panose="02040503050406030204" pitchFamily="18" charset="0"/>
                          </a:rPr>
                          <m:t>𝜈</m:t>
                        </m:r>
                      </m:den>
                    </m:f>
                  </m:oMath>
                </a14:m>
                <a:endParaRPr lang="es-AR" sz="2400" b="0" dirty="0"/>
              </a:p>
              <a:p>
                <a:r>
                  <a:rPr lang="es-AR" dirty="0"/>
                  <a:t>v</a:t>
                </a:r>
                <a:r>
                  <a:rPr lang="es-AR" baseline="-25000" dirty="0"/>
                  <a:t>2</a:t>
                </a:r>
                <a:r>
                  <a:rPr lang="es-AR" dirty="0"/>
                  <a:t> ya fue calculado</a:t>
                </a:r>
              </a:p>
              <a:p>
                <a:r>
                  <a:rPr lang="es-AR" dirty="0">
                    <a:latin typeface="Symbol" panose="05050102010706020507" pitchFamily="18" charset="2"/>
                  </a:rPr>
                  <a:t>f</a:t>
                </a:r>
                <a:r>
                  <a:rPr lang="es-AR" baseline="-25000" dirty="0"/>
                  <a:t>i</a:t>
                </a:r>
                <a:r>
                  <a:rPr lang="es-AR" dirty="0"/>
                  <a:t> es el diámetro exterior de la tubería y se obtiene de la tabla F1 = </a:t>
                </a:r>
              </a:p>
              <a:p>
                <a:r>
                  <a:rPr lang="es-AR" dirty="0">
                    <a:latin typeface="Symbol" panose="05050102010706020507" pitchFamily="18" charset="2"/>
                  </a:rPr>
                  <a:t>f</a:t>
                </a:r>
                <a:r>
                  <a:rPr lang="es-AR" baseline="-25000" dirty="0"/>
                  <a:t>e</a:t>
                </a:r>
                <a:r>
                  <a:rPr lang="es-AR" dirty="0"/>
                  <a:t> = </a:t>
                </a:r>
                <a:endParaRPr lang="es-AR" dirty="0">
                  <a:latin typeface="Symbol" panose="05050102010706020507" pitchFamily="18" charset="2"/>
                </a:endParaRPr>
              </a:p>
              <a:p>
                <a:r>
                  <a:rPr lang="es-AR" dirty="0">
                    <a:latin typeface="Symbol" panose="05050102010706020507" pitchFamily="18" charset="2"/>
                  </a:rPr>
                  <a:t>n</a:t>
                </a:r>
                <a:r>
                  <a:rPr lang="es-AR" dirty="0"/>
                  <a:t> es la velocidad cinemática del agua, depende de la temperatura y sale de la tabla A.2</a:t>
                </a:r>
              </a:p>
              <a:p>
                <a:r>
                  <a:rPr lang="es-AR" dirty="0">
                    <a:latin typeface="Symbol" panose="05050102010706020507" pitchFamily="18" charset="2"/>
                  </a:rPr>
                  <a:t>n</a:t>
                </a:r>
                <a:r>
                  <a:rPr lang="es-AR" dirty="0"/>
                  <a:t> =</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 (tramo 1–2)</a:t>
            </a:r>
          </a:p>
        </p:txBody>
      </p:sp>
      <p:sp>
        <p:nvSpPr>
          <p:cNvPr id="4" name="CuadroTexto 3">
            <a:extLst>
              <a:ext uri="{FF2B5EF4-FFF2-40B4-BE49-F238E27FC236}">
                <a16:creationId xmlns:a16="http://schemas.microsoft.com/office/drawing/2014/main" id="{3762850D-071D-453A-807E-854FCEF96EE9}"/>
              </a:ext>
            </a:extLst>
          </p:cNvPr>
          <p:cNvSpPr txBox="1"/>
          <p:nvPr/>
        </p:nvSpPr>
        <p:spPr>
          <a:xfrm>
            <a:off x="1596734" y="4294142"/>
            <a:ext cx="1352369" cy="400110"/>
          </a:xfrm>
          <a:prstGeom prst="rect">
            <a:avLst/>
          </a:prstGeom>
          <a:noFill/>
        </p:spPr>
        <p:txBody>
          <a:bodyPr wrap="square" rtlCol="0">
            <a:spAutoFit/>
          </a:bodyPr>
          <a:lstStyle/>
          <a:p>
            <a:r>
              <a:rPr lang="es-AR" sz="2000" dirty="0">
                <a:solidFill>
                  <a:schemeClr val="tx1">
                    <a:lumMod val="75000"/>
                    <a:lumOff val="25000"/>
                  </a:schemeClr>
                </a:solidFill>
              </a:rPr>
              <a:t>0.4206ft</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6FCD62B-F37F-489D-88C7-102414E9D730}"/>
                  </a:ext>
                </a:extLst>
              </p:cNvPr>
              <p:cNvSpPr txBox="1"/>
              <p:nvPr/>
            </p:nvSpPr>
            <p:spPr>
              <a:xfrm>
                <a:off x="1105276" y="5071024"/>
                <a:ext cx="2966908" cy="5426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AR" i="1">
                          <a:latin typeface="Cambria Math" panose="02040503050406030204" pitchFamily="18" charset="0"/>
                        </a:rPr>
                        <m:t>3.84</m:t>
                      </m:r>
                      <m:r>
                        <a:rPr lang="es-AR" i="1">
                          <a:latin typeface="Cambria Math" panose="02040503050406030204" pitchFamily="18" charset="0"/>
                          <a:ea typeface="Cambria Math" panose="02040503050406030204" pitchFamily="18" charset="0"/>
                        </a:rPr>
                        <m:t>×</m:t>
                      </m:r>
                      <m:sSup>
                        <m:sSupPr>
                          <m:ctrlPr>
                            <a:rPr lang="es-AR" i="1">
                              <a:latin typeface="Cambria Math" panose="02040503050406030204" pitchFamily="18" charset="0"/>
                              <a:ea typeface="Cambria Math" panose="02040503050406030204" pitchFamily="18" charset="0"/>
                            </a:rPr>
                          </m:ctrlPr>
                        </m:sSupPr>
                        <m:e>
                          <m:r>
                            <a:rPr lang="es-AR" i="1">
                              <a:latin typeface="Cambria Math" panose="02040503050406030204" pitchFamily="18" charset="0"/>
                              <a:ea typeface="Cambria Math" panose="02040503050406030204" pitchFamily="18" charset="0"/>
                            </a:rPr>
                            <m:t>10</m:t>
                          </m:r>
                        </m:e>
                        <m:sup>
                          <m:r>
                            <a:rPr lang="es-AR" i="1">
                              <a:latin typeface="Cambria Math" panose="02040503050406030204" pitchFamily="18" charset="0"/>
                              <a:ea typeface="Cambria Math" panose="02040503050406030204" pitchFamily="18" charset="0"/>
                            </a:rPr>
                            <m:t>−6</m:t>
                          </m:r>
                        </m:sup>
                      </m:sSup>
                      <m:f>
                        <m:fPr>
                          <m:type m:val="skw"/>
                          <m:ctrlPr>
                            <a:rPr lang="es-AR" i="1">
                              <a:latin typeface="Cambria Math" panose="02040503050406030204" pitchFamily="18" charset="0"/>
                              <a:ea typeface="Cambria Math" panose="02040503050406030204" pitchFamily="18" charset="0"/>
                            </a:rPr>
                          </m:ctrlPr>
                        </m:fPr>
                        <m:num>
                          <m:sSup>
                            <m:sSupPr>
                              <m:ctrlPr>
                                <a:rPr lang="es-AR" i="1">
                                  <a:latin typeface="Cambria Math" panose="02040503050406030204" pitchFamily="18" charset="0"/>
                                  <a:ea typeface="Cambria Math" panose="02040503050406030204" pitchFamily="18" charset="0"/>
                                </a:rPr>
                              </m:ctrlPr>
                            </m:sSupPr>
                            <m:e>
                              <m:r>
                                <a:rPr lang="es-AR" i="1">
                                  <a:latin typeface="Cambria Math" panose="02040503050406030204" pitchFamily="18" charset="0"/>
                                  <a:ea typeface="Cambria Math" panose="02040503050406030204" pitchFamily="18" charset="0"/>
                                </a:rPr>
                                <m:t>𝑓𝑡</m:t>
                              </m:r>
                            </m:e>
                            <m:sup>
                              <m:r>
                                <a:rPr lang="es-AR" i="1">
                                  <a:latin typeface="Cambria Math" panose="02040503050406030204" pitchFamily="18" charset="0"/>
                                  <a:ea typeface="Cambria Math" panose="02040503050406030204" pitchFamily="18" charset="0"/>
                                </a:rPr>
                                <m:t>2</m:t>
                              </m:r>
                            </m:sup>
                          </m:sSup>
                        </m:num>
                        <m:den>
                          <m:r>
                            <a:rPr lang="es-AR" i="1">
                              <a:latin typeface="Cambria Math" panose="02040503050406030204" pitchFamily="18" charset="0"/>
                              <a:ea typeface="Cambria Math" panose="02040503050406030204" pitchFamily="18" charset="0"/>
                            </a:rPr>
                            <m:t>𝑠𝑒𝑔</m:t>
                          </m:r>
                        </m:den>
                      </m:f>
                    </m:oMath>
                  </m:oMathPara>
                </a14:m>
                <a:endParaRPr lang="es-AR" dirty="0"/>
              </a:p>
            </p:txBody>
          </p:sp>
        </mc:Choice>
        <mc:Fallback xmlns="">
          <p:sp>
            <p:nvSpPr>
              <p:cNvPr id="10" name="CuadroTexto 9">
                <a:extLst>
                  <a:ext uri="{FF2B5EF4-FFF2-40B4-BE49-F238E27FC236}">
                    <a16:creationId xmlns:a16="http://schemas.microsoft.com/office/drawing/2014/main" id="{B6FCD62B-F37F-489D-88C7-102414E9D730}"/>
                  </a:ext>
                </a:extLst>
              </p:cNvPr>
              <p:cNvSpPr txBox="1">
                <a:spLocks noRot="1" noChangeAspect="1" noMove="1" noResize="1" noEditPoints="1" noAdjustHandles="1" noChangeArrowheads="1" noChangeShapeType="1" noTextEdit="1"/>
              </p:cNvSpPr>
              <p:nvPr/>
            </p:nvSpPr>
            <p:spPr>
              <a:xfrm>
                <a:off x="1105276" y="5071024"/>
                <a:ext cx="2966908" cy="542649"/>
              </a:xfrm>
              <a:prstGeom prst="rect">
                <a:avLst/>
              </a:prstGeom>
              <a:blipFill>
                <a:blip r:embed="rId5"/>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663854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AA1EB7E-9AA7-4363-97B2-88942DFBD741}"/>
              </a:ext>
            </a:extLst>
          </p:cNvPr>
          <p:cNvPicPr>
            <a:picLocks noChangeAspect="1"/>
          </p:cNvPicPr>
          <p:nvPr/>
        </p:nvPicPr>
        <p:blipFill>
          <a:blip r:embed="rId2"/>
          <a:stretch>
            <a:fillRect/>
          </a:stretch>
        </p:blipFill>
        <p:spPr>
          <a:xfrm>
            <a:off x="845879" y="501078"/>
            <a:ext cx="10220077" cy="5829340"/>
          </a:xfrm>
          <a:prstGeom prst="rect">
            <a:avLst/>
          </a:prstGeom>
        </p:spPr>
      </p:pic>
      <p:sp>
        <p:nvSpPr>
          <p:cNvPr id="6" name="Elipse 5">
            <a:extLst>
              <a:ext uri="{FF2B5EF4-FFF2-40B4-BE49-F238E27FC236}">
                <a16:creationId xmlns:a16="http://schemas.microsoft.com/office/drawing/2014/main" id="{8F7ED8F9-5771-42B0-B23E-72E31A782027}"/>
              </a:ext>
            </a:extLst>
          </p:cNvPr>
          <p:cNvSpPr/>
          <p:nvPr/>
        </p:nvSpPr>
        <p:spPr>
          <a:xfrm>
            <a:off x="6559036" y="5696447"/>
            <a:ext cx="1020417" cy="34529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34673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3C3907A2-8734-4A9A-B74C-28CAE81954C7}"/>
              </a:ext>
            </a:extLst>
          </p:cNvPr>
          <p:cNvPicPr>
            <a:picLocks noChangeAspect="1"/>
          </p:cNvPicPr>
          <p:nvPr/>
        </p:nvPicPr>
        <p:blipFill>
          <a:blip r:embed="rId2"/>
          <a:stretch>
            <a:fillRect/>
          </a:stretch>
        </p:blipFill>
        <p:spPr>
          <a:xfrm>
            <a:off x="2293299" y="0"/>
            <a:ext cx="7604517" cy="6858000"/>
          </a:xfrm>
          <a:prstGeom prst="rect">
            <a:avLst/>
          </a:prstGeom>
        </p:spPr>
      </p:pic>
      <p:sp>
        <p:nvSpPr>
          <p:cNvPr id="8" name="Elipse 7">
            <a:extLst>
              <a:ext uri="{FF2B5EF4-FFF2-40B4-BE49-F238E27FC236}">
                <a16:creationId xmlns:a16="http://schemas.microsoft.com/office/drawing/2014/main" id="{276AB42C-27ED-48DD-AA12-5C23BD072B99}"/>
              </a:ext>
            </a:extLst>
          </p:cNvPr>
          <p:cNvSpPr/>
          <p:nvPr/>
        </p:nvSpPr>
        <p:spPr>
          <a:xfrm>
            <a:off x="8564480" y="6077843"/>
            <a:ext cx="1334221"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09779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3"/>
                <a:ext cx="10058400" cy="4515310"/>
              </a:xfrm>
            </p:spPr>
            <p:txBody>
              <a:bodyPr>
                <a:normAutofit/>
              </a:bodyPr>
              <a:lstStyle/>
              <a:p>
                <a:r>
                  <a:rPr lang="es-AR" dirty="0"/>
                  <a:t>Reemplazando:</a:t>
                </a:r>
              </a:p>
              <a:p>
                <a:pPr>
                  <a:lnSpc>
                    <a:spcPct val="150000"/>
                  </a:lnSpc>
                  <a:spcAft>
                    <a:spcPts val="1200"/>
                  </a:spcAft>
                </a:pPr>
                <a14:m>
                  <m:oMath xmlns:m="http://schemas.openxmlformats.org/officeDocument/2006/math">
                    <m:r>
                      <a:rPr lang="es-AR" sz="2400" b="0" i="1" smtClean="0">
                        <a:latin typeface="Cambria Math" panose="02040503050406030204" pitchFamily="18" charset="0"/>
                      </a:rPr>
                      <m:t>#</m:t>
                    </m:r>
                    <m:r>
                      <a:rPr lang="es-AR" sz="2400" b="0" i="1" smtClean="0">
                        <a:latin typeface="Cambria Math" panose="02040503050406030204" pitchFamily="18" charset="0"/>
                      </a:rPr>
                      <m:t>𝑅𝑒</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𝑣</m:t>
                            </m:r>
                          </m:e>
                          <m:sub>
                            <m:r>
                              <a:rPr lang="es-AR" sz="2400" b="0" i="1" smtClean="0">
                                <a:latin typeface="Cambria Math" panose="02040503050406030204" pitchFamily="18" charset="0"/>
                              </a:rPr>
                              <m:t>2</m:t>
                            </m:r>
                          </m:sub>
                        </m:sSub>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m:t>
                            </m:r>
                          </m:e>
                          <m:sub>
                            <m:r>
                              <a:rPr lang="es-AR" sz="2400" b="0" i="1" smtClean="0">
                                <a:latin typeface="Cambria Math" panose="02040503050406030204" pitchFamily="18" charset="0"/>
                                <a:ea typeface="Cambria Math" panose="02040503050406030204" pitchFamily="18" charset="0"/>
                              </a:rPr>
                              <m:t>𝑖</m:t>
                            </m:r>
                          </m:sub>
                        </m:sSub>
                      </m:num>
                      <m:den>
                        <m:r>
                          <a:rPr lang="es-AR" sz="2400" b="0" i="1" smtClean="0">
                            <a:latin typeface="Cambria Math" panose="02040503050406030204" pitchFamily="18" charset="0"/>
                            <a:ea typeface="Cambria Math" panose="02040503050406030204" pitchFamily="18" charset="0"/>
                          </a:rPr>
                          <m:t>𝜈</m:t>
                        </m:r>
                      </m:den>
                    </m:f>
                    <m:r>
                      <a:rPr lang="es-AR" sz="2400" b="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𝑅𝑒</m:t>
                    </m:r>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3.77</m:t>
                        </m:r>
                        <m:f>
                          <m:fPr>
                            <m:type m:val="skw"/>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𝑓𝑡</m:t>
                            </m:r>
                          </m:num>
                          <m:den>
                            <m:r>
                              <a:rPr lang="es-AR" sz="2400" b="0" i="1" smtClean="0">
                                <a:latin typeface="Cambria Math" panose="02040503050406030204" pitchFamily="18" charset="0"/>
                                <a:ea typeface="Cambria Math" panose="02040503050406030204" pitchFamily="18" charset="0"/>
                              </a:rPr>
                              <m:t>𝑠𝑒𝑔</m:t>
                            </m:r>
                          </m:den>
                        </m:f>
                        <m:r>
                          <a:rPr lang="es-AR" sz="2400" b="0" i="1" smtClean="0">
                            <a:latin typeface="Cambria Math" panose="02040503050406030204" pitchFamily="18" charset="0"/>
                            <a:ea typeface="Cambria Math" panose="02040503050406030204" pitchFamily="18" charset="0"/>
                          </a:rPr>
                          <m:t>×0.4206</m:t>
                        </m:r>
                        <m:r>
                          <a:rPr lang="es-AR" sz="2400" b="0" i="1" smtClean="0">
                            <a:latin typeface="Cambria Math" panose="02040503050406030204" pitchFamily="18" charset="0"/>
                            <a:ea typeface="Cambria Math" panose="02040503050406030204" pitchFamily="18" charset="0"/>
                          </a:rPr>
                          <m:t>𝑓𝑡</m:t>
                        </m:r>
                      </m:num>
                      <m:den>
                        <m:r>
                          <a:rPr lang="es-AR" sz="2400" b="0" i="1" smtClean="0">
                            <a:latin typeface="Cambria Math" panose="02040503050406030204" pitchFamily="18" charset="0"/>
                            <a:ea typeface="Cambria Math" panose="02040503050406030204" pitchFamily="18" charset="0"/>
                          </a:rPr>
                          <m:t>3.84×</m:t>
                        </m:r>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10</m:t>
                            </m:r>
                          </m:e>
                          <m:sup>
                            <m:r>
                              <a:rPr lang="es-AR" sz="2400" b="0" i="1" smtClean="0">
                                <a:latin typeface="Cambria Math" panose="02040503050406030204" pitchFamily="18" charset="0"/>
                                <a:ea typeface="Cambria Math" panose="02040503050406030204" pitchFamily="18" charset="0"/>
                              </a:rPr>
                              <m:t>−6</m:t>
                            </m:r>
                          </m:sup>
                        </m:sSup>
                        <m:f>
                          <m:fPr>
                            <m:type m:val="skw"/>
                            <m:ctrlPr>
                              <a:rPr lang="es-AR" sz="2400" b="0" i="1" smtClean="0">
                                <a:latin typeface="Cambria Math" panose="02040503050406030204" pitchFamily="18" charset="0"/>
                                <a:ea typeface="Cambria Math" panose="02040503050406030204" pitchFamily="18" charset="0"/>
                              </a:rPr>
                            </m:ctrlPr>
                          </m:fPr>
                          <m:num>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2</m:t>
                                </m:r>
                              </m:sup>
                            </m:sSup>
                          </m:num>
                          <m:den>
                            <m:r>
                              <a:rPr lang="es-AR" sz="2400" b="0" i="1" smtClean="0">
                                <a:latin typeface="Cambria Math" panose="02040503050406030204" pitchFamily="18" charset="0"/>
                                <a:ea typeface="Cambria Math" panose="02040503050406030204" pitchFamily="18" charset="0"/>
                              </a:rPr>
                              <m:t>𝑠𝑒𝑔</m:t>
                            </m:r>
                          </m:den>
                        </m:f>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𝑅𝑒</m:t>
                    </m:r>
                    <m:r>
                      <a:rPr lang="es-AR" sz="2400" i="1">
                        <a:latin typeface="Cambria Math" panose="02040503050406030204" pitchFamily="18" charset="0"/>
                        <a:ea typeface="Cambria Math" panose="02040503050406030204" pitchFamily="18" charset="0"/>
                      </a:rPr>
                      <m:t>=412,639.9</m:t>
                    </m:r>
                  </m:oMath>
                </a14:m>
                <a:endParaRPr lang="es-AR" sz="2400" b="0" dirty="0"/>
              </a:p>
              <a:p>
                <a:r>
                  <a:rPr lang="es-AR" dirty="0"/>
                  <a:t>El otro input que se necesita para el Diagrama de </a:t>
                </a:r>
                <a:r>
                  <a:rPr lang="es-AR" dirty="0" err="1"/>
                  <a:t>Moody</a:t>
                </a:r>
                <a:r>
                  <a:rPr lang="es-AR" dirty="0"/>
                  <a:t> es la rugosidad relativa. La forma de calcular la rugosidad relativa depende de CADA DIAGRAMA DE </a:t>
                </a:r>
                <a:r>
                  <a:rPr lang="es-AR" dirty="0" err="1"/>
                  <a:t>MOODY</a:t>
                </a:r>
                <a:endParaRPr lang="es-AR" dirty="0"/>
              </a:p>
              <a:p>
                <a14:m>
                  <m:oMath xmlns:m="http://schemas.openxmlformats.org/officeDocument/2006/math">
                    <m:sSub>
                      <m:sSubPr>
                        <m:ctrlPr>
                          <a:rPr lang="es-AR" sz="2400" i="1" smtClean="0">
                            <a:latin typeface="Cambria Math" panose="02040503050406030204" pitchFamily="18" charset="0"/>
                          </a:rPr>
                        </m:ctrlPr>
                      </m:sSubPr>
                      <m:e>
                        <m:r>
                          <a:rPr lang="es-AR" sz="2400" i="1" smtClean="0">
                            <a:latin typeface="Cambria Math" panose="02040503050406030204" pitchFamily="18" charset="0"/>
                            <a:ea typeface="Cambria Math" panose="02040503050406030204" pitchFamily="18" charset="0"/>
                          </a:rPr>
                          <m:t>𝜀</m:t>
                        </m:r>
                      </m:e>
                      <m:sub>
                        <m:r>
                          <a:rPr lang="es-AR" sz="2400" b="0" i="1" smtClean="0">
                            <a:latin typeface="Cambria Math" panose="02040503050406030204" pitchFamily="18" charset="0"/>
                          </a:rPr>
                          <m:t>𝑟</m:t>
                        </m:r>
                      </m:sub>
                    </m:sSub>
                    <m:r>
                      <a:rPr lang="es-AR" sz="2400" b="0" i="1" smtClean="0">
                        <a:latin typeface="Cambria Math" panose="02040503050406030204" pitchFamily="18" charset="0"/>
                      </a:rPr>
                      <m:t>= </m:t>
                    </m:r>
                    <m:f>
                      <m:fPr>
                        <m:ctrlPr>
                          <a:rPr lang="es-AR" sz="2400" b="0" i="1" smtClean="0">
                            <a:latin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𝜀</m:t>
                        </m:r>
                      </m:num>
                      <m:den>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𝜙</m:t>
                            </m:r>
                          </m:e>
                          <m:sub>
                            <m:r>
                              <a:rPr lang="es-AR" sz="2400" b="0" i="1" smtClean="0">
                                <a:latin typeface="Cambria Math" panose="02040503050406030204" pitchFamily="18" charset="0"/>
                              </a:rPr>
                              <m:t>𝑖</m:t>
                            </m:r>
                          </m:sub>
                        </m:sSub>
                      </m:den>
                    </m:f>
                  </m:oMath>
                </a14:m>
                <a:endParaRPr lang="es-AR" b="0" dirty="0"/>
              </a:p>
              <a:p>
                <a:r>
                  <a:rPr lang="es-AR" dirty="0"/>
                  <a:t>La rugosidad absoluta </a:t>
                </a:r>
                <a:r>
                  <a:rPr lang="es-AR" dirty="0">
                    <a:latin typeface="Symbol" panose="05050102010706020507" pitchFamily="18" charset="2"/>
                  </a:rPr>
                  <a:t>e</a:t>
                </a:r>
                <a:r>
                  <a:rPr lang="es-AR" dirty="0"/>
                  <a:t> se obtiene de la tabla 8.2 entrando con el material indicado en el </a:t>
                </a:r>
                <a:r>
                  <a:rPr lang="es-AR" dirty="0" err="1"/>
                  <a:t>TP</a:t>
                </a:r>
                <a:endParaRPr lang="es-AR" dirty="0"/>
              </a:p>
              <a:p>
                <a:r>
                  <a:rPr lang="es-AR" dirty="0">
                    <a:latin typeface="Symbol" panose="05050102010706020507" pitchFamily="18" charset="2"/>
                  </a:rPr>
                  <a:t>e</a:t>
                </a:r>
                <a:r>
                  <a:rPr lang="es-AR" dirty="0"/>
                  <a:t> = </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3"/>
                <a:ext cx="10058400" cy="4515310"/>
              </a:xfrm>
              <a:blipFill>
                <a:blip r:embed="rId2"/>
                <a:stretch>
                  <a:fillRect l="-606" t="-1486"/>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p:pic>
        <p:nvPicPr>
          <p:cNvPr id="9" name="Imagen 8">
            <a:extLst>
              <a:ext uri="{FF2B5EF4-FFF2-40B4-BE49-F238E27FC236}">
                <a16:creationId xmlns:a16="http://schemas.microsoft.com/office/drawing/2014/main" id="{7ADB488F-18C4-4070-8FDF-BC0CF6D050EE}"/>
              </a:ext>
            </a:extLst>
          </p:cNvPr>
          <p:cNvPicPr>
            <a:picLocks noChangeAspect="1"/>
          </p:cNvPicPr>
          <p:nvPr/>
        </p:nvPicPr>
        <p:blipFill>
          <a:blip r:embed="rId3"/>
          <a:stretch>
            <a:fillRect/>
          </a:stretch>
        </p:blipFill>
        <p:spPr>
          <a:xfrm>
            <a:off x="2057652" y="1995839"/>
            <a:ext cx="8137655" cy="3059857"/>
          </a:xfrm>
          <a:prstGeom prst="rect">
            <a:avLst/>
          </a:prstGeom>
        </p:spPr>
      </p:pic>
      <p:sp>
        <p:nvSpPr>
          <p:cNvPr id="11" name="Elipse 10">
            <a:extLst>
              <a:ext uri="{FF2B5EF4-FFF2-40B4-BE49-F238E27FC236}">
                <a16:creationId xmlns:a16="http://schemas.microsoft.com/office/drawing/2014/main" id="{8615981A-0BFC-4360-A9C6-B847CD0CF54C}"/>
              </a:ext>
            </a:extLst>
          </p:cNvPr>
          <p:cNvSpPr/>
          <p:nvPr/>
        </p:nvSpPr>
        <p:spPr>
          <a:xfrm>
            <a:off x="8482594" y="3255876"/>
            <a:ext cx="1412033"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3DA89425-1036-4D1B-A362-C78E561E81D1}"/>
                  </a:ext>
                </a:extLst>
              </p:cNvPr>
              <p:cNvSpPr txBox="1"/>
              <p:nvPr/>
            </p:nvSpPr>
            <p:spPr>
              <a:xfrm>
                <a:off x="1473951" y="5458850"/>
                <a:ext cx="6888170" cy="611193"/>
              </a:xfrm>
              <a:prstGeom prst="rect">
                <a:avLst/>
              </a:prstGeom>
              <a:noFill/>
            </p:spPr>
            <p:txBody>
              <a:bodyPr wrap="square" rtlCol="0">
                <a:spAutoFit/>
              </a:bodyPr>
              <a:lstStyle/>
              <a:p>
                <a14:m>
                  <m:oMath xmlns:m="http://schemas.openxmlformats.org/officeDocument/2006/math">
                    <m:r>
                      <a:rPr lang="es-AR" sz="2000" i="1">
                        <a:solidFill>
                          <a:schemeClr val="tx1">
                            <a:lumMod val="75000"/>
                            <a:lumOff val="25000"/>
                          </a:schemeClr>
                        </a:solidFill>
                        <a:latin typeface="Cambria Math" panose="02040503050406030204" pitchFamily="18" charset="0"/>
                      </a:rPr>
                      <m:t>1.5×</m:t>
                    </m:r>
                    <m:sSup>
                      <m:sSupPr>
                        <m:ctrlPr>
                          <a:rPr lang="es-AR" sz="2000" i="1">
                            <a:solidFill>
                              <a:schemeClr val="tx1">
                                <a:lumMod val="75000"/>
                                <a:lumOff val="25000"/>
                              </a:schemeClr>
                            </a:solidFill>
                            <a:latin typeface="Cambria Math" panose="02040503050406030204" pitchFamily="18" charset="0"/>
                          </a:rPr>
                        </m:ctrlPr>
                      </m:sSupPr>
                      <m:e>
                        <m:r>
                          <a:rPr lang="es-AR" sz="2000" i="1">
                            <a:solidFill>
                              <a:schemeClr val="tx1">
                                <a:lumMod val="75000"/>
                                <a:lumOff val="25000"/>
                              </a:schemeClr>
                            </a:solidFill>
                            <a:latin typeface="Cambria Math" panose="02040503050406030204" pitchFamily="18" charset="0"/>
                          </a:rPr>
                          <m:t>10</m:t>
                        </m:r>
                      </m:e>
                      <m:sup>
                        <m:r>
                          <a:rPr lang="es-AR" sz="2000" i="1">
                            <a:solidFill>
                              <a:schemeClr val="tx1">
                                <a:lumMod val="75000"/>
                                <a:lumOff val="25000"/>
                              </a:schemeClr>
                            </a:solidFill>
                            <a:latin typeface="Cambria Math" panose="02040503050406030204" pitchFamily="18" charset="0"/>
                          </a:rPr>
                          <m:t>−4</m:t>
                        </m:r>
                      </m:sup>
                    </m:sSup>
                    <m:r>
                      <a:rPr lang="es-AR" sz="2000" i="1">
                        <a:solidFill>
                          <a:schemeClr val="tx1">
                            <a:lumMod val="75000"/>
                            <a:lumOff val="25000"/>
                          </a:schemeClr>
                        </a:solidFill>
                        <a:latin typeface="Cambria Math" panose="02040503050406030204" pitchFamily="18" charset="0"/>
                      </a:rPr>
                      <m:t>𝑓𝑡</m:t>
                    </m:r>
                    <m:r>
                      <a:rPr lang="es-AR" sz="2000" i="1">
                        <a:solidFill>
                          <a:schemeClr val="tx1">
                            <a:lumMod val="75000"/>
                            <a:lumOff val="25000"/>
                          </a:schemeClr>
                        </a:solidFill>
                        <a:latin typeface="Cambria Math" panose="02040503050406030204" pitchFamily="18" charset="0"/>
                      </a:rPr>
                      <m:t>⇒</m:t>
                    </m:r>
                    <m:sSub>
                      <m:sSubPr>
                        <m:ctrlPr>
                          <a:rPr lang="es-AR" sz="2000" i="1">
                            <a:solidFill>
                              <a:schemeClr val="tx1">
                                <a:lumMod val="75000"/>
                                <a:lumOff val="25000"/>
                              </a:schemeClr>
                            </a:solidFill>
                            <a:latin typeface="Cambria Math" panose="02040503050406030204" pitchFamily="18" charset="0"/>
                          </a:rPr>
                        </m:ctrlPr>
                      </m:sSubPr>
                      <m:e>
                        <m:r>
                          <a:rPr lang="es-AR" sz="2000" i="1">
                            <a:solidFill>
                              <a:schemeClr val="tx1">
                                <a:lumMod val="75000"/>
                                <a:lumOff val="25000"/>
                              </a:schemeClr>
                            </a:solidFill>
                            <a:latin typeface="Cambria Math" panose="02040503050406030204" pitchFamily="18" charset="0"/>
                          </a:rPr>
                          <m:t>𝜀</m:t>
                        </m:r>
                      </m:e>
                      <m:sub>
                        <m:r>
                          <a:rPr lang="es-AR" sz="2000" i="1">
                            <a:solidFill>
                              <a:schemeClr val="tx1">
                                <a:lumMod val="75000"/>
                                <a:lumOff val="25000"/>
                              </a:schemeClr>
                            </a:solidFill>
                            <a:latin typeface="Cambria Math" panose="02040503050406030204" pitchFamily="18" charset="0"/>
                          </a:rPr>
                          <m:t>𝑟</m:t>
                        </m:r>
                      </m:sub>
                    </m:sSub>
                    <m:r>
                      <a:rPr lang="es-AR" sz="2000" i="1">
                        <a:solidFill>
                          <a:schemeClr val="tx1">
                            <a:lumMod val="75000"/>
                            <a:lumOff val="25000"/>
                          </a:schemeClr>
                        </a:solidFill>
                        <a:latin typeface="Cambria Math" panose="02040503050406030204" pitchFamily="18" charset="0"/>
                      </a:rPr>
                      <m:t>= </m:t>
                    </m:r>
                    <m:f>
                      <m:fPr>
                        <m:ctrlPr>
                          <a:rPr lang="es-AR" sz="2000" i="1">
                            <a:solidFill>
                              <a:schemeClr val="tx1">
                                <a:lumMod val="75000"/>
                                <a:lumOff val="25000"/>
                              </a:schemeClr>
                            </a:solidFill>
                            <a:latin typeface="Cambria Math" panose="02040503050406030204" pitchFamily="18" charset="0"/>
                          </a:rPr>
                        </m:ctrlPr>
                      </m:fPr>
                      <m:num>
                        <m:r>
                          <a:rPr lang="es-AR" sz="2000" i="1">
                            <a:solidFill>
                              <a:schemeClr val="tx1">
                                <a:lumMod val="75000"/>
                                <a:lumOff val="25000"/>
                              </a:schemeClr>
                            </a:solidFill>
                            <a:latin typeface="Cambria Math" panose="02040503050406030204" pitchFamily="18" charset="0"/>
                          </a:rPr>
                          <m:t>𝜀</m:t>
                        </m:r>
                      </m:num>
                      <m:den>
                        <m:sSub>
                          <m:sSubPr>
                            <m:ctrlPr>
                              <a:rPr lang="es-AR" sz="2000" i="1">
                                <a:solidFill>
                                  <a:schemeClr val="tx1">
                                    <a:lumMod val="75000"/>
                                    <a:lumOff val="25000"/>
                                  </a:schemeClr>
                                </a:solidFill>
                                <a:latin typeface="Cambria Math" panose="02040503050406030204" pitchFamily="18" charset="0"/>
                              </a:rPr>
                            </m:ctrlPr>
                          </m:sSubPr>
                          <m:e>
                            <m:r>
                              <a:rPr lang="es-AR" sz="2000" i="1">
                                <a:solidFill>
                                  <a:schemeClr val="tx1">
                                    <a:lumMod val="75000"/>
                                    <a:lumOff val="25000"/>
                                  </a:schemeClr>
                                </a:solidFill>
                                <a:latin typeface="Cambria Math" panose="02040503050406030204" pitchFamily="18" charset="0"/>
                              </a:rPr>
                              <m:t>𝜙</m:t>
                            </m:r>
                          </m:e>
                          <m:sub>
                            <m:r>
                              <a:rPr lang="es-AR" sz="2000" i="1">
                                <a:solidFill>
                                  <a:schemeClr val="tx1">
                                    <a:lumMod val="75000"/>
                                    <a:lumOff val="25000"/>
                                  </a:schemeClr>
                                </a:solidFill>
                                <a:latin typeface="Cambria Math" panose="02040503050406030204" pitchFamily="18" charset="0"/>
                              </a:rPr>
                              <m:t>𝑖</m:t>
                            </m:r>
                          </m:sub>
                        </m:sSub>
                      </m:den>
                    </m:f>
                    <m:r>
                      <a:rPr lang="es-AR" sz="2000" i="1">
                        <a:solidFill>
                          <a:schemeClr val="tx1">
                            <a:lumMod val="75000"/>
                            <a:lumOff val="25000"/>
                          </a:schemeClr>
                        </a:solidFill>
                        <a:latin typeface="Cambria Math" panose="02040503050406030204" pitchFamily="18" charset="0"/>
                      </a:rPr>
                      <m:t>⇒</m:t>
                    </m:r>
                    <m:sSub>
                      <m:sSubPr>
                        <m:ctrlPr>
                          <a:rPr lang="es-AR" sz="2000" i="1">
                            <a:solidFill>
                              <a:schemeClr val="tx1">
                                <a:lumMod val="75000"/>
                                <a:lumOff val="25000"/>
                              </a:schemeClr>
                            </a:solidFill>
                            <a:latin typeface="Cambria Math" panose="02040503050406030204" pitchFamily="18" charset="0"/>
                          </a:rPr>
                        </m:ctrlPr>
                      </m:sSubPr>
                      <m:e>
                        <m:r>
                          <a:rPr lang="es-AR" sz="2000" i="1">
                            <a:solidFill>
                              <a:schemeClr val="tx1">
                                <a:lumMod val="75000"/>
                                <a:lumOff val="25000"/>
                              </a:schemeClr>
                            </a:solidFill>
                            <a:latin typeface="Cambria Math" panose="02040503050406030204" pitchFamily="18" charset="0"/>
                          </a:rPr>
                          <m:t>𝜀</m:t>
                        </m:r>
                      </m:e>
                      <m:sub>
                        <m:r>
                          <a:rPr lang="es-AR" sz="2000" i="1">
                            <a:solidFill>
                              <a:schemeClr val="tx1">
                                <a:lumMod val="75000"/>
                                <a:lumOff val="25000"/>
                              </a:schemeClr>
                            </a:solidFill>
                            <a:latin typeface="Cambria Math" panose="02040503050406030204" pitchFamily="18" charset="0"/>
                          </a:rPr>
                          <m:t>𝑟</m:t>
                        </m:r>
                      </m:sub>
                    </m:sSub>
                    <m:r>
                      <a:rPr lang="es-AR" sz="2000" i="1">
                        <a:solidFill>
                          <a:schemeClr val="tx1">
                            <a:lumMod val="75000"/>
                            <a:lumOff val="25000"/>
                          </a:schemeClr>
                        </a:solidFill>
                        <a:latin typeface="Cambria Math" panose="02040503050406030204" pitchFamily="18" charset="0"/>
                      </a:rPr>
                      <m:t>= </m:t>
                    </m:r>
                    <m:f>
                      <m:fPr>
                        <m:ctrlPr>
                          <a:rPr lang="es-AR" sz="2000" i="1">
                            <a:solidFill>
                              <a:schemeClr val="tx1">
                                <a:lumMod val="75000"/>
                                <a:lumOff val="25000"/>
                              </a:schemeClr>
                            </a:solidFill>
                            <a:latin typeface="Cambria Math" panose="02040503050406030204" pitchFamily="18" charset="0"/>
                          </a:rPr>
                        </m:ctrlPr>
                      </m:fPr>
                      <m:num>
                        <m:r>
                          <a:rPr lang="es-AR" sz="2000" i="1">
                            <a:solidFill>
                              <a:schemeClr val="tx1">
                                <a:lumMod val="75000"/>
                                <a:lumOff val="25000"/>
                              </a:schemeClr>
                            </a:solidFill>
                            <a:latin typeface="Cambria Math" panose="02040503050406030204" pitchFamily="18" charset="0"/>
                          </a:rPr>
                          <m:t>1.5×</m:t>
                        </m:r>
                        <m:sSup>
                          <m:sSupPr>
                            <m:ctrlPr>
                              <a:rPr lang="es-AR" sz="2000" i="1">
                                <a:solidFill>
                                  <a:schemeClr val="tx1">
                                    <a:lumMod val="75000"/>
                                    <a:lumOff val="25000"/>
                                  </a:schemeClr>
                                </a:solidFill>
                                <a:latin typeface="Cambria Math" panose="02040503050406030204" pitchFamily="18" charset="0"/>
                              </a:rPr>
                            </m:ctrlPr>
                          </m:sSupPr>
                          <m:e>
                            <m:r>
                              <a:rPr lang="es-AR" sz="2000" i="1">
                                <a:solidFill>
                                  <a:schemeClr val="tx1">
                                    <a:lumMod val="75000"/>
                                    <a:lumOff val="25000"/>
                                  </a:schemeClr>
                                </a:solidFill>
                                <a:latin typeface="Cambria Math" panose="02040503050406030204" pitchFamily="18" charset="0"/>
                              </a:rPr>
                              <m:t>10</m:t>
                            </m:r>
                          </m:e>
                          <m:sup>
                            <m:r>
                              <a:rPr lang="es-AR" sz="2000" i="1">
                                <a:solidFill>
                                  <a:schemeClr val="tx1">
                                    <a:lumMod val="75000"/>
                                    <a:lumOff val="25000"/>
                                  </a:schemeClr>
                                </a:solidFill>
                                <a:latin typeface="Cambria Math" panose="02040503050406030204" pitchFamily="18" charset="0"/>
                              </a:rPr>
                              <m:t>−4</m:t>
                            </m:r>
                          </m:sup>
                        </m:sSup>
                        <m:r>
                          <a:rPr lang="es-AR" sz="2000" i="1">
                            <a:solidFill>
                              <a:schemeClr val="tx1">
                                <a:lumMod val="75000"/>
                                <a:lumOff val="25000"/>
                              </a:schemeClr>
                            </a:solidFill>
                            <a:latin typeface="Cambria Math" panose="02040503050406030204" pitchFamily="18" charset="0"/>
                          </a:rPr>
                          <m:t>𝑓𝑡</m:t>
                        </m:r>
                      </m:num>
                      <m:den>
                        <m:r>
                          <a:rPr lang="es-AR" sz="2000" i="1">
                            <a:solidFill>
                              <a:schemeClr val="tx1">
                                <a:lumMod val="75000"/>
                                <a:lumOff val="25000"/>
                              </a:schemeClr>
                            </a:solidFill>
                            <a:latin typeface="Cambria Math" panose="02040503050406030204" pitchFamily="18" charset="0"/>
                          </a:rPr>
                          <m:t>0.4206</m:t>
                        </m:r>
                        <m:r>
                          <a:rPr lang="es-AR" sz="2000" i="1">
                            <a:solidFill>
                              <a:schemeClr val="tx1">
                                <a:lumMod val="75000"/>
                                <a:lumOff val="25000"/>
                              </a:schemeClr>
                            </a:solidFill>
                            <a:latin typeface="Cambria Math" panose="02040503050406030204" pitchFamily="18" charset="0"/>
                          </a:rPr>
                          <m:t>𝑓𝑡</m:t>
                        </m:r>
                      </m:den>
                    </m:f>
                  </m:oMath>
                </a14:m>
                <a:r>
                  <a:rPr lang="es-AR" sz="2000" i="1" dirty="0">
                    <a:solidFill>
                      <a:schemeClr val="tx1">
                        <a:lumMod val="75000"/>
                        <a:lumOff val="25000"/>
                      </a:schemeClr>
                    </a:solidFill>
                    <a:latin typeface="Cambria Math" panose="02040503050406030204" pitchFamily="18" charset="0"/>
                  </a:rPr>
                  <a:t> </a:t>
                </a:r>
                <a14:m>
                  <m:oMath xmlns:m="http://schemas.openxmlformats.org/officeDocument/2006/math">
                    <m:r>
                      <a:rPr lang="es-AR" sz="2000" i="1">
                        <a:solidFill>
                          <a:schemeClr val="tx1">
                            <a:lumMod val="75000"/>
                            <a:lumOff val="25000"/>
                          </a:schemeClr>
                        </a:solidFill>
                        <a:latin typeface="Cambria Math" panose="02040503050406030204" pitchFamily="18" charset="0"/>
                      </a:rPr>
                      <m:t>⇒</m:t>
                    </m:r>
                    <m:sSub>
                      <m:sSubPr>
                        <m:ctrlPr>
                          <a:rPr lang="es-AR" sz="2000" i="1">
                            <a:solidFill>
                              <a:schemeClr val="tx1">
                                <a:lumMod val="75000"/>
                                <a:lumOff val="25000"/>
                              </a:schemeClr>
                            </a:solidFill>
                            <a:latin typeface="Cambria Math" panose="02040503050406030204" pitchFamily="18" charset="0"/>
                          </a:rPr>
                        </m:ctrlPr>
                      </m:sSubPr>
                      <m:e>
                        <m:r>
                          <a:rPr lang="es-AR" sz="2000" i="1">
                            <a:solidFill>
                              <a:schemeClr val="tx1">
                                <a:lumMod val="75000"/>
                                <a:lumOff val="25000"/>
                              </a:schemeClr>
                            </a:solidFill>
                            <a:latin typeface="Cambria Math" panose="02040503050406030204" pitchFamily="18" charset="0"/>
                          </a:rPr>
                          <m:t>𝜀</m:t>
                        </m:r>
                      </m:e>
                      <m:sub>
                        <m:r>
                          <a:rPr lang="es-AR" sz="2000" i="1">
                            <a:solidFill>
                              <a:schemeClr val="tx1">
                                <a:lumMod val="75000"/>
                                <a:lumOff val="25000"/>
                              </a:schemeClr>
                            </a:solidFill>
                            <a:latin typeface="Cambria Math" panose="02040503050406030204" pitchFamily="18" charset="0"/>
                          </a:rPr>
                          <m:t>𝑟</m:t>
                        </m:r>
                      </m:sub>
                    </m:sSub>
                    <m:r>
                      <a:rPr lang="es-AR" sz="2000" i="1">
                        <a:solidFill>
                          <a:schemeClr val="tx1">
                            <a:lumMod val="75000"/>
                            <a:lumOff val="25000"/>
                          </a:schemeClr>
                        </a:solidFill>
                        <a:latin typeface="Cambria Math" panose="02040503050406030204" pitchFamily="18" charset="0"/>
                      </a:rPr>
                      <m:t>= </m:t>
                    </m:r>
                  </m:oMath>
                </a14:m>
                <a:r>
                  <a:rPr lang="es-AR" sz="2000" dirty="0">
                    <a:solidFill>
                      <a:schemeClr val="tx1">
                        <a:lumMod val="75000"/>
                        <a:lumOff val="25000"/>
                      </a:schemeClr>
                    </a:solidFill>
                    <a:latin typeface="Cambria Math" panose="02040503050406030204" pitchFamily="18" charset="0"/>
                  </a:rPr>
                  <a:t>0.000357</a:t>
                </a:r>
              </a:p>
            </p:txBody>
          </p:sp>
        </mc:Choice>
        <mc:Fallback xmlns="">
          <p:sp>
            <p:nvSpPr>
              <p:cNvPr id="12" name="CuadroTexto 11">
                <a:extLst>
                  <a:ext uri="{FF2B5EF4-FFF2-40B4-BE49-F238E27FC236}">
                    <a16:creationId xmlns:a16="http://schemas.microsoft.com/office/drawing/2014/main" id="{3DA89425-1036-4D1B-A362-C78E561E81D1}"/>
                  </a:ext>
                </a:extLst>
              </p:cNvPr>
              <p:cNvSpPr txBox="1">
                <a:spLocks noRot="1" noChangeAspect="1" noMove="1" noResize="1" noEditPoints="1" noAdjustHandles="1" noChangeArrowheads="1" noChangeShapeType="1" noTextEdit="1"/>
              </p:cNvSpPr>
              <p:nvPr/>
            </p:nvSpPr>
            <p:spPr>
              <a:xfrm>
                <a:off x="1473951" y="5458850"/>
                <a:ext cx="6888170" cy="611193"/>
              </a:xfrm>
              <a:prstGeom prst="rect">
                <a:avLst/>
              </a:prstGeom>
              <a:blipFill>
                <a:blip r:embed="rId4"/>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232726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3"/>
                <a:ext cx="10058400" cy="4515310"/>
              </a:xfrm>
            </p:spPr>
            <p:txBody>
              <a:bodyPr>
                <a:normAutofit/>
              </a:bodyPr>
              <a:lstStyle/>
              <a:p>
                <a:r>
                  <a:rPr lang="es-AR" dirty="0"/>
                  <a:t>Reemplazando:</a:t>
                </a:r>
              </a:p>
              <a:p>
                <a:pPr>
                  <a:lnSpc>
                    <a:spcPct val="150000"/>
                  </a:lnSpc>
                  <a:spcAft>
                    <a:spcPts val="1200"/>
                  </a:spcAft>
                </a:pPr>
                <a14:m>
                  <m:oMath xmlns:m="http://schemas.openxmlformats.org/officeDocument/2006/math">
                    <m:r>
                      <a:rPr lang="es-AR" sz="2400" b="0" i="1" smtClean="0">
                        <a:latin typeface="Cambria Math" panose="02040503050406030204" pitchFamily="18" charset="0"/>
                      </a:rPr>
                      <m:t>#</m:t>
                    </m:r>
                    <m:r>
                      <a:rPr lang="es-AR" sz="2400" b="0" i="1" smtClean="0">
                        <a:latin typeface="Cambria Math" panose="02040503050406030204" pitchFamily="18" charset="0"/>
                      </a:rPr>
                      <m:t>𝑅𝑒</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𝑣</m:t>
                            </m:r>
                          </m:e>
                          <m:sub>
                            <m:r>
                              <a:rPr lang="es-AR" sz="2400" b="0" i="1" smtClean="0">
                                <a:latin typeface="Cambria Math" panose="02040503050406030204" pitchFamily="18" charset="0"/>
                              </a:rPr>
                              <m:t>2</m:t>
                            </m:r>
                          </m:sub>
                        </m:sSub>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m:t>
                            </m:r>
                          </m:e>
                          <m:sub>
                            <m:r>
                              <a:rPr lang="es-AR" sz="2400" b="0" i="1" smtClean="0">
                                <a:latin typeface="Cambria Math" panose="02040503050406030204" pitchFamily="18" charset="0"/>
                                <a:ea typeface="Cambria Math" panose="02040503050406030204" pitchFamily="18" charset="0"/>
                              </a:rPr>
                              <m:t>𝑖</m:t>
                            </m:r>
                          </m:sub>
                        </m:sSub>
                      </m:num>
                      <m:den>
                        <m:r>
                          <a:rPr lang="es-AR" sz="2400" b="0" i="1" smtClean="0">
                            <a:latin typeface="Cambria Math" panose="02040503050406030204" pitchFamily="18" charset="0"/>
                            <a:ea typeface="Cambria Math" panose="02040503050406030204" pitchFamily="18" charset="0"/>
                          </a:rPr>
                          <m:t>𝜈</m:t>
                        </m:r>
                      </m:den>
                    </m:f>
                    <m:r>
                      <a:rPr lang="es-AR" sz="2400" b="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𝑅𝑒</m:t>
                    </m:r>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3.77</m:t>
                        </m:r>
                        <m:f>
                          <m:fPr>
                            <m:type m:val="skw"/>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𝑓𝑡</m:t>
                            </m:r>
                          </m:num>
                          <m:den>
                            <m:r>
                              <a:rPr lang="es-AR" sz="2400" b="0" i="1" smtClean="0">
                                <a:latin typeface="Cambria Math" panose="02040503050406030204" pitchFamily="18" charset="0"/>
                                <a:ea typeface="Cambria Math" panose="02040503050406030204" pitchFamily="18" charset="0"/>
                              </a:rPr>
                              <m:t>𝑠𝑒𝑔</m:t>
                            </m:r>
                          </m:den>
                        </m:f>
                        <m:r>
                          <a:rPr lang="es-AR" sz="2400" b="0" i="1" smtClean="0">
                            <a:latin typeface="Cambria Math" panose="02040503050406030204" pitchFamily="18" charset="0"/>
                            <a:ea typeface="Cambria Math" panose="02040503050406030204" pitchFamily="18" charset="0"/>
                          </a:rPr>
                          <m:t>×0.4206</m:t>
                        </m:r>
                        <m:r>
                          <a:rPr lang="es-AR" sz="2400" b="0" i="1" smtClean="0">
                            <a:latin typeface="Cambria Math" panose="02040503050406030204" pitchFamily="18" charset="0"/>
                            <a:ea typeface="Cambria Math" panose="02040503050406030204" pitchFamily="18" charset="0"/>
                          </a:rPr>
                          <m:t>𝑓𝑡</m:t>
                        </m:r>
                      </m:num>
                      <m:den>
                        <m:r>
                          <a:rPr lang="es-AR" sz="2400" b="0" i="1" smtClean="0">
                            <a:latin typeface="Cambria Math" panose="02040503050406030204" pitchFamily="18" charset="0"/>
                            <a:ea typeface="Cambria Math" panose="02040503050406030204" pitchFamily="18" charset="0"/>
                          </a:rPr>
                          <m:t>3.84×</m:t>
                        </m:r>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10</m:t>
                            </m:r>
                          </m:e>
                          <m:sup>
                            <m:r>
                              <a:rPr lang="es-AR" sz="2400" b="0" i="1" smtClean="0">
                                <a:latin typeface="Cambria Math" panose="02040503050406030204" pitchFamily="18" charset="0"/>
                                <a:ea typeface="Cambria Math" panose="02040503050406030204" pitchFamily="18" charset="0"/>
                              </a:rPr>
                              <m:t>−6</m:t>
                            </m:r>
                          </m:sup>
                        </m:sSup>
                        <m:f>
                          <m:fPr>
                            <m:type m:val="skw"/>
                            <m:ctrlPr>
                              <a:rPr lang="es-AR" sz="2400" b="0" i="1" smtClean="0">
                                <a:latin typeface="Cambria Math" panose="02040503050406030204" pitchFamily="18" charset="0"/>
                                <a:ea typeface="Cambria Math" panose="02040503050406030204" pitchFamily="18" charset="0"/>
                              </a:rPr>
                            </m:ctrlPr>
                          </m:fPr>
                          <m:num>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2</m:t>
                                </m:r>
                              </m:sup>
                            </m:sSup>
                          </m:num>
                          <m:den>
                            <m:r>
                              <a:rPr lang="es-AR" sz="2400" b="0" i="1" smtClean="0">
                                <a:latin typeface="Cambria Math" panose="02040503050406030204" pitchFamily="18" charset="0"/>
                                <a:ea typeface="Cambria Math" panose="02040503050406030204" pitchFamily="18" charset="0"/>
                              </a:rPr>
                              <m:t>𝑠𝑒𝑔</m:t>
                            </m:r>
                          </m:den>
                        </m:f>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𝑅𝑒</m:t>
                    </m:r>
                    <m:r>
                      <a:rPr lang="es-AR" sz="2400" i="1">
                        <a:latin typeface="Cambria Math" panose="02040503050406030204" pitchFamily="18" charset="0"/>
                        <a:ea typeface="Cambria Math" panose="02040503050406030204" pitchFamily="18" charset="0"/>
                      </a:rPr>
                      <m:t>=412,639.9</m:t>
                    </m:r>
                  </m:oMath>
                </a14:m>
                <a:endParaRPr lang="es-AR" sz="2400" b="0" dirty="0"/>
              </a:p>
              <a:p>
                <a:r>
                  <a:rPr lang="es-AR" dirty="0"/>
                  <a:t>El otro input que se necesita para el Diagrama de </a:t>
                </a:r>
                <a:r>
                  <a:rPr lang="es-AR" dirty="0" err="1"/>
                  <a:t>Moody</a:t>
                </a:r>
                <a:r>
                  <a:rPr lang="es-AR" dirty="0"/>
                  <a:t> es la rugosidad relativa. La forma de calcular la rugosidad relativa depende de CADA DIAGRAMA DE </a:t>
                </a:r>
                <a:r>
                  <a:rPr lang="es-AR" dirty="0" err="1"/>
                  <a:t>MOODY</a:t>
                </a:r>
                <a:endParaRPr lang="es-AR" dirty="0"/>
              </a:p>
              <a:p>
                <a14:m>
                  <m:oMath xmlns:m="http://schemas.openxmlformats.org/officeDocument/2006/math">
                    <m:sSub>
                      <m:sSubPr>
                        <m:ctrlPr>
                          <a:rPr lang="es-AR" sz="2400" i="1" smtClean="0">
                            <a:latin typeface="Cambria Math" panose="02040503050406030204" pitchFamily="18" charset="0"/>
                          </a:rPr>
                        </m:ctrlPr>
                      </m:sSubPr>
                      <m:e>
                        <m:r>
                          <a:rPr lang="es-AR" sz="2400" i="1" smtClean="0">
                            <a:latin typeface="Cambria Math" panose="02040503050406030204" pitchFamily="18" charset="0"/>
                            <a:ea typeface="Cambria Math" panose="02040503050406030204" pitchFamily="18" charset="0"/>
                          </a:rPr>
                          <m:t>𝜀</m:t>
                        </m:r>
                      </m:e>
                      <m:sub>
                        <m:r>
                          <a:rPr lang="es-AR" sz="2400" b="0" i="1" smtClean="0">
                            <a:latin typeface="Cambria Math" panose="02040503050406030204" pitchFamily="18" charset="0"/>
                          </a:rPr>
                          <m:t>𝑟</m:t>
                        </m:r>
                      </m:sub>
                    </m:sSub>
                    <m:r>
                      <a:rPr lang="es-AR" sz="2400" b="0" i="1" smtClean="0">
                        <a:latin typeface="Cambria Math" panose="02040503050406030204" pitchFamily="18" charset="0"/>
                      </a:rPr>
                      <m:t>= </m:t>
                    </m:r>
                    <m:f>
                      <m:fPr>
                        <m:ctrlPr>
                          <a:rPr lang="es-AR" sz="2400" b="0" i="1" smtClean="0">
                            <a:latin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𝜀</m:t>
                        </m:r>
                      </m:num>
                      <m:den>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𝜙</m:t>
                            </m:r>
                          </m:e>
                          <m:sub>
                            <m:r>
                              <a:rPr lang="es-AR" sz="2400" b="0" i="1" smtClean="0">
                                <a:latin typeface="Cambria Math" panose="02040503050406030204" pitchFamily="18" charset="0"/>
                              </a:rPr>
                              <m:t>𝑖</m:t>
                            </m:r>
                          </m:sub>
                        </m:sSub>
                      </m:den>
                    </m:f>
                  </m:oMath>
                </a14:m>
                <a:endParaRPr lang="es-AR" b="0" dirty="0"/>
              </a:p>
              <a:p>
                <a:r>
                  <a:rPr lang="es-AR" dirty="0"/>
                  <a:t>La rugosidad absoluta </a:t>
                </a:r>
                <a:r>
                  <a:rPr lang="es-AR" dirty="0">
                    <a:latin typeface="Symbol" panose="05050102010706020507" pitchFamily="18" charset="2"/>
                  </a:rPr>
                  <a:t>e</a:t>
                </a:r>
                <a:r>
                  <a:rPr lang="es-AR" dirty="0"/>
                  <a:t> se obtiene de la tabla 8.2 entrando con el material indicado en el </a:t>
                </a:r>
                <a:r>
                  <a:rPr lang="es-AR" dirty="0" err="1"/>
                  <a:t>TP</a:t>
                </a:r>
                <a:endParaRPr lang="es-AR" dirty="0"/>
              </a:p>
              <a:p>
                <a:r>
                  <a:rPr lang="es-AR" dirty="0">
                    <a:latin typeface="Symbol" panose="05050102010706020507" pitchFamily="18" charset="2"/>
                  </a:rPr>
                  <a:t>e</a:t>
                </a:r>
                <a:r>
                  <a:rPr lang="es-AR" dirty="0"/>
                  <a:t> = </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3"/>
                <a:ext cx="10058400" cy="4515310"/>
              </a:xfrm>
              <a:blipFill>
                <a:blip r:embed="rId2"/>
                <a:stretch>
                  <a:fillRect l="-606" t="-1486"/>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3DA89425-1036-4D1B-A362-C78E561E81D1}"/>
                  </a:ext>
                </a:extLst>
              </p:cNvPr>
              <p:cNvSpPr txBox="1"/>
              <p:nvPr/>
            </p:nvSpPr>
            <p:spPr>
              <a:xfrm>
                <a:off x="1473951" y="5458850"/>
                <a:ext cx="6888170" cy="611193"/>
              </a:xfrm>
              <a:prstGeom prst="rect">
                <a:avLst/>
              </a:prstGeom>
              <a:noFill/>
            </p:spPr>
            <p:txBody>
              <a:bodyPr wrap="square" rtlCol="0">
                <a:spAutoFit/>
              </a:bodyPr>
              <a:lstStyle/>
              <a:p>
                <a14:m>
                  <m:oMath xmlns:m="http://schemas.openxmlformats.org/officeDocument/2006/math">
                    <m:r>
                      <a:rPr lang="es-AR" sz="2000" i="1">
                        <a:solidFill>
                          <a:schemeClr val="tx1">
                            <a:lumMod val="75000"/>
                            <a:lumOff val="25000"/>
                          </a:schemeClr>
                        </a:solidFill>
                        <a:latin typeface="Cambria Math" panose="02040503050406030204" pitchFamily="18" charset="0"/>
                      </a:rPr>
                      <m:t>1.5×</m:t>
                    </m:r>
                    <m:sSup>
                      <m:sSupPr>
                        <m:ctrlPr>
                          <a:rPr lang="es-AR" sz="2000" i="1">
                            <a:solidFill>
                              <a:schemeClr val="tx1">
                                <a:lumMod val="75000"/>
                                <a:lumOff val="25000"/>
                              </a:schemeClr>
                            </a:solidFill>
                            <a:latin typeface="Cambria Math" panose="02040503050406030204" pitchFamily="18" charset="0"/>
                          </a:rPr>
                        </m:ctrlPr>
                      </m:sSupPr>
                      <m:e>
                        <m:r>
                          <a:rPr lang="es-AR" sz="2000" i="1">
                            <a:solidFill>
                              <a:schemeClr val="tx1">
                                <a:lumMod val="75000"/>
                                <a:lumOff val="25000"/>
                              </a:schemeClr>
                            </a:solidFill>
                            <a:latin typeface="Cambria Math" panose="02040503050406030204" pitchFamily="18" charset="0"/>
                          </a:rPr>
                          <m:t>10</m:t>
                        </m:r>
                      </m:e>
                      <m:sup>
                        <m:r>
                          <a:rPr lang="es-AR" sz="2000" i="1">
                            <a:solidFill>
                              <a:schemeClr val="tx1">
                                <a:lumMod val="75000"/>
                                <a:lumOff val="25000"/>
                              </a:schemeClr>
                            </a:solidFill>
                            <a:latin typeface="Cambria Math" panose="02040503050406030204" pitchFamily="18" charset="0"/>
                          </a:rPr>
                          <m:t>−4</m:t>
                        </m:r>
                      </m:sup>
                    </m:sSup>
                    <m:r>
                      <a:rPr lang="es-AR" sz="2000" i="1">
                        <a:solidFill>
                          <a:schemeClr val="tx1">
                            <a:lumMod val="75000"/>
                            <a:lumOff val="25000"/>
                          </a:schemeClr>
                        </a:solidFill>
                        <a:latin typeface="Cambria Math" panose="02040503050406030204" pitchFamily="18" charset="0"/>
                      </a:rPr>
                      <m:t>𝑓𝑡</m:t>
                    </m:r>
                    <m:r>
                      <a:rPr lang="es-AR" sz="2000" i="1">
                        <a:solidFill>
                          <a:schemeClr val="tx1">
                            <a:lumMod val="75000"/>
                            <a:lumOff val="25000"/>
                          </a:schemeClr>
                        </a:solidFill>
                        <a:latin typeface="Cambria Math" panose="02040503050406030204" pitchFamily="18" charset="0"/>
                      </a:rPr>
                      <m:t>⇒</m:t>
                    </m:r>
                    <m:sSub>
                      <m:sSubPr>
                        <m:ctrlPr>
                          <a:rPr lang="es-AR" sz="2000" i="1">
                            <a:solidFill>
                              <a:schemeClr val="tx1">
                                <a:lumMod val="75000"/>
                                <a:lumOff val="25000"/>
                              </a:schemeClr>
                            </a:solidFill>
                            <a:latin typeface="Cambria Math" panose="02040503050406030204" pitchFamily="18" charset="0"/>
                          </a:rPr>
                        </m:ctrlPr>
                      </m:sSubPr>
                      <m:e>
                        <m:r>
                          <a:rPr lang="es-AR" sz="2000" i="1">
                            <a:solidFill>
                              <a:schemeClr val="tx1">
                                <a:lumMod val="75000"/>
                                <a:lumOff val="25000"/>
                              </a:schemeClr>
                            </a:solidFill>
                            <a:latin typeface="Cambria Math" panose="02040503050406030204" pitchFamily="18" charset="0"/>
                          </a:rPr>
                          <m:t>𝜀</m:t>
                        </m:r>
                      </m:e>
                      <m:sub>
                        <m:r>
                          <a:rPr lang="es-AR" sz="2000" i="1">
                            <a:solidFill>
                              <a:schemeClr val="tx1">
                                <a:lumMod val="75000"/>
                                <a:lumOff val="25000"/>
                              </a:schemeClr>
                            </a:solidFill>
                            <a:latin typeface="Cambria Math" panose="02040503050406030204" pitchFamily="18" charset="0"/>
                          </a:rPr>
                          <m:t>𝑟</m:t>
                        </m:r>
                      </m:sub>
                    </m:sSub>
                    <m:r>
                      <a:rPr lang="es-AR" sz="2000" i="1">
                        <a:solidFill>
                          <a:schemeClr val="tx1">
                            <a:lumMod val="75000"/>
                            <a:lumOff val="25000"/>
                          </a:schemeClr>
                        </a:solidFill>
                        <a:latin typeface="Cambria Math" panose="02040503050406030204" pitchFamily="18" charset="0"/>
                      </a:rPr>
                      <m:t>= </m:t>
                    </m:r>
                    <m:f>
                      <m:fPr>
                        <m:ctrlPr>
                          <a:rPr lang="es-AR" sz="2000" i="1">
                            <a:solidFill>
                              <a:schemeClr val="tx1">
                                <a:lumMod val="75000"/>
                                <a:lumOff val="25000"/>
                              </a:schemeClr>
                            </a:solidFill>
                            <a:latin typeface="Cambria Math" panose="02040503050406030204" pitchFamily="18" charset="0"/>
                          </a:rPr>
                        </m:ctrlPr>
                      </m:fPr>
                      <m:num>
                        <m:r>
                          <a:rPr lang="es-AR" sz="2000" i="1">
                            <a:solidFill>
                              <a:schemeClr val="tx1">
                                <a:lumMod val="75000"/>
                                <a:lumOff val="25000"/>
                              </a:schemeClr>
                            </a:solidFill>
                            <a:latin typeface="Cambria Math" panose="02040503050406030204" pitchFamily="18" charset="0"/>
                          </a:rPr>
                          <m:t>𝜀</m:t>
                        </m:r>
                      </m:num>
                      <m:den>
                        <m:sSub>
                          <m:sSubPr>
                            <m:ctrlPr>
                              <a:rPr lang="es-AR" sz="2000" i="1">
                                <a:solidFill>
                                  <a:schemeClr val="tx1">
                                    <a:lumMod val="75000"/>
                                    <a:lumOff val="25000"/>
                                  </a:schemeClr>
                                </a:solidFill>
                                <a:latin typeface="Cambria Math" panose="02040503050406030204" pitchFamily="18" charset="0"/>
                              </a:rPr>
                            </m:ctrlPr>
                          </m:sSubPr>
                          <m:e>
                            <m:r>
                              <a:rPr lang="es-AR" sz="2000" i="1">
                                <a:solidFill>
                                  <a:schemeClr val="tx1">
                                    <a:lumMod val="75000"/>
                                    <a:lumOff val="25000"/>
                                  </a:schemeClr>
                                </a:solidFill>
                                <a:latin typeface="Cambria Math" panose="02040503050406030204" pitchFamily="18" charset="0"/>
                              </a:rPr>
                              <m:t>𝜙</m:t>
                            </m:r>
                          </m:e>
                          <m:sub>
                            <m:r>
                              <a:rPr lang="es-AR" sz="2000" i="1">
                                <a:solidFill>
                                  <a:schemeClr val="tx1">
                                    <a:lumMod val="75000"/>
                                    <a:lumOff val="25000"/>
                                  </a:schemeClr>
                                </a:solidFill>
                                <a:latin typeface="Cambria Math" panose="02040503050406030204" pitchFamily="18" charset="0"/>
                              </a:rPr>
                              <m:t>𝑖</m:t>
                            </m:r>
                          </m:sub>
                        </m:sSub>
                      </m:den>
                    </m:f>
                    <m:r>
                      <a:rPr lang="es-AR" sz="2000" i="1">
                        <a:solidFill>
                          <a:schemeClr val="tx1">
                            <a:lumMod val="75000"/>
                            <a:lumOff val="25000"/>
                          </a:schemeClr>
                        </a:solidFill>
                        <a:latin typeface="Cambria Math" panose="02040503050406030204" pitchFamily="18" charset="0"/>
                      </a:rPr>
                      <m:t>⇒</m:t>
                    </m:r>
                    <m:sSub>
                      <m:sSubPr>
                        <m:ctrlPr>
                          <a:rPr lang="es-AR" sz="2000" i="1">
                            <a:solidFill>
                              <a:schemeClr val="tx1">
                                <a:lumMod val="75000"/>
                                <a:lumOff val="25000"/>
                              </a:schemeClr>
                            </a:solidFill>
                            <a:latin typeface="Cambria Math" panose="02040503050406030204" pitchFamily="18" charset="0"/>
                          </a:rPr>
                        </m:ctrlPr>
                      </m:sSubPr>
                      <m:e>
                        <m:r>
                          <a:rPr lang="es-AR" sz="2000" i="1">
                            <a:solidFill>
                              <a:schemeClr val="tx1">
                                <a:lumMod val="75000"/>
                                <a:lumOff val="25000"/>
                              </a:schemeClr>
                            </a:solidFill>
                            <a:latin typeface="Cambria Math" panose="02040503050406030204" pitchFamily="18" charset="0"/>
                          </a:rPr>
                          <m:t>𝜀</m:t>
                        </m:r>
                      </m:e>
                      <m:sub>
                        <m:r>
                          <a:rPr lang="es-AR" sz="2000" i="1">
                            <a:solidFill>
                              <a:schemeClr val="tx1">
                                <a:lumMod val="75000"/>
                                <a:lumOff val="25000"/>
                              </a:schemeClr>
                            </a:solidFill>
                            <a:latin typeface="Cambria Math" panose="02040503050406030204" pitchFamily="18" charset="0"/>
                          </a:rPr>
                          <m:t>𝑟</m:t>
                        </m:r>
                      </m:sub>
                    </m:sSub>
                    <m:r>
                      <a:rPr lang="es-AR" sz="2000" i="1">
                        <a:solidFill>
                          <a:schemeClr val="tx1">
                            <a:lumMod val="75000"/>
                            <a:lumOff val="25000"/>
                          </a:schemeClr>
                        </a:solidFill>
                        <a:latin typeface="Cambria Math" panose="02040503050406030204" pitchFamily="18" charset="0"/>
                      </a:rPr>
                      <m:t>= </m:t>
                    </m:r>
                    <m:f>
                      <m:fPr>
                        <m:ctrlPr>
                          <a:rPr lang="es-AR" sz="2000" i="1">
                            <a:solidFill>
                              <a:schemeClr val="tx1">
                                <a:lumMod val="75000"/>
                                <a:lumOff val="25000"/>
                              </a:schemeClr>
                            </a:solidFill>
                            <a:latin typeface="Cambria Math" panose="02040503050406030204" pitchFamily="18" charset="0"/>
                          </a:rPr>
                        </m:ctrlPr>
                      </m:fPr>
                      <m:num>
                        <m:r>
                          <a:rPr lang="es-AR" sz="2000" i="1">
                            <a:solidFill>
                              <a:schemeClr val="tx1">
                                <a:lumMod val="75000"/>
                                <a:lumOff val="25000"/>
                              </a:schemeClr>
                            </a:solidFill>
                            <a:latin typeface="Cambria Math" panose="02040503050406030204" pitchFamily="18" charset="0"/>
                          </a:rPr>
                          <m:t>1.5×</m:t>
                        </m:r>
                        <m:sSup>
                          <m:sSupPr>
                            <m:ctrlPr>
                              <a:rPr lang="es-AR" sz="2000" i="1">
                                <a:solidFill>
                                  <a:schemeClr val="tx1">
                                    <a:lumMod val="75000"/>
                                    <a:lumOff val="25000"/>
                                  </a:schemeClr>
                                </a:solidFill>
                                <a:latin typeface="Cambria Math" panose="02040503050406030204" pitchFamily="18" charset="0"/>
                              </a:rPr>
                            </m:ctrlPr>
                          </m:sSupPr>
                          <m:e>
                            <m:r>
                              <a:rPr lang="es-AR" sz="2000" i="1">
                                <a:solidFill>
                                  <a:schemeClr val="tx1">
                                    <a:lumMod val="75000"/>
                                    <a:lumOff val="25000"/>
                                  </a:schemeClr>
                                </a:solidFill>
                                <a:latin typeface="Cambria Math" panose="02040503050406030204" pitchFamily="18" charset="0"/>
                              </a:rPr>
                              <m:t>10</m:t>
                            </m:r>
                          </m:e>
                          <m:sup>
                            <m:r>
                              <a:rPr lang="es-AR" sz="2000" i="1">
                                <a:solidFill>
                                  <a:schemeClr val="tx1">
                                    <a:lumMod val="75000"/>
                                    <a:lumOff val="25000"/>
                                  </a:schemeClr>
                                </a:solidFill>
                                <a:latin typeface="Cambria Math" panose="02040503050406030204" pitchFamily="18" charset="0"/>
                              </a:rPr>
                              <m:t>−4</m:t>
                            </m:r>
                          </m:sup>
                        </m:sSup>
                        <m:r>
                          <a:rPr lang="es-AR" sz="2000" i="1">
                            <a:solidFill>
                              <a:schemeClr val="tx1">
                                <a:lumMod val="75000"/>
                                <a:lumOff val="25000"/>
                              </a:schemeClr>
                            </a:solidFill>
                            <a:latin typeface="Cambria Math" panose="02040503050406030204" pitchFamily="18" charset="0"/>
                          </a:rPr>
                          <m:t>𝑓𝑡</m:t>
                        </m:r>
                      </m:num>
                      <m:den>
                        <m:r>
                          <a:rPr lang="es-AR" sz="2000" i="1">
                            <a:solidFill>
                              <a:schemeClr val="tx1">
                                <a:lumMod val="75000"/>
                                <a:lumOff val="25000"/>
                              </a:schemeClr>
                            </a:solidFill>
                            <a:latin typeface="Cambria Math" panose="02040503050406030204" pitchFamily="18" charset="0"/>
                          </a:rPr>
                          <m:t>0.4206</m:t>
                        </m:r>
                        <m:r>
                          <a:rPr lang="es-AR" sz="2000" i="1">
                            <a:solidFill>
                              <a:schemeClr val="tx1">
                                <a:lumMod val="75000"/>
                                <a:lumOff val="25000"/>
                              </a:schemeClr>
                            </a:solidFill>
                            <a:latin typeface="Cambria Math" panose="02040503050406030204" pitchFamily="18" charset="0"/>
                          </a:rPr>
                          <m:t>𝑓𝑡</m:t>
                        </m:r>
                      </m:den>
                    </m:f>
                  </m:oMath>
                </a14:m>
                <a:r>
                  <a:rPr lang="es-AR" sz="2000" i="1" dirty="0">
                    <a:solidFill>
                      <a:schemeClr val="tx1">
                        <a:lumMod val="75000"/>
                        <a:lumOff val="25000"/>
                      </a:schemeClr>
                    </a:solidFill>
                    <a:latin typeface="Cambria Math" panose="02040503050406030204" pitchFamily="18" charset="0"/>
                  </a:rPr>
                  <a:t> </a:t>
                </a:r>
                <a14:m>
                  <m:oMath xmlns:m="http://schemas.openxmlformats.org/officeDocument/2006/math">
                    <m:r>
                      <a:rPr lang="es-AR" sz="2000" i="1">
                        <a:solidFill>
                          <a:schemeClr val="tx1">
                            <a:lumMod val="75000"/>
                            <a:lumOff val="25000"/>
                          </a:schemeClr>
                        </a:solidFill>
                        <a:latin typeface="Cambria Math" panose="02040503050406030204" pitchFamily="18" charset="0"/>
                      </a:rPr>
                      <m:t>⇒</m:t>
                    </m:r>
                    <m:sSub>
                      <m:sSubPr>
                        <m:ctrlPr>
                          <a:rPr lang="es-AR" sz="2000" i="1">
                            <a:solidFill>
                              <a:schemeClr val="tx1">
                                <a:lumMod val="75000"/>
                                <a:lumOff val="25000"/>
                              </a:schemeClr>
                            </a:solidFill>
                            <a:latin typeface="Cambria Math" panose="02040503050406030204" pitchFamily="18" charset="0"/>
                          </a:rPr>
                        </m:ctrlPr>
                      </m:sSubPr>
                      <m:e>
                        <m:r>
                          <a:rPr lang="es-AR" sz="2000" i="1">
                            <a:solidFill>
                              <a:schemeClr val="tx1">
                                <a:lumMod val="75000"/>
                                <a:lumOff val="25000"/>
                              </a:schemeClr>
                            </a:solidFill>
                            <a:latin typeface="Cambria Math" panose="02040503050406030204" pitchFamily="18" charset="0"/>
                          </a:rPr>
                          <m:t>𝜀</m:t>
                        </m:r>
                      </m:e>
                      <m:sub>
                        <m:r>
                          <a:rPr lang="es-AR" sz="2000" i="1">
                            <a:solidFill>
                              <a:schemeClr val="tx1">
                                <a:lumMod val="75000"/>
                                <a:lumOff val="25000"/>
                              </a:schemeClr>
                            </a:solidFill>
                            <a:latin typeface="Cambria Math" panose="02040503050406030204" pitchFamily="18" charset="0"/>
                          </a:rPr>
                          <m:t>𝑟</m:t>
                        </m:r>
                      </m:sub>
                    </m:sSub>
                    <m:r>
                      <a:rPr lang="es-AR" sz="2000" i="1">
                        <a:solidFill>
                          <a:schemeClr val="tx1">
                            <a:lumMod val="75000"/>
                            <a:lumOff val="25000"/>
                          </a:schemeClr>
                        </a:solidFill>
                        <a:latin typeface="Cambria Math" panose="02040503050406030204" pitchFamily="18" charset="0"/>
                      </a:rPr>
                      <m:t>= </m:t>
                    </m:r>
                  </m:oMath>
                </a14:m>
                <a:r>
                  <a:rPr lang="es-AR" sz="2000" dirty="0">
                    <a:solidFill>
                      <a:schemeClr val="tx1">
                        <a:lumMod val="75000"/>
                        <a:lumOff val="25000"/>
                      </a:schemeClr>
                    </a:solidFill>
                    <a:latin typeface="Cambria Math" panose="02040503050406030204" pitchFamily="18" charset="0"/>
                  </a:rPr>
                  <a:t>0.000357</a:t>
                </a:r>
              </a:p>
            </p:txBody>
          </p:sp>
        </mc:Choice>
        <mc:Fallback xmlns="">
          <p:sp>
            <p:nvSpPr>
              <p:cNvPr id="12" name="CuadroTexto 11">
                <a:extLst>
                  <a:ext uri="{FF2B5EF4-FFF2-40B4-BE49-F238E27FC236}">
                    <a16:creationId xmlns:a16="http://schemas.microsoft.com/office/drawing/2014/main" id="{3DA89425-1036-4D1B-A362-C78E561E81D1}"/>
                  </a:ext>
                </a:extLst>
              </p:cNvPr>
              <p:cNvSpPr txBox="1">
                <a:spLocks noRot="1" noChangeAspect="1" noMove="1" noResize="1" noEditPoints="1" noAdjustHandles="1" noChangeArrowheads="1" noChangeShapeType="1" noTextEdit="1"/>
              </p:cNvSpPr>
              <p:nvPr/>
            </p:nvSpPr>
            <p:spPr>
              <a:xfrm>
                <a:off x="1473951" y="5458850"/>
                <a:ext cx="6888170" cy="611193"/>
              </a:xfrm>
              <a:prstGeom prst="rect">
                <a:avLst/>
              </a:prstGeom>
              <a:blipFill>
                <a:blip r:embed="rId4"/>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697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ADB488F-18C4-4070-8FDF-BC0CF6D050EE}"/>
              </a:ext>
            </a:extLst>
          </p:cNvPr>
          <p:cNvPicPr>
            <a:picLocks noChangeAspect="1"/>
          </p:cNvPicPr>
          <p:nvPr/>
        </p:nvPicPr>
        <p:blipFill>
          <a:blip r:embed="rId2"/>
          <a:stretch>
            <a:fillRect/>
          </a:stretch>
        </p:blipFill>
        <p:spPr>
          <a:xfrm>
            <a:off x="2057652" y="1996899"/>
            <a:ext cx="8137655" cy="3059857"/>
          </a:xfrm>
          <a:prstGeom prst="rect">
            <a:avLst/>
          </a:prstGeom>
        </p:spPr>
      </p:pic>
      <p:sp>
        <p:nvSpPr>
          <p:cNvPr id="11" name="Elipse 10">
            <a:extLst>
              <a:ext uri="{FF2B5EF4-FFF2-40B4-BE49-F238E27FC236}">
                <a16:creationId xmlns:a16="http://schemas.microsoft.com/office/drawing/2014/main" id="{8615981A-0BFC-4360-A9C6-B847CD0CF54C}"/>
              </a:ext>
            </a:extLst>
          </p:cNvPr>
          <p:cNvSpPr/>
          <p:nvPr/>
        </p:nvSpPr>
        <p:spPr>
          <a:xfrm>
            <a:off x="8482594" y="3255876"/>
            <a:ext cx="1412033"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73318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3"/>
            <a:ext cx="10058400" cy="4377645"/>
          </a:xfrm>
        </p:spPr>
        <p:txBody>
          <a:bodyPr>
            <a:normAutofit/>
          </a:bodyPr>
          <a:lstStyle/>
          <a:p>
            <a:r>
              <a:rPr lang="es-AR" dirty="0"/>
              <a:t>Con estos dos datos se ingresa al Diagrama de </a:t>
            </a:r>
            <a:r>
              <a:rPr lang="es-AR" dirty="0" err="1"/>
              <a:t>Moody</a:t>
            </a:r>
            <a:r>
              <a:rPr lang="es-AR" dirty="0"/>
              <a:t> y se trabaja del siguiente modo:</a:t>
            </a:r>
          </a:p>
          <a:p>
            <a:r>
              <a:rPr lang="es-AR" dirty="0"/>
              <a:t>Se ubican la rugosidad relativa en el eje derecho</a:t>
            </a:r>
          </a:p>
          <a:p>
            <a:r>
              <a:rPr lang="es-AR" dirty="0"/>
              <a:t>Se ubica el Número de Reynolds y se traza una línea vertical</a:t>
            </a:r>
          </a:p>
          <a:p>
            <a:r>
              <a:rPr lang="es-AR" dirty="0"/>
              <a:t>Se desplaza por la curva catenaria correspondiente (si no existe la curva correspondiente se debe interpolar) hasta interceptar la línea vertical.</a:t>
            </a:r>
          </a:p>
          <a:p>
            <a:r>
              <a:rPr lang="es-AR" dirty="0"/>
              <a:t>Desde el valor obtenido, se desplaza en forma horizontal hasta el eje izquierdo donde se lee el valor del factor de </a:t>
            </a:r>
            <a:r>
              <a:rPr lang="es-AR" dirty="0" err="1"/>
              <a:t>moody</a:t>
            </a:r>
            <a:r>
              <a:rPr lang="es-AR" dirty="0"/>
              <a:t> correspondiente.</a:t>
            </a:r>
          </a:p>
        </p:txBody>
      </p:sp>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p:spTree>
    <p:extLst>
      <p:ext uri="{BB962C8B-B14F-4D97-AF65-F5344CB8AC3E}">
        <p14:creationId xmlns:p14="http://schemas.microsoft.com/office/powerpoint/2010/main" val="753252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F16931D-1305-48F9-8D5A-616CAA25594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854392" y="-1"/>
            <a:ext cx="10483215" cy="6858001"/>
          </a:xfrm>
          <a:prstGeom prst="rect">
            <a:avLst/>
          </a:prstGeom>
        </p:spPr>
      </p:pic>
      <p:sp>
        <p:nvSpPr>
          <p:cNvPr id="4" name="Diagrama de flujo: o 3">
            <a:extLst>
              <a:ext uri="{FF2B5EF4-FFF2-40B4-BE49-F238E27FC236}">
                <a16:creationId xmlns:a16="http://schemas.microsoft.com/office/drawing/2014/main" id="{324A9ADC-82E2-4291-B1A8-0F7937A2930A}"/>
              </a:ext>
            </a:extLst>
          </p:cNvPr>
          <p:cNvSpPr/>
          <p:nvPr/>
        </p:nvSpPr>
        <p:spPr>
          <a:xfrm>
            <a:off x="10323443" y="4373218"/>
            <a:ext cx="180000" cy="180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6" name="Conector recto 5">
            <a:extLst>
              <a:ext uri="{FF2B5EF4-FFF2-40B4-BE49-F238E27FC236}">
                <a16:creationId xmlns:a16="http://schemas.microsoft.com/office/drawing/2014/main" id="{5718EBD0-25E7-4EF1-A1AF-5A74AE179DDC}"/>
              </a:ext>
            </a:extLst>
          </p:cNvPr>
          <p:cNvCxnSpPr/>
          <p:nvPr/>
        </p:nvCxnSpPr>
        <p:spPr>
          <a:xfrm flipV="1">
            <a:off x="6268278" y="119270"/>
            <a:ext cx="0" cy="5870713"/>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7" name="Diagrama de flujo: o 6">
            <a:extLst>
              <a:ext uri="{FF2B5EF4-FFF2-40B4-BE49-F238E27FC236}">
                <a16:creationId xmlns:a16="http://schemas.microsoft.com/office/drawing/2014/main" id="{231F5FBD-7DA6-4751-9CF9-2C48AC6DC5AB}"/>
              </a:ext>
            </a:extLst>
          </p:cNvPr>
          <p:cNvSpPr/>
          <p:nvPr/>
        </p:nvSpPr>
        <p:spPr>
          <a:xfrm>
            <a:off x="6176606" y="4153462"/>
            <a:ext cx="180000" cy="180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9" name="Conector recto 8">
            <a:extLst>
              <a:ext uri="{FF2B5EF4-FFF2-40B4-BE49-F238E27FC236}">
                <a16:creationId xmlns:a16="http://schemas.microsoft.com/office/drawing/2014/main" id="{2E5B8EC7-A2A2-4A8B-B0BC-6162D199BF03}"/>
              </a:ext>
            </a:extLst>
          </p:cNvPr>
          <p:cNvCxnSpPr>
            <a:cxnSpLocks/>
          </p:cNvCxnSpPr>
          <p:nvPr/>
        </p:nvCxnSpPr>
        <p:spPr>
          <a:xfrm flipH="1">
            <a:off x="1099930" y="4246226"/>
            <a:ext cx="5166676"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DCDB7D2A-66D3-4BC6-A5FD-49AD9205F738}"/>
              </a:ext>
            </a:extLst>
          </p:cNvPr>
          <p:cNvSpPr txBox="1"/>
          <p:nvPr/>
        </p:nvSpPr>
        <p:spPr>
          <a:xfrm>
            <a:off x="483333" y="4065441"/>
            <a:ext cx="742118" cy="307777"/>
          </a:xfrm>
          <a:prstGeom prst="rect">
            <a:avLst/>
          </a:prstGeom>
          <a:noFill/>
        </p:spPr>
        <p:txBody>
          <a:bodyPr wrap="square" rtlCol="0">
            <a:spAutoFit/>
          </a:bodyPr>
          <a:lstStyle/>
          <a:p>
            <a:r>
              <a:rPr lang="es-AR" sz="1400" dirty="0"/>
              <a:t>0.017</a:t>
            </a:r>
            <a:endParaRPr lang="es-AR" dirty="0"/>
          </a:p>
        </p:txBody>
      </p:sp>
      <p:sp>
        <p:nvSpPr>
          <p:cNvPr id="11" name="CuadroTexto 10">
            <a:extLst>
              <a:ext uri="{FF2B5EF4-FFF2-40B4-BE49-F238E27FC236}">
                <a16:creationId xmlns:a16="http://schemas.microsoft.com/office/drawing/2014/main" id="{0B52893D-09F1-4561-A71D-8472C9420AD7}"/>
              </a:ext>
            </a:extLst>
          </p:cNvPr>
          <p:cNvSpPr txBox="1"/>
          <p:nvPr/>
        </p:nvSpPr>
        <p:spPr>
          <a:xfrm>
            <a:off x="10549465" y="4399329"/>
            <a:ext cx="979919" cy="307777"/>
          </a:xfrm>
          <a:prstGeom prst="rect">
            <a:avLst/>
          </a:prstGeom>
          <a:noFill/>
        </p:spPr>
        <p:txBody>
          <a:bodyPr wrap="square" rtlCol="0">
            <a:spAutoFit/>
          </a:bodyPr>
          <a:lstStyle/>
          <a:p>
            <a:r>
              <a:rPr lang="es-AR" sz="1400" dirty="0"/>
              <a:t>0.000357</a:t>
            </a:r>
            <a:endParaRPr lang="es-AR" dirty="0"/>
          </a:p>
        </p:txBody>
      </p:sp>
    </p:spTree>
    <p:extLst>
      <p:ext uri="{BB962C8B-B14F-4D97-AF65-F5344CB8AC3E}">
        <p14:creationId xmlns:p14="http://schemas.microsoft.com/office/powerpoint/2010/main" val="209741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Teniendo todos los valores, se puede reemplazar en la ecuación correspondiente:</a:t>
                </a:r>
              </a:p>
              <a:p>
                <a:pPr>
                  <a:lnSpc>
                    <a:spcPct val="150000"/>
                  </a:lnSpc>
                  <a:spcAft>
                    <a:spcPts val="1200"/>
                  </a:spcAft>
                </a:pPr>
                <a14:m>
                  <m:oMath xmlns:m="http://schemas.openxmlformats.org/officeDocument/2006/math">
                    <m:sSub>
                      <m:sSubPr>
                        <m:ctrlPr>
                          <a:rPr lang="es-AR" sz="2400" i="1" smtClean="0">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b="0" i="1" smtClean="0">
                            <a:latin typeface="Cambria Math" panose="02040503050406030204" pitchFamily="18" charset="0"/>
                          </a:rPr>
                          <m:t>𝑝𝑟𝑖𝑚</m:t>
                        </m:r>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𝑓</m:t>
                        </m:r>
                      </m:e>
                      <m:sub>
                        <m:r>
                          <a:rPr lang="es-AR" sz="2400" b="0" i="1" smtClean="0">
                            <a:latin typeface="Cambria Math" panose="02040503050406030204" pitchFamily="18" charset="0"/>
                          </a:rPr>
                          <m:t>𝑚</m:t>
                        </m:r>
                      </m:sub>
                    </m:sSub>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𝐿</m:t>
                            </m:r>
                          </m:e>
                          <m:sub>
                            <m:r>
                              <a:rPr lang="es-AR" sz="2400" b="0" i="1" smtClean="0">
                                <a:latin typeface="Cambria Math" panose="02040503050406030204" pitchFamily="18" charset="0"/>
                                <a:ea typeface="Cambria Math" panose="02040503050406030204" pitchFamily="18" charset="0"/>
                              </a:rPr>
                              <m:t>1</m:t>
                            </m:r>
                          </m:sub>
                        </m:sSub>
                      </m:num>
                      <m:den>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m:t>
                            </m:r>
                          </m:e>
                          <m:sub>
                            <m:r>
                              <a:rPr lang="es-AR" sz="2400" b="0" i="1" smtClean="0">
                                <a:latin typeface="Cambria Math" panose="02040503050406030204" pitchFamily="18" charset="0"/>
                                <a:ea typeface="Cambria Math" panose="02040503050406030204" pitchFamily="18" charset="0"/>
                              </a:rPr>
                              <m:t>1</m:t>
                            </m:r>
                          </m:sub>
                        </m:sSub>
                      </m:den>
                    </m:f>
                    <m:r>
                      <a:rPr lang="es-AR" sz="2400" i="1">
                        <a:latin typeface="Cambria Math" panose="02040503050406030204" pitchFamily="18" charset="0"/>
                        <a:ea typeface="Cambria Math" panose="02040503050406030204" pitchFamily="18" charset="0"/>
                      </a:rPr>
                      <m:t>×</m:t>
                    </m:r>
                    <m:f>
                      <m:fPr>
                        <m:ctrlPr>
                          <a:rPr lang="es-AR" sz="2400" i="1" smtClean="0">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2</m:t>
                                    </m:r>
                                  </m:sub>
                                </m:sSub>
                              </m:e>
                            </m:d>
                          </m:e>
                          <m:sup>
                            <m:r>
                              <a:rPr lang="es-AR" sz="2400" i="1">
                                <a:latin typeface="Cambria Math" panose="02040503050406030204" pitchFamily="18" charset="0"/>
                                <a:ea typeface="Cambria Math" panose="02040503050406030204" pitchFamily="18" charset="0"/>
                              </a:rPr>
                              <m:t>2</m:t>
                            </m:r>
                          </m:sup>
                        </m:sSup>
                      </m:num>
                      <m:den>
                        <m:r>
                          <a:rPr lang="es-AR" sz="2400" b="0" i="1" smtClean="0">
                            <a:latin typeface="Cambria Math" panose="02040503050406030204" pitchFamily="18" charset="0"/>
                            <a:ea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𝑔</m:t>
                        </m:r>
                      </m:den>
                    </m:f>
                    <m:r>
                      <a:rPr lang="es-AR" sz="240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i="1">
                            <a:latin typeface="Cambria Math" panose="02040503050406030204" pitchFamily="18" charset="0"/>
                          </a:rPr>
                          <m:t>𝑝𝑟𝑖𝑚</m:t>
                        </m:r>
                      </m:sub>
                    </m:sSub>
                    <m:r>
                      <a:rPr lang="es-AR" sz="2400" i="1">
                        <a:latin typeface="Cambria Math" panose="02040503050406030204" pitchFamily="18" charset="0"/>
                      </a:rPr>
                      <m:t>=</m:t>
                    </m:r>
                    <m:r>
                      <a:rPr lang="es-AR" sz="2400" b="0" i="1" smtClean="0">
                        <a:latin typeface="Cambria Math" panose="02040503050406030204" pitchFamily="18" charset="0"/>
                      </a:rPr>
                      <m:t>0.017</m:t>
                    </m:r>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12</m:t>
                        </m:r>
                        <m:r>
                          <a:rPr lang="es-AR" sz="2400" b="0" i="1" smtClean="0">
                            <a:latin typeface="Cambria Math" panose="02040503050406030204" pitchFamily="18" charset="0"/>
                            <a:ea typeface="Cambria Math" panose="02040503050406030204" pitchFamily="18" charset="0"/>
                          </a:rPr>
                          <m:t>𝑓𝑡</m:t>
                        </m:r>
                      </m:num>
                      <m:den>
                        <m:r>
                          <a:rPr lang="es-AR" sz="2400" b="0" i="1" smtClean="0">
                            <a:latin typeface="Cambria Math" panose="02040503050406030204" pitchFamily="18" charset="0"/>
                            <a:ea typeface="Cambria Math" panose="02040503050406030204" pitchFamily="18" charset="0"/>
                          </a:rPr>
                          <m:t>0.4206</m:t>
                        </m:r>
                        <m:r>
                          <a:rPr lang="es-AR" sz="2400" b="0" i="1" smtClean="0">
                            <a:latin typeface="Cambria Math" panose="02040503050406030204" pitchFamily="18" charset="0"/>
                            <a:ea typeface="Cambria Math" panose="02040503050406030204" pitchFamily="18" charset="0"/>
                          </a:rPr>
                          <m:t>𝑓𝑡</m:t>
                        </m:r>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smtClean="0">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r>
                                  <a:rPr lang="es-AR" sz="2400" i="1">
                                    <a:latin typeface="Cambria Math" panose="02040503050406030204" pitchFamily="18" charset="0"/>
                                    <a:ea typeface="Cambria Math" panose="02040503050406030204" pitchFamily="18" charset="0"/>
                                  </a:rPr>
                                  <m:t>3.77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d>
                          </m:e>
                          <m:sup>
                            <m:r>
                              <a:rPr lang="es-AR" sz="2400" b="0" i="1" smtClean="0">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32.17</m:t>
                        </m:r>
                        <m:f>
                          <m:fPr>
                            <m:type m:val="skw"/>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𝑓𝑡</m:t>
                            </m:r>
                          </m:num>
                          <m:den>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𝑠𝑒𝑔</m:t>
                                </m:r>
                              </m:e>
                              <m:sup>
                                <m:r>
                                  <a:rPr lang="es-AR" sz="2400" b="0" i="1" smtClean="0">
                                    <a:latin typeface="Cambria Math" panose="02040503050406030204" pitchFamily="18" charset="0"/>
                                    <a:ea typeface="Cambria Math" panose="02040503050406030204" pitchFamily="18" charset="0"/>
                                  </a:rPr>
                                  <m:t>2</m:t>
                                </m:r>
                              </m:sup>
                            </m:sSup>
                          </m:den>
                        </m:f>
                      </m:den>
                    </m:f>
                  </m:oMath>
                </a14:m>
                <a:endParaRPr lang="es-AR" sz="2400" dirty="0"/>
              </a:p>
              <a:p>
                <a:pPr>
                  <a:lnSpc>
                    <a:spcPct val="150000"/>
                  </a:lnSpc>
                  <a:spcAft>
                    <a:spcPts val="1200"/>
                  </a:spcAft>
                </a:pPr>
                <a14:m>
                  <m:oMath xmlns:m="http://schemas.openxmlformats.org/officeDocument/2006/math">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i="1">
                            <a:latin typeface="Cambria Math" panose="02040503050406030204" pitchFamily="18" charset="0"/>
                          </a:rPr>
                          <m:t>𝑝𝑟𝑖𝑚</m:t>
                        </m:r>
                      </m:sub>
                    </m:sSub>
                    <m:r>
                      <a:rPr lang="es-AR" sz="2400" i="1">
                        <a:latin typeface="Cambria Math" panose="02040503050406030204" pitchFamily="18" charset="0"/>
                      </a:rPr>
                      <m:t>=</m:t>
                    </m:r>
                    <m:r>
                      <a:rPr lang="es-AR" sz="2400" b="0" i="1" smtClean="0">
                        <a:latin typeface="Cambria Math" panose="02040503050406030204" pitchFamily="18" charset="0"/>
                      </a:rPr>
                      <m:t>0.1065</m:t>
                    </m:r>
                    <m:r>
                      <a:rPr lang="es-AR" sz="2400" b="0" i="1" smtClean="0">
                        <a:latin typeface="Cambria Math" panose="02040503050406030204" pitchFamily="18" charset="0"/>
                      </a:rPr>
                      <m:t>𝑓𝑡</m:t>
                    </m:r>
                  </m:oMath>
                </a14:m>
                <a:endParaRPr lang="es-AR" sz="2400" dirty="0"/>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p:spTree>
    <p:extLst>
      <p:ext uri="{BB962C8B-B14F-4D97-AF65-F5344CB8AC3E}">
        <p14:creationId xmlns:p14="http://schemas.microsoft.com/office/powerpoint/2010/main" val="386316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lstStyle/>
              <a:p>
                <a:r>
                  <a:rPr lang="es-AR" dirty="0"/>
                  <a:t>Para calcular las pérdidas secundarias hay que utilizar la siguiente fórmula:</a:t>
                </a:r>
              </a:p>
              <a:p>
                <a:pPr>
                  <a:spcAft>
                    <a:spcPts val="1200"/>
                  </a:spcAft>
                </a:pPr>
                <a14:m>
                  <m:oMath xmlns:m="http://schemas.openxmlformats.org/officeDocument/2006/math">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b="0" i="1" smtClean="0">
                            <a:latin typeface="Cambria Math" panose="02040503050406030204" pitchFamily="18" charset="0"/>
                          </a:rPr>
                          <m:t>𝑠𝑒𝑐</m:t>
                        </m:r>
                      </m:sub>
                    </m:sSub>
                    <m:r>
                      <a:rPr lang="es-AR" sz="2400" i="1">
                        <a:latin typeface="Cambria Math" panose="02040503050406030204" pitchFamily="18" charset="0"/>
                      </a:rPr>
                      <m:t>=</m:t>
                    </m:r>
                    <m:nary>
                      <m:naryPr>
                        <m:chr m:val="∑"/>
                        <m:subHide m:val="on"/>
                        <m:supHide m:val="on"/>
                        <m:ctrlPr>
                          <a:rPr lang="es-AR" sz="2400" i="1" smtClean="0">
                            <a:latin typeface="Cambria Math" panose="02040503050406030204" pitchFamily="18" charset="0"/>
                          </a:rPr>
                        </m:ctrlPr>
                      </m:naryPr>
                      <m:sub/>
                      <m:sup/>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𝑘</m:t>
                            </m:r>
                          </m:e>
                          <m:sub>
                            <m:r>
                              <a:rPr lang="es-AR" sz="2400" b="0" i="1" smtClean="0">
                                <a:latin typeface="Cambria Math" panose="02040503050406030204" pitchFamily="18" charset="0"/>
                              </a:rPr>
                              <m:t>𝑖</m:t>
                            </m:r>
                          </m:sub>
                        </m:sSub>
                      </m:e>
                    </m:nary>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2</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oMath>
                </a14:m>
                <a:endParaRPr lang="es-AR" sz="2400" dirty="0">
                  <a:ea typeface="Cambria Math" panose="02040503050406030204" pitchFamily="18" charset="0"/>
                </a:endParaRPr>
              </a:p>
              <a:p>
                <a:r>
                  <a:rPr lang="es-AR" dirty="0"/>
                  <a:t>Donde el coeficiente k depende de cada uno de los accesorios.</a:t>
                </a:r>
              </a:p>
              <a:p>
                <a:r>
                  <a:rPr lang="es-AR" dirty="0"/>
                  <a:t>En la línea de succión hay dos accesorios</a:t>
                </a:r>
              </a:p>
              <a:p>
                <a:r>
                  <a:rPr lang="es-AR" dirty="0"/>
                  <a:t>Válvula compuerta 100% abierta</a:t>
                </a:r>
              </a:p>
              <a:p>
                <a:r>
                  <a:rPr lang="es-AR" dirty="0"/>
                  <a:t>Embocadura recta</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p:spTree>
    <p:extLst>
      <p:ext uri="{BB962C8B-B14F-4D97-AF65-F5344CB8AC3E}">
        <p14:creationId xmlns:p14="http://schemas.microsoft.com/office/powerpoint/2010/main" val="386519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a:bodyPr>
              <a:lstStyle/>
              <a:p>
                <a:r>
                  <a:rPr lang="es-AR" dirty="0"/>
                  <a:t>Para calcular el K de la válvula compuerta, se pueden seguir varios caminos, en nuestro curso utilizaremos el del libro </a:t>
                </a:r>
                <a:r>
                  <a:rPr lang="es-AR" dirty="0" err="1"/>
                  <a:t>Mott</a:t>
                </a:r>
                <a:r>
                  <a:rPr lang="es-AR" dirty="0"/>
                  <a:t>, que relaciona los accesorios con “los metros de tubería recta que generarían la misma pérdida”. Esto se lo conoce como Longitud Equivalente.</a:t>
                </a:r>
              </a:p>
              <a:p>
                <a14:m>
                  <m:oMath xmlns:m="http://schemas.openxmlformats.org/officeDocument/2006/math">
                    <m:r>
                      <a:rPr lang="es-AR" b="0" i="1" smtClean="0">
                        <a:latin typeface="Cambria Math" panose="02040503050406030204" pitchFamily="18" charset="0"/>
                      </a:rPr>
                      <m:t>𝐿𝑒</m:t>
                    </m:r>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𝐾</m:t>
                        </m:r>
                        <m:r>
                          <a:rPr lang="es-AR" b="0"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𝐷</m:t>
                        </m:r>
                      </m:num>
                      <m:den>
                        <m:sSub>
                          <m:sSubPr>
                            <m:ctrlPr>
                              <a:rPr lang="es-AR" b="0" i="1" smtClean="0">
                                <a:latin typeface="Cambria Math" panose="02040503050406030204" pitchFamily="18" charset="0"/>
                              </a:rPr>
                            </m:ctrlPr>
                          </m:sSubPr>
                          <m:e>
                            <m:r>
                              <a:rPr lang="es-AR" b="0" i="1" smtClean="0">
                                <a:latin typeface="Cambria Math" panose="02040503050406030204" pitchFamily="18" charset="0"/>
                              </a:rPr>
                              <m:t>𝑓</m:t>
                            </m:r>
                          </m:e>
                          <m:sub>
                            <m:r>
                              <a:rPr lang="es-AR" b="0" i="1" smtClean="0">
                                <a:latin typeface="Cambria Math" panose="02040503050406030204" pitchFamily="18" charset="0"/>
                              </a:rPr>
                              <m:t>𝑇</m:t>
                            </m:r>
                          </m:sub>
                        </m:sSub>
                      </m:den>
                    </m:f>
                    <m:r>
                      <a:rPr lang="es-AR" b="0"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𝐾</m:t>
                    </m:r>
                    <m:r>
                      <a:rPr lang="es-AR" b="0" i="1" smtClean="0">
                        <a:latin typeface="Cambria Math" panose="02040503050406030204" pitchFamily="18" charset="0"/>
                        <a:ea typeface="Cambria Math" panose="02040503050406030204" pitchFamily="18" charset="0"/>
                      </a:rPr>
                      <m:t>=</m:t>
                    </m:r>
                    <m:sSub>
                      <m:sSubPr>
                        <m:ctrlPr>
                          <a:rPr lang="es-AR"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𝑓</m:t>
                        </m:r>
                      </m:e>
                      <m:sub>
                        <m:r>
                          <a:rPr lang="es-AR" b="0" i="1" smtClean="0">
                            <a:latin typeface="Cambria Math" panose="02040503050406030204" pitchFamily="18" charset="0"/>
                            <a:ea typeface="Cambria Math" panose="02040503050406030204" pitchFamily="18" charset="0"/>
                          </a:rPr>
                          <m:t>𝑇</m:t>
                        </m:r>
                      </m:sub>
                    </m:sSub>
                    <m:r>
                      <a:rPr lang="es-AR" b="0" i="1" smtClean="0">
                        <a:latin typeface="Cambria Math" panose="02040503050406030204" pitchFamily="18" charset="0"/>
                        <a:ea typeface="Cambria Math" panose="02040503050406030204" pitchFamily="18" charset="0"/>
                      </a:rPr>
                      <m:t>×</m:t>
                    </m:r>
                    <m:f>
                      <m:fPr>
                        <m:ctrlPr>
                          <a:rPr lang="es-AR" b="0" i="1" smtClean="0">
                            <a:latin typeface="Cambria Math" panose="02040503050406030204" pitchFamily="18" charset="0"/>
                            <a:ea typeface="Cambria Math" panose="02040503050406030204" pitchFamily="18" charset="0"/>
                          </a:rPr>
                        </m:ctrlPr>
                      </m:fPr>
                      <m:num>
                        <m:r>
                          <a:rPr lang="es-AR" b="0" i="1" smtClean="0">
                            <a:latin typeface="Cambria Math" panose="02040503050406030204" pitchFamily="18" charset="0"/>
                            <a:ea typeface="Cambria Math" panose="02040503050406030204" pitchFamily="18" charset="0"/>
                          </a:rPr>
                          <m:t>𝐿𝑒</m:t>
                        </m:r>
                      </m:num>
                      <m:den>
                        <m:r>
                          <a:rPr lang="es-AR" b="0" i="1" smtClean="0">
                            <a:latin typeface="Cambria Math" panose="02040503050406030204" pitchFamily="18" charset="0"/>
                            <a:ea typeface="Cambria Math" panose="02040503050406030204" pitchFamily="18" charset="0"/>
                          </a:rPr>
                          <m:t>𝐷</m:t>
                        </m:r>
                      </m:den>
                    </m:f>
                  </m:oMath>
                </a14:m>
                <a:endParaRPr lang="es-AR" dirty="0"/>
              </a:p>
              <a:p>
                <a:r>
                  <a:rPr lang="es-AR" dirty="0"/>
                  <a:t>De la tabla 10.4 se puede obtener el coeficiente Le/D para la válvula de compuerta 100% abierta.</a:t>
                </a:r>
              </a:p>
              <a:p>
                <a14:m>
                  <m:oMath xmlns:m="http://schemas.openxmlformats.org/officeDocument/2006/math">
                    <m:f>
                      <m:fPr>
                        <m:type m:val="skw"/>
                        <m:ctrlPr>
                          <a:rPr lang="es-AR" i="1" smtClean="0">
                            <a:latin typeface="Cambria Math" panose="02040503050406030204" pitchFamily="18" charset="0"/>
                          </a:rPr>
                        </m:ctrlPr>
                      </m:fPr>
                      <m:num>
                        <m:r>
                          <a:rPr lang="es-AR" b="0" i="1" smtClean="0">
                            <a:latin typeface="Cambria Math" panose="02040503050406030204" pitchFamily="18" charset="0"/>
                          </a:rPr>
                          <m:t>𝐿𝑒</m:t>
                        </m:r>
                      </m:num>
                      <m:den>
                        <m:r>
                          <a:rPr lang="es-AR" b="0" i="1" smtClean="0">
                            <a:latin typeface="Cambria Math" panose="02040503050406030204" pitchFamily="18" charset="0"/>
                          </a:rPr>
                          <m:t>𝐷</m:t>
                        </m:r>
                      </m:den>
                    </m:f>
                    <m:r>
                      <a:rPr lang="es-AR" b="0" i="1" smtClean="0">
                        <a:latin typeface="Cambria Math" panose="02040503050406030204" pitchFamily="18" charset="0"/>
                      </a:rPr>
                      <m:t>=</m:t>
                    </m:r>
                  </m:oMath>
                </a14:m>
                <a:endParaRPr lang="es-AR" b="0" dirty="0"/>
              </a:p>
              <a:p>
                <a:r>
                  <a:rPr lang="es-AR" dirty="0"/>
                  <a:t>De la tabla 10.5 se obtiene el </a:t>
                </a:r>
                <a:r>
                  <a:rPr lang="es-AR" dirty="0" err="1"/>
                  <a:t>f</a:t>
                </a:r>
                <a:r>
                  <a:rPr lang="es-AR" baseline="-25000" dirty="0" err="1"/>
                  <a:t>T</a:t>
                </a:r>
                <a:r>
                  <a:rPr lang="es-AR" dirty="0"/>
                  <a:t> de acuerdo al diámetro nominal de la cañería</a:t>
                </a:r>
              </a:p>
              <a:p>
                <a14:m>
                  <m:oMath xmlns:m="http://schemas.openxmlformats.org/officeDocument/2006/math">
                    <m:r>
                      <a:rPr lang="es-AR" b="0" i="1" smtClean="0">
                        <a:latin typeface="Cambria Math" panose="02040503050406030204" pitchFamily="18" charset="0"/>
                      </a:rPr>
                      <m:t>𝑓</m:t>
                    </m:r>
                    <m:r>
                      <a:rPr lang="es-AR" b="0" i="1" baseline="-25000" smtClean="0">
                        <a:latin typeface="Cambria Math" panose="02040503050406030204" pitchFamily="18" charset="0"/>
                      </a:rPr>
                      <m:t>𝑇</m:t>
                    </m:r>
                  </m:oMath>
                </a14:m>
                <a:r>
                  <a:rPr lang="es-AR" dirty="0"/>
                  <a:t> = </a:t>
                </a:r>
              </a:p>
              <a:p>
                <a:pPr marL="0" indent="0">
                  <a:buNone/>
                </a:pPr>
                <a:endParaRPr lang="es-AR" dirty="0"/>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1697" t="-1667" r="-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272F7DD-F752-4186-8A03-661F2D55F526}"/>
                  </a:ext>
                </a:extLst>
              </p:cNvPr>
              <p:cNvSpPr txBox="1"/>
              <p:nvPr/>
            </p:nvSpPr>
            <p:spPr>
              <a:xfrm>
                <a:off x="1812087" y="4096907"/>
                <a:ext cx="423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8</m:t>
                      </m:r>
                    </m:oMath>
                  </m:oMathPara>
                </a14:m>
                <a:endParaRPr lang="es-AR" dirty="0"/>
              </a:p>
            </p:txBody>
          </p:sp>
        </mc:Choice>
        <mc:Fallback xmlns="">
          <p:sp>
            <p:nvSpPr>
              <p:cNvPr id="7" name="CuadroTexto 6">
                <a:extLst>
                  <a:ext uri="{FF2B5EF4-FFF2-40B4-BE49-F238E27FC236}">
                    <a16:creationId xmlns:a16="http://schemas.microsoft.com/office/drawing/2014/main" id="{F272F7DD-F752-4186-8A03-661F2D55F526}"/>
                  </a:ext>
                </a:extLst>
              </p:cNvPr>
              <p:cNvSpPr txBox="1">
                <a:spLocks noRot="1" noChangeAspect="1" noMove="1" noResize="1" noEditPoints="1" noAdjustHandles="1" noChangeArrowheads="1" noChangeShapeType="1" noTextEdit="1"/>
              </p:cNvSpPr>
              <p:nvPr/>
            </p:nvSpPr>
            <p:spPr>
              <a:xfrm>
                <a:off x="1812087" y="4096907"/>
                <a:ext cx="423674" cy="369332"/>
              </a:xfrm>
              <a:prstGeom prst="rect">
                <a:avLst/>
              </a:prstGeom>
              <a:blipFill>
                <a:blip r:embed="rId4"/>
                <a:stretch>
                  <a:fillRect/>
                </a:stretch>
              </a:blipFill>
            </p:spPr>
            <p:txBody>
              <a:bodyPr/>
              <a:lstStyle/>
              <a:p>
                <a:r>
                  <a:rPr lang="es-AR">
                    <a:noFill/>
                  </a:rPr>
                  <a:t> </a:t>
                </a:r>
              </a:p>
            </p:txBody>
          </p:sp>
        </mc:Fallback>
      </mc:AlternateContent>
      <p:pic>
        <p:nvPicPr>
          <p:cNvPr id="4" name="Imagen 3">
            <a:extLst>
              <a:ext uri="{FF2B5EF4-FFF2-40B4-BE49-F238E27FC236}">
                <a16:creationId xmlns:a16="http://schemas.microsoft.com/office/drawing/2014/main" id="{26552F01-C3E7-4ADD-A676-B272F72A9DC3}"/>
              </a:ext>
            </a:extLst>
          </p:cNvPr>
          <p:cNvPicPr>
            <a:picLocks noChangeAspect="1"/>
          </p:cNvPicPr>
          <p:nvPr/>
        </p:nvPicPr>
        <p:blipFill>
          <a:blip r:embed="rId5"/>
          <a:stretch>
            <a:fillRect/>
          </a:stretch>
        </p:blipFill>
        <p:spPr>
          <a:xfrm>
            <a:off x="3659461" y="0"/>
            <a:ext cx="4740553" cy="6858000"/>
          </a:xfrm>
          <a:prstGeom prst="rect">
            <a:avLst/>
          </a:prstGeom>
        </p:spPr>
      </p:pic>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1C0C19B-F278-4466-AD42-D365176C53F8}"/>
                  </a:ext>
                </a:extLst>
              </p:cNvPr>
              <p:cNvSpPr txBox="1"/>
              <p:nvPr/>
            </p:nvSpPr>
            <p:spPr>
              <a:xfrm>
                <a:off x="1583441" y="5080101"/>
                <a:ext cx="6523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0.016</m:t>
                      </m:r>
                    </m:oMath>
                  </m:oMathPara>
                </a14:m>
                <a:endParaRPr lang="es-AR" dirty="0"/>
              </a:p>
            </p:txBody>
          </p:sp>
        </mc:Choice>
        <mc:Fallback xmlns="">
          <p:sp>
            <p:nvSpPr>
              <p:cNvPr id="8" name="CuadroTexto 7">
                <a:extLst>
                  <a:ext uri="{FF2B5EF4-FFF2-40B4-BE49-F238E27FC236}">
                    <a16:creationId xmlns:a16="http://schemas.microsoft.com/office/drawing/2014/main" id="{71C0C19B-F278-4466-AD42-D365176C53F8}"/>
                  </a:ext>
                </a:extLst>
              </p:cNvPr>
              <p:cNvSpPr txBox="1">
                <a:spLocks noRot="1" noChangeAspect="1" noMove="1" noResize="1" noEditPoints="1" noAdjustHandles="1" noChangeArrowheads="1" noChangeShapeType="1" noTextEdit="1"/>
              </p:cNvSpPr>
              <p:nvPr/>
            </p:nvSpPr>
            <p:spPr>
              <a:xfrm>
                <a:off x="1583441" y="5080101"/>
                <a:ext cx="652319" cy="369332"/>
              </a:xfrm>
              <a:prstGeom prst="rect">
                <a:avLst/>
              </a:prstGeom>
              <a:blipFill>
                <a:blip r:embed="rId6"/>
                <a:stretch>
                  <a:fillRect r="-12150"/>
                </a:stretch>
              </a:blipFill>
            </p:spPr>
            <p:txBody>
              <a:bodyPr/>
              <a:lstStyle/>
              <a:p>
                <a:r>
                  <a:rPr lang="es-AR">
                    <a:noFill/>
                  </a:rPr>
                  <a:t> </a:t>
                </a:r>
              </a:p>
            </p:txBody>
          </p:sp>
        </mc:Fallback>
      </mc:AlternateContent>
      <p:sp>
        <p:nvSpPr>
          <p:cNvPr id="5" name="Elipse 4">
            <a:extLst>
              <a:ext uri="{FF2B5EF4-FFF2-40B4-BE49-F238E27FC236}">
                <a16:creationId xmlns:a16="http://schemas.microsoft.com/office/drawing/2014/main" id="{8BE84636-B43F-472C-9E64-470F7FD8F601}"/>
              </a:ext>
            </a:extLst>
          </p:cNvPr>
          <p:cNvSpPr/>
          <p:nvPr/>
        </p:nvSpPr>
        <p:spPr>
          <a:xfrm>
            <a:off x="7315200" y="1724108"/>
            <a:ext cx="724123" cy="23805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6" name="Imagen 5">
            <a:extLst>
              <a:ext uri="{FF2B5EF4-FFF2-40B4-BE49-F238E27FC236}">
                <a16:creationId xmlns:a16="http://schemas.microsoft.com/office/drawing/2014/main" id="{67AC5B8F-2859-4596-A76C-D7B736E07CC0}"/>
              </a:ext>
            </a:extLst>
          </p:cNvPr>
          <p:cNvPicPr>
            <a:picLocks noChangeAspect="1"/>
          </p:cNvPicPr>
          <p:nvPr/>
        </p:nvPicPr>
        <p:blipFill>
          <a:blip r:embed="rId7"/>
          <a:stretch>
            <a:fillRect/>
          </a:stretch>
        </p:blipFill>
        <p:spPr>
          <a:xfrm>
            <a:off x="2461754" y="1584108"/>
            <a:ext cx="7135969" cy="3636776"/>
          </a:xfrm>
          <a:prstGeom prst="rect">
            <a:avLst/>
          </a:prstGeom>
        </p:spPr>
      </p:pic>
      <p:sp>
        <p:nvSpPr>
          <p:cNvPr id="10" name="Elipse 9">
            <a:extLst>
              <a:ext uri="{FF2B5EF4-FFF2-40B4-BE49-F238E27FC236}">
                <a16:creationId xmlns:a16="http://schemas.microsoft.com/office/drawing/2014/main" id="{1065F26A-D057-4AA6-BC18-4D06CF96DC18}"/>
              </a:ext>
            </a:extLst>
          </p:cNvPr>
          <p:cNvSpPr/>
          <p:nvPr/>
        </p:nvSpPr>
        <p:spPr>
          <a:xfrm>
            <a:off x="8165748" y="2935815"/>
            <a:ext cx="1334221"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00157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6"/>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5" grpId="0" animBg="1"/>
      <p:bldP spid="5" grpId="1" animBg="1"/>
      <p:bldP spid="10" grpId="0" animBg="1"/>
      <p:bldP spid="10" grpId="1"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a:bodyPr>
              <a:lstStyle/>
              <a:p>
                <a:r>
                  <a:rPr lang="es-AR" dirty="0"/>
                  <a:t>Para calcular el K de la válvula compuerta, se pueden seguir varios caminos, en nuestro curso utilizaremos el del libro </a:t>
                </a:r>
                <a:r>
                  <a:rPr lang="es-AR" dirty="0" err="1"/>
                  <a:t>Mott</a:t>
                </a:r>
                <a:r>
                  <a:rPr lang="es-AR" dirty="0"/>
                  <a:t>, que relaciona los accesorios con “los metros de tubería recta que generarían la misma pérdida”. Esto se lo conoce como Longitud Equivalente.</a:t>
                </a:r>
              </a:p>
              <a:p>
                <a14:m>
                  <m:oMath xmlns:m="http://schemas.openxmlformats.org/officeDocument/2006/math">
                    <m:r>
                      <a:rPr lang="es-AR" b="0" i="1" smtClean="0">
                        <a:latin typeface="Cambria Math" panose="02040503050406030204" pitchFamily="18" charset="0"/>
                      </a:rPr>
                      <m:t>𝐿𝑒</m:t>
                    </m:r>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𝐾</m:t>
                        </m:r>
                        <m:r>
                          <a:rPr lang="es-AR" b="0"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𝐷</m:t>
                        </m:r>
                      </m:num>
                      <m:den>
                        <m:sSub>
                          <m:sSubPr>
                            <m:ctrlPr>
                              <a:rPr lang="es-AR" b="0" i="1" smtClean="0">
                                <a:latin typeface="Cambria Math" panose="02040503050406030204" pitchFamily="18" charset="0"/>
                              </a:rPr>
                            </m:ctrlPr>
                          </m:sSubPr>
                          <m:e>
                            <m:r>
                              <a:rPr lang="es-AR" b="0" i="1" smtClean="0">
                                <a:latin typeface="Cambria Math" panose="02040503050406030204" pitchFamily="18" charset="0"/>
                              </a:rPr>
                              <m:t>𝑓</m:t>
                            </m:r>
                          </m:e>
                          <m:sub>
                            <m:r>
                              <a:rPr lang="es-AR" b="0" i="1" smtClean="0">
                                <a:latin typeface="Cambria Math" panose="02040503050406030204" pitchFamily="18" charset="0"/>
                              </a:rPr>
                              <m:t>𝑇</m:t>
                            </m:r>
                          </m:sub>
                        </m:sSub>
                      </m:den>
                    </m:f>
                    <m:r>
                      <a:rPr lang="es-AR" b="0"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𝐾</m:t>
                    </m:r>
                    <m:r>
                      <a:rPr lang="es-AR" b="0" i="1" smtClean="0">
                        <a:latin typeface="Cambria Math" panose="02040503050406030204" pitchFamily="18" charset="0"/>
                        <a:ea typeface="Cambria Math" panose="02040503050406030204" pitchFamily="18" charset="0"/>
                      </a:rPr>
                      <m:t>=</m:t>
                    </m:r>
                    <m:sSub>
                      <m:sSubPr>
                        <m:ctrlPr>
                          <a:rPr lang="es-AR"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𝑓</m:t>
                        </m:r>
                      </m:e>
                      <m:sub>
                        <m:r>
                          <a:rPr lang="es-AR" b="0" i="1" smtClean="0">
                            <a:latin typeface="Cambria Math" panose="02040503050406030204" pitchFamily="18" charset="0"/>
                            <a:ea typeface="Cambria Math" panose="02040503050406030204" pitchFamily="18" charset="0"/>
                          </a:rPr>
                          <m:t>𝑇</m:t>
                        </m:r>
                      </m:sub>
                    </m:sSub>
                    <m:r>
                      <a:rPr lang="es-AR" b="0" i="1" smtClean="0">
                        <a:latin typeface="Cambria Math" panose="02040503050406030204" pitchFamily="18" charset="0"/>
                        <a:ea typeface="Cambria Math" panose="02040503050406030204" pitchFamily="18" charset="0"/>
                      </a:rPr>
                      <m:t>×</m:t>
                    </m:r>
                    <m:f>
                      <m:fPr>
                        <m:ctrlPr>
                          <a:rPr lang="es-AR" b="0" i="1" smtClean="0">
                            <a:latin typeface="Cambria Math" panose="02040503050406030204" pitchFamily="18" charset="0"/>
                            <a:ea typeface="Cambria Math" panose="02040503050406030204" pitchFamily="18" charset="0"/>
                          </a:rPr>
                        </m:ctrlPr>
                      </m:fPr>
                      <m:num>
                        <m:r>
                          <a:rPr lang="es-AR" b="0" i="1" smtClean="0">
                            <a:latin typeface="Cambria Math" panose="02040503050406030204" pitchFamily="18" charset="0"/>
                            <a:ea typeface="Cambria Math" panose="02040503050406030204" pitchFamily="18" charset="0"/>
                          </a:rPr>
                          <m:t>𝐿𝑒</m:t>
                        </m:r>
                      </m:num>
                      <m:den>
                        <m:r>
                          <a:rPr lang="es-AR" b="0" i="1" smtClean="0">
                            <a:latin typeface="Cambria Math" panose="02040503050406030204" pitchFamily="18" charset="0"/>
                            <a:ea typeface="Cambria Math" panose="02040503050406030204" pitchFamily="18" charset="0"/>
                          </a:rPr>
                          <m:t>𝐷</m:t>
                        </m:r>
                      </m:den>
                    </m:f>
                  </m:oMath>
                </a14:m>
                <a:endParaRPr lang="es-AR" dirty="0"/>
              </a:p>
              <a:p>
                <a:r>
                  <a:rPr lang="es-AR" dirty="0"/>
                  <a:t>De la tabla 10.4 se puede obtener el coeficiente Le/D para la válvula de compuerta 100% abierta.</a:t>
                </a:r>
              </a:p>
              <a:p>
                <a14:m>
                  <m:oMath xmlns:m="http://schemas.openxmlformats.org/officeDocument/2006/math">
                    <m:f>
                      <m:fPr>
                        <m:type m:val="skw"/>
                        <m:ctrlPr>
                          <a:rPr lang="es-AR" i="1" smtClean="0">
                            <a:latin typeface="Cambria Math" panose="02040503050406030204" pitchFamily="18" charset="0"/>
                          </a:rPr>
                        </m:ctrlPr>
                      </m:fPr>
                      <m:num>
                        <m:r>
                          <a:rPr lang="es-AR" b="0" i="1" smtClean="0">
                            <a:latin typeface="Cambria Math" panose="02040503050406030204" pitchFamily="18" charset="0"/>
                          </a:rPr>
                          <m:t>𝐿𝑒</m:t>
                        </m:r>
                      </m:num>
                      <m:den>
                        <m:r>
                          <a:rPr lang="es-AR" b="0" i="1" smtClean="0">
                            <a:latin typeface="Cambria Math" panose="02040503050406030204" pitchFamily="18" charset="0"/>
                          </a:rPr>
                          <m:t>𝐷</m:t>
                        </m:r>
                      </m:den>
                    </m:f>
                    <m:r>
                      <a:rPr lang="es-AR" b="0" i="1" smtClean="0">
                        <a:latin typeface="Cambria Math" panose="02040503050406030204" pitchFamily="18" charset="0"/>
                      </a:rPr>
                      <m:t>=</m:t>
                    </m:r>
                  </m:oMath>
                </a14:m>
                <a:endParaRPr lang="es-AR" b="0" dirty="0"/>
              </a:p>
              <a:p>
                <a:r>
                  <a:rPr lang="es-AR" dirty="0"/>
                  <a:t>De la tabla 10.5 se obtiene el </a:t>
                </a:r>
                <a:r>
                  <a:rPr lang="es-AR" dirty="0" err="1"/>
                  <a:t>f</a:t>
                </a:r>
                <a:r>
                  <a:rPr lang="es-AR" baseline="-25000" dirty="0" err="1"/>
                  <a:t>T</a:t>
                </a:r>
                <a:r>
                  <a:rPr lang="es-AR" dirty="0"/>
                  <a:t> de acuerdo al diámetro nominal de la cañería</a:t>
                </a:r>
              </a:p>
              <a:p>
                <a14:m>
                  <m:oMath xmlns:m="http://schemas.openxmlformats.org/officeDocument/2006/math">
                    <m:r>
                      <a:rPr lang="es-AR" b="0" i="1" smtClean="0">
                        <a:latin typeface="Cambria Math" panose="02040503050406030204" pitchFamily="18" charset="0"/>
                      </a:rPr>
                      <m:t>𝑓</m:t>
                    </m:r>
                    <m:r>
                      <a:rPr lang="es-AR" b="0" i="1" baseline="-25000" smtClean="0">
                        <a:latin typeface="Cambria Math" panose="02040503050406030204" pitchFamily="18" charset="0"/>
                      </a:rPr>
                      <m:t>𝑇</m:t>
                    </m:r>
                  </m:oMath>
                </a14:m>
                <a:r>
                  <a:rPr lang="es-AR" dirty="0"/>
                  <a:t> = </a:t>
                </a:r>
              </a:p>
              <a:p>
                <a:pPr marL="0" indent="0">
                  <a:buNone/>
                </a:pPr>
                <a:endParaRPr lang="es-AR" dirty="0"/>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1697" t="-1667" r="-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272F7DD-F752-4186-8A03-661F2D55F526}"/>
                  </a:ext>
                </a:extLst>
              </p:cNvPr>
              <p:cNvSpPr txBox="1"/>
              <p:nvPr/>
            </p:nvSpPr>
            <p:spPr>
              <a:xfrm>
                <a:off x="1812087" y="4096907"/>
                <a:ext cx="423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8</m:t>
                      </m:r>
                    </m:oMath>
                  </m:oMathPara>
                </a14:m>
                <a:endParaRPr lang="es-AR" dirty="0"/>
              </a:p>
            </p:txBody>
          </p:sp>
        </mc:Choice>
        <mc:Fallback xmlns="">
          <p:sp>
            <p:nvSpPr>
              <p:cNvPr id="7" name="CuadroTexto 6">
                <a:extLst>
                  <a:ext uri="{FF2B5EF4-FFF2-40B4-BE49-F238E27FC236}">
                    <a16:creationId xmlns:a16="http://schemas.microsoft.com/office/drawing/2014/main" id="{F272F7DD-F752-4186-8A03-661F2D55F526}"/>
                  </a:ext>
                </a:extLst>
              </p:cNvPr>
              <p:cNvSpPr txBox="1">
                <a:spLocks noRot="1" noChangeAspect="1" noMove="1" noResize="1" noEditPoints="1" noAdjustHandles="1" noChangeArrowheads="1" noChangeShapeType="1" noTextEdit="1"/>
              </p:cNvSpPr>
              <p:nvPr/>
            </p:nvSpPr>
            <p:spPr>
              <a:xfrm>
                <a:off x="1812087" y="4096907"/>
                <a:ext cx="423674" cy="36933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1C0C19B-F278-4466-AD42-D365176C53F8}"/>
                  </a:ext>
                </a:extLst>
              </p:cNvPr>
              <p:cNvSpPr txBox="1"/>
              <p:nvPr/>
            </p:nvSpPr>
            <p:spPr>
              <a:xfrm>
                <a:off x="1583441" y="5080101"/>
                <a:ext cx="65231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0.016</m:t>
                      </m:r>
                    </m:oMath>
                  </m:oMathPara>
                </a14:m>
                <a:endParaRPr lang="es-AR" dirty="0"/>
              </a:p>
            </p:txBody>
          </p:sp>
        </mc:Choice>
        <mc:Fallback xmlns="">
          <p:sp>
            <p:nvSpPr>
              <p:cNvPr id="8" name="CuadroTexto 7">
                <a:extLst>
                  <a:ext uri="{FF2B5EF4-FFF2-40B4-BE49-F238E27FC236}">
                    <a16:creationId xmlns:a16="http://schemas.microsoft.com/office/drawing/2014/main" id="{71C0C19B-F278-4466-AD42-D365176C53F8}"/>
                  </a:ext>
                </a:extLst>
              </p:cNvPr>
              <p:cNvSpPr txBox="1">
                <a:spLocks noRot="1" noChangeAspect="1" noMove="1" noResize="1" noEditPoints="1" noAdjustHandles="1" noChangeArrowheads="1" noChangeShapeType="1" noTextEdit="1"/>
              </p:cNvSpPr>
              <p:nvPr/>
            </p:nvSpPr>
            <p:spPr>
              <a:xfrm>
                <a:off x="1583441" y="5080101"/>
                <a:ext cx="652319" cy="369332"/>
              </a:xfrm>
              <a:prstGeom prst="rect">
                <a:avLst/>
              </a:prstGeom>
              <a:blipFill>
                <a:blip r:embed="rId5"/>
                <a:stretch>
                  <a:fillRect r="-12150"/>
                </a:stretch>
              </a:blipFill>
            </p:spPr>
            <p:txBody>
              <a:bodyPr/>
              <a:lstStyle/>
              <a:p>
                <a:r>
                  <a:rPr lang="es-AR">
                    <a:noFill/>
                  </a:rPr>
                  <a:t> </a:t>
                </a:r>
              </a:p>
            </p:txBody>
          </p:sp>
        </mc:Fallback>
      </mc:AlternateContent>
    </p:spTree>
    <p:extLst>
      <p:ext uri="{BB962C8B-B14F-4D97-AF65-F5344CB8AC3E}">
        <p14:creationId xmlns:p14="http://schemas.microsoft.com/office/powerpoint/2010/main" val="317473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6552F01-C3E7-4ADD-A676-B272F72A9DC3}"/>
              </a:ext>
            </a:extLst>
          </p:cNvPr>
          <p:cNvPicPr>
            <a:picLocks noChangeAspect="1"/>
          </p:cNvPicPr>
          <p:nvPr/>
        </p:nvPicPr>
        <p:blipFill>
          <a:blip r:embed="rId2"/>
          <a:stretch>
            <a:fillRect/>
          </a:stretch>
        </p:blipFill>
        <p:spPr>
          <a:xfrm>
            <a:off x="3725723" y="0"/>
            <a:ext cx="4740553" cy="6858000"/>
          </a:xfrm>
          <a:prstGeom prst="rect">
            <a:avLst/>
          </a:prstGeom>
        </p:spPr>
      </p:pic>
      <p:sp>
        <p:nvSpPr>
          <p:cNvPr id="5" name="Elipse 4">
            <a:extLst>
              <a:ext uri="{FF2B5EF4-FFF2-40B4-BE49-F238E27FC236}">
                <a16:creationId xmlns:a16="http://schemas.microsoft.com/office/drawing/2014/main" id="{8BE84636-B43F-472C-9E64-470F7FD8F601}"/>
              </a:ext>
            </a:extLst>
          </p:cNvPr>
          <p:cNvSpPr/>
          <p:nvPr/>
        </p:nvSpPr>
        <p:spPr>
          <a:xfrm>
            <a:off x="7315200" y="1724108"/>
            <a:ext cx="724123" cy="238056"/>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81526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7AC5B8F-2859-4596-A76C-D7B736E07CC0}"/>
              </a:ext>
            </a:extLst>
          </p:cNvPr>
          <p:cNvPicPr>
            <a:picLocks noChangeAspect="1"/>
          </p:cNvPicPr>
          <p:nvPr/>
        </p:nvPicPr>
        <p:blipFill>
          <a:blip r:embed="rId2"/>
          <a:stretch>
            <a:fillRect/>
          </a:stretch>
        </p:blipFill>
        <p:spPr>
          <a:xfrm>
            <a:off x="2528015" y="1485164"/>
            <a:ext cx="7135969" cy="3636776"/>
          </a:xfrm>
          <a:prstGeom prst="rect">
            <a:avLst/>
          </a:prstGeom>
        </p:spPr>
      </p:pic>
      <p:sp>
        <p:nvSpPr>
          <p:cNvPr id="10" name="Elipse 9">
            <a:extLst>
              <a:ext uri="{FF2B5EF4-FFF2-40B4-BE49-F238E27FC236}">
                <a16:creationId xmlns:a16="http://schemas.microsoft.com/office/drawing/2014/main" id="{1065F26A-D057-4AA6-BC18-4D06CF96DC18}"/>
              </a:ext>
            </a:extLst>
          </p:cNvPr>
          <p:cNvSpPr/>
          <p:nvPr/>
        </p:nvSpPr>
        <p:spPr>
          <a:xfrm>
            <a:off x="8232008" y="2869555"/>
            <a:ext cx="1334221"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33836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a:bodyPr>
              <a:lstStyle/>
              <a:p>
                <a:r>
                  <a:rPr lang="es-AR" dirty="0"/>
                  <a:t>Para el K de la embocadura, el </a:t>
                </a:r>
                <a:r>
                  <a:rPr lang="es-AR" dirty="0" err="1"/>
                  <a:t>Mott</a:t>
                </a:r>
                <a:r>
                  <a:rPr lang="es-AR" dirty="0"/>
                  <a:t> nos brinda, en la figura 10.13, una lista con las embocaduras más comunes y su K</a:t>
                </a:r>
              </a:p>
              <a:p>
                <a14:m>
                  <m:oMath xmlns:m="http://schemas.openxmlformats.org/officeDocument/2006/math">
                    <m:r>
                      <a:rPr lang="es-AR" b="0" i="1" smtClean="0">
                        <a:latin typeface="Cambria Math" panose="02040503050406030204" pitchFamily="18" charset="0"/>
                      </a:rPr>
                      <m:t>𝐾</m:t>
                    </m:r>
                  </m:oMath>
                </a14:m>
                <a:r>
                  <a:rPr lang="es-AR" dirty="0"/>
                  <a:t> = </a:t>
                </a:r>
              </a:p>
              <a:p>
                <a:endParaRPr lang="es-AR" dirty="0"/>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1515" t="-1667" r="-1879"/>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1C0C19B-F278-4466-AD42-D365176C53F8}"/>
                  </a:ext>
                </a:extLst>
              </p:cNvPr>
              <p:cNvSpPr txBox="1"/>
              <p:nvPr/>
            </p:nvSpPr>
            <p:spPr>
              <a:xfrm>
                <a:off x="1514666" y="2555461"/>
                <a:ext cx="552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0.5</m:t>
                      </m:r>
                    </m:oMath>
                  </m:oMathPara>
                </a14:m>
                <a:endParaRPr lang="es-AR" dirty="0"/>
              </a:p>
            </p:txBody>
          </p:sp>
        </mc:Choice>
        <mc:Fallback xmlns="">
          <p:sp>
            <p:nvSpPr>
              <p:cNvPr id="8" name="CuadroTexto 7">
                <a:extLst>
                  <a:ext uri="{FF2B5EF4-FFF2-40B4-BE49-F238E27FC236}">
                    <a16:creationId xmlns:a16="http://schemas.microsoft.com/office/drawing/2014/main" id="{71C0C19B-F278-4466-AD42-D365176C53F8}"/>
                  </a:ext>
                </a:extLst>
              </p:cNvPr>
              <p:cNvSpPr txBox="1">
                <a:spLocks noRot="1" noChangeAspect="1" noMove="1" noResize="1" noEditPoints="1" noAdjustHandles="1" noChangeArrowheads="1" noChangeShapeType="1" noTextEdit="1"/>
              </p:cNvSpPr>
              <p:nvPr/>
            </p:nvSpPr>
            <p:spPr>
              <a:xfrm>
                <a:off x="1514666" y="2555461"/>
                <a:ext cx="552040" cy="369332"/>
              </a:xfrm>
              <a:prstGeom prst="rect">
                <a:avLst/>
              </a:prstGeom>
              <a:blipFill>
                <a:blip r:embed="rId3"/>
                <a:stretch>
                  <a:fillRect/>
                </a:stretch>
              </a:blipFill>
            </p:spPr>
            <p:txBody>
              <a:bodyPr/>
              <a:lstStyle/>
              <a:p>
                <a:r>
                  <a:rPr lang="es-AR">
                    <a:noFill/>
                  </a:rPr>
                  <a:t> </a:t>
                </a:r>
              </a:p>
            </p:txBody>
          </p:sp>
        </mc:Fallback>
      </mc:AlternateContent>
      <p:pic>
        <p:nvPicPr>
          <p:cNvPr id="9" name="Imagen 8">
            <a:extLst>
              <a:ext uri="{FF2B5EF4-FFF2-40B4-BE49-F238E27FC236}">
                <a16:creationId xmlns:a16="http://schemas.microsoft.com/office/drawing/2014/main" id="{1A5AF7FB-0426-4E2B-923F-BE9263F7EB56}"/>
              </a:ext>
            </a:extLst>
          </p:cNvPr>
          <p:cNvPicPr>
            <a:picLocks noChangeAspect="1"/>
          </p:cNvPicPr>
          <p:nvPr/>
        </p:nvPicPr>
        <p:blipFill>
          <a:blip r:embed="rId4"/>
          <a:stretch>
            <a:fillRect/>
          </a:stretch>
        </p:blipFill>
        <p:spPr>
          <a:xfrm>
            <a:off x="2898066" y="0"/>
            <a:ext cx="6248400" cy="6858000"/>
          </a:xfrm>
          <a:prstGeom prst="rect">
            <a:avLst/>
          </a:prstGeom>
        </p:spPr>
      </p:pic>
      <p:sp>
        <p:nvSpPr>
          <p:cNvPr id="10" name="Elipse 9">
            <a:extLst>
              <a:ext uri="{FF2B5EF4-FFF2-40B4-BE49-F238E27FC236}">
                <a16:creationId xmlns:a16="http://schemas.microsoft.com/office/drawing/2014/main" id="{1065F26A-D057-4AA6-BC18-4D06CF96DC18}"/>
              </a:ext>
            </a:extLst>
          </p:cNvPr>
          <p:cNvSpPr/>
          <p:nvPr/>
        </p:nvSpPr>
        <p:spPr>
          <a:xfrm>
            <a:off x="4761779" y="2672034"/>
            <a:ext cx="1334221"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48611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0" grpId="1"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a:bodyPr>
              <a:lstStyle/>
              <a:p>
                <a:r>
                  <a:rPr lang="es-AR" dirty="0"/>
                  <a:t>Para el K de la embocadura, el </a:t>
                </a:r>
                <a:r>
                  <a:rPr lang="es-AR" dirty="0" err="1"/>
                  <a:t>Mott</a:t>
                </a:r>
                <a:r>
                  <a:rPr lang="es-AR" dirty="0"/>
                  <a:t> nos brinda, en la figura 10.13, una lista con las embocaduras más comunes y su K</a:t>
                </a:r>
              </a:p>
              <a:p>
                <a14:m>
                  <m:oMath xmlns:m="http://schemas.openxmlformats.org/officeDocument/2006/math">
                    <m:r>
                      <a:rPr lang="es-AR" b="0" i="1" smtClean="0">
                        <a:latin typeface="Cambria Math" panose="02040503050406030204" pitchFamily="18" charset="0"/>
                      </a:rPr>
                      <m:t>𝐾</m:t>
                    </m:r>
                  </m:oMath>
                </a14:m>
                <a:r>
                  <a:rPr lang="es-AR" dirty="0"/>
                  <a:t> = </a:t>
                </a:r>
              </a:p>
              <a:p>
                <a:endParaRPr lang="es-AR" dirty="0"/>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1515" t="-1667" r="-1879"/>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1C0C19B-F278-4466-AD42-D365176C53F8}"/>
                  </a:ext>
                </a:extLst>
              </p:cNvPr>
              <p:cNvSpPr txBox="1"/>
              <p:nvPr/>
            </p:nvSpPr>
            <p:spPr>
              <a:xfrm>
                <a:off x="1514666" y="2555461"/>
                <a:ext cx="552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0.5</m:t>
                      </m:r>
                    </m:oMath>
                  </m:oMathPara>
                </a14:m>
                <a:endParaRPr lang="es-AR" dirty="0"/>
              </a:p>
            </p:txBody>
          </p:sp>
        </mc:Choice>
        <mc:Fallback xmlns="">
          <p:sp>
            <p:nvSpPr>
              <p:cNvPr id="8" name="CuadroTexto 7">
                <a:extLst>
                  <a:ext uri="{FF2B5EF4-FFF2-40B4-BE49-F238E27FC236}">
                    <a16:creationId xmlns:a16="http://schemas.microsoft.com/office/drawing/2014/main" id="{71C0C19B-F278-4466-AD42-D365176C53F8}"/>
                  </a:ext>
                </a:extLst>
              </p:cNvPr>
              <p:cNvSpPr txBox="1">
                <a:spLocks noRot="1" noChangeAspect="1" noMove="1" noResize="1" noEditPoints="1" noAdjustHandles="1" noChangeArrowheads="1" noChangeShapeType="1" noTextEdit="1"/>
              </p:cNvSpPr>
              <p:nvPr/>
            </p:nvSpPr>
            <p:spPr>
              <a:xfrm>
                <a:off x="1514666" y="2555461"/>
                <a:ext cx="552040" cy="369332"/>
              </a:xfrm>
              <a:prstGeom prst="rect">
                <a:avLst/>
              </a:prstGeom>
              <a:blipFill>
                <a:blip r:embed="rId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01839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A5AF7FB-0426-4E2B-923F-BE9263F7EB56}"/>
              </a:ext>
            </a:extLst>
          </p:cNvPr>
          <p:cNvPicPr>
            <a:picLocks noChangeAspect="1"/>
          </p:cNvPicPr>
          <p:nvPr/>
        </p:nvPicPr>
        <p:blipFill>
          <a:blip r:embed="rId2"/>
          <a:stretch>
            <a:fillRect/>
          </a:stretch>
        </p:blipFill>
        <p:spPr>
          <a:xfrm>
            <a:off x="2898066" y="0"/>
            <a:ext cx="6248400" cy="6858000"/>
          </a:xfrm>
          <a:prstGeom prst="rect">
            <a:avLst/>
          </a:prstGeom>
        </p:spPr>
      </p:pic>
      <p:sp>
        <p:nvSpPr>
          <p:cNvPr id="10" name="Elipse 9">
            <a:extLst>
              <a:ext uri="{FF2B5EF4-FFF2-40B4-BE49-F238E27FC236}">
                <a16:creationId xmlns:a16="http://schemas.microsoft.com/office/drawing/2014/main" id="{1065F26A-D057-4AA6-BC18-4D06CF96DC18}"/>
              </a:ext>
            </a:extLst>
          </p:cNvPr>
          <p:cNvSpPr/>
          <p:nvPr/>
        </p:nvSpPr>
        <p:spPr>
          <a:xfrm>
            <a:off x="4761779" y="2672034"/>
            <a:ext cx="1334221"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89380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4"/>
                <a:ext cx="10058400" cy="4541418"/>
              </a:xfrm>
            </p:spPr>
            <p:txBody>
              <a:bodyPr>
                <a:normAutofit/>
              </a:bodyPr>
              <a:lstStyle/>
              <a:p>
                <a:r>
                  <a:rPr lang="es-AR" dirty="0"/>
                  <a:t>Reemplazando:</a:t>
                </a:r>
              </a:p>
              <a:p>
                <a:pPr>
                  <a:spcAft>
                    <a:spcPts val="1200"/>
                  </a:spcAft>
                </a:pPr>
                <a14:m>
                  <m:oMath xmlns:m="http://schemas.openxmlformats.org/officeDocument/2006/math">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b="0" i="1" smtClean="0">
                            <a:latin typeface="Cambria Math" panose="02040503050406030204" pitchFamily="18" charset="0"/>
                          </a:rPr>
                          <m:t>𝑠𝑒𝑐</m:t>
                        </m:r>
                      </m:sub>
                    </m:sSub>
                    <m:r>
                      <a:rPr lang="es-AR" sz="2400" i="1">
                        <a:latin typeface="Cambria Math" panose="02040503050406030204" pitchFamily="18" charset="0"/>
                      </a:rPr>
                      <m:t>=</m:t>
                    </m:r>
                    <m:nary>
                      <m:naryPr>
                        <m:chr m:val="∑"/>
                        <m:subHide m:val="on"/>
                        <m:supHide m:val="on"/>
                        <m:ctrlPr>
                          <a:rPr lang="es-AR" sz="2400" i="1" smtClean="0">
                            <a:latin typeface="Cambria Math" panose="02040503050406030204" pitchFamily="18" charset="0"/>
                          </a:rPr>
                        </m:ctrlPr>
                      </m:naryPr>
                      <m:sub/>
                      <m:sup/>
                      <m:e>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𝑘</m:t>
                            </m:r>
                          </m:e>
                          <m:sub>
                            <m:r>
                              <a:rPr lang="es-AR" sz="2400" b="0" i="1" smtClean="0">
                                <a:latin typeface="Cambria Math" panose="02040503050406030204" pitchFamily="18" charset="0"/>
                              </a:rPr>
                              <m:t>𝑖</m:t>
                            </m:r>
                          </m:sub>
                        </m:sSub>
                      </m:e>
                    </m:nary>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2</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r>
                      <a:rPr lang="es-AR" sz="240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i="1">
                            <a:latin typeface="Cambria Math" panose="02040503050406030204" pitchFamily="18" charset="0"/>
                          </a:rPr>
                          <m:t>𝑠𝑒𝑐</m:t>
                        </m:r>
                      </m:sub>
                    </m:sSub>
                    <m:r>
                      <a:rPr lang="es-AR" sz="2400" i="1">
                        <a:latin typeface="Cambria Math" panose="02040503050406030204" pitchFamily="18" charset="0"/>
                      </a:rPr>
                      <m:t>=</m:t>
                    </m:r>
                    <m:d>
                      <m:dPr>
                        <m:ctrlPr>
                          <a:rPr lang="es-AR" sz="2400" i="1" smtClean="0">
                            <a:latin typeface="Cambria Math" panose="02040503050406030204" pitchFamily="18" charset="0"/>
                          </a:rPr>
                        </m:ctrlPr>
                      </m:dPr>
                      <m:e>
                        <m:r>
                          <a:rPr lang="es-AR" sz="2400" b="0" i="1" smtClean="0">
                            <a:latin typeface="Cambria Math" panose="02040503050406030204" pitchFamily="18" charset="0"/>
                          </a:rPr>
                          <m:t>0.016</m:t>
                        </m:r>
                        <m:r>
                          <a:rPr lang="es-AR" sz="2400" b="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rPr>
                          <m:t>8+0.5</m:t>
                        </m:r>
                      </m:e>
                    </m:d>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r>
                                  <a:rPr lang="es-AR" sz="2400" i="1">
                                    <a:latin typeface="Cambria Math" panose="02040503050406030204" pitchFamily="18" charset="0"/>
                                    <a:ea typeface="Cambria Math" panose="02040503050406030204" pitchFamily="18" charset="0"/>
                                  </a:rPr>
                                  <m:t>3.77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oMath>
                </a14:m>
                <a:endParaRPr lang="es-AR" sz="2400" dirty="0">
                  <a:ea typeface="Cambria Math" panose="02040503050406030204" pitchFamily="18" charset="0"/>
                </a:endParaRPr>
              </a:p>
              <a:p>
                <a:pPr>
                  <a:spcAft>
                    <a:spcPts val="1200"/>
                  </a:spcAft>
                </a:pPr>
                <a14:m>
                  <m:oMath xmlns:m="http://schemas.openxmlformats.org/officeDocument/2006/math">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i="1">
                            <a:latin typeface="Cambria Math" panose="02040503050406030204" pitchFamily="18" charset="0"/>
                          </a:rPr>
                          <m:t>𝑠𝑒𝑐</m:t>
                        </m:r>
                      </m:sub>
                    </m:sSub>
                    <m:r>
                      <a:rPr lang="es-AR" sz="2400" i="1">
                        <a:latin typeface="Cambria Math" panose="02040503050406030204" pitchFamily="18" charset="0"/>
                      </a:rPr>
                      <m:t>=</m:t>
                    </m:r>
                    <m:r>
                      <a:rPr lang="es-AR" sz="2400" b="0" i="1" smtClean="0">
                        <a:latin typeface="Cambria Math" panose="02040503050406030204" pitchFamily="18" charset="0"/>
                      </a:rPr>
                      <m:t>0.1385</m:t>
                    </m:r>
                    <m:r>
                      <a:rPr lang="es-AR" sz="2400" b="0" i="1" smtClean="0">
                        <a:latin typeface="Cambria Math" panose="02040503050406030204" pitchFamily="18" charset="0"/>
                      </a:rPr>
                      <m:t>𝑓𝑡</m:t>
                    </m:r>
                  </m:oMath>
                </a14:m>
                <a:endParaRPr lang="es-AR" sz="2400" dirty="0">
                  <a:ea typeface="Cambria Math" panose="02040503050406030204" pitchFamily="18" charset="0"/>
                </a:endParaRPr>
              </a:p>
              <a:p>
                <a:pPr>
                  <a:spcAft>
                    <a:spcPts val="1200"/>
                  </a:spcAft>
                </a:pPr>
                <a:r>
                  <a:rPr lang="es-AR" dirty="0">
                    <a:ea typeface="Cambria Math" panose="02040503050406030204" pitchFamily="18" charset="0"/>
                  </a:rPr>
                  <a:t>Sumando las pérdidas primarias y las secundarias se obtienen las pérdidas totales:</a:t>
                </a:r>
              </a:p>
              <a:p>
                <a:pPr>
                  <a:spcAft>
                    <a:spcPts val="1200"/>
                  </a:spcAft>
                </a:pP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b="0" i="1" smtClean="0">
                            <a:latin typeface="Cambria Math" panose="02040503050406030204" pitchFamily="18" charset="0"/>
                          </a:rPr>
                          <m:t>𝑝𝑟𝑖𝑚</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e>
                      <m:sub>
                        <m:r>
                          <a:rPr lang="es-AR" sz="2400" i="1">
                            <a:latin typeface="Cambria Math" panose="02040503050406030204" pitchFamily="18" charset="0"/>
                          </a:rPr>
                          <m:t>𝑠𝑒𝑐</m:t>
                        </m:r>
                      </m:sub>
                    </m:sSub>
                    <m:r>
                      <a:rPr lang="es-AR" sz="240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r>
                      <a:rPr lang="es-AR" sz="2400" i="1">
                        <a:latin typeface="Cambria Math" panose="02040503050406030204" pitchFamily="18" charset="0"/>
                      </a:rPr>
                      <m:t>=0.1065</m:t>
                    </m:r>
                    <m:r>
                      <a:rPr lang="es-AR" sz="2400" i="1">
                        <a:latin typeface="Cambria Math" panose="02040503050406030204" pitchFamily="18" charset="0"/>
                      </a:rPr>
                      <m:t>𝑓𝑡</m:t>
                    </m:r>
                    <m:r>
                      <a:rPr lang="es-AR" sz="2400" b="0" i="1" smtClean="0">
                        <a:latin typeface="Cambria Math" panose="02040503050406030204" pitchFamily="18" charset="0"/>
                      </a:rPr>
                      <m:t>+</m:t>
                    </m:r>
                    <m:r>
                      <a:rPr lang="es-AR" sz="2400" i="1">
                        <a:latin typeface="Cambria Math" panose="02040503050406030204" pitchFamily="18" charset="0"/>
                      </a:rPr>
                      <m:t>0.138</m:t>
                    </m:r>
                    <m:r>
                      <a:rPr lang="es-AR" sz="2400" b="0" i="1" smtClean="0">
                        <a:latin typeface="Cambria Math" panose="02040503050406030204" pitchFamily="18" charset="0"/>
                      </a:rPr>
                      <m:t>5</m:t>
                    </m:r>
                    <m:r>
                      <a:rPr lang="es-AR" sz="2400" i="1">
                        <a:latin typeface="Cambria Math" panose="02040503050406030204" pitchFamily="18" charset="0"/>
                      </a:rPr>
                      <m:t>𝑓𝑡</m:t>
                    </m:r>
                  </m:oMath>
                </a14:m>
                <a:endParaRPr lang="es-AR" sz="2400" dirty="0"/>
              </a:p>
              <a:p>
                <a:pPr>
                  <a:spcAft>
                    <a:spcPts val="1200"/>
                  </a:spcAft>
                </a:pPr>
                <a14:m>
                  <m:oMath xmlns:m="http://schemas.openxmlformats.org/officeDocument/2006/math">
                    <m:borderBox>
                      <m:borderBoxPr>
                        <m:ctrlPr>
                          <a:rPr lang="es-AR" sz="2400" i="1" smtClean="0">
                            <a:latin typeface="Cambria Math" panose="02040503050406030204" pitchFamily="18" charset="0"/>
                          </a:rPr>
                        </m:ctrlPr>
                      </m:borderBoxPr>
                      <m:e>
                        <m:borderBox>
                          <m:borderBoxPr>
                            <m:ctrlPr>
                              <a:rPr lang="es-AR" sz="2400" i="1">
                                <a:latin typeface="Cambria Math" panose="02040503050406030204" pitchFamily="18" charset="0"/>
                              </a:rPr>
                            </m:ctrlPr>
                          </m:borderBox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r>
                              <a:rPr lang="es-AR" sz="2400" i="1">
                                <a:latin typeface="Cambria Math" panose="02040503050406030204" pitchFamily="18" charset="0"/>
                              </a:rPr>
                              <m:t>=0.2450</m:t>
                            </m:r>
                            <m:r>
                              <a:rPr lang="es-AR" sz="2400" i="1">
                                <a:latin typeface="Cambria Math" panose="02040503050406030204" pitchFamily="18" charset="0"/>
                              </a:rPr>
                              <m:t>𝑓𝑡</m:t>
                            </m:r>
                          </m:e>
                        </m:borderBox>
                      </m:e>
                    </m:borderBox>
                  </m:oMath>
                </a14:m>
                <a:r>
                  <a:rPr lang="es-AR" sz="2400" dirty="0">
                    <a:ea typeface="Cambria Math" panose="02040503050406030204" pitchFamily="18" charset="0"/>
                  </a:rPr>
                  <a:t> Punto a.1</a:t>
                </a:r>
              </a:p>
              <a:p>
                <a:pPr>
                  <a:spcAft>
                    <a:spcPts val="1200"/>
                  </a:spcAft>
                </a:pPr>
                <a:endParaRPr lang="es-AR" sz="2400" dirty="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4"/>
                <a:ext cx="10058400" cy="4541418"/>
              </a:xfrm>
              <a:blipFill>
                <a:blip r:embed="rId2"/>
                <a:stretch>
                  <a:fillRect l="-606" t="-147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p:spTree>
    <p:extLst>
      <p:ext uri="{BB962C8B-B14F-4D97-AF65-F5344CB8AC3E}">
        <p14:creationId xmlns:p14="http://schemas.microsoft.com/office/powerpoint/2010/main" val="2663759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3"/>
                <a:ext cx="10058400" cy="4488805"/>
              </a:xfrm>
            </p:spPr>
            <p:txBody>
              <a:bodyPr/>
              <a:lstStyle/>
              <a:p>
                <a:r>
                  <a:rPr lang="es-AR" dirty="0"/>
                  <a:t>Reemplazando en la ecuación de la energía entre 1 y 2:</a:t>
                </a:r>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2</m:t>
                        </m:r>
                      </m:sub>
                    </m:sSub>
                    <m:r>
                      <a:rPr lang="es-AR" sz="2400" i="1">
                        <a:latin typeface="Cambria Math" panose="02040503050406030204" pitchFamily="18" charset="0"/>
                      </a:rPr>
                      <m:t>=</m:t>
                    </m:r>
                    <m:r>
                      <a:rPr lang="es-AR" sz="2400" i="1">
                        <a:latin typeface="Cambria Math" panose="02040503050406030204" pitchFamily="18" charset="0"/>
                        <a:ea typeface="Cambria Math" panose="02040503050406030204" pitchFamily="18" charset="0"/>
                      </a:rPr>
                      <m:t>𝛾</m:t>
                    </m:r>
                    <m:r>
                      <a:rPr lang="es-AR" sz="2400" i="1">
                        <a:latin typeface="Cambria Math" panose="02040503050406030204" pitchFamily="18" charset="0"/>
                        <a:ea typeface="Cambria Math" panose="02040503050406030204" pitchFamily="18" charset="0"/>
                      </a:rPr>
                      <m:t>×</m:t>
                    </m:r>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r>
                          <a:rPr lang="es-AR" sz="2400" i="1">
                            <a:latin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1−2</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2</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e>
                    </m:d>
                  </m:oMath>
                </a14:m>
                <a:endParaRPr lang="es-AR" sz="2400" i="1"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2</m:t>
                        </m:r>
                      </m:sub>
                    </m:sSub>
                    <m:r>
                      <a:rPr lang="es-AR" sz="2400" i="1">
                        <a:latin typeface="Cambria Math" panose="02040503050406030204" pitchFamily="18" charset="0"/>
                      </a:rPr>
                      <m:t>=</m:t>
                    </m:r>
                    <m:r>
                      <a:rPr lang="es-AR" sz="2400" b="0" i="1" smtClean="0">
                        <a:latin typeface="Cambria Math" panose="02040503050406030204" pitchFamily="18" charset="0"/>
                      </a:rPr>
                      <m:t>60.6</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𝑙𝑏</m:t>
                        </m:r>
                      </m:num>
                      <m:den>
                        <m:sSup>
                          <m:sSupPr>
                            <m:ctrlPr>
                              <a:rPr lang="es-AR" sz="2400" b="0" i="1" smtClean="0">
                                <a:latin typeface="Cambria Math" panose="02040503050406030204" pitchFamily="18" charset="0"/>
                              </a:rPr>
                            </m:ctrlPr>
                          </m:sSupPr>
                          <m:e>
                            <m:r>
                              <a:rPr lang="es-AR" sz="2400" b="0" i="1" smtClean="0">
                                <a:latin typeface="Cambria Math" panose="02040503050406030204" pitchFamily="18" charset="0"/>
                              </a:rPr>
                              <m:t>𝑓𝑡</m:t>
                            </m:r>
                          </m:e>
                          <m:sup>
                            <m:r>
                              <a:rPr lang="es-AR" sz="2400" b="0" i="1" smtClean="0">
                                <a:latin typeface="Cambria Math" panose="02040503050406030204" pitchFamily="18" charset="0"/>
                              </a:rPr>
                              <m:t>3</m:t>
                            </m:r>
                          </m:sup>
                        </m:sSup>
                      </m:den>
                    </m:f>
                    <m:r>
                      <a:rPr lang="es-AR" sz="2400" b="0" i="1" smtClean="0">
                        <a:latin typeface="Cambria Math" panose="02040503050406030204" pitchFamily="18" charset="0"/>
                        <a:ea typeface="Cambria Math" panose="02040503050406030204" pitchFamily="18" charset="0"/>
                      </a:rPr>
                      <m:t>×</m:t>
                    </m:r>
                    <m:d>
                      <m:dPr>
                        <m:ctrlPr>
                          <a:rPr lang="es-AR" sz="2400" b="0" i="1" smtClean="0">
                            <a:latin typeface="Cambria Math" panose="02040503050406030204" pitchFamily="18" charset="0"/>
                            <a:ea typeface="Cambria Math" panose="02040503050406030204" pitchFamily="18" charset="0"/>
                          </a:rPr>
                        </m:ctrlPr>
                      </m:dPr>
                      <m:e>
                        <m:r>
                          <a:rPr lang="es-AR" sz="2400" b="0" i="1" smtClean="0">
                            <a:latin typeface="Cambria Math" panose="02040503050406030204" pitchFamily="18" charset="0"/>
                            <a:ea typeface="Cambria Math" panose="02040503050406030204" pitchFamily="18" charset="0"/>
                          </a:rPr>
                          <m:t>4.5</m:t>
                        </m:r>
                        <m:r>
                          <a:rPr lang="es-AR" sz="2400" b="0" i="1" smtClean="0">
                            <a:latin typeface="Cambria Math" panose="02040503050406030204" pitchFamily="18" charset="0"/>
                            <a:ea typeface="Cambria Math" panose="02040503050406030204" pitchFamily="18" charset="0"/>
                          </a:rPr>
                          <m:t>𝑓𝑡</m:t>
                        </m:r>
                        <m:r>
                          <a:rPr lang="es-AR" sz="2400" b="0" i="1" smtClean="0">
                            <a:latin typeface="Cambria Math" panose="02040503050406030204" pitchFamily="18" charset="0"/>
                            <a:ea typeface="Cambria Math" panose="02040503050406030204" pitchFamily="18" charset="0"/>
                          </a:rPr>
                          <m:t>−0.2450</m:t>
                        </m:r>
                        <m:r>
                          <a:rPr lang="es-AR" sz="2400" i="1">
                            <a:latin typeface="Cambria Math" panose="02040503050406030204" pitchFamily="18" charset="0"/>
                          </a:rPr>
                          <m:t>𝑓𝑡</m:t>
                        </m:r>
                        <m:r>
                          <a:rPr lang="es-AR" sz="2400" b="0" i="1" smtClean="0">
                            <a:latin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r>
                                      <a:rPr lang="es-AR" sz="2400" b="0" i="1" smtClean="0">
                                        <a:latin typeface="Cambria Math" panose="02040503050406030204" pitchFamily="18" charset="0"/>
                                        <a:ea typeface="Cambria Math" panose="02040503050406030204" pitchFamily="18" charset="0"/>
                                      </a:rPr>
                                      <m:t>3.77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e>
                    </m:d>
                  </m:oMath>
                </a14:m>
                <a:endParaRPr lang="es-AR" sz="2400" dirty="0"/>
              </a:p>
              <a:p>
                <a:pPr>
                  <a:lnSpc>
                    <a:spcPct val="100000"/>
                  </a:lnSpc>
                  <a:spcAft>
                    <a:spcPts val="1200"/>
                  </a:spcAft>
                </a:pPr>
                <a14:m>
                  <m:oMath xmlns:m="http://schemas.openxmlformats.org/officeDocument/2006/math">
                    <m:borderBox>
                      <m:borderBoxPr>
                        <m:ctrlPr>
                          <a:rPr lang="es-AR" sz="2400" i="1">
                            <a:latin typeface="Cambria Math" panose="02040503050406030204" pitchFamily="18" charset="0"/>
                          </a:rPr>
                        </m:ctrlPr>
                      </m:borderBoxPr>
                      <m:e>
                        <m:borderBox>
                          <m:borderBoxPr>
                            <m:ctrlPr>
                              <a:rPr lang="es-AR" sz="2400" i="1">
                                <a:latin typeface="Cambria Math" panose="02040503050406030204" pitchFamily="18" charset="0"/>
                              </a:rPr>
                            </m:ctrlPr>
                          </m:borderBoxPr>
                          <m:e>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2</m:t>
                                </m:r>
                              </m:sub>
                            </m:sSub>
                            <m:r>
                              <a:rPr lang="es-AR" sz="2400" i="1">
                                <a:latin typeface="Cambria Math" panose="02040503050406030204" pitchFamily="18" charset="0"/>
                              </a:rPr>
                              <m:t>=244.47</m:t>
                            </m:r>
                            <m:f>
                              <m:fPr>
                                <m:ctrlPr>
                                  <a:rPr lang="es-AR" sz="2400" i="1">
                                    <a:latin typeface="Cambria Math" panose="02040503050406030204" pitchFamily="18" charset="0"/>
                                  </a:rPr>
                                </m:ctrlPr>
                              </m:fPr>
                              <m:num>
                                <m:r>
                                  <a:rPr lang="es-AR" sz="2400" i="1">
                                    <a:latin typeface="Cambria Math" panose="02040503050406030204" pitchFamily="18" charset="0"/>
                                  </a:rPr>
                                  <m:t>𝑙𝑏</m:t>
                                </m:r>
                              </m:num>
                              <m:den>
                                <m:sSup>
                                  <m:sSupPr>
                                    <m:ctrlPr>
                                      <a:rPr lang="es-AR" sz="2400" i="1">
                                        <a:latin typeface="Cambria Math" panose="02040503050406030204" pitchFamily="18" charset="0"/>
                                      </a:rPr>
                                    </m:ctrlPr>
                                  </m:sSupPr>
                                  <m:e>
                                    <m:r>
                                      <a:rPr lang="es-AR" sz="2400" i="1">
                                        <a:latin typeface="Cambria Math" panose="02040503050406030204" pitchFamily="18" charset="0"/>
                                      </a:rPr>
                                      <m:t>𝑓𝑡</m:t>
                                    </m:r>
                                  </m:e>
                                  <m:sup>
                                    <m:r>
                                      <a:rPr lang="es-AR" sz="2400" i="1">
                                        <a:latin typeface="Cambria Math" panose="02040503050406030204" pitchFamily="18" charset="0"/>
                                      </a:rPr>
                                      <m:t>2</m:t>
                                    </m:r>
                                  </m:sup>
                                </m:sSup>
                              </m:den>
                            </m:f>
                            <m:r>
                              <a:rPr lang="es-AR" sz="2400" i="1">
                                <a:latin typeface="Cambria Math" panose="02040503050406030204" pitchFamily="18" charset="0"/>
                                <a:ea typeface="Cambria Math" panose="02040503050406030204" pitchFamily="18" charset="0"/>
                              </a:rPr>
                              <m:t>≡1.70</m:t>
                            </m:r>
                            <m:r>
                              <a:rPr lang="es-AR" sz="2400" i="1">
                                <a:latin typeface="Cambria Math" panose="02040503050406030204" pitchFamily="18" charset="0"/>
                                <a:ea typeface="Cambria Math" panose="02040503050406030204" pitchFamily="18" charset="0"/>
                              </a:rPr>
                              <m:t>𝑃𝑆𝐼</m:t>
                            </m:r>
                          </m:e>
                        </m:borderBox>
                      </m:e>
                    </m:borderBox>
                  </m:oMath>
                </a14:m>
                <a:r>
                  <a:rPr lang="es-AR" sz="2400" dirty="0"/>
                  <a:t> Punto a.2</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3"/>
                <a:ext cx="10058400" cy="4488805"/>
              </a:xfrm>
              <a:blipFill>
                <a:blip r:embed="rId2"/>
                <a:stretch>
                  <a:fillRect l="-606" t="-1495"/>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succión</a:t>
            </a:r>
          </a:p>
        </p:txBody>
      </p:sp>
    </p:spTree>
    <p:extLst>
      <p:ext uri="{BB962C8B-B14F-4D97-AF65-F5344CB8AC3E}">
        <p14:creationId xmlns:p14="http://schemas.microsoft.com/office/powerpoint/2010/main" val="2547273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203C0-507A-4B16-93A4-886AC72CE895}"/>
              </a:ext>
            </a:extLst>
          </p:cNvPr>
          <p:cNvSpPr>
            <a:spLocks noGrp="1"/>
          </p:cNvSpPr>
          <p:nvPr>
            <p:ph type="title"/>
          </p:nvPr>
        </p:nvSpPr>
        <p:spPr/>
        <p:txBody>
          <a:bodyPr/>
          <a:lstStyle/>
          <a:p>
            <a:r>
              <a:rPr lang="es-AR" dirty="0"/>
              <a:t>Cálculo de </a:t>
            </a:r>
            <a:r>
              <a:rPr lang="es-AR" dirty="0" err="1"/>
              <a:t>ANPA</a:t>
            </a:r>
            <a:endParaRPr lang="es-AR" dirty="0"/>
          </a:p>
        </p:txBody>
      </p:sp>
      <p:sp>
        <p:nvSpPr>
          <p:cNvPr id="3" name="Marcador de texto 2">
            <a:extLst>
              <a:ext uri="{FF2B5EF4-FFF2-40B4-BE49-F238E27FC236}">
                <a16:creationId xmlns:a16="http://schemas.microsoft.com/office/drawing/2014/main" id="{29F7ADD2-00EF-40B2-9B33-68971A67DF01}"/>
              </a:ext>
            </a:extLst>
          </p:cNvPr>
          <p:cNvSpPr>
            <a:spLocks noGrp="1"/>
          </p:cNvSpPr>
          <p:nvPr>
            <p:ph type="body" idx="1"/>
          </p:nvPr>
        </p:nvSpPr>
        <p:spPr/>
        <p:txBody>
          <a:bodyPr/>
          <a:lstStyle/>
          <a:p>
            <a:endParaRPr lang="es-AR"/>
          </a:p>
        </p:txBody>
      </p:sp>
    </p:spTree>
    <p:extLst>
      <p:ext uri="{BB962C8B-B14F-4D97-AF65-F5344CB8AC3E}">
        <p14:creationId xmlns:p14="http://schemas.microsoft.com/office/powerpoint/2010/main" val="3073501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3"/>
                <a:ext cx="10058400" cy="4488805"/>
              </a:xfrm>
            </p:spPr>
            <p:txBody>
              <a:bodyPr/>
              <a:lstStyle/>
              <a:p>
                <a:r>
                  <a:rPr lang="es-AR" dirty="0"/>
                  <a:t>Para calcular el </a:t>
                </a:r>
                <a:r>
                  <a:rPr lang="es-AR" dirty="0" err="1"/>
                  <a:t>ANPA</a:t>
                </a:r>
                <a:r>
                  <a:rPr lang="es-AR" dirty="0"/>
                  <a:t> disponible de la instalación se debe partir de la ecuación de la energía antes de la bomba:</a:t>
                </a:r>
              </a:p>
              <a:p>
                <a:pPr>
                  <a:spcAft>
                    <a:spcPts val="1200"/>
                  </a:spcAft>
                </a:pPr>
                <a14:m>
                  <m:oMath xmlns:m="http://schemas.openxmlformats.org/officeDocument/2006/math">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1</m:t>
                            </m:r>
                          </m:sub>
                        </m:sSub>
                      </m:num>
                      <m:den>
                        <m:r>
                          <a:rPr lang="es-AR" sz="2400" i="1">
                            <a:latin typeface="Cambria Math" panose="02040503050406030204" pitchFamily="18" charset="0"/>
                            <a:ea typeface="Cambria Math" panose="02040503050406030204" pitchFamily="18" charset="0"/>
                          </a:rPr>
                          <m:t>𝛾</m:t>
                        </m:r>
                      </m:den>
                    </m:f>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1</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b="0" i="1" smtClean="0">
                            <a:latin typeface="Cambria Math" panose="02040503050406030204" pitchFamily="18" charset="0"/>
                            <a:ea typeface="Cambria Math" panose="02040503050406030204" pitchFamily="18" charset="0"/>
                          </a:rPr>
                          <m:t>𝐵</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2</m:t>
                            </m:r>
                          </m:sub>
                        </m:sSub>
                      </m:num>
                      <m:den>
                        <m:r>
                          <a:rPr lang="es-AR" sz="2400" i="1">
                            <a:latin typeface="Cambria Math" panose="02040503050406030204" pitchFamily="18" charset="0"/>
                            <a:ea typeface="Cambria Math" panose="02040503050406030204" pitchFamily="18" charset="0"/>
                          </a:rPr>
                          <m:t>𝛾</m:t>
                        </m:r>
                      </m:den>
                    </m:f>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2</m:t>
                        </m:r>
                      </m:sub>
                    </m:sSub>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2</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b="0" i="1" smtClean="0">
                            <a:latin typeface="Cambria Math" panose="02040503050406030204" pitchFamily="18" charset="0"/>
                            <a:ea typeface="Cambria Math" panose="02040503050406030204" pitchFamily="18" charset="0"/>
                          </a:rPr>
                          <m:t>𝑇</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1−2</m:t>
                        </m:r>
                      </m:sub>
                    </m:sSub>
                  </m:oMath>
                </a14:m>
                <a:endParaRPr lang="es-AR" sz="2400" dirty="0"/>
              </a:p>
              <a:p>
                <a:r>
                  <a:rPr lang="es-AR" dirty="0"/>
                  <a:t>Llevar la presión a la entrada de la bomba al punto de presión de vapor (absoluta) y la presión en el tanque a valores absolutos en lugar de manométricos.</a:t>
                </a:r>
              </a:p>
              <a:p>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𝑝</m:t>
                        </m:r>
                      </m:e>
                      <m:sub>
                        <m:r>
                          <a:rPr lang="es-AR" b="0" i="1" smtClean="0">
                            <a:latin typeface="Cambria Math" panose="02040503050406030204" pitchFamily="18" charset="0"/>
                          </a:rPr>
                          <m:t>𝑣𝑎𝑝</m:t>
                        </m:r>
                      </m:sub>
                    </m:sSub>
                    <m:r>
                      <a:rPr lang="es-AR" b="0" i="1" smtClean="0">
                        <a:latin typeface="Cambria Math" panose="02040503050406030204" pitchFamily="18" charset="0"/>
                      </a:rPr>
                      <m:t>=</m:t>
                    </m:r>
                    <m:r>
                      <a:rPr lang="es-AR" b="0" i="1" smtClean="0">
                        <a:latin typeface="Cambria Math" panose="02040503050406030204" pitchFamily="18" charset="0"/>
                      </a:rPr>
                      <m:t>𝑃𝑒𝑠𝑜</m:t>
                    </m:r>
                    <m:r>
                      <a:rPr lang="es-AR" b="0" i="1" smtClean="0">
                        <a:latin typeface="Cambria Math" panose="02040503050406030204" pitchFamily="18" charset="0"/>
                      </a:rPr>
                      <m:t> </m:t>
                    </m:r>
                    <m:r>
                      <a:rPr lang="es-AR" b="0" i="1" smtClean="0">
                        <a:latin typeface="Cambria Math" panose="02040503050406030204" pitchFamily="18" charset="0"/>
                      </a:rPr>
                      <m:t>𝑒𝑠𝑝𝑒𝑐</m:t>
                    </m:r>
                    <m:r>
                      <a:rPr lang="es-AR" b="0" i="1" smtClean="0">
                        <a:latin typeface="Cambria Math" panose="02040503050406030204" pitchFamily="18" charset="0"/>
                      </a:rPr>
                      <m:t>í</m:t>
                    </m:r>
                    <m:r>
                      <a:rPr lang="es-AR" b="0" i="1" smtClean="0">
                        <a:latin typeface="Cambria Math" panose="02040503050406030204" pitchFamily="18" charset="0"/>
                      </a:rPr>
                      <m:t>𝑓𝑖𝑐𝑜</m:t>
                    </m:r>
                    <m:r>
                      <a:rPr lang="es-AR" b="0" i="1" smtClean="0">
                        <a:latin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𝐶𝑎𝑟𝑔𝑎</m:t>
                    </m:r>
                    <m:r>
                      <a:rPr lang="es-AR" b="0" i="1" smtClean="0">
                        <a:latin typeface="Cambria Math" panose="02040503050406030204" pitchFamily="18" charset="0"/>
                        <a:ea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𝑑𝑒</m:t>
                    </m:r>
                    <m:r>
                      <a:rPr lang="es-AR" b="0" i="1" smtClean="0">
                        <a:latin typeface="Cambria Math" panose="02040503050406030204" pitchFamily="18" charset="0"/>
                        <a:ea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𝑝𝑟𝑒𝑠𝑖</m:t>
                    </m:r>
                    <m:r>
                      <a:rPr lang="es-AR" b="0" i="1" smtClean="0">
                        <a:latin typeface="Cambria Math" panose="02040503050406030204" pitchFamily="18" charset="0"/>
                        <a:ea typeface="Cambria Math" panose="02040503050406030204" pitchFamily="18" charset="0"/>
                      </a:rPr>
                      <m:t>ó</m:t>
                    </m:r>
                    <m:r>
                      <a:rPr lang="es-AR" b="0" i="1" smtClean="0">
                        <a:latin typeface="Cambria Math" panose="02040503050406030204" pitchFamily="18" charset="0"/>
                        <a:ea typeface="Cambria Math" panose="02040503050406030204" pitchFamily="18" charset="0"/>
                      </a:rPr>
                      <m:t>𝑛</m:t>
                    </m:r>
                    <m:r>
                      <a:rPr lang="es-AR" b="0" i="1" smtClean="0">
                        <a:latin typeface="Cambria Math" panose="02040503050406030204" pitchFamily="18" charset="0"/>
                        <a:ea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𝑑𝑒</m:t>
                    </m:r>
                    <m:r>
                      <a:rPr lang="es-AR" b="0" i="1" smtClean="0">
                        <a:latin typeface="Cambria Math" panose="02040503050406030204" pitchFamily="18" charset="0"/>
                        <a:ea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𝑣𝑎𝑝𝑜𝑟</m:t>
                    </m:r>
                  </m:oMath>
                </a14:m>
                <a:endParaRPr lang="es-AR" dirty="0"/>
              </a:p>
              <a:p>
                <a:r>
                  <a:rPr lang="es-AR" dirty="0"/>
                  <a:t>De la tabla 13.2 se toman ambos valores </a:t>
                </a:r>
              </a:p>
              <a:p>
                <a14:m>
                  <m:oMath xmlns:m="http://schemas.openxmlformats.org/officeDocument/2006/math">
                    <m:sSub>
                      <m:sSubPr>
                        <m:ctrlPr>
                          <a:rPr lang="es-AR" i="1" smtClean="0">
                            <a:latin typeface="Cambria Math" panose="02040503050406030204" pitchFamily="18" charset="0"/>
                          </a:rPr>
                        </m:ctrlPr>
                      </m:sSubPr>
                      <m:e>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𝑣𝑎𝑝</m:t>
                            </m:r>
                          </m:sub>
                        </m:sSub>
                      </m:e>
                      <m:sub>
                        <m:r>
                          <a:rPr lang="es-AR" b="0" i="1" smtClean="0">
                            <a:latin typeface="Cambria Math" panose="02040503050406030204" pitchFamily="18" charset="0"/>
                          </a:rPr>
                          <m:t>𝑎𝑏𝑠</m:t>
                        </m:r>
                      </m:sub>
                    </m:sSub>
                    <m:r>
                      <a:rPr lang="es-AR" i="1">
                        <a:latin typeface="Cambria Math" panose="02040503050406030204" pitchFamily="18" charset="0"/>
                      </a:rPr>
                      <m:t>=</m:t>
                    </m:r>
                    <m:r>
                      <a:rPr lang="es-AR" b="0" i="1" smtClean="0">
                        <a:latin typeface="Cambria Math" panose="02040503050406030204" pitchFamily="18" charset="0"/>
                      </a:rPr>
                      <m:t>61.58</m:t>
                    </m:r>
                    <m:f>
                      <m:fPr>
                        <m:type m:val="skw"/>
                        <m:ctrlPr>
                          <a:rPr lang="es-AR" b="0" i="1" smtClean="0">
                            <a:latin typeface="Cambria Math" panose="02040503050406030204" pitchFamily="18" charset="0"/>
                          </a:rPr>
                        </m:ctrlPr>
                      </m:fPr>
                      <m:num>
                        <m:r>
                          <a:rPr lang="es-AR" b="0" i="1" smtClean="0">
                            <a:latin typeface="Cambria Math" panose="02040503050406030204" pitchFamily="18" charset="0"/>
                          </a:rPr>
                          <m:t>𝑙𝑏</m:t>
                        </m:r>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𝑓𝑡</m:t>
                            </m:r>
                          </m:e>
                          <m:sup>
                            <m:r>
                              <a:rPr lang="es-AR" b="0" i="1" smtClean="0">
                                <a:latin typeface="Cambria Math" panose="02040503050406030204" pitchFamily="18" charset="0"/>
                              </a:rPr>
                              <m:t>3</m:t>
                            </m:r>
                          </m:sup>
                        </m:sSup>
                      </m:den>
                    </m:f>
                    <m:r>
                      <a:rPr lang="es-AR" i="1">
                        <a:latin typeface="Cambria Math" panose="02040503050406030204" pitchFamily="18" charset="0"/>
                      </a:rPr>
                      <m:t>×</m:t>
                    </m:r>
                    <m:r>
                      <a:rPr lang="es-AR" b="0" i="1" smtClean="0">
                        <a:latin typeface="Cambria Math" panose="02040503050406030204" pitchFamily="18" charset="0"/>
                      </a:rPr>
                      <m:t>17.55</m:t>
                    </m:r>
                    <m:r>
                      <a:rPr lang="es-AR" b="0" i="1" smtClean="0">
                        <a:latin typeface="Cambria Math" panose="02040503050406030204" pitchFamily="18" charset="0"/>
                      </a:rPr>
                      <m:t>𝑓𝑡</m:t>
                    </m:r>
                    <m:r>
                      <a:rPr lang="es-AR" b="0" i="1" smtClean="0">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rPr>
                        </m:ctrlPr>
                      </m:sSubPr>
                      <m:e>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𝑣𝑎𝑝</m:t>
                            </m:r>
                          </m:sub>
                        </m:sSub>
                      </m:e>
                      <m:sub>
                        <m:r>
                          <a:rPr lang="es-AR" i="1">
                            <a:latin typeface="Cambria Math" panose="02040503050406030204" pitchFamily="18" charset="0"/>
                          </a:rPr>
                          <m:t>𝑎𝑏𝑠</m:t>
                        </m:r>
                      </m:sub>
                    </m:sSub>
                    <m:r>
                      <a:rPr lang="es-AR" i="1">
                        <a:latin typeface="Cambria Math" panose="02040503050406030204" pitchFamily="18" charset="0"/>
                      </a:rPr>
                      <m:t>=</m:t>
                    </m:r>
                    <m:r>
                      <a:rPr lang="es-AR" b="0" i="1" smtClean="0">
                        <a:latin typeface="Cambria Math" panose="02040503050406030204" pitchFamily="18" charset="0"/>
                      </a:rPr>
                      <m:t>1080.73</m:t>
                    </m:r>
                    <m:f>
                      <m:fPr>
                        <m:ctrlPr>
                          <a:rPr lang="es-AR" b="0" i="1" smtClean="0">
                            <a:latin typeface="Cambria Math" panose="02040503050406030204" pitchFamily="18" charset="0"/>
                          </a:rPr>
                        </m:ctrlPr>
                      </m:fPr>
                      <m:num>
                        <m:r>
                          <a:rPr lang="es-AR" b="0" i="1" smtClean="0">
                            <a:latin typeface="Cambria Math" panose="02040503050406030204" pitchFamily="18" charset="0"/>
                          </a:rPr>
                          <m:t>𝑙𝑏</m:t>
                        </m:r>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𝑓𝑡</m:t>
                            </m:r>
                          </m:e>
                          <m:sup>
                            <m:r>
                              <a:rPr lang="es-AR" b="0" i="1" smtClean="0">
                                <a:latin typeface="Cambria Math" panose="02040503050406030204" pitchFamily="18" charset="0"/>
                              </a:rPr>
                              <m:t>2</m:t>
                            </m:r>
                          </m:sup>
                        </m:sSup>
                      </m:den>
                    </m:f>
                  </m:oMath>
                </a14:m>
                <a:endParaRPr lang="es-AR" dirty="0"/>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3"/>
                <a:ext cx="10058400" cy="4488805"/>
              </a:xfrm>
              <a:blipFill>
                <a:blip r:embed="rId2"/>
                <a:stretch>
                  <a:fillRect l="-606" t="-1495"/>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err="1"/>
              <a:t>ANPA</a:t>
            </a:r>
            <a:endParaRPr lang="es-AR" dirty="0"/>
          </a:p>
        </p:txBody>
      </p:sp>
      <p:pic>
        <p:nvPicPr>
          <p:cNvPr id="4" name="Imagen 3">
            <a:extLst>
              <a:ext uri="{FF2B5EF4-FFF2-40B4-BE49-F238E27FC236}">
                <a16:creationId xmlns:a16="http://schemas.microsoft.com/office/drawing/2014/main" id="{8A9822FB-6AFB-4C8F-BA99-83D3735B27CD}"/>
              </a:ext>
            </a:extLst>
          </p:cNvPr>
          <p:cNvPicPr>
            <a:picLocks noChangeAspect="1"/>
          </p:cNvPicPr>
          <p:nvPr/>
        </p:nvPicPr>
        <p:blipFill>
          <a:blip r:embed="rId3"/>
          <a:stretch>
            <a:fillRect/>
          </a:stretch>
        </p:blipFill>
        <p:spPr>
          <a:xfrm>
            <a:off x="3035326" y="0"/>
            <a:ext cx="6121347" cy="6858000"/>
          </a:xfrm>
          <a:prstGeom prst="rect">
            <a:avLst/>
          </a:prstGeom>
        </p:spPr>
      </p:pic>
      <p:sp>
        <p:nvSpPr>
          <p:cNvPr id="5" name="Elipse 4">
            <a:extLst>
              <a:ext uri="{FF2B5EF4-FFF2-40B4-BE49-F238E27FC236}">
                <a16:creationId xmlns:a16="http://schemas.microsoft.com/office/drawing/2014/main" id="{FD01D85F-413E-483C-B02D-A7B70202002A}"/>
              </a:ext>
            </a:extLst>
          </p:cNvPr>
          <p:cNvSpPr/>
          <p:nvPr/>
        </p:nvSpPr>
        <p:spPr>
          <a:xfrm>
            <a:off x="7887737" y="5493484"/>
            <a:ext cx="803564"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v</a:t>
            </a:r>
          </a:p>
        </p:txBody>
      </p:sp>
      <p:sp>
        <p:nvSpPr>
          <p:cNvPr id="6" name="Elipse 5">
            <a:extLst>
              <a:ext uri="{FF2B5EF4-FFF2-40B4-BE49-F238E27FC236}">
                <a16:creationId xmlns:a16="http://schemas.microsoft.com/office/drawing/2014/main" id="{F3F92214-4728-4843-8068-E80B7E897444}"/>
              </a:ext>
            </a:extLst>
          </p:cNvPr>
          <p:cNvSpPr/>
          <p:nvPr/>
        </p:nvSpPr>
        <p:spPr>
          <a:xfrm>
            <a:off x="6618802" y="5493484"/>
            <a:ext cx="803564"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734377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3"/>
                <a:ext cx="10058400" cy="4488805"/>
              </a:xfrm>
            </p:spPr>
            <p:txBody>
              <a:bodyPr/>
              <a:lstStyle/>
              <a:p>
                <a:r>
                  <a:rPr lang="es-AR" dirty="0"/>
                  <a:t>Para calcular el </a:t>
                </a:r>
                <a:r>
                  <a:rPr lang="es-AR" dirty="0" err="1"/>
                  <a:t>ANPA</a:t>
                </a:r>
                <a:r>
                  <a:rPr lang="es-AR" dirty="0"/>
                  <a:t> disponible de la instalación se debe partir de la ecuación de la energía antes de la bomba:</a:t>
                </a:r>
              </a:p>
              <a:p>
                <a:pPr>
                  <a:spcAft>
                    <a:spcPts val="1200"/>
                  </a:spcAft>
                </a:pPr>
                <a14:m>
                  <m:oMath xmlns:m="http://schemas.openxmlformats.org/officeDocument/2006/math">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1</m:t>
                            </m:r>
                          </m:sub>
                        </m:sSub>
                      </m:num>
                      <m:den>
                        <m:r>
                          <a:rPr lang="es-AR" sz="2400" i="1">
                            <a:latin typeface="Cambria Math" panose="02040503050406030204" pitchFamily="18" charset="0"/>
                            <a:ea typeface="Cambria Math" panose="02040503050406030204" pitchFamily="18" charset="0"/>
                          </a:rPr>
                          <m:t>𝛾</m:t>
                        </m:r>
                      </m:den>
                    </m:f>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1</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b="0" i="1" smtClean="0">
                            <a:latin typeface="Cambria Math" panose="02040503050406030204" pitchFamily="18" charset="0"/>
                            <a:ea typeface="Cambria Math" panose="02040503050406030204" pitchFamily="18" charset="0"/>
                          </a:rPr>
                          <m:t>𝐵</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2</m:t>
                            </m:r>
                          </m:sub>
                        </m:sSub>
                      </m:num>
                      <m:den>
                        <m:r>
                          <a:rPr lang="es-AR" sz="2400" i="1">
                            <a:latin typeface="Cambria Math" panose="02040503050406030204" pitchFamily="18" charset="0"/>
                            <a:ea typeface="Cambria Math" panose="02040503050406030204" pitchFamily="18" charset="0"/>
                          </a:rPr>
                          <m:t>𝛾</m:t>
                        </m:r>
                      </m:den>
                    </m:f>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2</m:t>
                        </m:r>
                      </m:sub>
                    </m:sSub>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2</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b="0" i="1" smtClean="0">
                            <a:latin typeface="Cambria Math" panose="02040503050406030204" pitchFamily="18" charset="0"/>
                            <a:ea typeface="Cambria Math" panose="02040503050406030204" pitchFamily="18" charset="0"/>
                          </a:rPr>
                          <m:t>𝑇</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1−2</m:t>
                        </m:r>
                      </m:sub>
                    </m:sSub>
                  </m:oMath>
                </a14:m>
                <a:endParaRPr lang="es-AR" sz="2400" dirty="0"/>
              </a:p>
              <a:p>
                <a:r>
                  <a:rPr lang="es-AR" dirty="0"/>
                  <a:t>Llevar la presión a la entrada de la bomba al punto de presión de vapor (absoluta) y la presión en el tanque a valores absolutos en lugar de manométricos.</a:t>
                </a:r>
              </a:p>
              <a:p>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𝑝</m:t>
                        </m:r>
                      </m:e>
                      <m:sub>
                        <m:r>
                          <a:rPr lang="es-AR" b="0" i="1" smtClean="0">
                            <a:latin typeface="Cambria Math" panose="02040503050406030204" pitchFamily="18" charset="0"/>
                          </a:rPr>
                          <m:t>𝑣𝑎𝑝</m:t>
                        </m:r>
                      </m:sub>
                    </m:sSub>
                    <m:r>
                      <a:rPr lang="es-AR" b="0" i="1" smtClean="0">
                        <a:latin typeface="Cambria Math" panose="02040503050406030204" pitchFamily="18" charset="0"/>
                      </a:rPr>
                      <m:t>=</m:t>
                    </m:r>
                    <m:r>
                      <a:rPr lang="es-AR" b="0" i="1" smtClean="0">
                        <a:latin typeface="Cambria Math" panose="02040503050406030204" pitchFamily="18" charset="0"/>
                      </a:rPr>
                      <m:t>𝑃𝑒𝑠𝑜</m:t>
                    </m:r>
                    <m:r>
                      <a:rPr lang="es-AR" b="0" i="1" smtClean="0">
                        <a:latin typeface="Cambria Math" panose="02040503050406030204" pitchFamily="18" charset="0"/>
                      </a:rPr>
                      <m:t> </m:t>
                    </m:r>
                    <m:r>
                      <a:rPr lang="es-AR" b="0" i="1" smtClean="0">
                        <a:latin typeface="Cambria Math" panose="02040503050406030204" pitchFamily="18" charset="0"/>
                      </a:rPr>
                      <m:t>𝑒𝑠𝑝𝑒𝑐</m:t>
                    </m:r>
                    <m:r>
                      <a:rPr lang="es-AR" b="0" i="1" smtClean="0">
                        <a:latin typeface="Cambria Math" panose="02040503050406030204" pitchFamily="18" charset="0"/>
                      </a:rPr>
                      <m:t>í</m:t>
                    </m:r>
                    <m:r>
                      <a:rPr lang="es-AR" b="0" i="1" smtClean="0">
                        <a:latin typeface="Cambria Math" panose="02040503050406030204" pitchFamily="18" charset="0"/>
                      </a:rPr>
                      <m:t>𝑓𝑖𝑐𝑜</m:t>
                    </m:r>
                    <m:r>
                      <a:rPr lang="es-AR" b="0" i="1" smtClean="0">
                        <a:latin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𝐶𝑎𝑟𝑔𝑎</m:t>
                    </m:r>
                    <m:r>
                      <a:rPr lang="es-AR" b="0" i="1" smtClean="0">
                        <a:latin typeface="Cambria Math" panose="02040503050406030204" pitchFamily="18" charset="0"/>
                        <a:ea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𝑑𝑒</m:t>
                    </m:r>
                    <m:r>
                      <a:rPr lang="es-AR" b="0" i="1" smtClean="0">
                        <a:latin typeface="Cambria Math" panose="02040503050406030204" pitchFamily="18" charset="0"/>
                        <a:ea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𝑝𝑟𝑒𝑠𝑖</m:t>
                    </m:r>
                    <m:r>
                      <a:rPr lang="es-AR" b="0" i="1" smtClean="0">
                        <a:latin typeface="Cambria Math" panose="02040503050406030204" pitchFamily="18" charset="0"/>
                        <a:ea typeface="Cambria Math" panose="02040503050406030204" pitchFamily="18" charset="0"/>
                      </a:rPr>
                      <m:t>ó</m:t>
                    </m:r>
                    <m:r>
                      <a:rPr lang="es-AR" b="0" i="1" smtClean="0">
                        <a:latin typeface="Cambria Math" panose="02040503050406030204" pitchFamily="18" charset="0"/>
                        <a:ea typeface="Cambria Math" panose="02040503050406030204" pitchFamily="18" charset="0"/>
                      </a:rPr>
                      <m:t>𝑛</m:t>
                    </m:r>
                    <m:r>
                      <a:rPr lang="es-AR" b="0" i="1" smtClean="0">
                        <a:latin typeface="Cambria Math" panose="02040503050406030204" pitchFamily="18" charset="0"/>
                        <a:ea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𝑑𝑒</m:t>
                    </m:r>
                    <m:r>
                      <a:rPr lang="es-AR" b="0" i="1" smtClean="0">
                        <a:latin typeface="Cambria Math" panose="02040503050406030204" pitchFamily="18" charset="0"/>
                        <a:ea typeface="Cambria Math" panose="02040503050406030204" pitchFamily="18" charset="0"/>
                      </a:rPr>
                      <m:t> </m:t>
                    </m:r>
                    <m:r>
                      <a:rPr lang="es-AR" b="0" i="1" smtClean="0">
                        <a:latin typeface="Cambria Math" panose="02040503050406030204" pitchFamily="18" charset="0"/>
                        <a:ea typeface="Cambria Math" panose="02040503050406030204" pitchFamily="18" charset="0"/>
                      </a:rPr>
                      <m:t>𝑣𝑎𝑝𝑜𝑟</m:t>
                    </m:r>
                  </m:oMath>
                </a14:m>
                <a:endParaRPr lang="es-AR" dirty="0"/>
              </a:p>
              <a:p>
                <a:r>
                  <a:rPr lang="es-AR" dirty="0"/>
                  <a:t>De la tabla 13.2 se toman ambos valores </a:t>
                </a:r>
              </a:p>
              <a:p>
                <a14:m>
                  <m:oMath xmlns:m="http://schemas.openxmlformats.org/officeDocument/2006/math">
                    <m:sSub>
                      <m:sSubPr>
                        <m:ctrlPr>
                          <a:rPr lang="es-AR" i="1" smtClean="0">
                            <a:latin typeface="Cambria Math" panose="02040503050406030204" pitchFamily="18" charset="0"/>
                          </a:rPr>
                        </m:ctrlPr>
                      </m:sSubPr>
                      <m:e>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𝑣𝑎𝑝</m:t>
                            </m:r>
                          </m:sub>
                        </m:sSub>
                      </m:e>
                      <m:sub>
                        <m:r>
                          <a:rPr lang="es-AR" b="0" i="1" smtClean="0">
                            <a:latin typeface="Cambria Math" panose="02040503050406030204" pitchFamily="18" charset="0"/>
                          </a:rPr>
                          <m:t>𝑎𝑏𝑠</m:t>
                        </m:r>
                      </m:sub>
                    </m:sSub>
                    <m:r>
                      <a:rPr lang="es-AR" i="1">
                        <a:latin typeface="Cambria Math" panose="02040503050406030204" pitchFamily="18" charset="0"/>
                      </a:rPr>
                      <m:t>=</m:t>
                    </m:r>
                    <m:r>
                      <a:rPr lang="es-AR" b="0" i="1" smtClean="0">
                        <a:latin typeface="Cambria Math" panose="02040503050406030204" pitchFamily="18" charset="0"/>
                      </a:rPr>
                      <m:t>61.58</m:t>
                    </m:r>
                    <m:f>
                      <m:fPr>
                        <m:type m:val="skw"/>
                        <m:ctrlPr>
                          <a:rPr lang="es-AR" b="0" i="1" smtClean="0">
                            <a:latin typeface="Cambria Math" panose="02040503050406030204" pitchFamily="18" charset="0"/>
                          </a:rPr>
                        </m:ctrlPr>
                      </m:fPr>
                      <m:num>
                        <m:r>
                          <a:rPr lang="es-AR" b="0" i="1" smtClean="0">
                            <a:latin typeface="Cambria Math" panose="02040503050406030204" pitchFamily="18" charset="0"/>
                          </a:rPr>
                          <m:t>𝑙𝑏</m:t>
                        </m:r>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𝑓𝑡</m:t>
                            </m:r>
                          </m:e>
                          <m:sup>
                            <m:r>
                              <a:rPr lang="es-AR" b="0" i="1" smtClean="0">
                                <a:latin typeface="Cambria Math" panose="02040503050406030204" pitchFamily="18" charset="0"/>
                              </a:rPr>
                              <m:t>3</m:t>
                            </m:r>
                          </m:sup>
                        </m:sSup>
                      </m:den>
                    </m:f>
                    <m:r>
                      <a:rPr lang="es-AR" i="1">
                        <a:latin typeface="Cambria Math" panose="02040503050406030204" pitchFamily="18" charset="0"/>
                      </a:rPr>
                      <m:t>×</m:t>
                    </m:r>
                    <m:r>
                      <a:rPr lang="es-AR" b="0" i="1" smtClean="0">
                        <a:latin typeface="Cambria Math" panose="02040503050406030204" pitchFamily="18" charset="0"/>
                      </a:rPr>
                      <m:t>17.55</m:t>
                    </m:r>
                    <m:r>
                      <a:rPr lang="es-AR" b="0" i="1" smtClean="0">
                        <a:latin typeface="Cambria Math" panose="02040503050406030204" pitchFamily="18" charset="0"/>
                      </a:rPr>
                      <m:t>𝑓𝑡</m:t>
                    </m:r>
                    <m:r>
                      <a:rPr lang="es-AR" b="0" i="1" smtClean="0">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rPr>
                        </m:ctrlPr>
                      </m:sSubPr>
                      <m:e>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𝑣𝑎𝑝</m:t>
                            </m:r>
                          </m:sub>
                        </m:sSub>
                      </m:e>
                      <m:sub>
                        <m:r>
                          <a:rPr lang="es-AR" i="1">
                            <a:latin typeface="Cambria Math" panose="02040503050406030204" pitchFamily="18" charset="0"/>
                          </a:rPr>
                          <m:t>𝑎𝑏𝑠</m:t>
                        </m:r>
                      </m:sub>
                    </m:sSub>
                    <m:r>
                      <a:rPr lang="es-AR" i="1">
                        <a:latin typeface="Cambria Math" panose="02040503050406030204" pitchFamily="18" charset="0"/>
                      </a:rPr>
                      <m:t>=</m:t>
                    </m:r>
                    <m:r>
                      <a:rPr lang="es-AR" b="0" i="1" smtClean="0">
                        <a:latin typeface="Cambria Math" panose="02040503050406030204" pitchFamily="18" charset="0"/>
                      </a:rPr>
                      <m:t>1080.73</m:t>
                    </m:r>
                    <m:f>
                      <m:fPr>
                        <m:ctrlPr>
                          <a:rPr lang="es-AR" b="0" i="1" smtClean="0">
                            <a:latin typeface="Cambria Math" panose="02040503050406030204" pitchFamily="18" charset="0"/>
                          </a:rPr>
                        </m:ctrlPr>
                      </m:fPr>
                      <m:num>
                        <m:r>
                          <a:rPr lang="es-AR" b="0" i="1" smtClean="0">
                            <a:latin typeface="Cambria Math" panose="02040503050406030204" pitchFamily="18" charset="0"/>
                          </a:rPr>
                          <m:t>𝑙𝑏</m:t>
                        </m:r>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𝑓𝑡</m:t>
                            </m:r>
                          </m:e>
                          <m:sup>
                            <m:r>
                              <a:rPr lang="es-AR" b="0" i="1" smtClean="0">
                                <a:latin typeface="Cambria Math" panose="02040503050406030204" pitchFamily="18" charset="0"/>
                              </a:rPr>
                              <m:t>2</m:t>
                            </m:r>
                          </m:sup>
                        </m:sSup>
                      </m:den>
                    </m:f>
                  </m:oMath>
                </a14:m>
                <a:endParaRPr lang="es-AR" dirty="0"/>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3"/>
                <a:ext cx="10058400" cy="4488805"/>
              </a:xfrm>
              <a:blipFill>
                <a:blip r:embed="rId2"/>
                <a:stretch>
                  <a:fillRect l="-606" t="-1495"/>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err="1"/>
              <a:t>ANPA</a:t>
            </a:r>
            <a:endParaRPr lang="es-AR" dirty="0"/>
          </a:p>
        </p:txBody>
      </p:sp>
    </p:spTree>
    <p:extLst>
      <p:ext uri="{BB962C8B-B14F-4D97-AF65-F5344CB8AC3E}">
        <p14:creationId xmlns:p14="http://schemas.microsoft.com/office/powerpoint/2010/main" val="35067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A9822FB-6AFB-4C8F-BA99-83D3735B27CD}"/>
              </a:ext>
            </a:extLst>
          </p:cNvPr>
          <p:cNvPicPr>
            <a:picLocks noChangeAspect="1"/>
          </p:cNvPicPr>
          <p:nvPr/>
        </p:nvPicPr>
        <p:blipFill>
          <a:blip r:embed="rId2"/>
          <a:stretch>
            <a:fillRect/>
          </a:stretch>
        </p:blipFill>
        <p:spPr>
          <a:xfrm>
            <a:off x="3065806" y="0"/>
            <a:ext cx="6121347" cy="6858000"/>
          </a:xfrm>
          <a:prstGeom prst="rect">
            <a:avLst/>
          </a:prstGeom>
        </p:spPr>
      </p:pic>
      <p:sp>
        <p:nvSpPr>
          <p:cNvPr id="5" name="Elipse 4">
            <a:extLst>
              <a:ext uri="{FF2B5EF4-FFF2-40B4-BE49-F238E27FC236}">
                <a16:creationId xmlns:a16="http://schemas.microsoft.com/office/drawing/2014/main" id="{FD01D85F-413E-483C-B02D-A7B70202002A}"/>
              </a:ext>
            </a:extLst>
          </p:cNvPr>
          <p:cNvSpPr/>
          <p:nvPr/>
        </p:nvSpPr>
        <p:spPr>
          <a:xfrm>
            <a:off x="7887737" y="5493484"/>
            <a:ext cx="803564"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v</a:t>
            </a:r>
          </a:p>
        </p:txBody>
      </p:sp>
      <p:sp>
        <p:nvSpPr>
          <p:cNvPr id="6" name="Elipse 5">
            <a:extLst>
              <a:ext uri="{FF2B5EF4-FFF2-40B4-BE49-F238E27FC236}">
                <a16:creationId xmlns:a16="http://schemas.microsoft.com/office/drawing/2014/main" id="{F3F92214-4728-4843-8068-E80B7E897444}"/>
              </a:ext>
            </a:extLst>
          </p:cNvPr>
          <p:cNvSpPr/>
          <p:nvPr/>
        </p:nvSpPr>
        <p:spPr>
          <a:xfrm>
            <a:off x="6618802" y="5493484"/>
            <a:ext cx="803564" cy="367737"/>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19041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3"/>
                <a:ext cx="10058400" cy="4488805"/>
              </a:xfrm>
            </p:spPr>
            <p:txBody>
              <a:bodyPr>
                <a:normAutofit lnSpcReduction="10000"/>
              </a:bodyPr>
              <a:lstStyle/>
              <a:p>
                <a14:m>
                  <m:oMath xmlns:m="http://schemas.openxmlformats.org/officeDocument/2006/math">
                    <m:sSub>
                      <m:sSubPr>
                        <m:ctrlPr>
                          <a:rPr lang="es-AR" i="1" smtClean="0">
                            <a:latin typeface="Cambria Math" panose="02040503050406030204" pitchFamily="18" charset="0"/>
                          </a:rPr>
                        </m:ctrlPr>
                      </m:sSubPr>
                      <m:e>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b="0" i="1" smtClean="0">
                                <a:latin typeface="Cambria Math" panose="02040503050406030204" pitchFamily="18" charset="0"/>
                              </a:rPr>
                              <m:t>𝑎𝑡𝑚</m:t>
                            </m:r>
                          </m:sub>
                        </m:sSub>
                      </m:e>
                      <m:sub>
                        <m:r>
                          <a:rPr lang="es-AR" b="0" i="1" smtClean="0">
                            <a:latin typeface="Cambria Math" panose="02040503050406030204" pitchFamily="18" charset="0"/>
                          </a:rPr>
                          <m:t>𝑎𝑏𝑠</m:t>
                        </m:r>
                      </m:sub>
                    </m:sSub>
                    <m:r>
                      <a:rPr lang="es-AR" b="0" i="1" smtClean="0">
                        <a:latin typeface="Cambria Math" panose="02040503050406030204" pitchFamily="18" charset="0"/>
                      </a:rPr>
                      <m:t>=</m:t>
                    </m:r>
                    <m:r>
                      <a:rPr lang="es-AR" i="1">
                        <a:latin typeface="Cambria Math" panose="02040503050406030204" pitchFamily="18" charset="0"/>
                      </a:rPr>
                      <m:t>14.7</m:t>
                    </m:r>
                    <m:r>
                      <a:rPr lang="es-AR" i="1">
                        <a:latin typeface="Cambria Math" panose="02040503050406030204" pitchFamily="18" charset="0"/>
                      </a:rPr>
                      <m:t>𝑃𝑆𝐼</m:t>
                    </m:r>
                    <m:r>
                      <a:rPr lang="es-AR" i="1">
                        <a:latin typeface="Cambria Math" panose="02040503050406030204" pitchFamily="18" charset="0"/>
                      </a:rPr>
                      <m:t> ×144</m:t>
                    </m:r>
                    <m:f>
                      <m:fPr>
                        <m:ctrlPr>
                          <a:rPr lang="es-AR" b="0" i="1" smtClean="0">
                            <a:latin typeface="Cambria Math" panose="02040503050406030204" pitchFamily="18" charset="0"/>
                          </a:rPr>
                        </m:ctrlPr>
                      </m:fPr>
                      <m:num>
                        <m:r>
                          <a:rPr lang="es-AR" b="0" i="1" smtClean="0">
                            <a:latin typeface="Cambria Math" panose="02040503050406030204" pitchFamily="18" charset="0"/>
                          </a:rPr>
                          <m:t>𝑖𝑛</m:t>
                        </m:r>
                      </m:num>
                      <m:den>
                        <m:r>
                          <a:rPr lang="es-AR" b="0" i="1" smtClean="0">
                            <a:latin typeface="Cambria Math" panose="02040503050406030204" pitchFamily="18" charset="0"/>
                          </a:rPr>
                          <m:t>𝑓𝑡</m:t>
                        </m:r>
                      </m:den>
                    </m:f>
                    <m:r>
                      <a:rPr lang="es-AR" i="1">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rPr>
                        </m:ctrlPr>
                      </m:sSubPr>
                      <m:e>
                        <m:sSub>
                          <m:sSubPr>
                            <m:ctrlPr>
                              <a:rPr lang="es-AR" i="1">
                                <a:latin typeface="Cambria Math" panose="02040503050406030204" pitchFamily="18" charset="0"/>
                              </a:rPr>
                            </m:ctrlPr>
                          </m:sSubPr>
                          <m:e>
                            <m:r>
                              <a:rPr lang="es-AR" i="1">
                                <a:latin typeface="Cambria Math" panose="02040503050406030204" pitchFamily="18" charset="0"/>
                              </a:rPr>
                              <m:t>𝑝</m:t>
                            </m:r>
                          </m:e>
                          <m:sub>
                            <m:r>
                              <a:rPr lang="es-AR" i="1">
                                <a:latin typeface="Cambria Math" panose="02040503050406030204" pitchFamily="18" charset="0"/>
                              </a:rPr>
                              <m:t>𝑎𝑡𝑚</m:t>
                            </m:r>
                          </m:sub>
                        </m:sSub>
                      </m:e>
                      <m:sub>
                        <m:r>
                          <a:rPr lang="es-AR" i="1">
                            <a:latin typeface="Cambria Math" panose="02040503050406030204" pitchFamily="18" charset="0"/>
                          </a:rPr>
                          <m:t>𝑎𝑏𝑠</m:t>
                        </m:r>
                      </m:sub>
                    </m:sSub>
                    <m:r>
                      <a:rPr lang="es-AR" i="1">
                        <a:latin typeface="Cambria Math" panose="02040503050406030204" pitchFamily="18" charset="0"/>
                      </a:rPr>
                      <m:t>=</m:t>
                    </m:r>
                    <m:r>
                      <a:rPr lang="es-AR" b="0" i="1" smtClean="0">
                        <a:latin typeface="Cambria Math" panose="02040503050406030204" pitchFamily="18" charset="0"/>
                      </a:rPr>
                      <m:t>2116.8</m:t>
                    </m:r>
                    <m:f>
                      <m:fPr>
                        <m:ctrlPr>
                          <a:rPr lang="es-AR" b="0" i="1" smtClean="0">
                            <a:latin typeface="Cambria Math" panose="02040503050406030204" pitchFamily="18" charset="0"/>
                          </a:rPr>
                        </m:ctrlPr>
                      </m:fPr>
                      <m:num>
                        <m:r>
                          <a:rPr lang="es-AR" b="0" i="1" smtClean="0">
                            <a:latin typeface="Cambria Math" panose="02040503050406030204" pitchFamily="18" charset="0"/>
                          </a:rPr>
                          <m:t>𝑙𝑏</m:t>
                        </m:r>
                      </m:num>
                      <m:den>
                        <m:sSup>
                          <m:sSupPr>
                            <m:ctrlPr>
                              <a:rPr lang="es-AR" b="0" i="1" smtClean="0">
                                <a:latin typeface="Cambria Math" panose="02040503050406030204" pitchFamily="18" charset="0"/>
                              </a:rPr>
                            </m:ctrlPr>
                          </m:sSupPr>
                          <m:e>
                            <m:r>
                              <a:rPr lang="es-AR" b="0" i="1" smtClean="0">
                                <a:latin typeface="Cambria Math" panose="02040503050406030204" pitchFamily="18" charset="0"/>
                              </a:rPr>
                              <m:t>𝑓𝑡</m:t>
                            </m:r>
                          </m:e>
                          <m:sup>
                            <m:r>
                              <a:rPr lang="es-AR" b="0" i="1" smtClean="0">
                                <a:latin typeface="Cambria Math" panose="02040503050406030204" pitchFamily="18" charset="0"/>
                              </a:rPr>
                              <m:t>2</m:t>
                            </m:r>
                          </m:sup>
                        </m:sSup>
                      </m:den>
                    </m:f>
                  </m:oMath>
                </a14:m>
                <a:endParaRPr lang="es-AR" dirty="0"/>
              </a:p>
              <a:p>
                <a:r>
                  <a:rPr lang="es-AR" dirty="0"/>
                  <a:t>Operando sobre la ecuación de la energía:</a:t>
                </a:r>
              </a:p>
              <a:p>
                <a:pPr>
                  <a:lnSpc>
                    <a:spcPct val="110000"/>
                  </a:lnSpc>
                  <a:spcAft>
                    <a:spcPts val="1200"/>
                  </a:spcAft>
                </a:pPr>
                <a14:m>
                  <m:oMath xmlns:m="http://schemas.openxmlformats.org/officeDocument/2006/math">
                    <m:limLow>
                      <m:limLowPr>
                        <m:ctrlPr>
                          <a:rPr lang="es-AR" sz="2400" i="1">
                            <a:latin typeface="Cambria Math" panose="02040503050406030204" pitchFamily="18" charset="0"/>
                            <a:ea typeface="Cambria Math" panose="02040503050406030204" pitchFamily="18" charset="0"/>
                          </a:rPr>
                        </m:ctrlPr>
                      </m:limLowPr>
                      <m:e>
                        <m:groupChr>
                          <m:groupChrPr>
                            <m:chr m:val="⏟"/>
                            <m:ctrlPr>
                              <a:rPr lang="es-AR" sz="2400" i="1">
                                <a:latin typeface="Cambria Math" panose="02040503050406030204" pitchFamily="18" charset="0"/>
                                <a:ea typeface="Cambria Math" panose="02040503050406030204" pitchFamily="18" charset="0"/>
                              </a:rPr>
                            </m:ctrlPr>
                          </m:groupChrPr>
                          <m:e>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2</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e>
                        </m:groupChr>
                      </m:e>
                      <m:lim>
                        <m:sSub>
                          <m:sSubPr>
                            <m:ctrlPr>
                              <a:rPr lang="es-AR" sz="2400" i="1" smtClean="0">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𝐴𝑁𝑃𝐴</m:t>
                            </m:r>
                          </m:e>
                          <m:sub>
                            <m:r>
                              <a:rPr lang="es-AR" sz="2400" b="0" i="1" smtClean="0">
                                <a:latin typeface="Cambria Math" panose="02040503050406030204" pitchFamily="18" charset="0"/>
                                <a:ea typeface="Cambria Math" panose="02040503050406030204" pitchFamily="18" charset="0"/>
                              </a:rPr>
                              <m:t>𝐷</m:t>
                            </m:r>
                          </m:sub>
                        </m:sSub>
                      </m:lim>
                    </m:limLow>
                    <m:r>
                      <a:rPr lang="es-AR" sz="2400" b="0" i="1" smtClean="0">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𝑎𝑡𝑚</m:t>
                                </m:r>
                              </m:sub>
                            </m:sSub>
                          </m:e>
                          <m:sub>
                            <m:r>
                              <a:rPr lang="es-AR" sz="2400" i="1">
                                <a:latin typeface="Cambria Math" panose="02040503050406030204" pitchFamily="18" charset="0"/>
                              </a:rPr>
                              <m:t>𝑎𝑏𝑠</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𝑝</m:t>
                                </m:r>
                              </m:e>
                              <m:sub>
                                <m:r>
                                  <a:rPr lang="es-AR" sz="2400" i="1">
                                    <a:latin typeface="Cambria Math" panose="02040503050406030204" pitchFamily="18" charset="0"/>
                                  </a:rPr>
                                  <m:t>𝑣𝑎𝑝</m:t>
                                </m:r>
                              </m:sub>
                            </m:sSub>
                          </m:e>
                          <m:sub>
                            <m:r>
                              <a:rPr lang="es-AR" sz="2400" i="1">
                                <a:latin typeface="Cambria Math" panose="02040503050406030204" pitchFamily="18" charset="0"/>
                              </a:rPr>
                              <m:t>𝑎𝑏𝑠</m:t>
                            </m:r>
                          </m:sub>
                        </m:sSub>
                      </m:num>
                      <m:den>
                        <m:r>
                          <a:rPr lang="es-AR" sz="2400" i="1">
                            <a:latin typeface="Cambria Math" panose="02040503050406030204" pitchFamily="18" charset="0"/>
                            <a:ea typeface="Cambria Math" panose="02040503050406030204" pitchFamily="18" charset="0"/>
                          </a:rPr>
                          <m:t>𝛾</m:t>
                        </m:r>
                      </m:den>
                    </m:f>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1−2</m:t>
                        </m:r>
                      </m:sub>
                    </m:sSub>
                  </m:oMath>
                </a14:m>
                <a:endParaRPr lang="es-AR" sz="2400" i="1" dirty="0">
                  <a:latin typeface="Cambria Math" panose="02040503050406030204" pitchFamily="18" charset="0"/>
                  <a:ea typeface="Cambria Math" panose="02040503050406030204" pitchFamily="18" charset="0"/>
                </a:endParaRPr>
              </a:p>
              <a:p>
                <a:pPr>
                  <a:lnSpc>
                    <a:spcPct val="110000"/>
                  </a:lnSpc>
                  <a:spcAft>
                    <a:spcPts val="1200"/>
                  </a:spcAft>
                </a:pPr>
                <a14:m>
                  <m:oMath xmlns:m="http://schemas.openxmlformats.org/officeDocument/2006/math">
                    <m:sSub>
                      <m:sSubPr>
                        <m:ctrlPr>
                          <a:rPr lang="es-AR" sz="240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𝐴𝑁𝑃𝐴</m:t>
                        </m:r>
                      </m:e>
                      <m:sub>
                        <m:r>
                          <a:rPr lang="es-AR" sz="2400" b="0" i="1" smtClean="0">
                            <a:latin typeface="Cambria Math" panose="02040503050406030204" pitchFamily="18" charset="0"/>
                            <a:ea typeface="Cambria Math" panose="02040503050406030204" pitchFamily="18" charset="0"/>
                          </a:rPr>
                          <m:t>𝐷</m:t>
                        </m:r>
                      </m:sub>
                    </m:sSub>
                    <m:r>
                      <a:rPr lang="es-AR" sz="2400" b="0" i="1" smtClean="0">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rPr>
                        </m:ctrlPr>
                      </m:fPr>
                      <m:num>
                        <m:r>
                          <a:rPr lang="es-AR" sz="2400" i="1">
                            <a:latin typeface="Cambria Math" panose="02040503050406030204" pitchFamily="18" charset="0"/>
                          </a:rPr>
                          <m:t>2116.8</m:t>
                        </m:r>
                        <m:f>
                          <m:fPr>
                            <m:ctrlPr>
                              <a:rPr lang="es-AR" sz="2400" i="1">
                                <a:latin typeface="Cambria Math" panose="02040503050406030204" pitchFamily="18" charset="0"/>
                              </a:rPr>
                            </m:ctrlPr>
                          </m:fPr>
                          <m:num>
                            <m:r>
                              <a:rPr lang="es-AR" sz="2400" i="1">
                                <a:latin typeface="Cambria Math" panose="02040503050406030204" pitchFamily="18" charset="0"/>
                              </a:rPr>
                              <m:t>𝑙𝑏</m:t>
                            </m:r>
                          </m:num>
                          <m:den>
                            <m:sSup>
                              <m:sSupPr>
                                <m:ctrlPr>
                                  <a:rPr lang="es-AR" sz="2400" i="1">
                                    <a:latin typeface="Cambria Math" panose="02040503050406030204" pitchFamily="18" charset="0"/>
                                  </a:rPr>
                                </m:ctrlPr>
                              </m:sSupPr>
                              <m:e>
                                <m:r>
                                  <a:rPr lang="es-AR" sz="2400" i="1">
                                    <a:latin typeface="Cambria Math" panose="02040503050406030204" pitchFamily="18" charset="0"/>
                                  </a:rPr>
                                  <m:t>𝑓𝑡</m:t>
                                </m:r>
                              </m:e>
                              <m:sup>
                                <m:r>
                                  <a:rPr lang="es-AR" sz="2400" i="1">
                                    <a:latin typeface="Cambria Math" panose="02040503050406030204" pitchFamily="18" charset="0"/>
                                  </a:rPr>
                                  <m:t>2</m:t>
                                </m:r>
                              </m:sup>
                            </m:sSup>
                          </m:den>
                        </m:f>
                        <m:r>
                          <a:rPr lang="es-AR" sz="2400" b="0" i="1" smtClean="0">
                            <a:latin typeface="Cambria Math" panose="02040503050406030204" pitchFamily="18" charset="0"/>
                            <a:ea typeface="Cambria Math" panose="02040503050406030204" pitchFamily="18" charset="0"/>
                          </a:rPr>
                          <m:t>−</m:t>
                        </m:r>
                        <m:r>
                          <a:rPr lang="es-AR" sz="2400" i="1">
                            <a:latin typeface="Cambria Math" panose="02040503050406030204" pitchFamily="18" charset="0"/>
                          </a:rPr>
                          <m:t>10</m:t>
                        </m:r>
                        <m:r>
                          <a:rPr lang="es-AR" sz="2400" b="0" i="1" smtClean="0">
                            <a:latin typeface="Cambria Math" panose="02040503050406030204" pitchFamily="18" charset="0"/>
                          </a:rPr>
                          <m:t>80.73</m:t>
                        </m:r>
                        <m:f>
                          <m:fPr>
                            <m:ctrlPr>
                              <a:rPr lang="es-AR" sz="2400" i="1">
                                <a:latin typeface="Cambria Math" panose="02040503050406030204" pitchFamily="18" charset="0"/>
                              </a:rPr>
                            </m:ctrlPr>
                          </m:fPr>
                          <m:num>
                            <m:r>
                              <a:rPr lang="es-AR" sz="2400" i="1">
                                <a:latin typeface="Cambria Math" panose="02040503050406030204" pitchFamily="18" charset="0"/>
                              </a:rPr>
                              <m:t>𝑙𝑏</m:t>
                            </m:r>
                          </m:num>
                          <m:den>
                            <m:sSup>
                              <m:sSupPr>
                                <m:ctrlPr>
                                  <a:rPr lang="es-AR" sz="2400" i="1">
                                    <a:latin typeface="Cambria Math" panose="02040503050406030204" pitchFamily="18" charset="0"/>
                                  </a:rPr>
                                </m:ctrlPr>
                              </m:sSupPr>
                              <m:e>
                                <m:r>
                                  <a:rPr lang="es-AR" sz="2400" i="1">
                                    <a:latin typeface="Cambria Math" panose="02040503050406030204" pitchFamily="18" charset="0"/>
                                  </a:rPr>
                                  <m:t>𝑓𝑡</m:t>
                                </m:r>
                              </m:e>
                              <m:sup>
                                <m:r>
                                  <a:rPr lang="es-AR" sz="2400" i="1">
                                    <a:latin typeface="Cambria Math" panose="02040503050406030204" pitchFamily="18" charset="0"/>
                                  </a:rPr>
                                  <m:t>2</m:t>
                                </m:r>
                              </m:sup>
                            </m:sSup>
                          </m:den>
                        </m:f>
                      </m:num>
                      <m:den>
                        <m:r>
                          <a:rPr lang="es-AR" sz="2400" b="0" i="1" smtClean="0">
                            <a:latin typeface="Cambria Math" panose="02040503050406030204" pitchFamily="18" charset="0"/>
                          </a:rPr>
                          <m:t>61.58</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𝑙𝑏</m:t>
                            </m:r>
                          </m:num>
                          <m:den>
                            <m:sSup>
                              <m:sSupPr>
                                <m:ctrlPr>
                                  <a:rPr lang="es-AR" sz="2400" b="0" i="1" smtClean="0">
                                    <a:latin typeface="Cambria Math" panose="02040503050406030204" pitchFamily="18" charset="0"/>
                                  </a:rPr>
                                </m:ctrlPr>
                              </m:sSupPr>
                              <m:e>
                                <m:r>
                                  <a:rPr lang="es-AR" sz="2400" b="0" i="1" smtClean="0">
                                    <a:latin typeface="Cambria Math" panose="02040503050406030204" pitchFamily="18" charset="0"/>
                                  </a:rPr>
                                  <m:t>𝑓𝑡</m:t>
                                </m:r>
                              </m:e>
                              <m:sup>
                                <m:r>
                                  <a:rPr lang="es-AR" sz="2400" b="0" i="1" smtClean="0">
                                    <a:latin typeface="Cambria Math" panose="02040503050406030204" pitchFamily="18" charset="0"/>
                                  </a:rPr>
                                  <m:t>3</m:t>
                                </m:r>
                              </m:sup>
                            </m:sSup>
                          </m:den>
                        </m:f>
                      </m:den>
                    </m:f>
                    <m:r>
                      <a:rPr lang="es-AR" sz="2400" i="1">
                        <a:latin typeface="Cambria Math" panose="02040503050406030204" pitchFamily="18" charset="0"/>
                      </a:rPr>
                      <m:t>+</m:t>
                    </m:r>
                    <m:r>
                      <a:rPr lang="es-AR" sz="2400" b="0" i="1" smtClean="0">
                        <a:latin typeface="Cambria Math" panose="02040503050406030204" pitchFamily="18" charset="0"/>
                      </a:rPr>
                      <m:t>4.5</m:t>
                    </m:r>
                    <m:r>
                      <a:rPr lang="es-AR" sz="2400" b="0" i="1" smtClean="0">
                        <a:latin typeface="Cambria Math" panose="02040503050406030204" pitchFamily="18" charset="0"/>
                      </a:rPr>
                      <m:t>𝑓𝑡</m:t>
                    </m:r>
                    <m:r>
                      <a:rPr lang="es-AR" sz="2400" i="1">
                        <a:latin typeface="Cambria Math" panose="02040503050406030204" pitchFamily="18" charset="0"/>
                      </a:rPr>
                      <m:t>−0.2450</m:t>
                    </m:r>
                    <m:r>
                      <a:rPr lang="es-AR" sz="2400" i="1">
                        <a:latin typeface="Cambria Math" panose="02040503050406030204" pitchFamily="18" charset="0"/>
                      </a:rPr>
                      <m:t>𝑓𝑡</m:t>
                    </m:r>
                  </m:oMath>
                </a14:m>
                <a:endParaRPr lang="es-AR" sz="2400" i="1" dirty="0">
                  <a:latin typeface="Cambria Math" panose="02040503050406030204" pitchFamily="18" charset="0"/>
                </a:endParaRPr>
              </a:p>
              <a:p>
                <a:pPr>
                  <a:lnSpc>
                    <a:spcPct val="110000"/>
                  </a:lnSpc>
                  <a:spcAft>
                    <a:spcPts val="1200"/>
                  </a:spcAft>
                </a:pPr>
                <a14:m>
                  <m:oMath xmlns:m="http://schemas.openxmlformats.org/officeDocument/2006/math">
                    <m:borderBox>
                      <m:borderBoxPr>
                        <m:ctrlPr>
                          <a:rPr lang="es-AR" sz="2400" i="1" smtClean="0">
                            <a:latin typeface="Cambria Math" panose="02040503050406030204" pitchFamily="18" charset="0"/>
                            <a:ea typeface="Cambria Math" panose="02040503050406030204" pitchFamily="18" charset="0"/>
                          </a:rPr>
                        </m:ctrlPr>
                      </m:borderBoxPr>
                      <m:e>
                        <m:borderBox>
                          <m:borderBoxPr>
                            <m:ctrlPr>
                              <a:rPr lang="es-AR" sz="2400" i="1" smtClean="0">
                                <a:latin typeface="Cambria Math" panose="02040503050406030204" pitchFamily="18" charset="0"/>
                                <a:ea typeface="Cambria Math" panose="02040503050406030204" pitchFamily="18" charset="0"/>
                              </a:rPr>
                            </m:ctrlPr>
                          </m:borderBox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𝐴𝑁𝑃𝐴</m:t>
                                </m:r>
                              </m:e>
                              <m:sub>
                                <m:r>
                                  <a:rPr lang="es-AR" sz="2400" i="1">
                                    <a:latin typeface="Cambria Math" panose="02040503050406030204" pitchFamily="18" charset="0"/>
                                    <a:ea typeface="Cambria Math" panose="02040503050406030204" pitchFamily="18" charset="0"/>
                                  </a:rPr>
                                  <m:t>𝐷</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21.35</m:t>
                            </m:r>
                            <m:r>
                              <a:rPr lang="es-AR" sz="2400" b="0" i="1" smtClean="0">
                                <a:latin typeface="Cambria Math" panose="02040503050406030204" pitchFamily="18" charset="0"/>
                                <a:ea typeface="Cambria Math" panose="02040503050406030204" pitchFamily="18" charset="0"/>
                              </a:rPr>
                              <m:t>𝑓𝑡</m:t>
                            </m:r>
                          </m:e>
                        </m:borderBox>
                      </m:e>
                    </m:borderBox>
                  </m:oMath>
                </a14:m>
                <a:r>
                  <a:rPr lang="es-AR" sz="2400" dirty="0"/>
                  <a:t> Punto b</a:t>
                </a: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3"/>
                <a:ext cx="10058400" cy="4488805"/>
              </a:xfrm>
              <a:blipFill>
                <a:blip r:embed="rId2"/>
                <a:stretch>
                  <a:fillRect l="-606"/>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err="1"/>
              <a:t>ANPA</a:t>
            </a:r>
            <a:endParaRPr lang="es-AR" dirty="0"/>
          </a:p>
        </p:txBody>
      </p:sp>
    </p:spTree>
    <p:extLst>
      <p:ext uri="{BB962C8B-B14F-4D97-AF65-F5344CB8AC3E}">
        <p14:creationId xmlns:p14="http://schemas.microsoft.com/office/powerpoint/2010/main" val="30666973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203C0-507A-4B16-93A4-886AC72CE895}"/>
              </a:ext>
            </a:extLst>
          </p:cNvPr>
          <p:cNvSpPr>
            <a:spLocks noGrp="1"/>
          </p:cNvSpPr>
          <p:nvPr>
            <p:ph type="title"/>
          </p:nvPr>
        </p:nvSpPr>
        <p:spPr/>
        <p:txBody>
          <a:bodyPr/>
          <a:lstStyle/>
          <a:p>
            <a:r>
              <a:rPr lang="es-AR" dirty="0"/>
              <a:t>Línea de descarga</a:t>
            </a:r>
          </a:p>
        </p:txBody>
      </p:sp>
      <p:sp>
        <p:nvSpPr>
          <p:cNvPr id="3" name="Marcador de texto 2">
            <a:extLst>
              <a:ext uri="{FF2B5EF4-FFF2-40B4-BE49-F238E27FC236}">
                <a16:creationId xmlns:a16="http://schemas.microsoft.com/office/drawing/2014/main" id="{29F7ADD2-00EF-40B2-9B33-68971A67DF01}"/>
              </a:ext>
            </a:extLst>
          </p:cNvPr>
          <p:cNvSpPr>
            <a:spLocks noGrp="1"/>
          </p:cNvSpPr>
          <p:nvPr>
            <p:ph type="body" idx="1"/>
          </p:nvPr>
        </p:nvSpPr>
        <p:spPr/>
        <p:txBody>
          <a:bodyPr/>
          <a:lstStyle/>
          <a:p>
            <a:endParaRPr lang="es-AR"/>
          </a:p>
        </p:txBody>
      </p:sp>
    </p:spTree>
    <p:extLst>
      <p:ext uri="{BB962C8B-B14F-4D97-AF65-F5344CB8AC3E}">
        <p14:creationId xmlns:p14="http://schemas.microsoft.com/office/powerpoint/2010/main" val="12652802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E08EE6-A9BC-4808-9DC5-4B5DF40E6B8D}"/>
              </a:ext>
            </a:extLst>
          </p:cNvPr>
          <p:cNvSpPr>
            <a:spLocks noGrp="1"/>
          </p:cNvSpPr>
          <p:nvPr>
            <p:ph type="title"/>
          </p:nvPr>
        </p:nvSpPr>
        <p:spPr/>
        <p:txBody>
          <a:bodyPr/>
          <a:lstStyle/>
          <a:p>
            <a:r>
              <a:rPr lang="es-AR" dirty="0"/>
              <a:t>Línea de descarga</a:t>
            </a:r>
          </a:p>
        </p:txBody>
      </p:sp>
      <p:pic>
        <p:nvPicPr>
          <p:cNvPr id="8" name="Marcador de contenido 7">
            <a:extLst>
              <a:ext uri="{FF2B5EF4-FFF2-40B4-BE49-F238E27FC236}">
                <a16:creationId xmlns:a16="http://schemas.microsoft.com/office/drawing/2014/main" id="{AAECA604-420E-4A13-AB8E-FBFA148FCA39}"/>
              </a:ext>
            </a:extLst>
          </p:cNvPr>
          <p:cNvPicPr>
            <a:picLocks noGrp="1" noChangeAspect="1"/>
          </p:cNvPicPr>
          <p:nvPr>
            <p:ph idx="1"/>
          </p:nvPr>
        </p:nvPicPr>
        <p:blipFill>
          <a:blip r:embed="rId2"/>
          <a:stretch>
            <a:fillRect/>
          </a:stretch>
        </p:blipFill>
        <p:spPr>
          <a:xfrm>
            <a:off x="2410539" y="1846263"/>
            <a:ext cx="7370921" cy="4448568"/>
          </a:xfrm>
          <a:prstGeom prst="rect">
            <a:avLst/>
          </a:prstGeom>
        </p:spPr>
      </p:pic>
    </p:spTree>
    <p:extLst>
      <p:ext uri="{BB962C8B-B14F-4D97-AF65-F5344CB8AC3E}">
        <p14:creationId xmlns:p14="http://schemas.microsoft.com/office/powerpoint/2010/main" val="2381742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8655A5-0DD8-450A-B3B1-51B64579E01C}"/>
              </a:ext>
            </a:extLst>
          </p:cNvPr>
          <p:cNvSpPr>
            <a:spLocks noGrp="1"/>
          </p:cNvSpPr>
          <p:nvPr>
            <p:ph type="title"/>
          </p:nvPr>
        </p:nvSpPr>
        <p:spPr/>
        <p:txBody>
          <a:bodyPr/>
          <a:lstStyle/>
          <a:p>
            <a:r>
              <a:rPr lang="es-AR" dirty="0"/>
              <a:t>Línea de descarga</a:t>
            </a:r>
          </a:p>
        </p:txBody>
      </p:sp>
      <p:sp>
        <p:nvSpPr>
          <p:cNvPr id="3" name="Marcador de contenido 2">
            <a:extLst>
              <a:ext uri="{FF2B5EF4-FFF2-40B4-BE49-F238E27FC236}">
                <a16:creationId xmlns:a16="http://schemas.microsoft.com/office/drawing/2014/main" id="{0904FB9F-8FFC-475C-B8F7-953E3619DD22}"/>
              </a:ext>
            </a:extLst>
          </p:cNvPr>
          <p:cNvSpPr>
            <a:spLocks noGrp="1"/>
          </p:cNvSpPr>
          <p:nvPr>
            <p:ph idx="1"/>
          </p:nvPr>
        </p:nvSpPr>
        <p:spPr/>
        <p:txBody>
          <a:bodyPr/>
          <a:lstStyle/>
          <a:p>
            <a:r>
              <a:rPr lang="es-AR" dirty="0"/>
              <a:t>Para poder analizar la línea de descarga se debe separar en dos tramos para poder calcular las pérdidas</a:t>
            </a:r>
          </a:p>
          <a:p>
            <a:r>
              <a:rPr lang="es-AR" dirty="0"/>
              <a:t>Tramo 2’ – 3</a:t>
            </a:r>
          </a:p>
          <a:p>
            <a:r>
              <a:rPr lang="es-AR" dirty="0"/>
              <a:t>Tramo 3’/3’’ – 4</a:t>
            </a:r>
          </a:p>
          <a:p>
            <a:endParaRPr lang="es-AR" dirty="0"/>
          </a:p>
        </p:txBody>
      </p:sp>
    </p:spTree>
    <p:extLst>
      <p:ext uri="{BB962C8B-B14F-4D97-AF65-F5344CB8AC3E}">
        <p14:creationId xmlns:p14="http://schemas.microsoft.com/office/powerpoint/2010/main" val="3948034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2B28EF-5351-4921-B916-04C103452BFB}"/>
              </a:ext>
            </a:extLst>
          </p:cNvPr>
          <p:cNvSpPr>
            <a:spLocks noGrp="1"/>
          </p:cNvSpPr>
          <p:nvPr>
            <p:ph type="title"/>
          </p:nvPr>
        </p:nvSpPr>
        <p:spPr/>
        <p:txBody>
          <a:bodyPr/>
          <a:lstStyle/>
          <a:p>
            <a:r>
              <a:rPr lang="es-AR" dirty="0"/>
              <a:t>Línea de descarga (Tramo 2’ – 3)</a:t>
            </a:r>
          </a:p>
        </p:txBody>
      </p:sp>
      <p:sp>
        <p:nvSpPr>
          <p:cNvPr id="5" name="Marcador de contenido 4">
            <a:extLst>
              <a:ext uri="{FF2B5EF4-FFF2-40B4-BE49-F238E27FC236}">
                <a16:creationId xmlns:a16="http://schemas.microsoft.com/office/drawing/2014/main" id="{873240B6-87FC-493D-AE3B-E795C21132D6}"/>
              </a:ext>
            </a:extLst>
          </p:cNvPr>
          <p:cNvSpPr>
            <a:spLocks noGrp="1"/>
          </p:cNvSpPr>
          <p:nvPr>
            <p:ph sz="half" idx="2"/>
          </p:nvPr>
        </p:nvSpPr>
        <p:spPr/>
        <p:txBody>
          <a:bodyPr/>
          <a:lstStyle/>
          <a:p>
            <a:r>
              <a:rPr lang="es-AR" dirty="0"/>
              <a:t>Datos:</a:t>
            </a:r>
          </a:p>
          <a:p>
            <a:r>
              <a:rPr lang="es-AR" dirty="0"/>
              <a:t>Caudal Q = 235gpm (galones por minuto)</a:t>
            </a:r>
          </a:p>
          <a:p>
            <a:r>
              <a:rPr lang="es-AR" dirty="0"/>
              <a:t>Largo línea de descarga</a:t>
            </a:r>
          </a:p>
          <a:p>
            <a:r>
              <a:rPr lang="es-AR" dirty="0"/>
              <a:t>L</a:t>
            </a:r>
            <a:r>
              <a:rPr lang="es-AR" baseline="-25000" dirty="0"/>
              <a:t>2</a:t>
            </a:r>
            <a:r>
              <a:rPr lang="es-AR" dirty="0"/>
              <a:t> = 17ft, #SCH40</a:t>
            </a:r>
          </a:p>
          <a:p>
            <a:r>
              <a:rPr lang="es-AR" dirty="0"/>
              <a:t>z</a:t>
            </a:r>
            <a:r>
              <a:rPr lang="es-AR" baseline="-25000" dirty="0"/>
              <a:t>2</a:t>
            </a:r>
            <a:r>
              <a:rPr lang="es-AR" dirty="0"/>
              <a:t> = 28ft, #SCH40</a:t>
            </a:r>
          </a:p>
          <a:p>
            <a:r>
              <a:rPr lang="es-AR" dirty="0"/>
              <a:t>Diámetro </a:t>
            </a:r>
            <a:r>
              <a:rPr lang="es-AR" b="1" i="1" dirty="0"/>
              <a:t>NOMINAL</a:t>
            </a:r>
            <a:r>
              <a:rPr lang="es-AR" dirty="0"/>
              <a:t> </a:t>
            </a:r>
            <a:r>
              <a:rPr lang="es-AR" dirty="0">
                <a:latin typeface="Symbol" panose="05050102010706020507" pitchFamily="18" charset="2"/>
              </a:rPr>
              <a:t>f</a:t>
            </a:r>
            <a:r>
              <a:rPr lang="es-AR" baseline="-25000" dirty="0"/>
              <a:t>2 </a:t>
            </a:r>
            <a:r>
              <a:rPr lang="es-AR" dirty="0"/>
              <a:t>= 3.5in</a:t>
            </a:r>
          </a:p>
          <a:p>
            <a:r>
              <a:rPr lang="es-AR" dirty="0"/>
              <a:t>Temperatura del fluido = 180°F</a:t>
            </a:r>
          </a:p>
        </p:txBody>
      </p:sp>
      <p:graphicFrame>
        <p:nvGraphicFramePr>
          <p:cNvPr id="8" name="Marcador de contenido 7">
            <a:extLst>
              <a:ext uri="{FF2B5EF4-FFF2-40B4-BE49-F238E27FC236}">
                <a16:creationId xmlns:a16="http://schemas.microsoft.com/office/drawing/2014/main" id="{4F8197C8-3CE1-4AD0-ADC4-4703E8DF7AFB}"/>
              </a:ext>
            </a:extLst>
          </p:cNvPr>
          <p:cNvGraphicFramePr>
            <a:graphicFrameLocks noGrp="1" noChangeAspect="1"/>
          </p:cNvGraphicFramePr>
          <p:nvPr>
            <p:ph sz="half" idx="1"/>
            <p:extLst>
              <p:ext uri="{D42A27DB-BD31-4B8C-83A1-F6EECF244321}">
                <p14:modId xmlns:p14="http://schemas.microsoft.com/office/powerpoint/2010/main" val="2415784718"/>
              </p:ext>
            </p:extLst>
          </p:nvPr>
        </p:nvGraphicFramePr>
        <p:xfrm>
          <a:off x="1868201" y="1846263"/>
          <a:ext cx="3396235" cy="4022725"/>
        </p:xfrm>
        <a:graphic>
          <a:graphicData uri="http://schemas.openxmlformats.org/presentationml/2006/ole">
            <mc:AlternateContent xmlns:mc="http://schemas.openxmlformats.org/markup-compatibility/2006">
              <mc:Choice xmlns:v="urn:schemas-microsoft-com:vml" Requires="v">
                <p:oleObj name="Visio" r:id="rId2" imgW="3924148" imgH="4648169" progId="Visio.Drawing.15">
                  <p:embed/>
                </p:oleObj>
              </mc:Choice>
              <mc:Fallback>
                <p:oleObj name="Visio" r:id="rId2" imgW="3924148" imgH="4648169" progId="Visio.Drawing.15">
                  <p:embed/>
                  <p:pic>
                    <p:nvPicPr>
                      <p:cNvPr id="8" name="Marcador de contenido 7">
                        <a:extLst>
                          <a:ext uri="{FF2B5EF4-FFF2-40B4-BE49-F238E27FC236}">
                            <a16:creationId xmlns:a16="http://schemas.microsoft.com/office/drawing/2014/main" id="{4F8197C8-3CE1-4AD0-ADC4-4703E8DF7AFB}"/>
                          </a:ext>
                        </a:extLst>
                      </p:cNvPr>
                      <p:cNvPicPr/>
                      <p:nvPr/>
                    </p:nvPicPr>
                    <p:blipFill>
                      <a:blip r:embed="rId3"/>
                      <a:stretch>
                        <a:fillRect/>
                      </a:stretch>
                    </p:blipFill>
                    <p:spPr>
                      <a:xfrm>
                        <a:off x="1868201" y="1846263"/>
                        <a:ext cx="3396235" cy="4022725"/>
                      </a:xfrm>
                      <a:prstGeom prst="rect">
                        <a:avLst/>
                      </a:prstGeom>
                    </p:spPr>
                  </p:pic>
                </p:oleObj>
              </mc:Fallback>
            </mc:AlternateContent>
          </a:graphicData>
        </a:graphic>
      </p:graphicFrame>
    </p:spTree>
    <p:extLst>
      <p:ext uri="{BB962C8B-B14F-4D97-AF65-F5344CB8AC3E}">
        <p14:creationId xmlns:p14="http://schemas.microsoft.com/office/powerpoint/2010/main" val="3838508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C0DF53-02FD-495A-AAF7-FB8E6EC99FE5}"/>
              </a:ext>
            </a:extLst>
          </p:cNvPr>
          <p:cNvSpPr>
            <a:spLocks noGrp="1"/>
          </p:cNvSpPr>
          <p:nvPr>
            <p:ph type="title"/>
          </p:nvPr>
        </p:nvSpPr>
        <p:spPr/>
        <p:txBody>
          <a:bodyPr/>
          <a:lstStyle/>
          <a:p>
            <a:r>
              <a:rPr lang="es-AR" dirty="0"/>
              <a:t>Línea de descarga (Tramo 2’ – 3)</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E84A2A4-587D-45A1-BDE8-19C538D52181}"/>
                  </a:ext>
                </a:extLst>
              </p:cNvPr>
              <p:cNvSpPr>
                <a:spLocks noGrp="1"/>
              </p:cNvSpPr>
              <p:nvPr>
                <p:ph idx="1"/>
              </p:nvPr>
            </p:nvSpPr>
            <p:spPr/>
            <p:txBody>
              <a:bodyPr/>
              <a:lstStyle/>
              <a:p>
                <a:r>
                  <a:rPr lang="es-AR" dirty="0"/>
                  <a:t>Para calcular las pérdidas, nuevamente hay que obtener las pérdidas primarias y las secundarias.</a:t>
                </a:r>
              </a:p>
              <a:p>
                <a:pPr>
                  <a:lnSpc>
                    <a:spcPct val="100000"/>
                  </a:lnSpc>
                  <a:spcAft>
                    <a:spcPts val="1200"/>
                  </a:spcAft>
                </a:pPr>
                <a14:m>
                  <m:oMath xmlns:m="http://schemas.openxmlformats.org/officeDocument/2006/math">
                    <m:r>
                      <a:rPr lang="es-AR" sz="2400" i="1">
                        <a:latin typeface="Cambria Math" panose="02040503050406030204" pitchFamily="18" charset="0"/>
                      </a:rPr>
                      <m:t>𝑄</m:t>
                    </m:r>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2</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b="0" i="1" smtClean="0">
                            <a:latin typeface="Cambria Math" panose="02040503050406030204" pitchFamily="18" charset="0"/>
                            <a:ea typeface="Cambria Math" panose="02040503050406030204" pitchFamily="18" charset="0"/>
                          </a:rPr>
                          <m:t>3</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b="0" i="1" smtClean="0">
                            <a:latin typeface="Cambria Math" panose="02040503050406030204" pitchFamily="18" charset="0"/>
                            <a:ea typeface="Cambria Math" panose="02040503050406030204" pitchFamily="18" charset="0"/>
                          </a:rPr>
                          <m:t>3</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𝑄</m:t>
                        </m:r>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2</m:t>
                            </m:r>
                          </m:sub>
                        </m:sSub>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b="0" i="1" smtClean="0">
                            <a:latin typeface="Cambria Math" panose="02040503050406030204" pitchFamily="18" charset="0"/>
                            <a:ea typeface="Cambria Math" panose="02040503050406030204" pitchFamily="18" charset="0"/>
                          </a:rPr>
                          <m:t>3</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rPr>
                          <m:t>0.524</m:t>
                        </m:r>
                        <m:f>
                          <m:fPr>
                            <m:type m:val="skw"/>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r>
                                  <a:rPr lang="es-AR" sz="2400" i="1">
                                    <a:latin typeface="Cambria Math" panose="02040503050406030204" pitchFamily="18" charset="0"/>
                                  </a:rPr>
                                  <m:t>𝑓𝑡</m:t>
                                </m:r>
                              </m:e>
                              <m:sup>
                                <m:r>
                                  <a:rPr lang="es-AR" sz="2400" i="1">
                                    <a:latin typeface="Cambria Math" panose="02040503050406030204" pitchFamily="18" charset="0"/>
                                  </a:rPr>
                                  <m:t>3</m:t>
                                </m:r>
                              </m:sup>
                            </m:sSup>
                          </m:num>
                          <m:den>
                            <m:r>
                              <a:rPr lang="es-AR" sz="2400" i="1">
                                <a:latin typeface="Cambria Math" panose="02040503050406030204" pitchFamily="18" charset="0"/>
                              </a:rPr>
                              <m:t>𝑠𝑒𝑔</m:t>
                            </m:r>
                          </m:den>
                        </m:f>
                      </m:num>
                      <m:den>
                        <m:r>
                          <a:rPr lang="es-AR" sz="2400" b="0" i="1" smtClean="0">
                            <a:latin typeface="Cambria Math" panose="02040503050406030204" pitchFamily="18" charset="0"/>
                            <a:ea typeface="Cambria Math" panose="02040503050406030204" pitchFamily="18" charset="0"/>
                          </a:rPr>
                          <m:t>0.06868</m:t>
                        </m:r>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2</m:t>
                            </m:r>
                          </m:sup>
                        </m:sSup>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b="0" i="1" smtClean="0">
                            <a:latin typeface="Cambria Math" panose="02040503050406030204" pitchFamily="18" charset="0"/>
                            <a:ea typeface="Cambria Math" panose="02040503050406030204" pitchFamily="18" charset="0"/>
                          </a:rPr>
                          <m:t>3</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7.63</m:t>
                    </m:r>
                    <m:f>
                      <m:fPr>
                        <m:type m:val="skw"/>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𝑓𝑡</m:t>
                        </m:r>
                      </m:num>
                      <m:den>
                        <m:r>
                          <a:rPr lang="es-AR" sz="2400" b="0" i="1" smtClean="0">
                            <a:latin typeface="Cambria Math" panose="02040503050406030204" pitchFamily="18" charset="0"/>
                            <a:ea typeface="Cambria Math" panose="02040503050406030204" pitchFamily="18" charset="0"/>
                          </a:rPr>
                          <m:t>𝑠𝑒𝑔</m:t>
                        </m:r>
                      </m:den>
                    </m:f>
                  </m:oMath>
                </a14:m>
                <a:endParaRPr lang="es-AR" sz="2400" b="0" dirty="0">
                  <a:ea typeface="Cambria Math" panose="02040503050406030204" pitchFamily="18" charset="0"/>
                </a:endParaRPr>
              </a:p>
              <a:p>
                <a:pPr>
                  <a:lnSpc>
                    <a:spcPct val="100000"/>
                  </a:lnSpc>
                  <a:spcAft>
                    <a:spcPts val="1200"/>
                  </a:spcAft>
                </a:pPr>
                <a14:m>
                  <m:oMath xmlns:m="http://schemas.openxmlformats.org/officeDocument/2006/math">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b="0" i="1" smtClean="0">
                                <a:latin typeface="Cambria Math" panose="02040503050406030204" pitchFamily="18" charset="0"/>
                              </a:rPr>
                              <m:t>3</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b="0" i="1" smtClean="0">
                                <a:latin typeface="Cambria Math" panose="02040503050406030204" pitchFamily="18" charset="0"/>
                                <a:ea typeface="Cambria Math" panose="02040503050406030204" pitchFamily="18" charset="0"/>
                              </a:rPr>
                              <m:t>𝑖</m:t>
                            </m:r>
                          </m:sub>
                        </m:sSub>
                      </m:num>
                      <m:den>
                        <m:r>
                          <a:rPr lang="es-AR" sz="2400" i="1">
                            <a:latin typeface="Cambria Math" panose="02040503050406030204" pitchFamily="18" charset="0"/>
                            <a:ea typeface="Cambria Math" panose="02040503050406030204" pitchFamily="18" charset="0"/>
                          </a:rPr>
                          <m:t>𝜈</m:t>
                        </m:r>
                      </m:den>
                    </m:f>
                    <m:r>
                      <a:rPr lang="es-AR" sz="2400" i="1" smtClean="0">
                        <a:latin typeface="Cambria Math" panose="02040503050406030204" pitchFamily="18" charset="0"/>
                        <a:ea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m:t>
                    </m:r>
                    <m:f>
                      <m:fPr>
                        <m:ctrlPr>
                          <a:rPr lang="es-AR" sz="2400" i="1">
                            <a:latin typeface="Cambria Math" panose="02040503050406030204" pitchFamily="18" charset="0"/>
                          </a:rPr>
                        </m:ctrlPr>
                      </m:fPr>
                      <m:num>
                        <m:r>
                          <a:rPr lang="es-AR" sz="2400" b="0" i="1" smtClean="0">
                            <a:latin typeface="Cambria Math" panose="02040503050406030204" pitchFamily="18" charset="0"/>
                          </a:rPr>
                          <m:t>7.63</m:t>
                        </m:r>
                        <m:f>
                          <m:fPr>
                            <m:type m:val="skw"/>
                            <m:ctrlPr>
                              <a:rPr lang="es-AR" sz="2400" b="0" i="1" smtClean="0">
                                <a:latin typeface="Cambria Math" panose="02040503050406030204" pitchFamily="18" charset="0"/>
                              </a:rPr>
                            </m:ctrlPr>
                          </m:fPr>
                          <m:num>
                            <m:r>
                              <a:rPr lang="es-AR" sz="2400" b="0" i="1" smtClean="0">
                                <a:latin typeface="Cambria Math" panose="02040503050406030204" pitchFamily="18" charset="0"/>
                              </a:rPr>
                              <m:t>𝑓𝑡</m:t>
                            </m:r>
                          </m:num>
                          <m:den>
                            <m:r>
                              <a:rPr lang="es-AR" sz="2400" b="0" i="1" smtClean="0">
                                <a:latin typeface="Cambria Math" panose="02040503050406030204" pitchFamily="18" charset="0"/>
                              </a:rPr>
                              <m:t>𝑠𝑒𝑔</m:t>
                            </m:r>
                          </m:den>
                        </m:f>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0.2957</m:t>
                        </m:r>
                        <m:r>
                          <a:rPr lang="es-AR" sz="2400" b="0" i="1" smtClean="0">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3.84×</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10</m:t>
                            </m:r>
                          </m:e>
                          <m:sup>
                            <m:r>
                              <a:rPr lang="es-AR" sz="2400" i="1">
                                <a:latin typeface="Cambria Math" panose="02040503050406030204" pitchFamily="18" charset="0"/>
                                <a:ea typeface="Cambria Math" panose="02040503050406030204" pitchFamily="18" charset="0"/>
                              </a:rPr>
                              <m:t>−6</m:t>
                            </m:r>
                          </m:sup>
                        </m:sSup>
                        <m:f>
                          <m:fPr>
                            <m:type m:val="skw"/>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𝑠𝑒𝑔</m:t>
                            </m:r>
                          </m:den>
                        </m:f>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=587,134.8</m:t>
                    </m:r>
                  </m:oMath>
                </a14:m>
                <a:endParaRPr lang="es-AR" sz="2400" b="0" dirty="0"/>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𝜀</m:t>
                        </m:r>
                      </m:e>
                      <m:sub>
                        <m:r>
                          <a:rPr lang="es-AR" sz="2400" i="1">
                            <a:latin typeface="Cambria Math" panose="02040503050406030204" pitchFamily="18" charset="0"/>
                          </a:rPr>
                          <m:t>𝑟</m:t>
                        </m:r>
                      </m:sub>
                    </m:sSub>
                    <m:r>
                      <a:rPr lang="es-AR" sz="2400" i="1">
                        <a:latin typeface="Cambria Math" panose="02040503050406030204" pitchFamily="18" charset="0"/>
                      </a:rPr>
                      <m:t>= </m:t>
                    </m:r>
                    <m:f>
                      <m:fPr>
                        <m:ctrlPr>
                          <a:rPr lang="es-AR" sz="2400" i="1">
                            <a:latin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𝜀</m:t>
                        </m:r>
                      </m:num>
                      <m:den>
                        <m:sSub>
                          <m:sSubPr>
                            <m:ctrlPr>
                              <a:rPr lang="es-AR" sz="2400" i="1">
                                <a:latin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𝜙</m:t>
                            </m:r>
                          </m:e>
                          <m:sub>
                            <m:r>
                              <a:rPr lang="es-AR" sz="2400" b="0" i="1" smtClean="0">
                                <a:latin typeface="Cambria Math" panose="02040503050406030204" pitchFamily="18" charset="0"/>
                                <a:ea typeface="Cambria Math" panose="02040503050406030204" pitchFamily="18" charset="0"/>
                              </a:rPr>
                              <m:t>𝑖</m:t>
                            </m:r>
                          </m:sub>
                        </m:sSub>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𝜀</m:t>
                        </m:r>
                      </m:e>
                      <m:sub>
                        <m:r>
                          <a:rPr lang="es-AR" sz="2400" i="1">
                            <a:latin typeface="Cambria Math" panose="02040503050406030204" pitchFamily="18" charset="0"/>
                          </a:rPr>
                          <m:t>𝑟</m:t>
                        </m:r>
                      </m:sub>
                    </m:sSub>
                    <m:r>
                      <a:rPr lang="es-AR" sz="2400" i="1">
                        <a:latin typeface="Cambria Math" panose="02040503050406030204" pitchFamily="18" charset="0"/>
                      </a:rPr>
                      <m:t>= </m:t>
                    </m:r>
                    <m:f>
                      <m:fPr>
                        <m:ctrlPr>
                          <a:rPr lang="es-AR" sz="2400" i="1">
                            <a:latin typeface="Cambria Math" panose="02040503050406030204" pitchFamily="18" charset="0"/>
                          </a:rPr>
                        </m:ctrlPr>
                      </m:fPr>
                      <m:num>
                        <m:r>
                          <a:rPr lang="es-AR" sz="2400" i="1">
                            <a:latin typeface="Cambria Math" panose="02040503050406030204" pitchFamily="18" charset="0"/>
                          </a:rPr>
                          <m:t>1.5</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10</m:t>
                            </m:r>
                          </m:e>
                          <m:sup>
                            <m:r>
                              <a:rPr lang="es-AR" sz="2400" i="1">
                                <a:latin typeface="Cambria Math" panose="02040503050406030204" pitchFamily="18" charset="0"/>
                                <a:ea typeface="Cambria Math" panose="02040503050406030204" pitchFamily="18" charset="0"/>
                              </a:rPr>
                              <m:t>−4</m:t>
                            </m:r>
                          </m:sup>
                        </m:sSup>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0.2957</m:t>
                        </m:r>
                        <m:r>
                          <a:rPr lang="es-AR" sz="2400" i="1">
                            <a:latin typeface="Cambria Math" panose="02040503050406030204" pitchFamily="18" charset="0"/>
                            <a:ea typeface="Cambria Math" panose="02040503050406030204" pitchFamily="18" charset="0"/>
                          </a:rPr>
                          <m:t>𝑓𝑡</m:t>
                        </m:r>
                      </m:den>
                    </m:f>
                  </m:oMath>
                </a14:m>
                <a:r>
                  <a:rPr lang="es-AR" sz="2400" dirty="0">
                    <a:ea typeface="Cambria Math" panose="02040503050406030204" pitchFamily="18" charset="0"/>
                  </a:rPr>
                  <a:t> </a:t>
                </a:r>
                <a14:m>
                  <m:oMath xmlns:m="http://schemas.openxmlformats.org/officeDocument/2006/math">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𝜀</m:t>
                        </m:r>
                      </m:e>
                      <m:sub>
                        <m:r>
                          <a:rPr lang="es-AR" sz="2400" i="1">
                            <a:latin typeface="Cambria Math" panose="02040503050406030204" pitchFamily="18" charset="0"/>
                          </a:rPr>
                          <m:t>𝑟</m:t>
                        </m:r>
                      </m:sub>
                    </m:sSub>
                    <m:r>
                      <a:rPr lang="es-AR" sz="2400" i="1">
                        <a:latin typeface="Cambria Math" panose="02040503050406030204" pitchFamily="18" charset="0"/>
                      </a:rPr>
                      <m:t>= </m:t>
                    </m:r>
                  </m:oMath>
                </a14:m>
                <a:r>
                  <a:rPr lang="es-AR" sz="2400" dirty="0"/>
                  <a:t>0.000507</a:t>
                </a:r>
                <a:endParaRPr lang="es-AR" sz="2400" b="0" dirty="0"/>
              </a:p>
              <a:p>
                <a:endParaRPr lang="es-AR" sz="2400" b="0" dirty="0"/>
              </a:p>
              <a:p>
                <a:endParaRPr lang="es-AR" dirty="0"/>
              </a:p>
              <a:p>
                <a:endParaRPr lang="es-AR" dirty="0"/>
              </a:p>
              <a:p>
                <a:endParaRPr lang="es-AR" dirty="0"/>
              </a:p>
            </p:txBody>
          </p:sp>
        </mc:Choice>
        <mc:Fallback xmlns="">
          <p:sp>
            <p:nvSpPr>
              <p:cNvPr id="3" name="Marcador de contenido 2">
                <a:extLst>
                  <a:ext uri="{FF2B5EF4-FFF2-40B4-BE49-F238E27FC236}">
                    <a16:creationId xmlns:a16="http://schemas.microsoft.com/office/drawing/2014/main" id="{7E84A2A4-587D-45A1-BDE8-19C538D52181}"/>
                  </a:ext>
                </a:extLst>
              </p:cNvPr>
              <p:cNvSpPr>
                <a:spLocks noGrp="1" noRot="1" noChangeAspect="1" noMove="1" noResize="1" noEditPoints="1" noAdjustHandles="1" noChangeArrowheads="1" noChangeShapeType="1" noTextEdit="1"/>
              </p:cNvSpPr>
              <p:nvPr>
                <p:ph idx="1"/>
              </p:nvPr>
            </p:nvSpPr>
            <p:spPr>
              <a:blipFill>
                <a:blip r:embed="rId2"/>
                <a:stretch>
                  <a:fillRect l="-606" t="-1667" r="-1455"/>
                </a:stretch>
              </a:blipFill>
            </p:spPr>
            <p:txBody>
              <a:bodyPr/>
              <a:lstStyle/>
              <a:p>
                <a:r>
                  <a:rPr lang="es-AR">
                    <a:noFill/>
                  </a:rPr>
                  <a:t> </a:t>
                </a:r>
              </a:p>
            </p:txBody>
          </p:sp>
        </mc:Fallback>
      </mc:AlternateContent>
    </p:spTree>
    <p:extLst>
      <p:ext uri="{BB962C8B-B14F-4D97-AF65-F5344CB8AC3E}">
        <p14:creationId xmlns:p14="http://schemas.microsoft.com/office/powerpoint/2010/main" val="485098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F16931D-1305-48F9-8D5A-616CAA25594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854392" y="-1"/>
            <a:ext cx="10483215" cy="6858001"/>
          </a:xfrm>
          <a:prstGeom prst="rect">
            <a:avLst/>
          </a:prstGeom>
        </p:spPr>
      </p:pic>
      <p:sp>
        <p:nvSpPr>
          <p:cNvPr id="4" name="Diagrama de flujo: o 3">
            <a:extLst>
              <a:ext uri="{FF2B5EF4-FFF2-40B4-BE49-F238E27FC236}">
                <a16:creationId xmlns:a16="http://schemas.microsoft.com/office/drawing/2014/main" id="{324A9ADC-82E2-4291-B1A8-0F7937A2930A}"/>
              </a:ext>
            </a:extLst>
          </p:cNvPr>
          <p:cNvSpPr/>
          <p:nvPr/>
        </p:nvSpPr>
        <p:spPr>
          <a:xfrm>
            <a:off x="10332968" y="4183942"/>
            <a:ext cx="180000" cy="180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6" name="Conector recto 5">
            <a:extLst>
              <a:ext uri="{FF2B5EF4-FFF2-40B4-BE49-F238E27FC236}">
                <a16:creationId xmlns:a16="http://schemas.microsoft.com/office/drawing/2014/main" id="{5718EBD0-25E7-4EF1-A1AF-5A74AE179DDC}"/>
              </a:ext>
            </a:extLst>
          </p:cNvPr>
          <p:cNvCxnSpPr/>
          <p:nvPr/>
        </p:nvCxnSpPr>
        <p:spPr>
          <a:xfrm flipV="1">
            <a:off x="6506403" y="119270"/>
            <a:ext cx="0" cy="5870713"/>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7" name="Diagrama de flujo: o 6">
            <a:extLst>
              <a:ext uri="{FF2B5EF4-FFF2-40B4-BE49-F238E27FC236}">
                <a16:creationId xmlns:a16="http://schemas.microsoft.com/office/drawing/2014/main" id="{231F5FBD-7DA6-4751-9CF9-2C48AC6DC5AB}"/>
              </a:ext>
            </a:extLst>
          </p:cNvPr>
          <p:cNvSpPr/>
          <p:nvPr/>
        </p:nvSpPr>
        <p:spPr>
          <a:xfrm>
            <a:off x="6416403" y="4065347"/>
            <a:ext cx="180000" cy="180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9" name="Conector recto 8">
            <a:extLst>
              <a:ext uri="{FF2B5EF4-FFF2-40B4-BE49-F238E27FC236}">
                <a16:creationId xmlns:a16="http://schemas.microsoft.com/office/drawing/2014/main" id="{2E5B8EC7-A2A2-4A8B-B0BC-6162D199BF03}"/>
              </a:ext>
            </a:extLst>
          </p:cNvPr>
          <p:cNvCxnSpPr>
            <a:cxnSpLocks/>
          </p:cNvCxnSpPr>
          <p:nvPr/>
        </p:nvCxnSpPr>
        <p:spPr>
          <a:xfrm flipH="1">
            <a:off x="1244710" y="4154786"/>
            <a:ext cx="5166676"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DCDB7D2A-66D3-4BC6-A5FD-49AD9205F738}"/>
              </a:ext>
            </a:extLst>
          </p:cNvPr>
          <p:cNvSpPr txBox="1"/>
          <p:nvPr/>
        </p:nvSpPr>
        <p:spPr>
          <a:xfrm>
            <a:off x="582393" y="4004481"/>
            <a:ext cx="742118" cy="307777"/>
          </a:xfrm>
          <a:prstGeom prst="rect">
            <a:avLst/>
          </a:prstGeom>
          <a:noFill/>
        </p:spPr>
        <p:txBody>
          <a:bodyPr wrap="square" rtlCol="0">
            <a:spAutoFit/>
          </a:bodyPr>
          <a:lstStyle/>
          <a:p>
            <a:r>
              <a:rPr lang="es-AR" sz="1400" dirty="0"/>
              <a:t>0.0177</a:t>
            </a:r>
            <a:endParaRPr lang="es-AR" dirty="0"/>
          </a:p>
        </p:txBody>
      </p:sp>
      <p:sp>
        <p:nvSpPr>
          <p:cNvPr id="11" name="CuadroTexto 10">
            <a:extLst>
              <a:ext uri="{FF2B5EF4-FFF2-40B4-BE49-F238E27FC236}">
                <a16:creationId xmlns:a16="http://schemas.microsoft.com/office/drawing/2014/main" id="{0B52893D-09F1-4561-A71D-8472C9420AD7}"/>
              </a:ext>
            </a:extLst>
          </p:cNvPr>
          <p:cNvSpPr txBox="1"/>
          <p:nvPr/>
        </p:nvSpPr>
        <p:spPr>
          <a:xfrm>
            <a:off x="10512968" y="4120053"/>
            <a:ext cx="979919" cy="307777"/>
          </a:xfrm>
          <a:prstGeom prst="rect">
            <a:avLst/>
          </a:prstGeom>
          <a:noFill/>
        </p:spPr>
        <p:txBody>
          <a:bodyPr wrap="square" rtlCol="0">
            <a:spAutoFit/>
          </a:bodyPr>
          <a:lstStyle/>
          <a:p>
            <a:r>
              <a:rPr lang="es-AR" sz="1400" dirty="0"/>
              <a:t>0.000507</a:t>
            </a:r>
            <a:endParaRPr lang="es-AR" dirty="0"/>
          </a:p>
        </p:txBody>
      </p:sp>
    </p:spTree>
    <p:extLst>
      <p:ext uri="{BB962C8B-B14F-4D97-AF65-F5344CB8AC3E}">
        <p14:creationId xmlns:p14="http://schemas.microsoft.com/office/powerpoint/2010/main" val="18106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p:bldP spid="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a:bodyPr>
              <a:lstStyle/>
              <a:p>
                <a:r>
                  <a:rPr lang="es-AR" dirty="0"/>
                  <a:t>Teniendo todos los valores, se puede reemplazar en la ecuación correspondiente:</a:t>
                </a:r>
              </a:p>
              <a:p>
                <a:pPr>
                  <a:lnSpc>
                    <a:spcPct val="100000"/>
                  </a:lnSpc>
                  <a:spcAft>
                    <a:spcPts val="1200"/>
                  </a:spcAft>
                </a:pPr>
                <a14:m>
                  <m:oMath xmlns:m="http://schemas.openxmlformats.org/officeDocument/2006/math">
                    <m:sSub>
                      <m:sSubPr>
                        <m:ctrlPr>
                          <a:rPr lang="es-AR" sz="2400" i="1" smtClean="0">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sSup>
                              <m:sSupPr>
                                <m:ctrlPr>
                                  <a:rPr lang="es-AR" sz="2400" b="0" i="1" smtClean="0">
                                    <a:latin typeface="Cambria Math" panose="02040503050406030204" pitchFamily="18" charset="0"/>
                                  </a:rPr>
                                </m:ctrlPr>
                              </m:sSupPr>
                              <m:e>
                                <m:r>
                                  <a:rPr lang="es-AR" sz="2400" b="0" i="1" smtClean="0">
                                    <a:latin typeface="Cambria Math" panose="02040503050406030204" pitchFamily="18" charset="0"/>
                                  </a:rPr>
                                  <m:t>2</m:t>
                                </m:r>
                              </m:e>
                              <m:sup>
                                <m:r>
                                  <a:rPr lang="es-AR" sz="2400" b="0" i="1" smtClean="0">
                                    <a:latin typeface="Cambria Math" panose="02040503050406030204" pitchFamily="18" charset="0"/>
                                  </a:rPr>
                                  <m:t>′</m:t>
                                </m:r>
                              </m:sup>
                            </m:sSup>
                            <m:r>
                              <a:rPr lang="es-AR" sz="2400" b="0" i="1" smtClean="0">
                                <a:latin typeface="Cambria Math" panose="02040503050406030204" pitchFamily="18" charset="0"/>
                              </a:rPr>
                              <m:t>−3</m:t>
                            </m:r>
                          </m:sub>
                        </m:sSub>
                      </m:e>
                      <m:sub>
                        <m:r>
                          <a:rPr lang="es-AR" sz="2400" b="0" i="1" smtClean="0">
                            <a:latin typeface="Cambria Math" panose="02040503050406030204" pitchFamily="18" charset="0"/>
                          </a:rPr>
                          <m:t>𝑝𝑟𝑖𝑚</m:t>
                        </m:r>
                      </m:sub>
                    </m:sSub>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𝑓</m:t>
                        </m:r>
                      </m:e>
                      <m:sub>
                        <m:r>
                          <a:rPr lang="es-AR" sz="2400" b="0" i="1" smtClean="0">
                            <a:latin typeface="Cambria Math" panose="02040503050406030204" pitchFamily="18" charset="0"/>
                          </a:rPr>
                          <m:t>𝑚</m:t>
                        </m:r>
                      </m:sub>
                    </m:sSub>
                    <m:r>
                      <a:rPr lang="es-AR" sz="2400" b="0" i="1" smtClean="0">
                        <a:latin typeface="Cambria Math" panose="02040503050406030204" pitchFamily="18" charset="0"/>
                        <a:ea typeface="Cambria Math" panose="02040503050406030204" pitchFamily="18" charset="0"/>
                      </a:rPr>
                      <m:t>×</m:t>
                    </m:r>
                    <m:f>
                      <m:fPr>
                        <m:ctrlPr>
                          <a:rPr lang="es-AR" sz="2400" b="0" i="1" smtClean="0">
                            <a:latin typeface="Cambria Math" panose="02040503050406030204" pitchFamily="18" charset="0"/>
                            <a:ea typeface="Cambria Math" panose="02040503050406030204" pitchFamily="18" charset="0"/>
                          </a:rPr>
                        </m:ctrlPr>
                      </m:fPr>
                      <m:num>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𝐿</m:t>
                            </m:r>
                          </m:e>
                          <m:sub>
                            <m:r>
                              <a:rPr lang="es-AR" sz="2400" b="0" i="1" smtClean="0">
                                <a:latin typeface="Cambria Math" panose="02040503050406030204" pitchFamily="18" charset="0"/>
                                <a:ea typeface="Cambria Math" panose="02040503050406030204" pitchFamily="18" charset="0"/>
                              </a:rPr>
                              <m:t>2</m:t>
                            </m:r>
                          </m:sub>
                        </m:sSub>
                        <m:r>
                          <a:rPr lang="es-AR" sz="2400" b="0" i="1" smtClean="0">
                            <a:latin typeface="Cambria Math" panose="02040503050406030204" pitchFamily="18" charset="0"/>
                            <a:ea typeface="Cambria Math" panose="02040503050406030204" pitchFamily="18" charset="0"/>
                          </a:rPr>
                          <m:t>+</m:t>
                        </m:r>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𝑧</m:t>
                            </m:r>
                          </m:e>
                          <m:sub>
                            <m:r>
                              <a:rPr lang="es-AR" sz="2400" b="0" i="1" smtClean="0">
                                <a:latin typeface="Cambria Math" panose="02040503050406030204" pitchFamily="18" charset="0"/>
                                <a:ea typeface="Cambria Math" panose="02040503050406030204" pitchFamily="18" charset="0"/>
                              </a:rPr>
                              <m:t>2</m:t>
                            </m:r>
                          </m:sub>
                        </m:sSub>
                      </m:num>
                      <m:den>
                        <m:sSub>
                          <m:sSubPr>
                            <m:ctrlPr>
                              <a:rPr lang="es-AR" sz="2400" b="0" i="1" smtClean="0">
                                <a:latin typeface="Cambria Math" panose="02040503050406030204" pitchFamily="18" charset="0"/>
                                <a:ea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m:t>
                            </m:r>
                          </m:e>
                          <m:sub>
                            <m:r>
                              <a:rPr lang="es-AR" sz="2400" b="0" i="1" smtClean="0">
                                <a:latin typeface="Cambria Math" panose="02040503050406030204" pitchFamily="18" charset="0"/>
                                <a:ea typeface="Cambria Math" panose="02040503050406030204" pitchFamily="18" charset="0"/>
                              </a:rPr>
                              <m:t>2</m:t>
                            </m:r>
                          </m:sub>
                        </m:sSub>
                      </m:den>
                    </m:f>
                    <m:r>
                      <a:rPr lang="es-AR" sz="2400" i="1">
                        <a:latin typeface="Cambria Math" panose="02040503050406030204" pitchFamily="18" charset="0"/>
                        <a:ea typeface="Cambria Math" panose="02040503050406030204" pitchFamily="18" charset="0"/>
                      </a:rPr>
                      <m:t>×</m:t>
                    </m:r>
                    <m:f>
                      <m:fPr>
                        <m:ctrlPr>
                          <a:rPr lang="es-AR" sz="2400" i="1" smtClean="0">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b="0" i="1" smtClean="0">
                                        <a:latin typeface="Cambria Math" panose="02040503050406030204" pitchFamily="18" charset="0"/>
                                        <a:ea typeface="Cambria Math" panose="02040503050406030204" pitchFamily="18" charset="0"/>
                                      </a:rPr>
                                      <m:t>3</m:t>
                                    </m:r>
                                  </m:sub>
                                </m:sSub>
                              </m:e>
                            </m:d>
                          </m:e>
                          <m:sup>
                            <m:r>
                              <a:rPr lang="es-AR" sz="2400" i="1">
                                <a:latin typeface="Cambria Math" panose="02040503050406030204" pitchFamily="18" charset="0"/>
                                <a:ea typeface="Cambria Math" panose="02040503050406030204" pitchFamily="18" charset="0"/>
                              </a:rPr>
                              <m:t>2</m:t>
                            </m:r>
                          </m:sup>
                        </m:sSup>
                      </m:num>
                      <m:den>
                        <m:r>
                          <a:rPr lang="es-AR" sz="2400" b="0" i="1" smtClean="0">
                            <a:latin typeface="Cambria Math" panose="02040503050406030204" pitchFamily="18" charset="0"/>
                            <a:ea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𝑔</m:t>
                        </m:r>
                      </m:den>
                    </m:f>
                  </m:oMath>
                </a14:m>
                <a:endParaRPr lang="es-AR" sz="2400" i="1"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sSup>
                              <m:sSupPr>
                                <m:ctrlPr>
                                  <a:rPr lang="es-AR" sz="2400" i="1">
                                    <a:latin typeface="Cambria Math" panose="02040503050406030204" pitchFamily="18" charset="0"/>
                                  </a:rPr>
                                </m:ctrlPr>
                              </m:sSupPr>
                              <m:e>
                                <m:r>
                                  <a:rPr lang="es-AR" sz="2400" i="1">
                                    <a:latin typeface="Cambria Math" panose="02040503050406030204" pitchFamily="18" charset="0"/>
                                  </a:rPr>
                                  <m:t>2</m:t>
                                </m:r>
                              </m:e>
                              <m:sup>
                                <m:r>
                                  <a:rPr lang="es-AR" sz="2400" i="1">
                                    <a:latin typeface="Cambria Math" panose="02040503050406030204" pitchFamily="18" charset="0"/>
                                  </a:rPr>
                                  <m:t>′</m:t>
                                </m:r>
                              </m:sup>
                            </m:sSup>
                            <m:r>
                              <a:rPr lang="es-AR" sz="2400" i="1">
                                <a:latin typeface="Cambria Math" panose="02040503050406030204" pitchFamily="18" charset="0"/>
                              </a:rPr>
                              <m:t>−3</m:t>
                            </m:r>
                          </m:sub>
                        </m:sSub>
                      </m:e>
                      <m:sub>
                        <m:r>
                          <a:rPr lang="es-AR" sz="2400" i="1">
                            <a:latin typeface="Cambria Math" panose="02040503050406030204" pitchFamily="18" charset="0"/>
                          </a:rPr>
                          <m:t>𝑝𝑟𝑖𝑚</m:t>
                        </m:r>
                      </m:sub>
                    </m:sSub>
                    <m:r>
                      <a:rPr lang="es-AR" sz="2400" i="1">
                        <a:latin typeface="Cambria Math" panose="02040503050406030204" pitchFamily="18" charset="0"/>
                      </a:rPr>
                      <m:t>=</m:t>
                    </m:r>
                    <m:r>
                      <a:rPr lang="es-AR" sz="2400" b="0" i="1" smtClean="0">
                        <a:latin typeface="Cambria Math" panose="02040503050406030204" pitchFamily="18" charset="0"/>
                      </a:rPr>
                      <m:t>0.0177</m:t>
                    </m:r>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17</m:t>
                        </m:r>
                        <m:r>
                          <a:rPr lang="es-AR" sz="2400" b="0" i="1" smtClean="0">
                            <a:latin typeface="Cambria Math" panose="02040503050406030204" pitchFamily="18" charset="0"/>
                            <a:ea typeface="Cambria Math" panose="02040503050406030204" pitchFamily="18" charset="0"/>
                          </a:rPr>
                          <m:t>𝑓𝑡</m:t>
                        </m:r>
                        <m:r>
                          <a:rPr lang="es-AR" sz="2400" b="0" i="1" smtClean="0">
                            <a:latin typeface="Cambria Math" panose="02040503050406030204" pitchFamily="18" charset="0"/>
                            <a:ea typeface="Cambria Math" panose="02040503050406030204" pitchFamily="18" charset="0"/>
                          </a:rPr>
                          <m:t>+28</m:t>
                        </m:r>
                        <m:r>
                          <a:rPr lang="es-AR" sz="2400" b="0" i="1" smtClean="0">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0.2957</m:t>
                        </m:r>
                        <m:r>
                          <a:rPr lang="es-AR" sz="2400" i="1">
                            <a:latin typeface="Cambria Math" panose="02040503050406030204" pitchFamily="18" charset="0"/>
                            <a:ea typeface="Cambria Math" panose="02040503050406030204" pitchFamily="18" charset="0"/>
                          </a:rPr>
                          <m:t>𝑓𝑡</m:t>
                        </m:r>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smtClean="0">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r>
                                  <a:rPr lang="es-AR" sz="2400" b="0" i="1" smtClean="0">
                                    <a:latin typeface="Cambria Math" panose="02040503050406030204" pitchFamily="18" charset="0"/>
                                    <a:ea typeface="Cambria Math" panose="02040503050406030204" pitchFamily="18" charset="0"/>
                                  </a:rPr>
                                  <m:t>7.63</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d>
                          </m:e>
                          <m:sup>
                            <m:r>
                              <a:rPr lang="es-AR" sz="2400" b="0" i="1" smtClean="0">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32.17</m:t>
                        </m:r>
                        <m:f>
                          <m:fPr>
                            <m:type m:val="skw"/>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𝑓𝑡</m:t>
                            </m:r>
                          </m:num>
                          <m:den>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𝑠𝑒𝑔</m:t>
                                </m:r>
                              </m:e>
                              <m:sup>
                                <m:r>
                                  <a:rPr lang="es-AR" sz="2400" b="0" i="1" smtClean="0">
                                    <a:latin typeface="Cambria Math" panose="02040503050406030204" pitchFamily="18" charset="0"/>
                                    <a:ea typeface="Cambria Math" panose="02040503050406030204" pitchFamily="18" charset="0"/>
                                  </a:rPr>
                                  <m:t>2</m:t>
                                </m:r>
                              </m:sup>
                            </m:sSup>
                          </m:den>
                        </m:f>
                      </m:den>
                    </m:f>
                  </m:oMath>
                </a14:m>
                <a:endParaRPr lang="es-AR" sz="2400" dirty="0"/>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sSup>
                              <m:sSupPr>
                                <m:ctrlPr>
                                  <a:rPr lang="es-AR" sz="2400" i="1">
                                    <a:latin typeface="Cambria Math" panose="02040503050406030204" pitchFamily="18" charset="0"/>
                                  </a:rPr>
                                </m:ctrlPr>
                              </m:sSupPr>
                              <m:e>
                                <m:r>
                                  <a:rPr lang="es-AR" sz="2400" i="1">
                                    <a:latin typeface="Cambria Math" panose="02040503050406030204" pitchFamily="18" charset="0"/>
                                  </a:rPr>
                                  <m:t>2</m:t>
                                </m:r>
                              </m:e>
                              <m:sup>
                                <m:r>
                                  <a:rPr lang="es-AR" sz="2400" i="1">
                                    <a:latin typeface="Cambria Math" panose="02040503050406030204" pitchFamily="18" charset="0"/>
                                  </a:rPr>
                                  <m:t>′</m:t>
                                </m:r>
                              </m:sup>
                            </m:sSup>
                            <m:r>
                              <a:rPr lang="es-AR" sz="2400" i="1">
                                <a:latin typeface="Cambria Math" panose="02040503050406030204" pitchFamily="18" charset="0"/>
                              </a:rPr>
                              <m:t>−3</m:t>
                            </m:r>
                          </m:sub>
                        </m:sSub>
                      </m:e>
                      <m:sub>
                        <m:r>
                          <a:rPr lang="es-AR" sz="2400" i="1">
                            <a:latin typeface="Cambria Math" panose="02040503050406030204" pitchFamily="18" charset="0"/>
                          </a:rPr>
                          <m:t>𝑝𝑟𝑖𝑚</m:t>
                        </m:r>
                      </m:sub>
                    </m:sSub>
                    <m:r>
                      <a:rPr lang="es-AR" sz="2400" i="1">
                        <a:latin typeface="Cambria Math" panose="02040503050406030204" pitchFamily="18" charset="0"/>
                      </a:rPr>
                      <m:t>=2.4373</m:t>
                    </m:r>
                    <m:r>
                      <a:rPr lang="es-AR" sz="2400" i="1">
                        <a:latin typeface="Cambria Math" panose="02040503050406030204" pitchFamily="18" charset="0"/>
                      </a:rPr>
                      <m:t>𝑓𝑡</m:t>
                    </m:r>
                  </m:oMath>
                </a14:m>
                <a:endParaRPr lang="es-AR" sz="2400" dirty="0"/>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descarga (Tramo 2’ – 3)</a:t>
            </a:r>
          </a:p>
        </p:txBody>
      </p:sp>
    </p:spTree>
    <p:extLst>
      <p:ext uri="{BB962C8B-B14F-4D97-AF65-F5344CB8AC3E}">
        <p14:creationId xmlns:p14="http://schemas.microsoft.com/office/powerpoint/2010/main" val="4092112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4"/>
                <a:ext cx="10058400" cy="4200224"/>
              </a:xfrm>
            </p:spPr>
            <p:txBody>
              <a:bodyPr>
                <a:normAutofit fontScale="92500"/>
              </a:bodyPr>
              <a:lstStyle/>
              <a:p>
                <a:r>
                  <a:rPr lang="es-AR" dirty="0"/>
                  <a:t>Para las pérdidas secundarias</a:t>
                </a:r>
              </a:p>
              <a:p>
                <a:pPr>
                  <a:lnSpc>
                    <a:spcPct val="100000"/>
                  </a:lnSpc>
                  <a:spcAft>
                    <a:spcPts val="1200"/>
                  </a:spcAft>
                </a:pPr>
                <a14:m>
                  <m:oMath xmlns:m="http://schemas.openxmlformats.org/officeDocument/2006/math">
                    <m:nary>
                      <m:naryPr>
                        <m:chr m:val="∑"/>
                        <m:subHide m:val="on"/>
                        <m:supHide m:val="on"/>
                        <m:ctrlPr>
                          <a:rPr lang="es-AR" sz="2400" i="1">
                            <a:latin typeface="Cambria Math" panose="02040503050406030204" pitchFamily="18" charset="0"/>
                          </a:rPr>
                        </m:ctrlPr>
                      </m:naryPr>
                      <m:sub/>
                      <m:sup/>
                      <m:e>
                        <m:sSub>
                          <m:sSubPr>
                            <m:ctrlPr>
                              <a:rPr lang="es-AR" sz="2400" i="1">
                                <a:latin typeface="Cambria Math" panose="02040503050406030204" pitchFamily="18" charset="0"/>
                              </a:rPr>
                            </m:ctrlPr>
                          </m:sSubPr>
                          <m:e>
                            <m:r>
                              <a:rPr lang="es-AR" sz="2400" i="1">
                                <a:latin typeface="Cambria Math" panose="02040503050406030204" pitchFamily="18" charset="0"/>
                              </a:rPr>
                              <m:t>𝑘</m:t>
                            </m:r>
                          </m:e>
                          <m:sub>
                            <m:r>
                              <a:rPr lang="es-AR" sz="2400" i="1">
                                <a:latin typeface="Cambria Math" panose="02040503050406030204" pitchFamily="18" charset="0"/>
                              </a:rPr>
                              <m:t>𝑖</m:t>
                            </m:r>
                          </m:sub>
                        </m:sSub>
                        <m:r>
                          <a:rPr lang="es-AR" sz="2400" b="0" i="1" smtClean="0">
                            <a:latin typeface="Cambria Math" panose="02040503050406030204" pitchFamily="18" charset="0"/>
                          </a:rPr>
                          <m:t>=</m:t>
                        </m:r>
                      </m:e>
                    </m:nary>
                    <m:r>
                      <a:rPr lang="es-AR" sz="2400" i="1">
                        <a:latin typeface="Cambria Math" panose="02040503050406030204" pitchFamily="18" charset="0"/>
                      </a:rPr>
                      <m:t> </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𝑇</m:t>
                        </m:r>
                      </m:sub>
                    </m:sSub>
                    <m:r>
                      <a:rPr lang="es-AR" sz="2400" i="1" smtClean="0">
                        <a:latin typeface="Cambria Math" panose="02040503050406030204" pitchFamily="18" charset="0"/>
                        <a:ea typeface="Cambria Math" panose="02040503050406030204" pitchFamily="18" charset="0"/>
                      </a:rPr>
                      <m:t>×</m:t>
                    </m:r>
                    <m:d>
                      <m:dPr>
                        <m:ctrlPr>
                          <a:rPr lang="es-AR" sz="2400" i="1" smtClean="0">
                            <a:latin typeface="Cambria Math" panose="02040503050406030204" pitchFamily="18" charset="0"/>
                            <a:ea typeface="Cambria Math" panose="02040503050406030204" pitchFamily="18" charset="0"/>
                          </a:rPr>
                        </m:ctrlPr>
                      </m:dPr>
                      <m:e>
                        <m:limLow>
                          <m:limLowPr>
                            <m:ctrlPr>
                              <a:rPr lang="es-AR" sz="2400" i="1" smtClean="0">
                                <a:latin typeface="Cambria Math" panose="02040503050406030204" pitchFamily="18" charset="0"/>
                                <a:ea typeface="Cambria Math" panose="02040503050406030204" pitchFamily="18" charset="0"/>
                              </a:rPr>
                            </m:ctrlPr>
                          </m:limLowPr>
                          <m:e>
                            <m:groupChr>
                              <m:groupChrPr>
                                <m:chr m:val="⏟"/>
                                <m:ctrlPr>
                                  <a:rPr lang="es-AR" sz="2400" i="1" smtClean="0">
                                    <a:latin typeface="Cambria Math" panose="02040503050406030204" pitchFamily="18" charset="0"/>
                                    <a:ea typeface="Cambria Math" panose="02040503050406030204" pitchFamily="18" charset="0"/>
                                  </a:rPr>
                                </m:ctrlPr>
                              </m:groupChrPr>
                              <m:e>
                                <m:f>
                                  <m:fPr>
                                    <m:type m:val="skw"/>
                                    <m:ctrlPr>
                                      <a:rPr lang="es-AR" sz="2400" i="1">
                                        <a:latin typeface="Cambria Math" panose="02040503050406030204" pitchFamily="18" charset="0"/>
                                      </a:rPr>
                                    </m:ctrlPr>
                                  </m:fPr>
                                  <m:num>
                                    <m:r>
                                      <a:rPr lang="es-AR" sz="2400" i="1">
                                        <a:latin typeface="Cambria Math" panose="02040503050406030204" pitchFamily="18" charset="0"/>
                                      </a:rPr>
                                      <m:t>𝐿𝑒</m:t>
                                    </m:r>
                                  </m:num>
                                  <m:den>
                                    <m:r>
                                      <a:rPr lang="es-AR" sz="2400" i="1">
                                        <a:latin typeface="Cambria Math" panose="02040503050406030204" pitchFamily="18" charset="0"/>
                                      </a:rPr>
                                      <m:t>𝐷</m:t>
                                    </m:r>
                                  </m:den>
                                </m:f>
                              </m:e>
                            </m:groupChr>
                          </m:e>
                          <m:lim>
                            <m:eqArr>
                              <m:eqArrPr>
                                <m:ctrlPr>
                                  <a:rPr lang="es-AR" sz="2400" b="0" i="1" smtClean="0">
                                    <a:latin typeface="Cambria Math" panose="02040503050406030204" pitchFamily="18" charset="0"/>
                                    <a:ea typeface="Cambria Math" panose="02040503050406030204" pitchFamily="18" charset="0"/>
                                  </a:rPr>
                                </m:ctrlPr>
                              </m:eqArrPr>
                              <m:e>
                                <m:r>
                                  <a:rPr lang="es-AR" sz="2400" b="0" i="1" smtClean="0">
                                    <a:latin typeface="Cambria Math" panose="02040503050406030204" pitchFamily="18" charset="0"/>
                                    <a:ea typeface="Cambria Math" panose="02040503050406030204" pitchFamily="18" charset="0"/>
                                  </a:rPr>
                                  <m:t>𝑣𝑎𝑙𝑣</m:t>
                                </m:r>
                                <m:r>
                                  <a:rPr lang="es-AR" sz="2400" b="0" i="1" smtClean="0">
                                    <a:latin typeface="Cambria Math" panose="02040503050406030204" pitchFamily="18" charset="0"/>
                                    <a:ea typeface="Cambria Math" panose="02040503050406030204" pitchFamily="18" charset="0"/>
                                  </a:rPr>
                                  <m:t>.</m:t>
                                </m:r>
                              </m:e>
                              <m:e>
                                <m:r>
                                  <a:rPr lang="es-AR" sz="2400" b="0" i="1" smtClean="0">
                                    <a:latin typeface="Cambria Math" panose="02040503050406030204" pitchFamily="18" charset="0"/>
                                    <a:ea typeface="Cambria Math" panose="02040503050406030204" pitchFamily="18" charset="0"/>
                                  </a:rPr>
                                  <m:t>𝑣𝑒𝑟𝑖𝑓</m:t>
                                </m:r>
                                <m:r>
                                  <a:rPr lang="es-AR" sz="2400" b="0" i="1" smtClean="0">
                                    <a:latin typeface="Cambria Math" panose="02040503050406030204" pitchFamily="18" charset="0"/>
                                    <a:ea typeface="Cambria Math" panose="02040503050406030204" pitchFamily="18" charset="0"/>
                                  </a:rPr>
                                  <m:t>.</m:t>
                                </m:r>
                              </m:e>
                            </m:eqArr>
                          </m:lim>
                        </m:limLow>
                        <m:r>
                          <a:rPr lang="es-AR" sz="2400" b="0" i="1" smtClean="0">
                            <a:latin typeface="Cambria Math" panose="02040503050406030204" pitchFamily="18" charset="0"/>
                            <a:ea typeface="Cambria Math" panose="02040503050406030204" pitchFamily="18" charset="0"/>
                          </a:rPr>
                          <m:t>+</m:t>
                        </m:r>
                        <m:limLow>
                          <m:limLowPr>
                            <m:ctrlPr>
                              <a:rPr lang="es-AR" sz="2400" i="1">
                                <a:latin typeface="Cambria Math" panose="02040503050406030204" pitchFamily="18" charset="0"/>
                                <a:ea typeface="Cambria Math" panose="02040503050406030204" pitchFamily="18" charset="0"/>
                              </a:rPr>
                            </m:ctrlPr>
                          </m:limLowPr>
                          <m:e>
                            <m:groupChr>
                              <m:groupChrPr>
                                <m:chr m:val="⏟"/>
                                <m:ctrlPr>
                                  <a:rPr lang="es-AR" sz="2400" i="1">
                                    <a:latin typeface="Cambria Math" panose="02040503050406030204" pitchFamily="18" charset="0"/>
                                    <a:ea typeface="Cambria Math" panose="02040503050406030204" pitchFamily="18" charset="0"/>
                                  </a:rPr>
                                </m:ctrlPr>
                              </m:groupChrPr>
                              <m:e>
                                <m:f>
                                  <m:fPr>
                                    <m:type m:val="skw"/>
                                    <m:ctrlPr>
                                      <a:rPr lang="es-AR" sz="2400" i="1">
                                        <a:latin typeface="Cambria Math" panose="02040503050406030204" pitchFamily="18" charset="0"/>
                                      </a:rPr>
                                    </m:ctrlPr>
                                  </m:fPr>
                                  <m:num>
                                    <m:r>
                                      <a:rPr lang="es-AR" sz="2400" i="1">
                                        <a:latin typeface="Cambria Math" panose="02040503050406030204" pitchFamily="18" charset="0"/>
                                      </a:rPr>
                                      <m:t>𝐿𝑒</m:t>
                                    </m:r>
                                  </m:num>
                                  <m:den>
                                    <m:r>
                                      <a:rPr lang="es-AR" sz="2400" i="1">
                                        <a:latin typeface="Cambria Math" panose="02040503050406030204" pitchFamily="18" charset="0"/>
                                      </a:rPr>
                                      <m:t>𝐷</m:t>
                                    </m:r>
                                  </m:den>
                                </m:f>
                              </m:e>
                            </m:groupChr>
                          </m:e>
                          <m:lim>
                            <m:eqArr>
                              <m:eqArrPr>
                                <m:ctrlPr>
                                  <a:rPr lang="es-AR" sz="2400" i="1">
                                    <a:latin typeface="Cambria Math" panose="02040503050406030204" pitchFamily="18" charset="0"/>
                                    <a:ea typeface="Cambria Math" panose="02040503050406030204" pitchFamily="18" charset="0"/>
                                  </a:rPr>
                                </m:ctrlPr>
                              </m:eqArrPr>
                              <m:e>
                                <m:r>
                                  <a:rPr lang="es-AR" sz="2400" i="1">
                                    <a:latin typeface="Cambria Math" panose="02040503050406030204" pitchFamily="18" charset="0"/>
                                    <a:ea typeface="Cambria Math" panose="02040503050406030204" pitchFamily="18" charset="0"/>
                                  </a:rPr>
                                  <m:t>𝑣𝑎𝑙𝑣</m:t>
                                </m:r>
                                <m:r>
                                  <a:rPr lang="es-AR" sz="2400" i="1">
                                    <a:latin typeface="Cambria Math" panose="02040503050406030204" pitchFamily="18" charset="0"/>
                                    <a:ea typeface="Cambria Math" panose="02040503050406030204" pitchFamily="18" charset="0"/>
                                  </a:rPr>
                                  <m:t>.</m:t>
                                </m:r>
                              </m:e>
                              <m:e>
                                <m:r>
                                  <a:rPr lang="es-AR" sz="2400" b="0" i="1" smtClean="0">
                                    <a:latin typeface="Cambria Math" panose="02040503050406030204" pitchFamily="18" charset="0"/>
                                    <a:ea typeface="Cambria Math" panose="02040503050406030204" pitchFamily="18" charset="0"/>
                                  </a:rPr>
                                  <m:t>𝑐𝑜𝑚𝑝</m:t>
                                </m:r>
                                <m:r>
                                  <a:rPr lang="es-AR" sz="2400" b="0" i="1" smtClean="0">
                                    <a:latin typeface="Cambria Math" panose="02040503050406030204" pitchFamily="18" charset="0"/>
                                    <a:ea typeface="Cambria Math" panose="02040503050406030204" pitchFamily="18" charset="0"/>
                                  </a:rPr>
                                  <m:t>.</m:t>
                                </m:r>
                              </m:e>
                            </m:eqArr>
                          </m:lim>
                        </m:limLow>
                        <m:r>
                          <a:rPr lang="es-AR" sz="2400" b="0" i="1" smtClean="0">
                            <a:latin typeface="Cambria Math" panose="02040503050406030204" pitchFamily="18" charset="0"/>
                            <a:ea typeface="Cambria Math" panose="02040503050406030204" pitchFamily="18" charset="0"/>
                          </a:rPr>
                          <m:t>+2×</m:t>
                        </m:r>
                        <m:limLow>
                          <m:limLowPr>
                            <m:ctrlPr>
                              <a:rPr lang="es-AR" sz="2400" i="1">
                                <a:latin typeface="Cambria Math" panose="02040503050406030204" pitchFamily="18" charset="0"/>
                                <a:ea typeface="Cambria Math" panose="02040503050406030204" pitchFamily="18" charset="0"/>
                              </a:rPr>
                            </m:ctrlPr>
                          </m:limLowPr>
                          <m:e>
                            <m:groupChr>
                              <m:groupChrPr>
                                <m:chr m:val="⏟"/>
                                <m:ctrlPr>
                                  <a:rPr lang="es-AR" sz="2400" i="1">
                                    <a:latin typeface="Cambria Math" panose="02040503050406030204" pitchFamily="18" charset="0"/>
                                    <a:ea typeface="Cambria Math" panose="02040503050406030204" pitchFamily="18" charset="0"/>
                                  </a:rPr>
                                </m:ctrlPr>
                              </m:groupChrPr>
                              <m:e>
                                <m:f>
                                  <m:fPr>
                                    <m:type m:val="skw"/>
                                    <m:ctrlPr>
                                      <a:rPr lang="es-AR" sz="2400" i="1">
                                        <a:latin typeface="Cambria Math" panose="02040503050406030204" pitchFamily="18" charset="0"/>
                                      </a:rPr>
                                    </m:ctrlPr>
                                  </m:fPr>
                                  <m:num>
                                    <m:r>
                                      <a:rPr lang="es-AR" sz="2400" i="1">
                                        <a:latin typeface="Cambria Math" panose="02040503050406030204" pitchFamily="18" charset="0"/>
                                      </a:rPr>
                                      <m:t>𝐿𝑒</m:t>
                                    </m:r>
                                  </m:num>
                                  <m:den>
                                    <m:r>
                                      <a:rPr lang="es-AR" sz="2400" i="1">
                                        <a:latin typeface="Cambria Math" panose="02040503050406030204" pitchFamily="18" charset="0"/>
                                      </a:rPr>
                                      <m:t>𝐷</m:t>
                                    </m:r>
                                  </m:den>
                                </m:f>
                              </m:e>
                            </m:groupChr>
                          </m:e>
                          <m:lim>
                            <m:eqArr>
                              <m:eqArrPr>
                                <m:ctrlPr>
                                  <a:rPr lang="es-AR" sz="2400" b="0" i="1" smtClean="0">
                                    <a:latin typeface="Cambria Math" panose="02040503050406030204" pitchFamily="18" charset="0"/>
                                    <a:ea typeface="Cambria Math" panose="02040503050406030204" pitchFamily="18" charset="0"/>
                                  </a:rPr>
                                </m:ctrlPr>
                              </m:eqArrPr>
                              <m:e>
                                <m:r>
                                  <a:rPr lang="es-AR" sz="2400" b="0" i="1" smtClean="0">
                                    <a:latin typeface="Cambria Math" panose="02040503050406030204" pitchFamily="18" charset="0"/>
                                    <a:ea typeface="Cambria Math" panose="02040503050406030204" pitchFamily="18" charset="0"/>
                                  </a:rPr>
                                  <m:t>𝑐𝑜𝑑𝑜𝑠</m:t>
                                </m:r>
                              </m:e>
                              <m:e>
                                <m:r>
                                  <a:rPr lang="es-AR" sz="2400" b="0" i="1" smtClean="0">
                                    <a:latin typeface="Cambria Math" panose="02040503050406030204" pitchFamily="18" charset="0"/>
                                    <a:ea typeface="Cambria Math" panose="02040503050406030204" pitchFamily="18" charset="0"/>
                                  </a:rPr>
                                  <m:t>90°</m:t>
                                </m:r>
                              </m:e>
                            </m:eqArr>
                          </m:lim>
                        </m:limLow>
                      </m:e>
                    </m:d>
                    <m:r>
                      <a:rPr lang="es-AR" sz="2400" i="1">
                        <a:latin typeface="Cambria Math" panose="02040503050406030204" pitchFamily="18" charset="0"/>
                        <a:ea typeface="Cambria Math" panose="02040503050406030204" pitchFamily="18" charset="0"/>
                      </a:rPr>
                      <m:t>⇒</m:t>
                    </m:r>
                    <m:nary>
                      <m:naryPr>
                        <m:chr m:val="∑"/>
                        <m:subHide m:val="on"/>
                        <m:supHide m:val="on"/>
                        <m:ctrlPr>
                          <a:rPr lang="es-AR" sz="2400" i="1">
                            <a:latin typeface="Cambria Math" panose="02040503050406030204" pitchFamily="18" charset="0"/>
                          </a:rPr>
                        </m:ctrlPr>
                      </m:naryPr>
                      <m:sub/>
                      <m:sup/>
                      <m:e>
                        <m:sSub>
                          <m:sSubPr>
                            <m:ctrlPr>
                              <a:rPr lang="es-AR" sz="2400" i="1">
                                <a:latin typeface="Cambria Math" panose="02040503050406030204" pitchFamily="18" charset="0"/>
                              </a:rPr>
                            </m:ctrlPr>
                          </m:sSubPr>
                          <m:e>
                            <m:r>
                              <a:rPr lang="es-AR" sz="2400" i="1">
                                <a:latin typeface="Cambria Math" panose="02040503050406030204" pitchFamily="18" charset="0"/>
                              </a:rPr>
                              <m:t>𝑘</m:t>
                            </m:r>
                          </m:e>
                          <m:sub>
                            <m:r>
                              <a:rPr lang="es-AR" sz="2400" i="1">
                                <a:latin typeface="Cambria Math" panose="02040503050406030204" pitchFamily="18" charset="0"/>
                              </a:rPr>
                              <m:t>𝑖</m:t>
                            </m:r>
                          </m:sub>
                        </m:sSub>
                        <m:r>
                          <a:rPr lang="es-AR" sz="2400" i="1">
                            <a:latin typeface="Cambria Math" panose="02040503050406030204" pitchFamily="18" charset="0"/>
                          </a:rPr>
                          <m:t>=</m:t>
                        </m:r>
                      </m:e>
                    </m:nary>
                    <m:r>
                      <a:rPr lang="es-AR" sz="2400" i="1">
                        <a:latin typeface="Cambria Math" panose="02040503050406030204" pitchFamily="18" charset="0"/>
                      </a:rPr>
                      <m:t> </m:t>
                    </m:r>
                    <m:r>
                      <a:rPr lang="es-AR" sz="2400" b="0" i="1" smtClean="0">
                        <a:latin typeface="Cambria Math" panose="02040503050406030204" pitchFamily="18" charset="0"/>
                      </a:rPr>
                      <m:t>0.017</m:t>
                    </m:r>
                    <m:r>
                      <a:rPr lang="es-AR" sz="2400" i="1">
                        <a:latin typeface="Cambria Math" panose="02040503050406030204" pitchFamily="18" charset="0"/>
                        <a:ea typeface="Cambria Math" panose="02040503050406030204" pitchFamily="18" charset="0"/>
                      </a:rPr>
                      <m:t>×</m:t>
                    </m:r>
                    <m:d>
                      <m:dPr>
                        <m:ctrlPr>
                          <a:rPr lang="es-AR" sz="2400" i="1">
                            <a:latin typeface="Cambria Math" panose="02040503050406030204" pitchFamily="18" charset="0"/>
                            <a:ea typeface="Cambria Math" panose="02040503050406030204" pitchFamily="18" charset="0"/>
                          </a:rPr>
                        </m:ctrlPr>
                      </m:dPr>
                      <m:e>
                        <m:r>
                          <a:rPr lang="es-AR" sz="2400" b="0" i="1" smtClean="0">
                            <a:latin typeface="Cambria Math" panose="02040503050406030204" pitchFamily="18" charset="0"/>
                            <a:ea typeface="Cambria Math" panose="02040503050406030204" pitchFamily="18" charset="0"/>
                          </a:rPr>
                          <m:t>100</m:t>
                        </m:r>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8</m:t>
                        </m:r>
                        <m:r>
                          <a:rPr lang="es-AR" sz="2400" i="1">
                            <a:latin typeface="Cambria Math" panose="02040503050406030204" pitchFamily="18" charset="0"/>
                            <a:ea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30</m:t>
                        </m:r>
                      </m:e>
                    </m:d>
                  </m:oMath>
                </a14:m>
                <a:endParaRPr lang="es-AR" sz="2400" i="1" dirty="0">
                  <a:latin typeface="Cambria Math" panose="02040503050406030204" pitchFamily="18" charset="0"/>
                </a:endParaRPr>
              </a:p>
              <a:p>
                <a:pPr>
                  <a:lnSpc>
                    <a:spcPct val="100000"/>
                  </a:lnSpc>
                  <a:spcAft>
                    <a:spcPts val="1200"/>
                  </a:spcAft>
                </a:pPr>
                <a14:m>
                  <m:oMath xmlns:m="http://schemas.openxmlformats.org/officeDocument/2006/math">
                    <m:nary>
                      <m:naryPr>
                        <m:chr m:val="∑"/>
                        <m:subHide m:val="on"/>
                        <m:supHide m:val="on"/>
                        <m:ctrlPr>
                          <a:rPr lang="es-AR" sz="2400" i="1">
                            <a:latin typeface="Cambria Math" panose="02040503050406030204" pitchFamily="18" charset="0"/>
                          </a:rPr>
                        </m:ctrlPr>
                      </m:naryPr>
                      <m:sub/>
                      <m:sup/>
                      <m:e>
                        <m:sSub>
                          <m:sSubPr>
                            <m:ctrlPr>
                              <a:rPr lang="es-AR" sz="2400" i="1">
                                <a:latin typeface="Cambria Math" panose="02040503050406030204" pitchFamily="18" charset="0"/>
                              </a:rPr>
                            </m:ctrlPr>
                          </m:sSubPr>
                          <m:e>
                            <m:r>
                              <a:rPr lang="es-AR" sz="2400" i="1">
                                <a:latin typeface="Cambria Math" panose="02040503050406030204" pitchFamily="18" charset="0"/>
                              </a:rPr>
                              <m:t>𝑘</m:t>
                            </m:r>
                          </m:e>
                          <m:sub>
                            <m:r>
                              <a:rPr lang="es-AR" sz="2400" i="1">
                                <a:latin typeface="Cambria Math" panose="02040503050406030204" pitchFamily="18" charset="0"/>
                              </a:rPr>
                              <m:t>𝑖</m:t>
                            </m:r>
                          </m:sub>
                        </m:sSub>
                        <m:r>
                          <a:rPr lang="es-AR" sz="2400" i="1">
                            <a:latin typeface="Cambria Math" panose="02040503050406030204" pitchFamily="18" charset="0"/>
                          </a:rPr>
                          <m:t>=</m:t>
                        </m:r>
                      </m:e>
                    </m:nary>
                    <m:r>
                      <a:rPr lang="es-AR" sz="2400" b="0" i="1" smtClean="0">
                        <a:latin typeface="Cambria Math" panose="02040503050406030204" pitchFamily="18" charset="0"/>
                      </a:rPr>
                      <m:t>2.856</m:t>
                    </m:r>
                  </m:oMath>
                </a14:m>
                <a:endParaRPr lang="es-AR" sz="2400" i="1" dirty="0">
                  <a:latin typeface="Cambria Math" panose="02040503050406030204" pitchFamily="18" charset="0"/>
                </a:endParaRPr>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2´−3</m:t>
                            </m:r>
                          </m:sub>
                        </m:sSub>
                      </m:e>
                      <m:sub>
                        <m:r>
                          <a:rPr lang="es-AR" sz="2400" i="1">
                            <a:latin typeface="Cambria Math" panose="02040503050406030204" pitchFamily="18" charset="0"/>
                          </a:rPr>
                          <m:t>𝑠𝑒𝑐</m:t>
                        </m:r>
                      </m:sub>
                    </m:sSub>
                    <m:r>
                      <a:rPr lang="es-AR" sz="2400" i="1">
                        <a:latin typeface="Cambria Math" panose="02040503050406030204" pitchFamily="18" charset="0"/>
                      </a:rPr>
                      <m:t>=</m:t>
                    </m:r>
                    <m:nary>
                      <m:naryPr>
                        <m:chr m:val="∑"/>
                        <m:subHide m:val="on"/>
                        <m:supHide m:val="on"/>
                        <m:ctrlPr>
                          <a:rPr lang="es-AR" sz="2400" i="1">
                            <a:latin typeface="Cambria Math" panose="02040503050406030204" pitchFamily="18" charset="0"/>
                          </a:rPr>
                        </m:ctrlPr>
                      </m:naryPr>
                      <m:sub/>
                      <m:sup/>
                      <m:e>
                        <m:sSub>
                          <m:sSubPr>
                            <m:ctrlPr>
                              <a:rPr lang="es-AR" sz="2400" i="1">
                                <a:latin typeface="Cambria Math" panose="02040503050406030204" pitchFamily="18" charset="0"/>
                              </a:rPr>
                            </m:ctrlPr>
                          </m:sSubPr>
                          <m:e>
                            <m:r>
                              <a:rPr lang="es-AR" sz="2400" i="1">
                                <a:latin typeface="Cambria Math" panose="02040503050406030204" pitchFamily="18" charset="0"/>
                              </a:rPr>
                              <m:t>𝑘</m:t>
                            </m:r>
                          </m:e>
                          <m:sub>
                            <m:r>
                              <a:rPr lang="es-AR" sz="2400" i="1">
                                <a:latin typeface="Cambria Math" panose="02040503050406030204" pitchFamily="18" charset="0"/>
                              </a:rPr>
                              <m:t>𝑖</m:t>
                            </m:r>
                          </m:sub>
                        </m:sSub>
                      </m:e>
                    </m:nary>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3</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2´−3</m:t>
                            </m:r>
                          </m:sub>
                        </m:sSub>
                      </m:e>
                      <m:sub>
                        <m:r>
                          <a:rPr lang="es-AR" sz="2400" i="1">
                            <a:latin typeface="Cambria Math" panose="02040503050406030204" pitchFamily="18" charset="0"/>
                          </a:rPr>
                          <m:t>𝑠𝑒𝑐</m:t>
                        </m:r>
                      </m:sub>
                    </m:sSub>
                    <m:r>
                      <a:rPr lang="es-AR" sz="2400" i="1">
                        <a:latin typeface="Cambria Math" panose="02040503050406030204" pitchFamily="18" charset="0"/>
                      </a:rPr>
                      <m:t>=</m:t>
                    </m:r>
                    <m:r>
                      <a:rPr lang="es-AR" sz="2400" i="1" smtClean="0">
                        <a:latin typeface="Cambria Math" panose="02040503050406030204" pitchFamily="18" charset="0"/>
                      </a:rPr>
                      <m:t>2</m:t>
                    </m:r>
                    <m:r>
                      <a:rPr lang="es-AR" sz="2400" b="0" i="1" smtClean="0">
                        <a:latin typeface="Cambria Math" panose="02040503050406030204" pitchFamily="18" charset="0"/>
                      </a:rPr>
                      <m:t>.856</m:t>
                    </m:r>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r>
                                  <a:rPr lang="es-AR" sz="2400" i="1">
                                    <a:latin typeface="Cambria Math" panose="02040503050406030204" pitchFamily="18" charset="0"/>
                                    <a:ea typeface="Cambria Math" panose="02040503050406030204" pitchFamily="18" charset="0"/>
                                  </a:rPr>
                                  <m:t>7</m:t>
                                </m:r>
                                <m:r>
                                  <a:rPr lang="es-AR" sz="2400" b="0" i="1" smtClean="0">
                                    <a:latin typeface="Cambria Math" panose="02040503050406030204" pitchFamily="18" charset="0"/>
                                    <a:ea typeface="Cambria Math" panose="02040503050406030204" pitchFamily="18" charset="0"/>
                                  </a:rPr>
                                  <m:t>.63</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oMath>
                </a14:m>
                <a:endParaRPr lang="es-AR" sz="2400" dirty="0">
                  <a:ea typeface="Cambria Math" panose="02040503050406030204" pitchFamily="18" charset="0"/>
                </a:endParaRPr>
              </a:p>
              <a:p>
                <a:pPr>
                  <a:lnSpc>
                    <a:spcPct val="100000"/>
                  </a:lnSpc>
                  <a:spcAft>
                    <a:spcPts val="1200"/>
                  </a:spcAft>
                </a:pPr>
                <a14:m>
                  <m:oMath xmlns:m="http://schemas.openxmlformats.org/officeDocument/2006/math">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2´−3</m:t>
                            </m:r>
                          </m:sub>
                        </m:sSub>
                      </m:e>
                      <m:sub>
                        <m:r>
                          <a:rPr lang="es-AR" sz="2400" i="1">
                            <a:latin typeface="Cambria Math" panose="02040503050406030204" pitchFamily="18" charset="0"/>
                          </a:rPr>
                          <m:t>𝑠𝑒𝑐</m:t>
                        </m:r>
                      </m:sub>
                    </m:sSub>
                    <m:r>
                      <a:rPr lang="es-AR" sz="2400" i="1">
                        <a:latin typeface="Cambria Math" panose="02040503050406030204" pitchFamily="18" charset="0"/>
                      </a:rPr>
                      <m:t>=</m:t>
                    </m:r>
                    <m:r>
                      <a:rPr lang="es-AR" sz="2400" b="0" i="1" smtClean="0">
                        <a:latin typeface="Cambria Math" panose="02040503050406030204" pitchFamily="18" charset="0"/>
                      </a:rPr>
                      <m:t>2.5842</m:t>
                    </m:r>
                    <m:r>
                      <a:rPr lang="es-AR" sz="2400" b="0" i="1" smtClean="0">
                        <a:latin typeface="Cambria Math" panose="02040503050406030204" pitchFamily="18" charset="0"/>
                      </a:rPr>
                      <m:t>𝑓𝑡</m:t>
                    </m:r>
                  </m:oMath>
                </a14:m>
                <a:endParaRPr lang="es-AR" sz="2400" dirty="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4"/>
                <a:ext cx="10058400" cy="4200224"/>
              </a:xfrm>
              <a:blipFill>
                <a:blip r:embed="rId2"/>
                <a:stretch>
                  <a:fillRect l="-4182" t="-24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descarga (Tramo 2’ – 3)</a:t>
            </a:r>
          </a:p>
        </p:txBody>
      </p:sp>
    </p:spTree>
    <p:extLst>
      <p:ext uri="{BB962C8B-B14F-4D97-AF65-F5344CB8AC3E}">
        <p14:creationId xmlns:p14="http://schemas.microsoft.com/office/powerpoint/2010/main" val="3288658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a:xfrm>
                <a:off x="1097280" y="1845734"/>
                <a:ext cx="10058400" cy="4541418"/>
              </a:xfrm>
            </p:spPr>
            <p:txBody>
              <a:bodyPr>
                <a:normAutofit/>
              </a:bodyPr>
              <a:lstStyle/>
              <a:p>
                <a:pPr>
                  <a:spcAft>
                    <a:spcPts val="1200"/>
                  </a:spcAft>
                </a:pPr>
                <a:r>
                  <a:rPr lang="es-AR" dirty="0">
                    <a:ea typeface="Cambria Math" panose="02040503050406030204" pitchFamily="18" charset="0"/>
                  </a:rPr>
                  <a:t>Sumando las pérdidas primarias y las secundarias se obtienen las pérdidas totales:</a:t>
                </a:r>
              </a:p>
              <a:p>
                <a:pPr>
                  <a:spcAft>
                    <a:spcPts val="1200"/>
                  </a:spcAft>
                </a:pPr>
                <a14:m>
                  <m:oMath xmlns:m="http://schemas.openxmlformats.org/officeDocument/2006/math">
                    <m:sSub>
                      <m:sSubPr>
                        <m:ctrlPr>
                          <a:rPr lang="es-AR" sz="2400" i="1" smtClean="0">
                            <a:latin typeface="Cambria Math" panose="02040503050406030204" pitchFamily="18" charset="0"/>
                          </a:rPr>
                        </m:ctrlPr>
                      </m:sSubPr>
                      <m:e>
                        <m:r>
                          <a:rPr lang="es-AR" sz="2400" i="1">
                            <a:latin typeface="Cambria Math" panose="02040503050406030204" pitchFamily="18" charset="0"/>
                          </a:rPr>
                          <m:t>𝐽</m:t>
                        </m:r>
                      </m:e>
                      <m:sub>
                        <m:sSup>
                          <m:sSupPr>
                            <m:ctrlPr>
                              <a:rPr lang="es-AR" sz="2400" b="0" i="1" smtClean="0">
                                <a:latin typeface="Cambria Math" panose="02040503050406030204" pitchFamily="18" charset="0"/>
                              </a:rPr>
                            </m:ctrlPr>
                          </m:sSupPr>
                          <m:e>
                            <m:r>
                              <a:rPr lang="es-AR" sz="2400" b="0" i="1" smtClean="0">
                                <a:latin typeface="Cambria Math" panose="02040503050406030204" pitchFamily="18" charset="0"/>
                              </a:rPr>
                              <m:t>2</m:t>
                            </m:r>
                          </m:e>
                          <m:sup>
                            <m:r>
                              <a:rPr lang="es-AR" sz="2400" b="0" i="1" smtClean="0">
                                <a:latin typeface="Cambria Math" panose="02040503050406030204" pitchFamily="18" charset="0"/>
                              </a:rPr>
                              <m:t>′</m:t>
                            </m:r>
                          </m:sup>
                        </m:sSup>
                        <m:r>
                          <a:rPr lang="es-AR" sz="2400" b="0" i="1" smtClean="0">
                            <a:latin typeface="Cambria Math" panose="02040503050406030204" pitchFamily="18" charset="0"/>
                          </a:rPr>
                          <m:t>−3</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sSup>
                              <m:sSupPr>
                                <m:ctrlPr>
                                  <a:rPr lang="es-AR" sz="2400" i="1">
                                    <a:latin typeface="Cambria Math" panose="02040503050406030204" pitchFamily="18" charset="0"/>
                                  </a:rPr>
                                </m:ctrlPr>
                              </m:sSupPr>
                              <m:e>
                                <m:r>
                                  <a:rPr lang="es-AR" sz="2400" i="1">
                                    <a:latin typeface="Cambria Math" panose="02040503050406030204" pitchFamily="18" charset="0"/>
                                  </a:rPr>
                                  <m:t>2</m:t>
                                </m:r>
                              </m:e>
                              <m:sup>
                                <m:r>
                                  <a:rPr lang="es-AR" sz="2400" i="1">
                                    <a:latin typeface="Cambria Math" panose="02040503050406030204" pitchFamily="18" charset="0"/>
                                  </a:rPr>
                                  <m:t>′</m:t>
                                </m:r>
                              </m:sup>
                            </m:sSup>
                            <m:r>
                              <a:rPr lang="es-AR" sz="2400" i="1">
                                <a:latin typeface="Cambria Math" panose="02040503050406030204" pitchFamily="18" charset="0"/>
                              </a:rPr>
                              <m:t>−3</m:t>
                            </m:r>
                          </m:sub>
                        </m:sSub>
                      </m:e>
                      <m:sub>
                        <m:r>
                          <a:rPr lang="es-AR" sz="2400" b="0" i="1" smtClean="0">
                            <a:latin typeface="Cambria Math" panose="02040503050406030204" pitchFamily="18" charset="0"/>
                          </a:rPr>
                          <m:t>𝑝𝑟𝑖𝑚</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sSup>
                              <m:sSupPr>
                                <m:ctrlPr>
                                  <a:rPr lang="es-AR" sz="2400" i="1">
                                    <a:latin typeface="Cambria Math" panose="02040503050406030204" pitchFamily="18" charset="0"/>
                                  </a:rPr>
                                </m:ctrlPr>
                              </m:sSupPr>
                              <m:e>
                                <m:r>
                                  <a:rPr lang="es-AR" sz="2400" i="1">
                                    <a:latin typeface="Cambria Math" panose="02040503050406030204" pitchFamily="18" charset="0"/>
                                  </a:rPr>
                                  <m:t>2</m:t>
                                </m:r>
                              </m:e>
                              <m:sup>
                                <m:r>
                                  <a:rPr lang="es-AR" sz="2400" i="1">
                                    <a:latin typeface="Cambria Math" panose="02040503050406030204" pitchFamily="18" charset="0"/>
                                  </a:rPr>
                                  <m:t>′</m:t>
                                </m:r>
                              </m:sup>
                            </m:sSup>
                            <m:r>
                              <a:rPr lang="es-AR" sz="2400" i="1">
                                <a:latin typeface="Cambria Math" panose="02040503050406030204" pitchFamily="18" charset="0"/>
                              </a:rPr>
                              <m:t>−3</m:t>
                            </m:r>
                          </m:sub>
                        </m:sSub>
                      </m:e>
                      <m:sub>
                        <m:r>
                          <a:rPr lang="es-AR" sz="2400" i="1">
                            <a:latin typeface="Cambria Math" panose="02040503050406030204" pitchFamily="18" charset="0"/>
                          </a:rPr>
                          <m:t>𝑠𝑒𝑐</m:t>
                        </m:r>
                      </m:sub>
                    </m:sSub>
                    <m:r>
                      <a:rPr lang="es-AR" sz="240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sSup>
                          <m:sSupPr>
                            <m:ctrlPr>
                              <a:rPr lang="es-AR" sz="2400" i="1">
                                <a:latin typeface="Cambria Math" panose="02040503050406030204" pitchFamily="18" charset="0"/>
                              </a:rPr>
                            </m:ctrlPr>
                          </m:sSupPr>
                          <m:e>
                            <m:r>
                              <a:rPr lang="es-AR" sz="2400" i="1">
                                <a:latin typeface="Cambria Math" panose="02040503050406030204" pitchFamily="18" charset="0"/>
                              </a:rPr>
                              <m:t>2</m:t>
                            </m:r>
                          </m:e>
                          <m:sup>
                            <m:r>
                              <a:rPr lang="es-AR" sz="2400" i="1">
                                <a:latin typeface="Cambria Math" panose="02040503050406030204" pitchFamily="18" charset="0"/>
                              </a:rPr>
                              <m:t>′</m:t>
                            </m:r>
                          </m:sup>
                        </m:sSup>
                        <m:r>
                          <a:rPr lang="es-AR" sz="2400" i="1">
                            <a:latin typeface="Cambria Math" panose="02040503050406030204" pitchFamily="18" charset="0"/>
                          </a:rPr>
                          <m:t>−3</m:t>
                        </m:r>
                      </m:sub>
                    </m:sSub>
                    <m:r>
                      <a:rPr lang="es-AR" sz="2400" i="1">
                        <a:latin typeface="Cambria Math" panose="02040503050406030204" pitchFamily="18" charset="0"/>
                      </a:rPr>
                      <m:t>=2.4373</m:t>
                    </m:r>
                    <m:r>
                      <a:rPr lang="es-AR" sz="2400" i="1">
                        <a:latin typeface="Cambria Math" panose="02040503050406030204" pitchFamily="18" charset="0"/>
                      </a:rPr>
                      <m:t>𝑓𝑡</m:t>
                    </m:r>
                    <m:r>
                      <a:rPr lang="es-AR" sz="2400" b="0" i="1" smtClean="0">
                        <a:latin typeface="Cambria Math" panose="02040503050406030204" pitchFamily="18" charset="0"/>
                      </a:rPr>
                      <m:t>+</m:t>
                    </m:r>
                    <m:r>
                      <a:rPr lang="es-AR" sz="2400" i="1">
                        <a:latin typeface="Cambria Math" panose="02040503050406030204" pitchFamily="18" charset="0"/>
                      </a:rPr>
                      <m:t>2.5842</m:t>
                    </m:r>
                    <m:r>
                      <a:rPr lang="es-AR" sz="2400" i="1">
                        <a:latin typeface="Cambria Math" panose="02040503050406030204" pitchFamily="18" charset="0"/>
                      </a:rPr>
                      <m:t>𝑓𝑡</m:t>
                    </m:r>
                  </m:oMath>
                </a14:m>
                <a:endParaRPr lang="es-AR" sz="2400" dirty="0"/>
              </a:p>
              <a:p>
                <a:pPr>
                  <a:spcAft>
                    <a:spcPts val="1200"/>
                  </a:spcAft>
                </a:pPr>
                <a14:m>
                  <m:oMath xmlns:m="http://schemas.openxmlformats.org/officeDocument/2006/math">
                    <m:borderBox>
                      <m:borderBoxPr>
                        <m:ctrlPr>
                          <a:rPr lang="es-AR" sz="2400" i="1" smtClean="0">
                            <a:latin typeface="Cambria Math" panose="02040503050406030204" pitchFamily="18" charset="0"/>
                          </a:rPr>
                        </m:ctrlPr>
                      </m:borderBoxPr>
                      <m:e>
                        <m:borderBox>
                          <m:borderBoxPr>
                            <m:ctrlPr>
                              <a:rPr lang="es-AR" sz="2400" i="1">
                                <a:latin typeface="Cambria Math" panose="02040503050406030204" pitchFamily="18" charset="0"/>
                              </a:rPr>
                            </m:ctrlPr>
                          </m:borderBoxPr>
                          <m:e>
                            <m:sSub>
                              <m:sSubPr>
                                <m:ctrlPr>
                                  <a:rPr lang="es-AR" sz="2400" i="1" smtClean="0">
                                    <a:latin typeface="Cambria Math" panose="02040503050406030204" pitchFamily="18" charset="0"/>
                                  </a:rPr>
                                </m:ctrlPr>
                              </m:sSubPr>
                              <m:e>
                                <m:r>
                                  <a:rPr lang="es-AR" sz="2400" i="1">
                                    <a:latin typeface="Cambria Math" panose="02040503050406030204" pitchFamily="18" charset="0"/>
                                  </a:rPr>
                                  <m:t>𝐽</m:t>
                                </m:r>
                              </m:e>
                              <m:sub>
                                <m:sSup>
                                  <m:sSupPr>
                                    <m:ctrlPr>
                                      <a:rPr lang="es-AR" sz="2400" i="1">
                                        <a:latin typeface="Cambria Math" panose="02040503050406030204" pitchFamily="18" charset="0"/>
                                      </a:rPr>
                                    </m:ctrlPr>
                                  </m:sSupPr>
                                  <m:e>
                                    <m:r>
                                      <a:rPr lang="es-AR" sz="2400" i="1">
                                        <a:latin typeface="Cambria Math" panose="02040503050406030204" pitchFamily="18" charset="0"/>
                                      </a:rPr>
                                      <m:t>2</m:t>
                                    </m:r>
                                  </m:e>
                                  <m:sup>
                                    <m:r>
                                      <a:rPr lang="es-AR" sz="2400" i="1">
                                        <a:latin typeface="Cambria Math" panose="02040503050406030204" pitchFamily="18" charset="0"/>
                                      </a:rPr>
                                      <m:t>′</m:t>
                                    </m:r>
                                  </m:sup>
                                </m:sSup>
                                <m:r>
                                  <a:rPr lang="es-AR" sz="2400" i="1">
                                    <a:latin typeface="Cambria Math" panose="02040503050406030204" pitchFamily="18" charset="0"/>
                                  </a:rPr>
                                  <m:t>−3</m:t>
                                </m:r>
                              </m:sub>
                            </m:sSub>
                            <m:r>
                              <a:rPr lang="es-AR" sz="2400" i="1">
                                <a:latin typeface="Cambria Math" panose="02040503050406030204" pitchFamily="18" charset="0"/>
                              </a:rPr>
                              <m:t>=</m:t>
                            </m:r>
                            <m:r>
                              <a:rPr lang="es-AR" sz="2400" b="0" i="1" smtClean="0">
                                <a:latin typeface="Cambria Math" panose="02040503050406030204" pitchFamily="18" charset="0"/>
                              </a:rPr>
                              <m:t>5.0215</m:t>
                            </m:r>
                            <m:r>
                              <a:rPr lang="es-AR" sz="2400" i="1">
                                <a:latin typeface="Cambria Math" panose="02040503050406030204" pitchFamily="18" charset="0"/>
                              </a:rPr>
                              <m:t>𝑓𝑡</m:t>
                            </m:r>
                          </m:e>
                        </m:borderBox>
                      </m:e>
                    </m:borderBox>
                  </m:oMath>
                </a14:m>
                <a:r>
                  <a:rPr lang="es-AR" sz="2400" dirty="0">
                    <a:ea typeface="Cambria Math" panose="02040503050406030204" pitchFamily="18" charset="0"/>
                  </a:rPr>
                  <a:t> Punto c.1</a:t>
                </a:r>
              </a:p>
              <a:p>
                <a:pPr>
                  <a:spcAft>
                    <a:spcPts val="1200"/>
                  </a:spcAft>
                </a:pPr>
                <a:endParaRPr lang="es-AR" sz="2400" dirty="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xfrm>
                <a:off x="1097280" y="1845734"/>
                <a:ext cx="10058400" cy="4541418"/>
              </a:xfrm>
              <a:blipFill>
                <a:blip r:embed="rId2"/>
                <a:stretch>
                  <a:fillRect l="-606" t="-147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descarga (Tramo 2’ – 3)</a:t>
            </a:r>
          </a:p>
        </p:txBody>
      </p:sp>
    </p:spTree>
    <p:extLst>
      <p:ext uri="{BB962C8B-B14F-4D97-AF65-F5344CB8AC3E}">
        <p14:creationId xmlns:p14="http://schemas.microsoft.com/office/powerpoint/2010/main" val="1421888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48D6-00C3-408C-8502-359C45EE372C}"/>
              </a:ext>
            </a:extLst>
          </p:cNvPr>
          <p:cNvSpPr>
            <a:spLocks noGrp="1"/>
          </p:cNvSpPr>
          <p:nvPr>
            <p:ph type="title"/>
          </p:nvPr>
        </p:nvSpPr>
        <p:spPr/>
        <p:txBody>
          <a:bodyPr/>
          <a:lstStyle/>
          <a:p>
            <a:r>
              <a:rPr lang="es-AR" dirty="0"/>
              <a:t>Línea de descarga (Tramo 2’ – 3)</a:t>
            </a:r>
          </a:p>
        </p:txBody>
      </p:sp>
      <p:sp>
        <p:nvSpPr>
          <p:cNvPr id="3" name="Marcador de contenido 2">
            <a:extLst>
              <a:ext uri="{FF2B5EF4-FFF2-40B4-BE49-F238E27FC236}">
                <a16:creationId xmlns:a16="http://schemas.microsoft.com/office/drawing/2014/main" id="{A07C950F-75C6-4622-AFB6-0F1F53689936}"/>
              </a:ext>
            </a:extLst>
          </p:cNvPr>
          <p:cNvSpPr>
            <a:spLocks noGrp="1"/>
          </p:cNvSpPr>
          <p:nvPr>
            <p:ph idx="1"/>
          </p:nvPr>
        </p:nvSpPr>
        <p:spPr/>
        <p:txBody>
          <a:bodyPr/>
          <a:lstStyle/>
          <a:p>
            <a:r>
              <a:rPr lang="es-AR" dirty="0"/>
              <a:t>La presión en el punto 3 no se puede calcular, aún, porque no se conoce la carga sobre la bomba (si se quisiera plantear la ecuación de la energía entre 1 y 3) y no se conoce la presión a la salida de la bomba (si se quisiera plantear la ecuación de la energía entre 2’ y 3).</a:t>
            </a:r>
          </a:p>
          <a:p>
            <a:r>
              <a:rPr lang="es-AR" dirty="0"/>
              <a:t>Entonces se debe resolver el paralelo primero y luego calcular la carga sobre la bomba </a:t>
            </a:r>
            <a:r>
              <a:rPr lang="es-AR" dirty="0" err="1"/>
              <a:t>h</a:t>
            </a:r>
            <a:r>
              <a:rPr lang="es-AR" baseline="-25000" dirty="0" err="1"/>
              <a:t>B</a:t>
            </a:r>
            <a:endParaRPr lang="es-AR" baseline="-25000" dirty="0"/>
          </a:p>
        </p:txBody>
      </p:sp>
    </p:spTree>
    <p:extLst>
      <p:ext uri="{BB962C8B-B14F-4D97-AF65-F5344CB8AC3E}">
        <p14:creationId xmlns:p14="http://schemas.microsoft.com/office/powerpoint/2010/main" val="39460020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8BED7-F12A-4BC7-A11F-663A44464966}"/>
              </a:ext>
            </a:extLst>
          </p:cNvPr>
          <p:cNvSpPr>
            <a:spLocks noGrp="1"/>
          </p:cNvSpPr>
          <p:nvPr>
            <p:ph type="title"/>
          </p:nvPr>
        </p:nvSpPr>
        <p:spPr/>
        <p:txBody>
          <a:bodyPr/>
          <a:lstStyle/>
          <a:p>
            <a:r>
              <a:rPr lang="es-AR" dirty="0"/>
              <a:t>Línea de descarga (Tramo 3’/3’’ – 4)</a:t>
            </a:r>
          </a:p>
        </p:txBody>
      </p:sp>
      <p:sp>
        <p:nvSpPr>
          <p:cNvPr id="5" name="Marcador de contenido 4">
            <a:extLst>
              <a:ext uri="{FF2B5EF4-FFF2-40B4-BE49-F238E27FC236}">
                <a16:creationId xmlns:a16="http://schemas.microsoft.com/office/drawing/2014/main" id="{8097BCF7-9434-4E5D-8E8F-3514DF4129D2}"/>
              </a:ext>
            </a:extLst>
          </p:cNvPr>
          <p:cNvSpPr>
            <a:spLocks noGrp="1"/>
          </p:cNvSpPr>
          <p:nvPr>
            <p:ph sz="half" idx="2"/>
          </p:nvPr>
        </p:nvSpPr>
        <p:spPr/>
        <p:txBody>
          <a:bodyPr>
            <a:normAutofit/>
          </a:bodyPr>
          <a:lstStyle/>
          <a:p>
            <a:r>
              <a:rPr lang="es-AR" dirty="0"/>
              <a:t>Datos:</a:t>
            </a:r>
          </a:p>
          <a:p>
            <a:r>
              <a:rPr lang="es-AR" dirty="0"/>
              <a:t>Línea de bypass</a:t>
            </a:r>
          </a:p>
          <a:p>
            <a:r>
              <a:rPr lang="es-AR" dirty="0"/>
              <a:t>L</a:t>
            </a:r>
            <a:r>
              <a:rPr lang="es-AR" baseline="-25000" dirty="0"/>
              <a:t>3</a:t>
            </a:r>
            <a:r>
              <a:rPr lang="es-AR" dirty="0"/>
              <a:t> = 32.5ft, #SCH40</a:t>
            </a:r>
          </a:p>
          <a:p>
            <a:r>
              <a:rPr lang="es-AR" dirty="0"/>
              <a:t>Diámetro </a:t>
            </a:r>
            <a:r>
              <a:rPr lang="es-AR" b="1" i="1" dirty="0"/>
              <a:t>NOMINAL</a:t>
            </a:r>
            <a:r>
              <a:rPr lang="es-AR" dirty="0"/>
              <a:t> </a:t>
            </a:r>
            <a:r>
              <a:rPr lang="es-AR" dirty="0">
                <a:latin typeface="Symbol" panose="05050102010706020507" pitchFamily="18" charset="2"/>
              </a:rPr>
              <a:t>f</a:t>
            </a:r>
            <a:r>
              <a:rPr lang="es-AR" baseline="-25000" dirty="0"/>
              <a:t>3</a:t>
            </a:r>
            <a:r>
              <a:rPr lang="es-AR" dirty="0"/>
              <a:t> = 1in</a:t>
            </a:r>
          </a:p>
          <a:p>
            <a:r>
              <a:rPr lang="es-AR" dirty="0"/>
              <a:t>Línea del intercambiador</a:t>
            </a:r>
          </a:p>
          <a:p>
            <a:r>
              <a:rPr lang="es-AR" dirty="0"/>
              <a:t>L</a:t>
            </a:r>
            <a:r>
              <a:rPr lang="es-AR" baseline="-25000" dirty="0"/>
              <a:t>4</a:t>
            </a:r>
            <a:r>
              <a:rPr lang="es-AR" dirty="0"/>
              <a:t> = despreciable</a:t>
            </a:r>
          </a:p>
          <a:p>
            <a:r>
              <a:rPr lang="es-AR" dirty="0"/>
              <a:t>Diámetro </a:t>
            </a:r>
            <a:r>
              <a:rPr lang="es-AR" b="1" i="1" dirty="0"/>
              <a:t>NOMINAL</a:t>
            </a:r>
            <a:r>
              <a:rPr lang="es-AR" dirty="0"/>
              <a:t> </a:t>
            </a:r>
            <a:r>
              <a:rPr lang="es-AR" dirty="0">
                <a:latin typeface="Symbol" panose="05050102010706020507" pitchFamily="18" charset="2"/>
              </a:rPr>
              <a:t>f</a:t>
            </a:r>
            <a:r>
              <a:rPr lang="es-AR" baseline="-25000" dirty="0">
                <a:latin typeface="Symbol" panose="05050102010706020507" pitchFamily="18" charset="2"/>
              </a:rPr>
              <a:t>4</a:t>
            </a:r>
            <a:r>
              <a:rPr lang="es-AR" dirty="0"/>
              <a:t> = 3.5in</a:t>
            </a:r>
          </a:p>
          <a:p>
            <a:r>
              <a:rPr lang="es-AR" dirty="0"/>
              <a:t>Temperatura del fluido = 180°F</a:t>
            </a:r>
          </a:p>
          <a:p>
            <a:endParaRPr lang="es-AR" dirty="0"/>
          </a:p>
        </p:txBody>
      </p:sp>
      <p:pic>
        <p:nvPicPr>
          <p:cNvPr id="9" name="Marcador de contenido 8">
            <a:extLst>
              <a:ext uri="{FF2B5EF4-FFF2-40B4-BE49-F238E27FC236}">
                <a16:creationId xmlns:a16="http://schemas.microsoft.com/office/drawing/2014/main" id="{815BC367-7057-433F-A852-BE00CC17F5AF}"/>
              </a:ext>
            </a:extLst>
          </p:cNvPr>
          <p:cNvPicPr>
            <a:picLocks noGrp="1" noChangeAspect="1"/>
          </p:cNvPicPr>
          <p:nvPr>
            <p:ph sz="half" idx="1"/>
          </p:nvPr>
        </p:nvPicPr>
        <p:blipFill>
          <a:blip r:embed="rId2"/>
          <a:stretch>
            <a:fillRect/>
          </a:stretch>
        </p:blipFill>
        <p:spPr>
          <a:xfrm>
            <a:off x="1096963" y="2762558"/>
            <a:ext cx="4938712" cy="2190135"/>
          </a:xfrm>
          <a:prstGeom prst="rect">
            <a:avLst/>
          </a:prstGeom>
        </p:spPr>
      </p:pic>
    </p:spTree>
    <p:extLst>
      <p:ext uri="{BB962C8B-B14F-4D97-AF65-F5344CB8AC3E}">
        <p14:creationId xmlns:p14="http://schemas.microsoft.com/office/powerpoint/2010/main" val="18428947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48D6-00C3-408C-8502-359C45EE372C}"/>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07C950F-75C6-4622-AFB6-0F1F53689936}"/>
                  </a:ext>
                </a:extLst>
              </p:cNvPr>
              <p:cNvSpPr>
                <a:spLocks noGrp="1"/>
              </p:cNvSpPr>
              <p:nvPr>
                <p:ph idx="1"/>
              </p:nvPr>
            </p:nvSpPr>
            <p:spPr/>
            <p:txBody>
              <a:bodyPr>
                <a:normAutofit/>
              </a:bodyPr>
              <a:lstStyle/>
              <a:p>
                <a:r>
                  <a:rPr lang="es-AR" dirty="0"/>
                  <a:t>Se está ante un sistema de cañerías en paralelo tipo II y se lo resolverá utilizando el método iterativo.</a:t>
                </a:r>
              </a:p>
              <a:p>
                <a:r>
                  <a:rPr lang="es-AR" dirty="0"/>
                  <a:t>La condición de trabajo del paralelo es que las pérdidas de energía por ambas ramas deben ser iguales.</a:t>
                </a:r>
              </a:p>
              <a:p>
                <a:r>
                  <a:rPr lang="es-AR" dirty="0"/>
                  <a:t>Se plantean las siguientes ecuaciones</a:t>
                </a:r>
              </a:p>
              <a:p>
                <a14:m>
                  <m:oMath xmlns:m="http://schemas.openxmlformats.org/officeDocument/2006/math">
                    <m:r>
                      <a:rPr lang="es-AR" b="0" i="1" smtClean="0">
                        <a:latin typeface="Cambria Math" panose="02040503050406030204" pitchFamily="18" charset="0"/>
                      </a:rPr>
                      <m:t>𝑄</m:t>
                    </m:r>
                    <m:r>
                      <a:rPr lang="es-AR" b="0" i="1" smtClean="0">
                        <a:latin typeface="Cambria Math" panose="02040503050406030204" pitchFamily="18" charset="0"/>
                      </a:rPr>
                      <m:t>=</m:t>
                    </m:r>
                    <m:sSub>
                      <m:sSubPr>
                        <m:ctrlPr>
                          <a:rPr lang="es-AR" b="0" i="1" smtClean="0">
                            <a:latin typeface="Cambria Math" panose="02040503050406030204" pitchFamily="18" charset="0"/>
                          </a:rPr>
                        </m:ctrlPr>
                      </m:sSubPr>
                      <m:e>
                        <m:r>
                          <a:rPr lang="es-AR" b="0" i="1" smtClean="0">
                            <a:latin typeface="Cambria Math" panose="02040503050406030204" pitchFamily="18" charset="0"/>
                          </a:rPr>
                          <m:t>𝑣</m:t>
                        </m:r>
                      </m:e>
                      <m:sub>
                        <m:r>
                          <a:rPr lang="es-AR" b="0" i="1" smtClean="0">
                            <a:latin typeface="Cambria Math" panose="02040503050406030204" pitchFamily="18" charset="0"/>
                          </a:rPr>
                          <m:t>𝑖𝑛𝑡𝑒𝑟𝑐</m:t>
                        </m:r>
                      </m:sub>
                    </m:sSub>
                    <m:r>
                      <a:rPr lang="es-AR" b="0" i="1" smtClean="0">
                        <a:latin typeface="Cambria Math" panose="02040503050406030204" pitchFamily="18" charset="0"/>
                        <a:ea typeface="Cambria Math" panose="02040503050406030204" pitchFamily="18" charset="0"/>
                      </a:rPr>
                      <m:t>×</m:t>
                    </m:r>
                    <m:sSub>
                      <m:sSubPr>
                        <m:ctrlPr>
                          <a:rPr lang="es-AR"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m:t>
                        </m:r>
                      </m:e>
                      <m:sub>
                        <m:r>
                          <a:rPr lang="es-AR" b="0" i="1" smtClean="0">
                            <a:latin typeface="Cambria Math" panose="02040503050406030204" pitchFamily="18" charset="0"/>
                            <a:ea typeface="Cambria Math" panose="02040503050406030204" pitchFamily="18" charset="0"/>
                          </a:rPr>
                          <m:t>4</m:t>
                        </m:r>
                      </m:sub>
                    </m:sSub>
                    <m:r>
                      <m:rPr>
                        <m:nor/>
                      </m:rPr>
                      <a:rPr lang="es-AR" dirty="0"/>
                      <m:t>+ </m:t>
                    </m:r>
                    <m:sSub>
                      <m:sSubPr>
                        <m:ctrlPr>
                          <a:rPr lang="es-AR" i="1">
                            <a:latin typeface="Cambria Math" panose="02040503050406030204" pitchFamily="18" charset="0"/>
                          </a:rPr>
                        </m:ctrlPr>
                      </m:sSubPr>
                      <m:e>
                        <m:r>
                          <a:rPr lang="es-AR" i="1">
                            <a:latin typeface="Cambria Math" panose="02040503050406030204" pitchFamily="18" charset="0"/>
                          </a:rPr>
                          <m:t>𝑣</m:t>
                        </m:r>
                      </m:e>
                      <m:sub>
                        <m:r>
                          <a:rPr lang="es-AR" i="1">
                            <a:latin typeface="Cambria Math" panose="02040503050406030204" pitchFamily="18" charset="0"/>
                          </a:rPr>
                          <m:t>𝑏𝑦𝑝𝑎𝑠𝑠</m:t>
                        </m:r>
                      </m:sub>
                    </m:sSub>
                    <m:r>
                      <a:rPr lang="es-AR" i="1">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𝐴</m:t>
                        </m:r>
                      </m:e>
                      <m:sub>
                        <m:r>
                          <a:rPr lang="es-AR" b="0" i="1" smtClean="0">
                            <a:latin typeface="Cambria Math" panose="02040503050406030204" pitchFamily="18" charset="0"/>
                            <a:ea typeface="Cambria Math" panose="02040503050406030204" pitchFamily="18" charset="0"/>
                          </a:rPr>
                          <m:t>3</m:t>
                        </m:r>
                      </m:sub>
                    </m:sSub>
                  </m:oMath>
                </a14:m>
                <a:endParaRPr lang="es-AR" dirty="0"/>
              </a:p>
              <a:p>
                <a:pPr algn="just"/>
                <a14:m>
                  <m:oMath xmlns:m="http://schemas.openxmlformats.org/officeDocument/2006/math">
                    <m:r>
                      <a:rPr lang="es-AR" b="0" i="1" smtClean="0">
                        <a:latin typeface="Cambria Math" panose="02040503050406030204" pitchFamily="18" charset="0"/>
                      </a:rPr>
                      <m:t>2 </m:t>
                    </m:r>
                    <m:r>
                      <a:rPr lang="es-AR" b="0" i="1" smtClean="0">
                        <a:latin typeface="Cambria Math" panose="02040503050406030204" pitchFamily="18" charset="0"/>
                      </a:rPr>
                      <m:t>𝑒𝑐𝑢𝑎𝑐𝑖𝑜𝑛𝑒𝑠</m:t>
                    </m:r>
                    <m:r>
                      <a:rPr lang="es-AR" b="0" i="1" smtClean="0">
                        <a:latin typeface="Cambria Math" panose="02040503050406030204" pitchFamily="18" charset="0"/>
                      </a:rPr>
                      <m:t> 3 </m:t>
                    </m:r>
                    <m:r>
                      <a:rPr lang="es-AR" b="0" i="1" smtClean="0">
                        <a:latin typeface="Cambria Math" panose="02040503050406030204" pitchFamily="18" charset="0"/>
                      </a:rPr>
                      <m:t>𝑖𝑛𝑐</m:t>
                    </m:r>
                    <m:r>
                      <a:rPr lang="es-AR" b="0" i="1" smtClean="0">
                        <a:latin typeface="Cambria Math" panose="02040503050406030204" pitchFamily="18" charset="0"/>
                      </a:rPr>
                      <m:t>ó</m:t>
                    </m:r>
                    <m:r>
                      <a:rPr lang="es-AR" b="0" i="1" smtClean="0">
                        <a:latin typeface="Cambria Math" panose="02040503050406030204" pitchFamily="18" charset="0"/>
                      </a:rPr>
                      <m:t>𝑔𝑛𝑖𝑡𝑎𝑠</m:t>
                    </m:r>
                    <m:d>
                      <m:dPr>
                        <m:begChr m:val="{"/>
                        <m:endChr m:val=""/>
                        <m:ctrlPr>
                          <a:rPr lang="es-AR" i="1" smtClean="0">
                            <a:latin typeface="Cambria Math" panose="02040503050406030204" pitchFamily="18" charset="0"/>
                          </a:rPr>
                        </m:ctrlPr>
                      </m:dPr>
                      <m:e>
                        <m:eqArr>
                          <m:eqArrPr>
                            <m:ctrlPr>
                              <a:rPr lang="es-AR" i="1" smtClean="0">
                                <a:latin typeface="Cambria Math" panose="02040503050406030204" pitchFamily="18" charset="0"/>
                              </a:rPr>
                            </m:ctrlPr>
                          </m:eqArrPr>
                          <m:e>
                            <m:sSub>
                              <m:sSubPr>
                                <m:ctrlPr>
                                  <a:rPr lang="es-AR" i="1">
                                    <a:latin typeface="Cambria Math" panose="02040503050406030204" pitchFamily="18" charset="0"/>
                                  </a:rPr>
                                </m:ctrlPr>
                              </m:sSubPr>
                              <m:e>
                                <m:r>
                                  <a:rPr lang="es-AR" i="1">
                                    <a:latin typeface="Cambria Math" panose="02040503050406030204" pitchFamily="18" charset="0"/>
                                  </a:rPr>
                                  <m:t>𝐽</m:t>
                                </m:r>
                              </m:e>
                              <m:sub>
                                <m:r>
                                  <a:rPr lang="es-AR" i="1">
                                    <a:latin typeface="Cambria Math" panose="02040503050406030204" pitchFamily="18" charset="0"/>
                                  </a:rPr>
                                  <m:t>𝑏𝑦𝑝𝑎𝑠𝑠</m:t>
                                </m:r>
                              </m:sub>
                            </m:sSub>
                            <m:r>
                              <a:rPr lang="es-AR" i="1">
                                <a:latin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𝑓</m:t>
                                </m:r>
                              </m:e>
                              <m:sub>
                                <m:r>
                                  <a:rPr lang="es-AR" i="1">
                                    <a:latin typeface="Cambria Math" panose="02040503050406030204" pitchFamily="18" charset="0"/>
                                  </a:rPr>
                                  <m:t>𝑚</m:t>
                                </m:r>
                              </m:sub>
                            </m:sSub>
                            <m:r>
                              <a:rPr lang="es-AR" i="1">
                                <a:latin typeface="Cambria Math" panose="02040503050406030204" pitchFamily="18" charset="0"/>
                                <a:ea typeface="Cambria Math" panose="02040503050406030204" pitchFamily="18" charset="0"/>
                              </a:rPr>
                              <m:t>×</m:t>
                            </m:r>
                            <m:f>
                              <m:fPr>
                                <m:ctrlPr>
                                  <a:rPr lang="es-AR" i="1">
                                    <a:latin typeface="Cambria Math" panose="02040503050406030204" pitchFamily="18" charset="0"/>
                                    <a:ea typeface="Cambria Math" panose="02040503050406030204" pitchFamily="18" charset="0"/>
                                  </a:rPr>
                                </m:ctrlPr>
                              </m:fPr>
                              <m:num>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𝐿</m:t>
                                    </m:r>
                                  </m:e>
                                  <m:sub>
                                    <m:r>
                                      <a:rPr lang="es-AR" i="1">
                                        <a:latin typeface="Cambria Math" panose="02040503050406030204" pitchFamily="18" charset="0"/>
                                        <a:ea typeface="Cambria Math" panose="02040503050406030204" pitchFamily="18" charset="0"/>
                                      </a:rPr>
                                      <m:t>3</m:t>
                                    </m:r>
                                  </m:sub>
                                </m:sSub>
                              </m:num>
                              <m:den>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m:t>
                                    </m:r>
                                  </m:e>
                                  <m:sub>
                                    <m:r>
                                      <a:rPr lang="es-AR" i="1">
                                        <a:latin typeface="Cambria Math" panose="02040503050406030204" pitchFamily="18" charset="0"/>
                                        <a:ea typeface="Cambria Math" panose="02040503050406030204" pitchFamily="18" charset="0"/>
                                      </a:rPr>
                                      <m:t>3</m:t>
                                    </m:r>
                                  </m:sub>
                                </m:sSub>
                              </m:den>
                            </m:f>
                            <m:r>
                              <a:rPr lang="es-AR" i="1">
                                <a:latin typeface="Cambria Math" panose="02040503050406030204" pitchFamily="18" charset="0"/>
                                <a:ea typeface="Cambria Math" panose="02040503050406030204" pitchFamily="18" charset="0"/>
                              </a:rPr>
                              <m:t>×</m:t>
                            </m:r>
                            <m:f>
                              <m:fPr>
                                <m:ctrlPr>
                                  <a:rPr lang="es-AR" i="1">
                                    <a:latin typeface="Cambria Math" panose="02040503050406030204" pitchFamily="18" charset="0"/>
                                    <a:ea typeface="Cambria Math" panose="02040503050406030204" pitchFamily="18" charset="0"/>
                                  </a:rPr>
                                </m:ctrlPr>
                              </m:fPr>
                              <m:num>
                                <m:sSup>
                                  <m:sSupPr>
                                    <m:ctrlPr>
                                      <a:rPr lang="es-AR" i="1">
                                        <a:latin typeface="Cambria Math" panose="02040503050406030204" pitchFamily="18" charset="0"/>
                                        <a:ea typeface="Cambria Math" panose="02040503050406030204" pitchFamily="18" charset="0"/>
                                      </a:rPr>
                                    </m:ctrlPr>
                                  </m:sSupPr>
                                  <m:e>
                                    <m:d>
                                      <m:dPr>
                                        <m:ctrlPr>
                                          <a:rPr lang="es-AR" i="1">
                                            <a:latin typeface="Cambria Math" panose="02040503050406030204" pitchFamily="18" charset="0"/>
                                            <a:ea typeface="Cambria Math" panose="02040503050406030204" pitchFamily="18" charset="0"/>
                                          </a:rPr>
                                        </m:ctrlPr>
                                      </m:dPr>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𝑣</m:t>
                                            </m:r>
                                          </m:e>
                                          <m:sub>
                                            <m:r>
                                              <a:rPr lang="es-AR" i="1">
                                                <a:latin typeface="Cambria Math" panose="02040503050406030204" pitchFamily="18" charset="0"/>
                                                <a:ea typeface="Cambria Math" panose="02040503050406030204" pitchFamily="18" charset="0"/>
                                              </a:rPr>
                                              <m:t>𝑏𝑦𝑝𝑎𝑠𝑠</m:t>
                                            </m:r>
                                          </m:sub>
                                        </m:sSub>
                                      </m:e>
                                    </m:d>
                                  </m:e>
                                  <m:sup>
                                    <m:r>
                                      <a:rPr lang="es-AR" i="1">
                                        <a:latin typeface="Cambria Math" panose="02040503050406030204" pitchFamily="18" charset="0"/>
                                        <a:ea typeface="Cambria Math" panose="02040503050406030204" pitchFamily="18" charset="0"/>
                                      </a:rPr>
                                      <m:t>2</m:t>
                                    </m:r>
                                  </m:sup>
                                </m:sSup>
                              </m:num>
                              <m:den>
                                <m:r>
                                  <a:rPr lang="es-AR" i="1">
                                    <a:latin typeface="Cambria Math" panose="02040503050406030204" pitchFamily="18" charset="0"/>
                                    <a:ea typeface="Cambria Math" panose="02040503050406030204" pitchFamily="18" charset="0"/>
                                  </a:rPr>
                                  <m:t>2×</m:t>
                                </m:r>
                                <m:r>
                                  <a:rPr lang="es-AR" i="1">
                                    <a:latin typeface="Cambria Math" panose="02040503050406030204" pitchFamily="18" charset="0"/>
                                    <a:ea typeface="Cambria Math" panose="02040503050406030204" pitchFamily="18" charset="0"/>
                                  </a:rPr>
                                  <m:t>𝑔</m:t>
                                </m:r>
                              </m:den>
                            </m:f>
                            <m:r>
                              <a:rPr lang="es-AR" i="1">
                                <a:latin typeface="Cambria Math" panose="02040503050406030204" pitchFamily="18" charset="0"/>
                                <a:ea typeface="Cambria Math" panose="02040503050406030204" pitchFamily="18" charset="0"/>
                              </a:rPr>
                              <m:t>+</m:t>
                            </m:r>
                            <m:nary>
                              <m:naryPr>
                                <m:chr m:val="∑"/>
                                <m:subHide m:val="on"/>
                                <m:supHide m:val="on"/>
                                <m:ctrlPr>
                                  <a:rPr lang="es-AR" i="1">
                                    <a:latin typeface="Cambria Math" panose="02040503050406030204" pitchFamily="18" charset="0"/>
                                  </a:rPr>
                                </m:ctrlPr>
                              </m:naryPr>
                              <m:sub/>
                              <m:sup/>
                              <m:e>
                                <m:sSub>
                                  <m:sSubPr>
                                    <m:ctrlPr>
                                      <a:rPr lang="es-AR" i="1">
                                        <a:latin typeface="Cambria Math" panose="02040503050406030204" pitchFamily="18" charset="0"/>
                                      </a:rPr>
                                    </m:ctrlPr>
                                  </m:sSubPr>
                                  <m:e>
                                    <m:r>
                                      <a:rPr lang="es-AR" i="1">
                                        <a:latin typeface="Cambria Math" panose="02040503050406030204" pitchFamily="18" charset="0"/>
                                      </a:rPr>
                                      <m:t>𝑘</m:t>
                                    </m:r>
                                  </m:e>
                                  <m:sub>
                                    <m:r>
                                      <a:rPr lang="es-AR" i="1">
                                        <a:latin typeface="Cambria Math" panose="02040503050406030204" pitchFamily="18" charset="0"/>
                                      </a:rPr>
                                      <m:t>𝑖</m:t>
                                    </m:r>
                                  </m:sub>
                                </m:sSub>
                              </m:e>
                            </m:nary>
                            <m:r>
                              <a:rPr lang="es-AR" i="1">
                                <a:latin typeface="Cambria Math" panose="02040503050406030204" pitchFamily="18" charset="0"/>
                                <a:ea typeface="Cambria Math" panose="02040503050406030204" pitchFamily="18" charset="0"/>
                              </a:rPr>
                              <m:t>×</m:t>
                            </m:r>
                            <m:f>
                              <m:fPr>
                                <m:ctrlPr>
                                  <a:rPr lang="es-AR" i="1">
                                    <a:latin typeface="Cambria Math" panose="02040503050406030204" pitchFamily="18" charset="0"/>
                                    <a:ea typeface="Cambria Math" panose="02040503050406030204" pitchFamily="18" charset="0"/>
                                  </a:rPr>
                                </m:ctrlPr>
                              </m:fPr>
                              <m:num>
                                <m:sSup>
                                  <m:sSupPr>
                                    <m:ctrlPr>
                                      <a:rPr lang="es-AR" i="1">
                                        <a:latin typeface="Cambria Math" panose="02040503050406030204" pitchFamily="18" charset="0"/>
                                        <a:ea typeface="Cambria Math" panose="02040503050406030204" pitchFamily="18" charset="0"/>
                                      </a:rPr>
                                    </m:ctrlPr>
                                  </m:sSupPr>
                                  <m:e>
                                    <m:d>
                                      <m:dPr>
                                        <m:ctrlPr>
                                          <a:rPr lang="es-AR" i="1">
                                            <a:latin typeface="Cambria Math" panose="02040503050406030204" pitchFamily="18" charset="0"/>
                                            <a:ea typeface="Cambria Math" panose="02040503050406030204" pitchFamily="18" charset="0"/>
                                          </a:rPr>
                                        </m:ctrlPr>
                                      </m:dPr>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𝑣</m:t>
                                            </m:r>
                                          </m:e>
                                          <m:sub>
                                            <m:r>
                                              <a:rPr lang="es-AR" i="1">
                                                <a:latin typeface="Cambria Math" panose="02040503050406030204" pitchFamily="18" charset="0"/>
                                                <a:ea typeface="Cambria Math" panose="02040503050406030204" pitchFamily="18" charset="0"/>
                                              </a:rPr>
                                              <m:t>𝑏𝑦𝑝𝑎𝑠𝑠</m:t>
                                            </m:r>
                                          </m:sub>
                                        </m:sSub>
                                      </m:e>
                                    </m:d>
                                  </m:e>
                                  <m:sup>
                                    <m:r>
                                      <a:rPr lang="es-AR" i="1">
                                        <a:latin typeface="Cambria Math" panose="02040503050406030204" pitchFamily="18" charset="0"/>
                                        <a:ea typeface="Cambria Math" panose="02040503050406030204" pitchFamily="18" charset="0"/>
                                      </a:rPr>
                                      <m:t>2</m:t>
                                    </m:r>
                                  </m:sup>
                                </m:sSup>
                              </m:num>
                              <m:den>
                                <m:r>
                                  <a:rPr lang="es-AR" i="1">
                                    <a:latin typeface="Cambria Math" panose="02040503050406030204" pitchFamily="18" charset="0"/>
                                    <a:ea typeface="Cambria Math" panose="02040503050406030204" pitchFamily="18" charset="0"/>
                                  </a:rPr>
                                  <m:t>2×</m:t>
                                </m:r>
                                <m:r>
                                  <a:rPr lang="es-AR" i="1">
                                    <a:latin typeface="Cambria Math" panose="02040503050406030204" pitchFamily="18" charset="0"/>
                                    <a:ea typeface="Cambria Math" panose="02040503050406030204" pitchFamily="18" charset="0"/>
                                  </a:rPr>
                                  <m:t>𝑔</m:t>
                                </m:r>
                              </m:den>
                            </m:f>
                          </m:e>
                          <m:e>
                            <m:sSub>
                              <m:sSubPr>
                                <m:ctrlPr>
                                  <a:rPr lang="es-AR" i="1">
                                    <a:latin typeface="Cambria Math" panose="02040503050406030204" pitchFamily="18" charset="0"/>
                                  </a:rPr>
                                </m:ctrlPr>
                              </m:sSubPr>
                              <m:e>
                                <m:r>
                                  <a:rPr lang="es-AR" i="1">
                                    <a:latin typeface="Cambria Math" panose="02040503050406030204" pitchFamily="18" charset="0"/>
                                  </a:rPr>
                                  <m:t>𝐽</m:t>
                                </m:r>
                              </m:e>
                              <m:sub>
                                <m:r>
                                  <a:rPr lang="es-AR" i="1">
                                    <a:latin typeface="Cambria Math" panose="02040503050406030204" pitchFamily="18" charset="0"/>
                                  </a:rPr>
                                  <m:t>𝑖𝑛𝑡𝑒𝑟𝑐</m:t>
                                </m:r>
                              </m:sub>
                            </m:sSub>
                            <m:r>
                              <a:rPr lang="es-AR" i="1">
                                <a:latin typeface="Cambria Math" panose="02040503050406030204" pitchFamily="18" charset="0"/>
                              </a:rPr>
                              <m:t>=</m:t>
                            </m:r>
                            <m:nary>
                              <m:naryPr>
                                <m:chr m:val="∑"/>
                                <m:subHide m:val="on"/>
                                <m:supHide m:val="on"/>
                                <m:ctrlPr>
                                  <a:rPr lang="es-AR" i="1">
                                    <a:latin typeface="Cambria Math" panose="02040503050406030204" pitchFamily="18" charset="0"/>
                                  </a:rPr>
                                </m:ctrlPr>
                              </m:naryPr>
                              <m:sub/>
                              <m:sup/>
                              <m:e>
                                <m:sSub>
                                  <m:sSubPr>
                                    <m:ctrlPr>
                                      <a:rPr lang="es-AR" i="1">
                                        <a:latin typeface="Cambria Math" panose="02040503050406030204" pitchFamily="18" charset="0"/>
                                      </a:rPr>
                                    </m:ctrlPr>
                                  </m:sSubPr>
                                  <m:e>
                                    <m:r>
                                      <a:rPr lang="es-AR" i="1">
                                        <a:latin typeface="Cambria Math" panose="02040503050406030204" pitchFamily="18" charset="0"/>
                                      </a:rPr>
                                      <m:t>𝑘</m:t>
                                    </m:r>
                                  </m:e>
                                  <m:sub>
                                    <m:r>
                                      <a:rPr lang="es-AR" i="1">
                                        <a:latin typeface="Cambria Math" panose="02040503050406030204" pitchFamily="18" charset="0"/>
                                      </a:rPr>
                                      <m:t>𝑖</m:t>
                                    </m:r>
                                  </m:sub>
                                </m:sSub>
                              </m:e>
                            </m:nary>
                            <m:r>
                              <a:rPr lang="es-AR" i="1">
                                <a:latin typeface="Cambria Math" panose="02040503050406030204" pitchFamily="18" charset="0"/>
                                <a:ea typeface="Cambria Math" panose="02040503050406030204" pitchFamily="18" charset="0"/>
                              </a:rPr>
                              <m:t>×</m:t>
                            </m:r>
                            <m:f>
                              <m:fPr>
                                <m:ctrlPr>
                                  <a:rPr lang="es-AR" i="1">
                                    <a:latin typeface="Cambria Math" panose="02040503050406030204" pitchFamily="18" charset="0"/>
                                    <a:ea typeface="Cambria Math" panose="02040503050406030204" pitchFamily="18" charset="0"/>
                                  </a:rPr>
                                </m:ctrlPr>
                              </m:fPr>
                              <m:num>
                                <m:sSup>
                                  <m:sSupPr>
                                    <m:ctrlPr>
                                      <a:rPr lang="es-AR" i="1">
                                        <a:latin typeface="Cambria Math" panose="02040503050406030204" pitchFamily="18" charset="0"/>
                                        <a:ea typeface="Cambria Math" panose="02040503050406030204" pitchFamily="18" charset="0"/>
                                      </a:rPr>
                                    </m:ctrlPr>
                                  </m:sSupPr>
                                  <m:e>
                                    <m:d>
                                      <m:dPr>
                                        <m:ctrlPr>
                                          <a:rPr lang="es-AR" i="1">
                                            <a:latin typeface="Cambria Math" panose="02040503050406030204" pitchFamily="18" charset="0"/>
                                            <a:ea typeface="Cambria Math" panose="02040503050406030204" pitchFamily="18" charset="0"/>
                                          </a:rPr>
                                        </m:ctrlPr>
                                      </m:dPr>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𝑣</m:t>
                                            </m:r>
                                          </m:e>
                                          <m:sub>
                                            <m:r>
                                              <a:rPr lang="es-AR" i="1">
                                                <a:latin typeface="Cambria Math" panose="02040503050406030204" pitchFamily="18" charset="0"/>
                                                <a:ea typeface="Cambria Math" panose="02040503050406030204" pitchFamily="18" charset="0"/>
                                              </a:rPr>
                                              <m:t>𝑖𝑛𝑡𝑒𝑟𝑐</m:t>
                                            </m:r>
                                          </m:sub>
                                        </m:sSub>
                                      </m:e>
                                    </m:d>
                                  </m:e>
                                  <m:sup>
                                    <m:r>
                                      <a:rPr lang="es-AR" i="1">
                                        <a:latin typeface="Cambria Math" panose="02040503050406030204" pitchFamily="18" charset="0"/>
                                        <a:ea typeface="Cambria Math" panose="02040503050406030204" pitchFamily="18" charset="0"/>
                                      </a:rPr>
                                      <m:t>2</m:t>
                                    </m:r>
                                  </m:sup>
                                </m:sSup>
                              </m:num>
                              <m:den>
                                <m:r>
                                  <a:rPr lang="es-AR" i="1">
                                    <a:latin typeface="Cambria Math" panose="02040503050406030204" pitchFamily="18" charset="0"/>
                                    <a:ea typeface="Cambria Math" panose="02040503050406030204" pitchFamily="18" charset="0"/>
                                  </a:rPr>
                                  <m:t>2×</m:t>
                                </m:r>
                                <m:r>
                                  <a:rPr lang="es-AR" i="1">
                                    <a:latin typeface="Cambria Math" panose="02040503050406030204" pitchFamily="18" charset="0"/>
                                    <a:ea typeface="Cambria Math" panose="02040503050406030204" pitchFamily="18" charset="0"/>
                                  </a:rPr>
                                  <m:t>𝑔</m:t>
                                </m:r>
                              </m:den>
                            </m:f>
                            <m:r>
                              <m:rPr>
                                <m:nor/>
                              </m:rPr>
                              <a:rPr lang="es-AR" dirty="0"/>
                              <m:t> </m:t>
                            </m:r>
                          </m:e>
                        </m:eqArr>
                      </m:e>
                    </m:d>
                  </m:oMath>
                </a14:m>
                <a:endParaRPr lang="es-AR" dirty="0"/>
              </a:p>
            </p:txBody>
          </p:sp>
        </mc:Choice>
        <mc:Fallback xmlns="">
          <p:sp>
            <p:nvSpPr>
              <p:cNvPr id="3" name="Marcador de contenido 2">
                <a:extLst>
                  <a:ext uri="{FF2B5EF4-FFF2-40B4-BE49-F238E27FC236}">
                    <a16:creationId xmlns:a16="http://schemas.microsoft.com/office/drawing/2014/main" id="{A07C950F-75C6-4622-AFB6-0F1F53689936}"/>
                  </a:ext>
                </a:extLst>
              </p:cNvPr>
              <p:cNvSpPr>
                <a:spLocks noGrp="1" noRot="1" noChangeAspect="1" noMove="1" noResize="1" noEditPoints="1" noAdjustHandles="1" noChangeArrowheads="1" noChangeShapeType="1" noTextEdit="1"/>
              </p:cNvSpPr>
              <p:nvPr>
                <p:ph idx="1"/>
              </p:nvPr>
            </p:nvSpPr>
            <p:spPr>
              <a:blipFill>
                <a:blip r:embed="rId2"/>
                <a:stretch>
                  <a:fillRect l="-1515" t="-1667" r="-121"/>
                </a:stretch>
              </a:blipFill>
            </p:spPr>
            <p:txBody>
              <a:bodyPr/>
              <a:lstStyle/>
              <a:p>
                <a:r>
                  <a:rPr lang="es-AR">
                    <a:noFill/>
                  </a:rPr>
                  <a:t> </a:t>
                </a:r>
              </a:p>
            </p:txBody>
          </p:sp>
        </mc:Fallback>
      </mc:AlternateContent>
      <p:sp>
        <p:nvSpPr>
          <p:cNvPr id="4" name="Elipse 3">
            <a:extLst>
              <a:ext uri="{FF2B5EF4-FFF2-40B4-BE49-F238E27FC236}">
                <a16:creationId xmlns:a16="http://schemas.microsoft.com/office/drawing/2014/main" id="{BE97CBDC-CE13-49A1-8673-55DDE9F93656}"/>
              </a:ext>
            </a:extLst>
          </p:cNvPr>
          <p:cNvSpPr/>
          <p:nvPr/>
        </p:nvSpPr>
        <p:spPr>
          <a:xfrm>
            <a:off x="5377218" y="4394581"/>
            <a:ext cx="354842" cy="464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Elipse 4">
            <a:extLst>
              <a:ext uri="{FF2B5EF4-FFF2-40B4-BE49-F238E27FC236}">
                <a16:creationId xmlns:a16="http://schemas.microsoft.com/office/drawing/2014/main" id="{F8B96AEA-7C54-46DB-BF94-E0875103120F}"/>
              </a:ext>
            </a:extLst>
          </p:cNvPr>
          <p:cNvSpPr/>
          <p:nvPr/>
        </p:nvSpPr>
        <p:spPr>
          <a:xfrm>
            <a:off x="6459942" y="4230807"/>
            <a:ext cx="907574" cy="464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Elipse 5">
            <a:extLst>
              <a:ext uri="{FF2B5EF4-FFF2-40B4-BE49-F238E27FC236}">
                <a16:creationId xmlns:a16="http://schemas.microsoft.com/office/drawing/2014/main" id="{A06C9B29-253D-4250-BE0A-0CA19BC75C24}"/>
              </a:ext>
            </a:extLst>
          </p:cNvPr>
          <p:cNvSpPr/>
          <p:nvPr/>
        </p:nvSpPr>
        <p:spPr>
          <a:xfrm>
            <a:off x="7185548" y="4816853"/>
            <a:ext cx="907574" cy="4640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6588627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AFF6A-BC88-4C48-B43F-8E4E59199A0B}"/>
              </a:ext>
            </a:extLst>
          </p:cNvPr>
          <p:cNvSpPr>
            <a:spLocks noGrp="1"/>
          </p:cNvSpPr>
          <p:nvPr>
            <p:ph type="title"/>
          </p:nvPr>
        </p:nvSpPr>
        <p:spPr/>
        <p:txBody>
          <a:bodyPr/>
          <a:lstStyle/>
          <a:p>
            <a:r>
              <a:rPr lang="es-AR" dirty="0"/>
              <a:t>Línea de descarga (rama </a:t>
            </a:r>
            <a:r>
              <a:rPr lang="es-AR" dirty="0" err="1"/>
              <a:t>intercamb</a:t>
            </a:r>
            <a:r>
              <a:rPr lang="es-A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AE39686-F384-4FF8-84DC-F147448BCA47}"/>
                  </a:ext>
                </a:extLst>
              </p:cNvPr>
              <p:cNvSpPr>
                <a:spLocks noGrp="1"/>
              </p:cNvSpPr>
              <p:nvPr>
                <p:ph idx="1"/>
              </p:nvPr>
            </p:nvSpPr>
            <p:spPr/>
            <p:txBody>
              <a:bodyPr>
                <a:normAutofit fontScale="92500" lnSpcReduction="20000"/>
              </a:bodyPr>
              <a:lstStyle/>
              <a:p>
                <a:r>
                  <a:rPr lang="es-AR" dirty="0"/>
                  <a:t>En esta rama se desprecian las pérdidas primarias por ser despreciables frente a las pérdidas secundarias.</a:t>
                </a:r>
              </a:p>
              <a:p>
                <a:r>
                  <a:rPr lang="es-AR" dirty="0"/>
                  <a:t>Hay que tener en cuenta que el paralelo tiene dos “TE”, las mismas pueden estar ambas en la rama del intercambiador, ambas en la rama de bypass o una en cada rama, pero se deben considerar ambas.</a:t>
                </a:r>
              </a:p>
              <a:p>
                <a14:m>
                  <m:oMath xmlns:m="http://schemas.openxmlformats.org/officeDocument/2006/math">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𝐽</m:t>
                        </m:r>
                      </m:e>
                      <m:sub>
                        <m:r>
                          <a:rPr lang="es-AR" i="1">
                            <a:latin typeface="Cambria Math" panose="02040503050406030204" pitchFamily="18" charset="0"/>
                            <a:ea typeface="Cambria Math" panose="02040503050406030204" pitchFamily="18" charset="0"/>
                          </a:rPr>
                          <m:t>𝑖𝑛𝑡𝑒𝑟𝑐</m:t>
                        </m:r>
                      </m:sub>
                    </m:sSub>
                    <m:r>
                      <a:rPr lang="es-AR" i="1">
                        <a:latin typeface="Cambria Math" panose="02040503050406030204" pitchFamily="18" charset="0"/>
                        <a:ea typeface="Cambria Math" panose="02040503050406030204" pitchFamily="18" charset="0"/>
                      </a:rPr>
                      <m:t>=</m:t>
                    </m:r>
                    <m:nary>
                      <m:naryPr>
                        <m:chr m:val="∑"/>
                        <m:subHide m:val="on"/>
                        <m:supHide m:val="on"/>
                        <m:ctrlPr>
                          <a:rPr lang="es-AR" i="1">
                            <a:latin typeface="Cambria Math" panose="02040503050406030204" pitchFamily="18" charset="0"/>
                            <a:ea typeface="Cambria Math" panose="02040503050406030204" pitchFamily="18" charset="0"/>
                          </a:rPr>
                        </m:ctrlPr>
                      </m:naryPr>
                      <m:sub/>
                      <m:sup/>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𝑘</m:t>
                            </m:r>
                          </m:e>
                          <m:sub>
                            <m:r>
                              <a:rPr lang="es-AR" i="1">
                                <a:latin typeface="Cambria Math" panose="02040503050406030204" pitchFamily="18" charset="0"/>
                                <a:ea typeface="Cambria Math" panose="02040503050406030204" pitchFamily="18" charset="0"/>
                              </a:rPr>
                              <m:t>𝑖</m:t>
                            </m:r>
                          </m:sub>
                        </m:sSub>
                      </m:e>
                    </m:nary>
                    <m:r>
                      <a:rPr lang="es-AR" i="1">
                        <a:latin typeface="Cambria Math" panose="02040503050406030204" pitchFamily="18" charset="0"/>
                        <a:ea typeface="Cambria Math" panose="02040503050406030204" pitchFamily="18" charset="0"/>
                      </a:rPr>
                      <m:t>×</m:t>
                    </m:r>
                    <m:f>
                      <m:fPr>
                        <m:ctrlPr>
                          <a:rPr lang="es-AR" i="1">
                            <a:latin typeface="Cambria Math" panose="02040503050406030204" pitchFamily="18" charset="0"/>
                            <a:ea typeface="Cambria Math" panose="02040503050406030204" pitchFamily="18" charset="0"/>
                          </a:rPr>
                        </m:ctrlPr>
                      </m:fPr>
                      <m:num>
                        <m:sSup>
                          <m:sSupPr>
                            <m:ctrlPr>
                              <a:rPr lang="es-AR" i="1">
                                <a:latin typeface="Cambria Math" panose="02040503050406030204" pitchFamily="18" charset="0"/>
                                <a:ea typeface="Cambria Math" panose="02040503050406030204" pitchFamily="18" charset="0"/>
                              </a:rPr>
                            </m:ctrlPr>
                          </m:sSupPr>
                          <m:e>
                            <m:d>
                              <m:dPr>
                                <m:ctrlPr>
                                  <a:rPr lang="es-AR" i="1">
                                    <a:latin typeface="Cambria Math" panose="02040503050406030204" pitchFamily="18" charset="0"/>
                                    <a:ea typeface="Cambria Math" panose="02040503050406030204" pitchFamily="18" charset="0"/>
                                  </a:rPr>
                                </m:ctrlPr>
                              </m:dPr>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𝑣</m:t>
                                    </m:r>
                                  </m:e>
                                  <m:sub>
                                    <m:r>
                                      <a:rPr lang="es-AR" i="1">
                                        <a:latin typeface="Cambria Math" panose="02040503050406030204" pitchFamily="18" charset="0"/>
                                        <a:ea typeface="Cambria Math" panose="02040503050406030204" pitchFamily="18" charset="0"/>
                                      </a:rPr>
                                      <m:t>𝑖𝑛𝑡𝑒𝑟𝑐</m:t>
                                    </m:r>
                                  </m:sub>
                                </m:sSub>
                              </m:e>
                            </m:d>
                          </m:e>
                          <m:sup>
                            <m:r>
                              <a:rPr lang="es-AR" i="1">
                                <a:latin typeface="Cambria Math" panose="02040503050406030204" pitchFamily="18" charset="0"/>
                                <a:ea typeface="Cambria Math" panose="02040503050406030204" pitchFamily="18" charset="0"/>
                              </a:rPr>
                              <m:t>2</m:t>
                            </m:r>
                          </m:sup>
                        </m:sSup>
                      </m:num>
                      <m:den>
                        <m:r>
                          <a:rPr lang="es-AR" i="1">
                            <a:latin typeface="Cambria Math" panose="02040503050406030204" pitchFamily="18" charset="0"/>
                            <a:ea typeface="Cambria Math" panose="02040503050406030204" pitchFamily="18" charset="0"/>
                          </a:rPr>
                          <m:t>2×</m:t>
                        </m:r>
                        <m:r>
                          <a:rPr lang="es-AR" i="1">
                            <a:latin typeface="Cambria Math" panose="02040503050406030204" pitchFamily="18" charset="0"/>
                            <a:ea typeface="Cambria Math" panose="02040503050406030204" pitchFamily="18" charset="0"/>
                          </a:rPr>
                          <m:t>𝑔</m:t>
                        </m:r>
                      </m:den>
                    </m:f>
                  </m:oMath>
                </a14:m>
                <a:endParaRPr lang="es-AR"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nary>
                      <m:naryPr>
                        <m:chr m:val="∑"/>
                        <m:subHide m:val="on"/>
                        <m:supHide m:val="on"/>
                        <m:ctrlPr>
                          <a:rPr lang="es-AR" i="1">
                            <a:latin typeface="Cambria Math" panose="02040503050406030204" pitchFamily="18" charset="0"/>
                            <a:ea typeface="Cambria Math" panose="02040503050406030204" pitchFamily="18" charset="0"/>
                          </a:rPr>
                        </m:ctrlPr>
                      </m:naryPr>
                      <m:sub/>
                      <m:sup/>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𝑘</m:t>
                            </m:r>
                          </m:e>
                          <m:sub>
                            <m:r>
                              <a:rPr lang="es-AR" i="1">
                                <a:latin typeface="Cambria Math" panose="02040503050406030204" pitchFamily="18" charset="0"/>
                                <a:ea typeface="Cambria Math" panose="02040503050406030204" pitchFamily="18" charset="0"/>
                              </a:rPr>
                              <m:t>𝑖</m:t>
                            </m:r>
                          </m:sub>
                        </m:sSub>
                        <m:r>
                          <a:rPr lang="es-AR" i="1">
                            <a:latin typeface="Cambria Math" panose="02040503050406030204" pitchFamily="18" charset="0"/>
                            <a:ea typeface="Cambria Math" panose="02040503050406030204" pitchFamily="18" charset="0"/>
                          </a:rPr>
                          <m:t>=</m:t>
                        </m:r>
                      </m:e>
                    </m:nary>
                    <m:r>
                      <a:rPr lang="es-AR" i="1">
                        <a:latin typeface="Cambria Math" panose="02040503050406030204" pitchFamily="18" charset="0"/>
                        <a:ea typeface="Cambria Math" panose="02040503050406030204" pitchFamily="18" charset="0"/>
                      </a:rPr>
                      <m:t> </m:t>
                    </m:r>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𝑓</m:t>
                        </m:r>
                      </m:e>
                      <m:sub>
                        <m:r>
                          <a:rPr lang="es-AR" i="1">
                            <a:latin typeface="Cambria Math" panose="02040503050406030204" pitchFamily="18" charset="0"/>
                            <a:ea typeface="Cambria Math" panose="02040503050406030204" pitchFamily="18" charset="0"/>
                          </a:rPr>
                          <m:t>𝑇</m:t>
                        </m:r>
                      </m:sub>
                    </m:sSub>
                    <m:r>
                      <a:rPr lang="es-AR" i="1">
                        <a:latin typeface="Cambria Math" panose="02040503050406030204" pitchFamily="18" charset="0"/>
                        <a:ea typeface="Cambria Math" panose="02040503050406030204" pitchFamily="18" charset="0"/>
                      </a:rPr>
                      <m:t>×</m:t>
                    </m:r>
                    <m:d>
                      <m:dPr>
                        <m:ctrlPr>
                          <a:rPr lang="es-AR" i="1">
                            <a:latin typeface="Cambria Math" panose="02040503050406030204" pitchFamily="18" charset="0"/>
                            <a:ea typeface="Cambria Math" panose="02040503050406030204" pitchFamily="18" charset="0"/>
                          </a:rPr>
                        </m:ctrlPr>
                      </m:dPr>
                      <m:e>
                        <m:limLow>
                          <m:limLowPr>
                            <m:ctrlPr>
                              <a:rPr lang="es-AR" i="1">
                                <a:latin typeface="Cambria Math" panose="02040503050406030204" pitchFamily="18" charset="0"/>
                                <a:ea typeface="Cambria Math" panose="02040503050406030204" pitchFamily="18" charset="0"/>
                              </a:rPr>
                            </m:ctrlPr>
                          </m:limLowPr>
                          <m:e>
                            <m:r>
                              <a:rPr lang="es-AR" i="1">
                                <a:latin typeface="Cambria Math" panose="02040503050406030204" pitchFamily="18" charset="0"/>
                                <a:ea typeface="Cambria Math" panose="02040503050406030204" pitchFamily="18" charset="0"/>
                              </a:rPr>
                              <m:t>2×</m:t>
                            </m:r>
                            <m:groupChr>
                              <m:groupChrPr>
                                <m:chr m:val="⏟"/>
                                <m:ctrlPr>
                                  <a:rPr lang="es-AR" i="1">
                                    <a:latin typeface="Cambria Math" panose="02040503050406030204" pitchFamily="18" charset="0"/>
                                    <a:ea typeface="Cambria Math" panose="02040503050406030204" pitchFamily="18" charset="0"/>
                                  </a:rPr>
                                </m:ctrlPr>
                              </m:groupChrPr>
                              <m:e>
                                <m:f>
                                  <m:fPr>
                                    <m:type m:val="skw"/>
                                    <m:ctrlPr>
                                      <a:rPr lang="es-AR" i="1">
                                        <a:latin typeface="Cambria Math" panose="02040503050406030204" pitchFamily="18" charset="0"/>
                                        <a:ea typeface="Cambria Math" panose="02040503050406030204" pitchFamily="18" charset="0"/>
                                      </a:rPr>
                                    </m:ctrlPr>
                                  </m:fPr>
                                  <m:num>
                                    <m:r>
                                      <a:rPr lang="es-AR" i="1">
                                        <a:latin typeface="Cambria Math" panose="02040503050406030204" pitchFamily="18" charset="0"/>
                                        <a:ea typeface="Cambria Math" panose="02040503050406030204" pitchFamily="18" charset="0"/>
                                      </a:rPr>
                                      <m:t>𝐿𝑒</m:t>
                                    </m:r>
                                  </m:num>
                                  <m:den>
                                    <m:r>
                                      <a:rPr lang="es-AR" i="1">
                                        <a:latin typeface="Cambria Math" panose="02040503050406030204" pitchFamily="18" charset="0"/>
                                        <a:ea typeface="Cambria Math" panose="02040503050406030204" pitchFamily="18" charset="0"/>
                                      </a:rPr>
                                      <m:t>𝐷</m:t>
                                    </m:r>
                                  </m:den>
                                </m:f>
                              </m:e>
                            </m:groupChr>
                          </m:e>
                          <m:lim>
                            <m:r>
                              <a:rPr lang="es-AR" b="0" i="1" smtClean="0">
                                <a:latin typeface="Cambria Math" panose="02040503050406030204" pitchFamily="18" charset="0"/>
                                <a:ea typeface="Cambria Math" panose="02040503050406030204" pitchFamily="18" charset="0"/>
                              </a:rPr>
                              <m:t>𝑇𝐸</m:t>
                            </m:r>
                          </m:lim>
                        </m:limLow>
                        <m:r>
                          <a:rPr lang="es-AR" i="1">
                            <a:latin typeface="Cambria Math" panose="02040503050406030204" pitchFamily="18" charset="0"/>
                            <a:ea typeface="Cambria Math" panose="02040503050406030204" pitchFamily="18" charset="0"/>
                          </a:rPr>
                          <m:t>+2×</m:t>
                        </m:r>
                        <m:limLow>
                          <m:limLowPr>
                            <m:ctrlPr>
                              <a:rPr lang="es-AR" i="1">
                                <a:latin typeface="Cambria Math" panose="02040503050406030204" pitchFamily="18" charset="0"/>
                                <a:ea typeface="Cambria Math" panose="02040503050406030204" pitchFamily="18" charset="0"/>
                              </a:rPr>
                            </m:ctrlPr>
                          </m:limLowPr>
                          <m:e>
                            <m:groupChr>
                              <m:groupChrPr>
                                <m:chr m:val="⏟"/>
                                <m:ctrlPr>
                                  <a:rPr lang="es-AR" i="1">
                                    <a:latin typeface="Cambria Math" panose="02040503050406030204" pitchFamily="18" charset="0"/>
                                    <a:ea typeface="Cambria Math" panose="02040503050406030204" pitchFamily="18" charset="0"/>
                                  </a:rPr>
                                </m:ctrlPr>
                              </m:groupChrPr>
                              <m:e>
                                <m:f>
                                  <m:fPr>
                                    <m:type m:val="skw"/>
                                    <m:ctrlPr>
                                      <a:rPr lang="es-AR" i="1">
                                        <a:latin typeface="Cambria Math" panose="02040503050406030204" pitchFamily="18" charset="0"/>
                                        <a:ea typeface="Cambria Math" panose="02040503050406030204" pitchFamily="18" charset="0"/>
                                      </a:rPr>
                                    </m:ctrlPr>
                                  </m:fPr>
                                  <m:num>
                                    <m:r>
                                      <a:rPr lang="es-AR" i="1">
                                        <a:latin typeface="Cambria Math" panose="02040503050406030204" pitchFamily="18" charset="0"/>
                                        <a:ea typeface="Cambria Math" panose="02040503050406030204" pitchFamily="18" charset="0"/>
                                      </a:rPr>
                                      <m:t>𝐿𝑒</m:t>
                                    </m:r>
                                  </m:num>
                                  <m:den>
                                    <m:r>
                                      <a:rPr lang="es-AR" i="1">
                                        <a:latin typeface="Cambria Math" panose="02040503050406030204" pitchFamily="18" charset="0"/>
                                        <a:ea typeface="Cambria Math" panose="02040503050406030204" pitchFamily="18" charset="0"/>
                                      </a:rPr>
                                      <m:t>𝐷</m:t>
                                    </m:r>
                                  </m:den>
                                </m:f>
                              </m:e>
                            </m:groupChr>
                          </m:e>
                          <m:lim>
                            <m:eqArr>
                              <m:eqArrPr>
                                <m:ctrlPr>
                                  <a:rPr lang="es-AR" i="1">
                                    <a:latin typeface="Cambria Math" panose="02040503050406030204" pitchFamily="18" charset="0"/>
                                    <a:ea typeface="Cambria Math" panose="02040503050406030204" pitchFamily="18" charset="0"/>
                                  </a:rPr>
                                </m:ctrlPr>
                              </m:eqArrPr>
                              <m:e>
                                <m:r>
                                  <a:rPr lang="es-AR" i="1">
                                    <a:latin typeface="Cambria Math" panose="02040503050406030204" pitchFamily="18" charset="0"/>
                                    <a:ea typeface="Cambria Math" panose="02040503050406030204" pitchFamily="18" charset="0"/>
                                  </a:rPr>
                                  <m:t>𝑣𝑎𝑙𝑣</m:t>
                                </m:r>
                                <m:r>
                                  <a:rPr lang="es-AR" i="1">
                                    <a:latin typeface="Cambria Math" panose="02040503050406030204" pitchFamily="18" charset="0"/>
                                    <a:ea typeface="Cambria Math" panose="02040503050406030204" pitchFamily="18" charset="0"/>
                                  </a:rPr>
                                  <m:t>.</m:t>
                                </m:r>
                              </m:e>
                              <m:e>
                                <m:r>
                                  <a:rPr lang="es-AR" i="1">
                                    <a:latin typeface="Cambria Math" panose="02040503050406030204" pitchFamily="18" charset="0"/>
                                    <a:ea typeface="Cambria Math" panose="02040503050406030204" pitchFamily="18" charset="0"/>
                                  </a:rPr>
                                  <m:t>𝑐𝑜𝑚𝑝</m:t>
                                </m:r>
                                <m:r>
                                  <a:rPr lang="es-AR" i="1">
                                    <a:latin typeface="Cambria Math" panose="02040503050406030204" pitchFamily="18" charset="0"/>
                                    <a:ea typeface="Cambria Math" panose="02040503050406030204" pitchFamily="18" charset="0"/>
                                  </a:rPr>
                                  <m:t>.</m:t>
                                </m:r>
                              </m:e>
                            </m:eqArr>
                          </m:lim>
                        </m:limLow>
                        <m:r>
                          <a:rPr lang="es-AR" i="1">
                            <a:latin typeface="Cambria Math" panose="02040503050406030204" pitchFamily="18" charset="0"/>
                            <a:ea typeface="Cambria Math" panose="02040503050406030204" pitchFamily="18" charset="0"/>
                          </a:rPr>
                          <m:t>+2×</m:t>
                        </m:r>
                        <m:limLow>
                          <m:limLowPr>
                            <m:ctrlPr>
                              <a:rPr lang="es-AR" i="1">
                                <a:latin typeface="Cambria Math" panose="02040503050406030204" pitchFamily="18" charset="0"/>
                                <a:ea typeface="Cambria Math" panose="02040503050406030204" pitchFamily="18" charset="0"/>
                              </a:rPr>
                            </m:ctrlPr>
                          </m:limLowPr>
                          <m:e>
                            <m:groupChr>
                              <m:groupChrPr>
                                <m:chr m:val="⏟"/>
                                <m:ctrlPr>
                                  <a:rPr lang="es-AR" i="1">
                                    <a:latin typeface="Cambria Math" panose="02040503050406030204" pitchFamily="18" charset="0"/>
                                    <a:ea typeface="Cambria Math" panose="02040503050406030204" pitchFamily="18" charset="0"/>
                                  </a:rPr>
                                </m:ctrlPr>
                              </m:groupChrPr>
                              <m:e>
                                <m:f>
                                  <m:fPr>
                                    <m:type m:val="skw"/>
                                    <m:ctrlPr>
                                      <a:rPr lang="es-AR" i="1">
                                        <a:latin typeface="Cambria Math" panose="02040503050406030204" pitchFamily="18" charset="0"/>
                                        <a:ea typeface="Cambria Math" panose="02040503050406030204" pitchFamily="18" charset="0"/>
                                      </a:rPr>
                                    </m:ctrlPr>
                                  </m:fPr>
                                  <m:num>
                                    <m:r>
                                      <a:rPr lang="es-AR" i="1">
                                        <a:latin typeface="Cambria Math" panose="02040503050406030204" pitchFamily="18" charset="0"/>
                                        <a:ea typeface="Cambria Math" panose="02040503050406030204" pitchFamily="18" charset="0"/>
                                      </a:rPr>
                                      <m:t>𝐿𝑒</m:t>
                                    </m:r>
                                  </m:num>
                                  <m:den>
                                    <m:r>
                                      <a:rPr lang="es-AR" i="1">
                                        <a:latin typeface="Cambria Math" panose="02040503050406030204" pitchFamily="18" charset="0"/>
                                        <a:ea typeface="Cambria Math" panose="02040503050406030204" pitchFamily="18" charset="0"/>
                                      </a:rPr>
                                      <m:t>𝐷</m:t>
                                    </m:r>
                                  </m:den>
                                </m:f>
                              </m:e>
                            </m:groupChr>
                          </m:e>
                          <m:lim>
                            <m:eqArr>
                              <m:eqArrPr>
                                <m:ctrlPr>
                                  <a:rPr lang="es-AR" i="1">
                                    <a:latin typeface="Cambria Math" panose="02040503050406030204" pitchFamily="18" charset="0"/>
                                    <a:ea typeface="Cambria Math" panose="02040503050406030204" pitchFamily="18" charset="0"/>
                                  </a:rPr>
                                </m:ctrlPr>
                              </m:eqArrPr>
                              <m:e>
                                <m:r>
                                  <a:rPr lang="es-AR" i="1">
                                    <a:latin typeface="Cambria Math" panose="02040503050406030204" pitchFamily="18" charset="0"/>
                                    <a:ea typeface="Cambria Math" panose="02040503050406030204" pitchFamily="18" charset="0"/>
                                  </a:rPr>
                                  <m:t>𝑐𝑜𝑑𝑜𝑠</m:t>
                                </m:r>
                              </m:e>
                              <m:e>
                                <m:r>
                                  <a:rPr lang="es-AR" i="1">
                                    <a:latin typeface="Cambria Math" panose="02040503050406030204" pitchFamily="18" charset="0"/>
                                    <a:ea typeface="Cambria Math" panose="02040503050406030204" pitchFamily="18" charset="0"/>
                                  </a:rPr>
                                  <m:t>90°</m:t>
                                </m:r>
                              </m:e>
                            </m:eqArr>
                          </m:lim>
                        </m:limLow>
                      </m:e>
                    </m:d>
                    <m:r>
                      <a:rPr lang="es-AR" b="0" i="1" smtClean="0">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𝑘</m:t>
                        </m:r>
                      </m:e>
                      <m:sub>
                        <m:r>
                          <a:rPr lang="es-AR" i="1">
                            <a:latin typeface="Cambria Math" panose="02040503050406030204" pitchFamily="18" charset="0"/>
                            <a:ea typeface="Cambria Math" panose="02040503050406030204" pitchFamily="18" charset="0"/>
                          </a:rPr>
                          <m:t>𝑖</m:t>
                        </m:r>
                        <m:r>
                          <a:rPr lang="es-AR" b="0" i="1" smtClean="0">
                            <a:latin typeface="Cambria Math" panose="02040503050406030204" pitchFamily="18" charset="0"/>
                            <a:ea typeface="Cambria Math" panose="02040503050406030204" pitchFamily="18" charset="0"/>
                          </a:rPr>
                          <m:t>𝑛𝑡</m:t>
                        </m:r>
                      </m:sub>
                    </m:sSub>
                  </m:oMath>
                </a14:m>
                <a:endParaRPr lang="es-AR" i="1"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nary>
                      <m:naryPr>
                        <m:chr m:val="∑"/>
                        <m:subHide m:val="on"/>
                        <m:supHide m:val="on"/>
                        <m:ctrlPr>
                          <a:rPr lang="es-AR" i="1">
                            <a:latin typeface="Cambria Math" panose="02040503050406030204" pitchFamily="18" charset="0"/>
                            <a:ea typeface="Cambria Math" panose="02040503050406030204" pitchFamily="18" charset="0"/>
                          </a:rPr>
                        </m:ctrlPr>
                      </m:naryPr>
                      <m:sub/>
                      <m:sup/>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𝑘</m:t>
                            </m:r>
                          </m:e>
                          <m:sub>
                            <m:r>
                              <a:rPr lang="es-AR" i="1">
                                <a:latin typeface="Cambria Math" panose="02040503050406030204" pitchFamily="18" charset="0"/>
                                <a:ea typeface="Cambria Math" panose="02040503050406030204" pitchFamily="18" charset="0"/>
                              </a:rPr>
                              <m:t>𝑖</m:t>
                            </m:r>
                          </m:sub>
                        </m:sSub>
                        <m:r>
                          <a:rPr lang="es-AR" i="1">
                            <a:latin typeface="Cambria Math" panose="02040503050406030204" pitchFamily="18" charset="0"/>
                            <a:ea typeface="Cambria Math" panose="02040503050406030204" pitchFamily="18" charset="0"/>
                          </a:rPr>
                          <m:t>=</m:t>
                        </m:r>
                      </m:e>
                    </m:nary>
                    <m:r>
                      <a:rPr lang="es-AR" i="1">
                        <a:latin typeface="Cambria Math" panose="02040503050406030204" pitchFamily="18" charset="0"/>
                        <a:ea typeface="Cambria Math" panose="02040503050406030204" pitchFamily="18" charset="0"/>
                      </a:rPr>
                      <m:t> 0.017×</m:t>
                    </m:r>
                    <m:d>
                      <m:dPr>
                        <m:ctrlPr>
                          <a:rPr lang="es-AR" i="1">
                            <a:latin typeface="Cambria Math" panose="02040503050406030204" pitchFamily="18" charset="0"/>
                            <a:ea typeface="Cambria Math" panose="02040503050406030204" pitchFamily="18" charset="0"/>
                          </a:rPr>
                        </m:ctrlPr>
                      </m:dPr>
                      <m:e>
                        <m:r>
                          <a:rPr lang="es-AR" i="1">
                            <a:latin typeface="Cambria Math" panose="02040503050406030204" pitchFamily="18" charset="0"/>
                            <a:ea typeface="Cambria Math" panose="02040503050406030204" pitchFamily="18" charset="0"/>
                          </a:rPr>
                          <m:t>2×</m:t>
                        </m:r>
                        <m:r>
                          <a:rPr lang="es-AR" b="0" i="1" smtClean="0">
                            <a:latin typeface="Cambria Math" panose="02040503050406030204" pitchFamily="18" charset="0"/>
                            <a:ea typeface="Cambria Math" panose="02040503050406030204" pitchFamily="18" charset="0"/>
                          </a:rPr>
                          <m:t>20</m:t>
                        </m:r>
                        <m:r>
                          <a:rPr lang="es-AR" i="1">
                            <a:latin typeface="Cambria Math" panose="02040503050406030204" pitchFamily="18" charset="0"/>
                            <a:ea typeface="Cambria Math" panose="02040503050406030204" pitchFamily="18" charset="0"/>
                          </a:rPr>
                          <m:t>+2×8+2×30</m:t>
                        </m:r>
                      </m:e>
                    </m:d>
                    <m:r>
                      <a:rPr lang="es-AR" b="0" i="1" smtClean="0">
                        <a:latin typeface="Cambria Math" panose="02040503050406030204" pitchFamily="18" charset="0"/>
                        <a:ea typeface="Cambria Math" panose="02040503050406030204" pitchFamily="18" charset="0"/>
                      </a:rPr>
                      <m:t>+12</m:t>
                    </m:r>
                  </m:oMath>
                </a14:m>
                <a:endParaRPr lang="es-AR" i="1"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nary>
                      <m:naryPr>
                        <m:chr m:val="∑"/>
                        <m:subHide m:val="on"/>
                        <m:supHide m:val="on"/>
                        <m:ctrlPr>
                          <a:rPr lang="es-AR" i="1">
                            <a:latin typeface="Cambria Math" panose="02040503050406030204" pitchFamily="18" charset="0"/>
                            <a:ea typeface="Cambria Math" panose="02040503050406030204" pitchFamily="18" charset="0"/>
                          </a:rPr>
                        </m:ctrlPr>
                      </m:naryPr>
                      <m:sub/>
                      <m:sup/>
                      <m:e>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𝑘</m:t>
                            </m:r>
                          </m:e>
                          <m:sub>
                            <m:r>
                              <a:rPr lang="es-AR" i="1">
                                <a:latin typeface="Cambria Math" panose="02040503050406030204" pitchFamily="18" charset="0"/>
                                <a:ea typeface="Cambria Math" panose="02040503050406030204" pitchFamily="18" charset="0"/>
                              </a:rPr>
                              <m:t>𝑖</m:t>
                            </m:r>
                          </m:sub>
                        </m:sSub>
                        <m:r>
                          <a:rPr lang="es-AR" i="1">
                            <a:latin typeface="Cambria Math" panose="02040503050406030204" pitchFamily="18" charset="0"/>
                            <a:ea typeface="Cambria Math" panose="02040503050406030204" pitchFamily="18" charset="0"/>
                          </a:rPr>
                          <m:t>=</m:t>
                        </m:r>
                      </m:e>
                    </m:nary>
                    <m:r>
                      <a:rPr lang="es-AR" b="0" i="1" smtClean="0">
                        <a:latin typeface="Cambria Math" panose="02040503050406030204" pitchFamily="18" charset="0"/>
                        <a:ea typeface="Cambria Math" panose="02040503050406030204" pitchFamily="18" charset="0"/>
                      </a:rPr>
                      <m:t>13.972</m:t>
                    </m:r>
                  </m:oMath>
                </a14:m>
                <a:endParaRPr lang="es-AR" dirty="0">
                  <a:latin typeface="Cambria Math" panose="02040503050406030204" pitchFamily="18" charset="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CAE39686-F384-4FF8-84DC-F147448BCA47}"/>
                  </a:ext>
                </a:extLst>
              </p:cNvPr>
              <p:cNvSpPr>
                <a:spLocks noGrp="1" noRot="1" noChangeAspect="1" noMove="1" noResize="1" noEditPoints="1" noAdjustHandles="1" noChangeArrowheads="1" noChangeShapeType="1" noTextEdit="1"/>
              </p:cNvSpPr>
              <p:nvPr>
                <p:ph idx="1"/>
              </p:nvPr>
            </p:nvSpPr>
            <p:spPr>
              <a:blipFill>
                <a:blip r:embed="rId2"/>
                <a:stretch>
                  <a:fillRect l="-3455" t="-2576" b="-15909"/>
                </a:stretch>
              </a:blipFill>
            </p:spPr>
            <p:txBody>
              <a:bodyPr/>
              <a:lstStyle/>
              <a:p>
                <a:r>
                  <a:rPr lang="es-AR">
                    <a:noFill/>
                  </a:rPr>
                  <a:t> </a:t>
                </a:r>
              </a:p>
            </p:txBody>
          </p:sp>
        </mc:Fallback>
      </mc:AlternateContent>
    </p:spTree>
    <p:extLst>
      <p:ext uri="{BB962C8B-B14F-4D97-AF65-F5344CB8AC3E}">
        <p14:creationId xmlns:p14="http://schemas.microsoft.com/office/powerpoint/2010/main" val="9658260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AFF6A-BC88-4C48-B43F-8E4E59199A0B}"/>
              </a:ext>
            </a:extLst>
          </p:cNvPr>
          <p:cNvSpPr>
            <a:spLocks noGrp="1"/>
          </p:cNvSpPr>
          <p:nvPr>
            <p:ph type="title"/>
          </p:nvPr>
        </p:nvSpPr>
        <p:spPr/>
        <p:txBody>
          <a:bodyPr/>
          <a:lstStyle/>
          <a:p>
            <a:r>
              <a:rPr lang="es-AR" dirty="0"/>
              <a:t>Línea de descarga (rama </a:t>
            </a:r>
            <a:r>
              <a:rPr lang="es-AR" dirty="0" err="1"/>
              <a:t>intercamb</a:t>
            </a:r>
            <a:r>
              <a:rPr lang="es-A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AE39686-F384-4FF8-84DC-F147448BCA47}"/>
                  </a:ext>
                </a:extLst>
              </p:cNvPr>
              <p:cNvSpPr>
                <a:spLocks noGrp="1"/>
              </p:cNvSpPr>
              <p:nvPr>
                <p:ph idx="1"/>
              </p:nvPr>
            </p:nvSpPr>
            <p:spPr/>
            <p:txBody>
              <a:bodyPr>
                <a:normAutofit/>
              </a:bodyPr>
              <a:lstStyle/>
              <a:p>
                <a:r>
                  <a:rPr lang="es-AR" dirty="0"/>
                  <a:t>Reemplazando:</a:t>
                </a: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13.972</m:t>
                    </m:r>
                    <m:r>
                      <a:rPr lang="es-AR" sz="2400" i="1" smtClean="0">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32.17</m:t>
                        </m:r>
                        <m:f>
                          <m:fPr>
                            <m:type m:val="skw"/>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𝑓𝑡</m:t>
                            </m:r>
                          </m:num>
                          <m:den>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𝑠𝑒𝑔</m:t>
                                </m:r>
                              </m:e>
                              <m:sup>
                                <m:r>
                                  <a:rPr lang="es-AR" sz="2400" b="0" i="1" smtClean="0">
                                    <a:latin typeface="Cambria Math" panose="02040503050406030204" pitchFamily="18" charset="0"/>
                                    <a:ea typeface="Cambria Math" panose="02040503050406030204" pitchFamily="18" charset="0"/>
                                  </a:rPr>
                                  <m:t>2</m:t>
                                </m:r>
                              </m:sup>
                            </m:sSup>
                          </m:den>
                        </m:f>
                      </m:den>
                    </m:f>
                    <m:r>
                      <a:rPr lang="es-AR" sz="240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0.2171</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p>
            </p:txBody>
          </p:sp>
        </mc:Choice>
        <mc:Fallback xmlns="">
          <p:sp>
            <p:nvSpPr>
              <p:cNvPr id="3" name="Marcador de contenido 2">
                <a:extLst>
                  <a:ext uri="{FF2B5EF4-FFF2-40B4-BE49-F238E27FC236}">
                    <a16:creationId xmlns:a16="http://schemas.microsoft.com/office/drawing/2014/main" id="{CAE39686-F384-4FF8-84DC-F147448BCA47}"/>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12064457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AFF6A-BC88-4C48-B43F-8E4E59199A0B}"/>
              </a:ext>
            </a:extLst>
          </p:cNvPr>
          <p:cNvSpPr>
            <a:spLocks noGrp="1"/>
          </p:cNvSpPr>
          <p:nvPr>
            <p:ph type="title"/>
          </p:nvPr>
        </p:nvSpPr>
        <p:spPr/>
        <p:txBody>
          <a:bodyPr/>
          <a:lstStyle/>
          <a:p>
            <a:r>
              <a:rPr lang="es-AR" dirty="0"/>
              <a:t>Línea de descarga (rama bypass)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AE39686-F384-4FF8-84DC-F147448BCA47}"/>
                  </a:ext>
                </a:extLst>
              </p:cNvPr>
              <p:cNvSpPr>
                <a:spLocks noGrp="1"/>
              </p:cNvSpPr>
              <p:nvPr>
                <p:ph idx="1"/>
              </p:nvPr>
            </p:nvSpPr>
            <p:spPr/>
            <p:txBody>
              <a:bodyPr>
                <a:normAutofit/>
              </a:bodyPr>
              <a:lstStyle/>
              <a:p>
                <a14:m>
                  <m:oMath xmlns:m="http://schemas.openxmlformats.org/officeDocument/2006/math">
                    <m:sSub>
                      <m:sSubPr>
                        <m:ctrlPr>
                          <a:rPr lang="es-AR" sz="2400" i="1" smtClean="0">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𝑓</m:t>
                        </m:r>
                      </m:e>
                      <m:sub>
                        <m:r>
                          <a:rPr lang="es-AR" sz="2400" i="1">
                            <a:latin typeface="Cambria Math" panose="02040503050406030204" pitchFamily="18" charset="0"/>
                            <a:ea typeface="Cambria Math" panose="02040503050406030204" pitchFamily="18" charset="0"/>
                          </a:rPr>
                          <m:t>𝑚</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𝐿</m:t>
                            </m:r>
                          </m:e>
                          <m:sub>
                            <m:r>
                              <a:rPr lang="es-AR" sz="2400" i="1">
                                <a:latin typeface="Cambria Math" panose="02040503050406030204" pitchFamily="18" charset="0"/>
                                <a:ea typeface="Cambria Math" panose="02040503050406030204" pitchFamily="18" charset="0"/>
                              </a:rPr>
                              <m:t>3</m:t>
                            </m:r>
                          </m:sub>
                        </m:sSub>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i="1">
                                <a:latin typeface="Cambria Math" panose="02040503050406030204" pitchFamily="18" charset="0"/>
                                <a:ea typeface="Cambria Math" panose="02040503050406030204" pitchFamily="18" charset="0"/>
                              </a:rPr>
                              <m:t>3</m:t>
                            </m:r>
                          </m:sub>
                        </m:sSub>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nary>
                      <m:naryPr>
                        <m:chr m:val="∑"/>
                        <m:subHide m:val="on"/>
                        <m:supHide m:val="on"/>
                        <m:ctrlPr>
                          <a:rPr lang="es-AR" sz="2400" i="1">
                            <a:latin typeface="Cambria Math" panose="02040503050406030204" pitchFamily="18" charset="0"/>
                            <a:ea typeface="Cambria Math" panose="02040503050406030204" pitchFamily="18" charset="0"/>
                          </a:rPr>
                        </m:ctrlPr>
                      </m:naryPr>
                      <m:sub/>
                      <m:sup/>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𝑘</m:t>
                            </m:r>
                          </m:e>
                          <m:sub>
                            <m:r>
                              <a:rPr lang="es-AR" sz="2400" i="1">
                                <a:latin typeface="Cambria Math" panose="02040503050406030204" pitchFamily="18" charset="0"/>
                                <a:ea typeface="Cambria Math" panose="02040503050406030204" pitchFamily="18" charset="0"/>
                              </a:rPr>
                              <m:t>𝑖</m:t>
                            </m:r>
                          </m:sub>
                        </m:sSub>
                      </m:e>
                    </m:nary>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oMath>
                </a14:m>
                <a:endParaRPr lang="es-AR" sz="2400"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nary>
                      <m:naryPr>
                        <m:chr m:val="∑"/>
                        <m:subHide m:val="on"/>
                        <m:supHide m:val="on"/>
                        <m:ctrlPr>
                          <a:rPr lang="es-AR" sz="2400" i="1">
                            <a:latin typeface="Cambria Math" panose="02040503050406030204" pitchFamily="18" charset="0"/>
                            <a:ea typeface="Cambria Math" panose="02040503050406030204" pitchFamily="18" charset="0"/>
                          </a:rPr>
                        </m:ctrlPr>
                      </m:naryPr>
                      <m:sub/>
                      <m:sup/>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𝑘</m:t>
                            </m:r>
                          </m:e>
                          <m:sub>
                            <m:r>
                              <a:rPr lang="es-AR" sz="2400" i="1">
                                <a:latin typeface="Cambria Math" panose="02040503050406030204" pitchFamily="18" charset="0"/>
                                <a:ea typeface="Cambria Math" panose="02040503050406030204" pitchFamily="18" charset="0"/>
                              </a:rPr>
                              <m:t>𝑖</m:t>
                            </m:r>
                          </m:sub>
                        </m:sSub>
                        <m:r>
                          <a:rPr lang="es-AR" sz="2400" i="1">
                            <a:latin typeface="Cambria Math" panose="02040503050406030204" pitchFamily="18" charset="0"/>
                            <a:ea typeface="Cambria Math" panose="02040503050406030204" pitchFamily="18" charset="0"/>
                          </a:rPr>
                          <m:t>=</m:t>
                        </m:r>
                      </m:e>
                    </m:nary>
                    <m:r>
                      <a:rPr lang="es-AR" sz="2400" i="1">
                        <a:latin typeface="Cambria Math" panose="02040503050406030204" pitchFamily="18" charset="0"/>
                        <a:ea typeface="Cambria Math" panose="02040503050406030204" pitchFamily="18" charset="0"/>
                      </a:rPr>
                      <m:t> </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𝑓</m:t>
                        </m:r>
                      </m:e>
                      <m:sub>
                        <m:r>
                          <a:rPr lang="es-AR" sz="2400" i="1">
                            <a:latin typeface="Cambria Math" panose="02040503050406030204" pitchFamily="18" charset="0"/>
                            <a:ea typeface="Cambria Math" panose="02040503050406030204" pitchFamily="18" charset="0"/>
                          </a:rPr>
                          <m:t>𝑇</m:t>
                        </m:r>
                      </m:sub>
                    </m:sSub>
                    <m:r>
                      <a:rPr lang="es-AR" sz="2400" i="1">
                        <a:latin typeface="Cambria Math" panose="02040503050406030204" pitchFamily="18" charset="0"/>
                        <a:ea typeface="Cambria Math" panose="02040503050406030204" pitchFamily="18" charset="0"/>
                      </a:rPr>
                      <m:t>×</m:t>
                    </m:r>
                    <m:d>
                      <m:dPr>
                        <m:ctrlPr>
                          <a:rPr lang="es-AR" sz="2400" i="1">
                            <a:latin typeface="Cambria Math" panose="02040503050406030204" pitchFamily="18" charset="0"/>
                            <a:ea typeface="Cambria Math" panose="02040503050406030204" pitchFamily="18" charset="0"/>
                          </a:rPr>
                        </m:ctrlPr>
                      </m:dPr>
                      <m:e>
                        <m:limLow>
                          <m:limLowPr>
                            <m:ctrlPr>
                              <a:rPr lang="es-AR" sz="2400" i="1">
                                <a:latin typeface="Cambria Math" panose="02040503050406030204" pitchFamily="18" charset="0"/>
                                <a:ea typeface="Cambria Math" panose="02040503050406030204" pitchFamily="18" charset="0"/>
                              </a:rPr>
                            </m:ctrlPr>
                          </m:limLowPr>
                          <m:e>
                            <m:groupChr>
                              <m:groupChrPr>
                                <m:chr m:val="⏟"/>
                                <m:ctrlPr>
                                  <a:rPr lang="es-AR" sz="2400" i="1">
                                    <a:latin typeface="Cambria Math" panose="02040503050406030204" pitchFamily="18" charset="0"/>
                                    <a:ea typeface="Cambria Math" panose="02040503050406030204" pitchFamily="18" charset="0"/>
                                  </a:rPr>
                                </m:ctrlPr>
                              </m:groupChrPr>
                              <m:e>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𝐿𝑒</m:t>
                                    </m:r>
                                  </m:num>
                                  <m:den>
                                    <m:r>
                                      <a:rPr lang="es-AR" sz="2400" i="1">
                                        <a:latin typeface="Cambria Math" panose="02040503050406030204" pitchFamily="18" charset="0"/>
                                        <a:ea typeface="Cambria Math" panose="02040503050406030204" pitchFamily="18" charset="0"/>
                                      </a:rPr>
                                      <m:t>𝐷</m:t>
                                    </m:r>
                                  </m:den>
                                </m:f>
                              </m:e>
                            </m:groupChr>
                          </m:e>
                          <m:lim>
                            <m:eqArr>
                              <m:eqArrPr>
                                <m:ctrlPr>
                                  <a:rPr lang="es-AR" sz="2400" i="1">
                                    <a:latin typeface="Cambria Math" panose="02040503050406030204" pitchFamily="18" charset="0"/>
                                    <a:ea typeface="Cambria Math" panose="02040503050406030204" pitchFamily="18" charset="0"/>
                                  </a:rPr>
                                </m:ctrlPr>
                              </m:eqArrPr>
                              <m:e>
                                <m:r>
                                  <a:rPr lang="es-AR" sz="2400" i="1">
                                    <a:latin typeface="Cambria Math" panose="02040503050406030204" pitchFamily="18" charset="0"/>
                                    <a:ea typeface="Cambria Math" panose="02040503050406030204" pitchFamily="18" charset="0"/>
                                  </a:rPr>
                                  <m:t>𝑣𝑎𝑙𝑣</m:t>
                                </m:r>
                                <m:r>
                                  <a:rPr lang="es-AR" sz="2400" i="1">
                                    <a:latin typeface="Cambria Math" panose="02040503050406030204" pitchFamily="18" charset="0"/>
                                    <a:ea typeface="Cambria Math" panose="02040503050406030204" pitchFamily="18" charset="0"/>
                                  </a:rPr>
                                  <m:t>.</m:t>
                                </m:r>
                              </m:e>
                              <m:e>
                                <m:r>
                                  <a:rPr lang="es-AR" sz="2400" b="0" i="1" smtClean="0">
                                    <a:latin typeface="Cambria Math" panose="02040503050406030204" pitchFamily="18" charset="0"/>
                                    <a:ea typeface="Cambria Math" panose="02040503050406030204" pitchFamily="18" charset="0"/>
                                  </a:rPr>
                                  <m:t>𝑔𝑙𝑜𝑏𝑜</m:t>
                                </m:r>
                              </m:e>
                            </m:eqArr>
                          </m:lim>
                        </m:limLow>
                        <m:r>
                          <a:rPr lang="es-AR" sz="2400" i="1">
                            <a:latin typeface="Cambria Math" panose="02040503050406030204" pitchFamily="18" charset="0"/>
                            <a:ea typeface="Cambria Math" panose="02040503050406030204" pitchFamily="18" charset="0"/>
                          </a:rPr>
                          <m:t>+2×</m:t>
                        </m:r>
                        <m:limLow>
                          <m:limLowPr>
                            <m:ctrlPr>
                              <a:rPr lang="es-AR" sz="2400" i="1">
                                <a:latin typeface="Cambria Math" panose="02040503050406030204" pitchFamily="18" charset="0"/>
                                <a:ea typeface="Cambria Math" panose="02040503050406030204" pitchFamily="18" charset="0"/>
                              </a:rPr>
                            </m:ctrlPr>
                          </m:limLowPr>
                          <m:e>
                            <m:groupChr>
                              <m:groupChrPr>
                                <m:chr m:val="⏟"/>
                                <m:ctrlPr>
                                  <a:rPr lang="es-AR" sz="2400" i="1">
                                    <a:latin typeface="Cambria Math" panose="02040503050406030204" pitchFamily="18" charset="0"/>
                                    <a:ea typeface="Cambria Math" panose="02040503050406030204" pitchFamily="18" charset="0"/>
                                  </a:rPr>
                                </m:ctrlPr>
                              </m:groupChrPr>
                              <m:e>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𝐿𝑒</m:t>
                                    </m:r>
                                  </m:num>
                                  <m:den>
                                    <m:r>
                                      <a:rPr lang="es-AR" sz="2400" i="1">
                                        <a:latin typeface="Cambria Math" panose="02040503050406030204" pitchFamily="18" charset="0"/>
                                        <a:ea typeface="Cambria Math" panose="02040503050406030204" pitchFamily="18" charset="0"/>
                                      </a:rPr>
                                      <m:t>𝐷</m:t>
                                    </m:r>
                                  </m:den>
                                </m:f>
                              </m:e>
                            </m:groupChr>
                          </m:e>
                          <m:lim>
                            <m:eqArr>
                              <m:eqArrPr>
                                <m:ctrlPr>
                                  <a:rPr lang="es-AR" sz="2400" i="1">
                                    <a:latin typeface="Cambria Math" panose="02040503050406030204" pitchFamily="18" charset="0"/>
                                    <a:ea typeface="Cambria Math" panose="02040503050406030204" pitchFamily="18" charset="0"/>
                                  </a:rPr>
                                </m:ctrlPr>
                              </m:eqArrPr>
                              <m:e>
                                <m:r>
                                  <a:rPr lang="es-AR" sz="2400" i="1">
                                    <a:latin typeface="Cambria Math" panose="02040503050406030204" pitchFamily="18" charset="0"/>
                                    <a:ea typeface="Cambria Math" panose="02040503050406030204" pitchFamily="18" charset="0"/>
                                  </a:rPr>
                                  <m:t>𝑐𝑜𝑑𝑜𝑠</m:t>
                                </m:r>
                              </m:e>
                              <m:e>
                                <m:r>
                                  <a:rPr lang="es-AR" sz="2400" i="1">
                                    <a:latin typeface="Cambria Math" panose="02040503050406030204" pitchFamily="18" charset="0"/>
                                    <a:ea typeface="Cambria Math" panose="02040503050406030204" pitchFamily="18" charset="0"/>
                                  </a:rPr>
                                  <m:t>90°</m:t>
                                </m:r>
                              </m:e>
                            </m:eqArr>
                          </m:lim>
                        </m:limLow>
                      </m:e>
                    </m:d>
                    <m:r>
                      <a:rPr lang="es-AR" sz="2400" i="1" smtClean="0">
                        <a:latin typeface="Cambria Math" panose="02040503050406030204" pitchFamily="18" charset="0"/>
                        <a:ea typeface="Cambria Math" panose="02040503050406030204" pitchFamily="18" charset="0"/>
                      </a:rPr>
                      <m:t>⇒</m:t>
                    </m:r>
                    <m:nary>
                      <m:naryPr>
                        <m:chr m:val="∑"/>
                        <m:subHide m:val="on"/>
                        <m:supHide m:val="on"/>
                        <m:ctrlPr>
                          <a:rPr lang="es-AR" sz="2400" i="1">
                            <a:latin typeface="Cambria Math" panose="02040503050406030204" pitchFamily="18" charset="0"/>
                            <a:ea typeface="Cambria Math" panose="02040503050406030204" pitchFamily="18" charset="0"/>
                          </a:rPr>
                        </m:ctrlPr>
                      </m:naryPr>
                      <m:sub/>
                      <m:sup/>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𝑘</m:t>
                            </m:r>
                          </m:e>
                          <m:sub>
                            <m:r>
                              <a:rPr lang="es-AR" sz="2400" i="1">
                                <a:latin typeface="Cambria Math" panose="02040503050406030204" pitchFamily="18" charset="0"/>
                                <a:ea typeface="Cambria Math" panose="02040503050406030204" pitchFamily="18" charset="0"/>
                              </a:rPr>
                              <m:t>𝑖</m:t>
                            </m:r>
                          </m:sub>
                        </m:sSub>
                        <m:r>
                          <a:rPr lang="es-AR" sz="2400" i="1">
                            <a:latin typeface="Cambria Math" panose="02040503050406030204" pitchFamily="18" charset="0"/>
                            <a:ea typeface="Cambria Math" panose="02040503050406030204" pitchFamily="18" charset="0"/>
                          </a:rPr>
                          <m:t>=</m:t>
                        </m:r>
                      </m:e>
                    </m:nary>
                    <m:r>
                      <a:rPr lang="es-AR" sz="2400" i="1">
                        <a:latin typeface="Cambria Math" panose="02040503050406030204" pitchFamily="18" charset="0"/>
                        <a:ea typeface="Cambria Math" panose="02040503050406030204" pitchFamily="18" charset="0"/>
                      </a:rPr>
                      <m:t> 0.0</m:t>
                    </m:r>
                    <m:r>
                      <a:rPr lang="es-AR" sz="2400" b="0" i="1" smtClean="0">
                        <a:latin typeface="Cambria Math" panose="02040503050406030204" pitchFamily="18" charset="0"/>
                        <a:ea typeface="Cambria Math" panose="02040503050406030204" pitchFamily="18" charset="0"/>
                      </a:rPr>
                      <m:t>23</m:t>
                    </m:r>
                    <m:r>
                      <a:rPr lang="es-AR" sz="2400" i="1">
                        <a:latin typeface="Cambria Math" panose="02040503050406030204" pitchFamily="18" charset="0"/>
                        <a:ea typeface="Cambria Math" panose="02040503050406030204" pitchFamily="18" charset="0"/>
                      </a:rPr>
                      <m:t>×</m:t>
                    </m:r>
                    <m:d>
                      <m:dPr>
                        <m:ctrlPr>
                          <a:rPr lang="es-AR" sz="2400" i="1">
                            <a:latin typeface="Cambria Math" panose="02040503050406030204" pitchFamily="18" charset="0"/>
                            <a:ea typeface="Cambria Math" panose="02040503050406030204" pitchFamily="18" charset="0"/>
                          </a:rPr>
                        </m:ctrlPr>
                      </m:dPr>
                      <m:e>
                        <m:r>
                          <a:rPr lang="es-AR" sz="2400" i="1" smtClean="0">
                            <a:latin typeface="Cambria Math" panose="02040503050406030204" pitchFamily="18" charset="0"/>
                            <a:ea typeface="Cambria Math" panose="02040503050406030204" pitchFamily="18" charset="0"/>
                          </a:rPr>
                          <m:t>3</m:t>
                        </m:r>
                        <m:r>
                          <a:rPr lang="es-AR" sz="2400" b="0" i="1" smtClean="0">
                            <a:latin typeface="Cambria Math" panose="02040503050406030204" pitchFamily="18" charset="0"/>
                            <a:ea typeface="Cambria Math" panose="02040503050406030204" pitchFamily="18" charset="0"/>
                          </a:rPr>
                          <m:t>40</m:t>
                        </m:r>
                        <m:r>
                          <a:rPr lang="es-AR" sz="2400" i="1">
                            <a:latin typeface="Cambria Math" panose="02040503050406030204" pitchFamily="18" charset="0"/>
                            <a:ea typeface="Cambria Math" panose="02040503050406030204" pitchFamily="18" charset="0"/>
                          </a:rPr>
                          <m:t>+2×30</m:t>
                        </m:r>
                      </m:e>
                    </m:d>
                  </m:oMath>
                </a14:m>
                <a:endParaRPr lang="es-AR" sz="2400" i="1"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nary>
                      <m:naryPr>
                        <m:chr m:val="∑"/>
                        <m:subHide m:val="on"/>
                        <m:supHide m:val="on"/>
                        <m:ctrlPr>
                          <a:rPr lang="es-AR" sz="2400" i="1">
                            <a:latin typeface="Cambria Math" panose="02040503050406030204" pitchFamily="18" charset="0"/>
                            <a:ea typeface="Cambria Math" panose="02040503050406030204" pitchFamily="18" charset="0"/>
                          </a:rPr>
                        </m:ctrlPr>
                      </m:naryPr>
                      <m:sub/>
                      <m:sup/>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𝑘</m:t>
                            </m:r>
                          </m:e>
                          <m:sub>
                            <m:r>
                              <a:rPr lang="es-AR" sz="2400" i="1">
                                <a:latin typeface="Cambria Math" panose="02040503050406030204" pitchFamily="18" charset="0"/>
                                <a:ea typeface="Cambria Math" panose="02040503050406030204" pitchFamily="18" charset="0"/>
                              </a:rPr>
                              <m:t>𝑖</m:t>
                            </m:r>
                          </m:sub>
                        </m:sSub>
                        <m:r>
                          <a:rPr lang="es-AR" sz="2400" i="1">
                            <a:latin typeface="Cambria Math" panose="02040503050406030204" pitchFamily="18" charset="0"/>
                            <a:ea typeface="Cambria Math" panose="02040503050406030204" pitchFamily="18" charset="0"/>
                          </a:rPr>
                          <m:t>=</m:t>
                        </m:r>
                      </m:e>
                    </m:nary>
                    <m:r>
                      <a:rPr lang="es-AR" sz="2400" b="0" i="1" smtClean="0">
                        <a:latin typeface="Cambria Math" panose="02040503050406030204" pitchFamily="18" charset="0"/>
                        <a:ea typeface="Cambria Math" panose="02040503050406030204" pitchFamily="18" charset="0"/>
                      </a:rPr>
                      <m:t>9.2</m:t>
                    </m:r>
                  </m:oMath>
                </a14:m>
                <a:endParaRPr lang="es-AR" sz="2400" b="0"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sSub>
                      <m:sSubPr>
                        <m:ctrlPr>
                          <a:rPr lang="es-AR" sz="2400" i="1" smtClean="0">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b="0" i="1" smtClean="0">
                            <a:latin typeface="Cambria Math" panose="02040503050406030204" pitchFamily="18" charset="0"/>
                            <a:ea typeface="Cambria Math" panose="02040503050406030204" pitchFamily="18" charset="0"/>
                          </a:rPr>
                          <m:t>𝑠𝑒𝑐</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9.2</m:t>
                    </m:r>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b="0" i="1" smtClean="0">
                            <a:latin typeface="Cambria Math" panose="02040503050406030204" pitchFamily="18" charset="0"/>
                            <a:ea typeface="Cambria Math" panose="02040503050406030204" pitchFamily="18" charset="0"/>
                          </a:rPr>
                          <m:t>𝑠𝑒𝑐</m:t>
                        </m:r>
                      </m:sub>
                    </m:sSub>
                    <m:r>
                      <a:rPr lang="es-AR" sz="2400" i="1">
                        <a:latin typeface="Cambria Math" panose="02040503050406030204" pitchFamily="18" charset="0"/>
                        <a:ea typeface="Cambria Math" panose="02040503050406030204" pitchFamily="18" charset="0"/>
                      </a:rPr>
                      <m:t>=</m:t>
                    </m:r>
                    <m:r>
                      <a:rPr lang="es-AR" sz="2400">
                        <a:latin typeface="Cambria Math" panose="02040503050406030204" pitchFamily="18" charset="0"/>
                        <a:ea typeface="Cambria Math" panose="02040503050406030204" pitchFamily="18" charset="0"/>
                      </a:rPr>
                      <m:t>0.1430</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oMath>
                </a14:m>
                <a:endParaRPr lang="es-AR" dirty="0">
                  <a:latin typeface="Cambria Math" panose="02040503050406030204" pitchFamily="18" charset="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CAE39686-F384-4FF8-84DC-F147448BCA47}"/>
                  </a:ext>
                </a:extLst>
              </p:cNvPr>
              <p:cNvSpPr>
                <a:spLocks noGrp="1" noRot="1" noChangeAspect="1" noMove="1" noResize="1" noEditPoints="1" noAdjustHandles="1" noChangeArrowheads="1" noChangeShapeType="1" noTextEdit="1"/>
              </p:cNvSpPr>
              <p:nvPr>
                <p:ph idx="1"/>
              </p:nvPr>
            </p:nvSpPr>
            <p:spPr>
              <a:blipFill>
                <a:blip r:embed="rId2"/>
                <a:stretch>
                  <a:fillRect l="-4667"/>
                </a:stretch>
              </a:blipFill>
            </p:spPr>
            <p:txBody>
              <a:bodyPr/>
              <a:lstStyle/>
              <a:p>
                <a:r>
                  <a:rPr lang="es-AR">
                    <a:noFill/>
                  </a:rPr>
                  <a:t> </a:t>
                </a:r>
              </a:p>
            </p:txBody>
          </p:sp>
        </mc:Fallback>
      </mc:AlternateContent>
    </p:spTree>
    <p:extLst>
      <p:ext uri="{BB962C8B-B14F-4D97-AF65-F5344CB8AC3E}">
        <p14:creationId xmlns:p14="http://schemas.microsoft.com/office/powerpoint/2010/main" val="669830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5137F9-189B-46B6-BC6B-81C5E462E774}"/>
              </a:ext>
            </a:extLst>
          </p:cNvPr>
          <p:cNvSpPr>
            <a:spLocks noGrp="1"/>
          </p:cNvSpPr>
          <p:nvPr>
            <p:ph type="title"/>
          </p:nvPr>
        </p:nvSpPr>
        <p:spPr/>
        <p:txBody>
          <a:bodyPr/>
          <a:lstStyle/>
          <a:p>
            <a:r>
              <a:rPr lang="es-AR" dirty="0"/>
              <a:t>Línea de descarga (rama bypass)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0318581-E9A9-4907-86CA-0A4C64A7171F}"/>
                  </a:ext>
                </a:extLst>
              </p:cNvPr>
              <p:cNvSpPr>
                <a:spLocks noGrp="1"/>
              </p:cNvSpPr>
              <p:nvPr>
                <p:ph idx="1"/>
              </p:nvPr>
            </p:nvSpPr>
            <p:spPr/>
            <p:txBody>
              <a:bodyPr/>
              <a:lstStyle/>
              <a:p>
                <a:r>
                  <a:rPr lang="es-AR" dirty="0"/>
                  <a:t>Para las pérdidas primarias se debe iterar hasta demostrar que converge y que la diferencia entre dos números de Reynolds calculados sea menor al 5%.</a:t>
                </a:r>
              </a:p>
              <a:p>
                <a:r>
                  <a:rPr lang="es-AR" dirty="0"/>
                  <a:t>Para el presente trabajo práctico se realizarán 3 iteraciones, siendo la primera imaginando al número de Reynolds infinito.</a:t>
                </a:r>
              </a:p>
              <a:p>
                <a:r>
                  <a:rPr lang="es-AR" dirty="0"/>
                  <a:t>Si el número de Reynolds es infinito, sólo se deberá calcular la rugosidad relativa.</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𝜀</m:t>
                        </m:r>
                      </m:e>
                      <m:sub>
                        <m:r>
                          <a:rPr lang="es-AR" sz="2400" i="1">
                            <a:latin typeface="Cambria Math" panose="02040503050406030204" pitchFamily="18" charset="0"/>
                          </a:rPr>
                          <m:t>𝑟</m:t>
                        </m:r>
                      </m:sub>
                    </m:sSub>
                    <m:r>
                      <a:rPr lang="es-AR" sz="2400" i="1">
                        <a:latin typeface="Cambria Math" panose="02040503050406030204" pitchFamily="18" charset="0"/>
                      </a:rPr>
                      <m:t>= </m:t>
                    </m:r>
                    <m:f>
                      <m:fPr>
                        <m:ctrlPr>
                          <a:rPr lang="es-AR" sz="2400" i="1">
                            <a:latin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𝜀</m:t>
                        </m:r>
                      </m:num>
                      <m:den>
                        <m:sSub>
                          <m:sSubPr>
                            <m:ctrlPr>
                              <a:rPr lang="es-AR" sz="2400" i="1">
                                <a:latin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𝜙</m:t>
                            </m:r>
                          </m:e>
                          <m:sub>
                            <m:r>
                              <a:rPr lang="es-AR" sz="2400" i="1">
                                <a:latin typeface="Cambria Math" panose="02040503050406030204" pitchFamily="18" charset="0"/>
                                <a:ea typeface="Cambria Math" panose="02040503050406030204" pitchFamily="18" charset="0"/>
                              </a:rPr>
                              <m:t>𝑖</m:t>
                            </m:r>
                          </m:sub>
                        </m:sSub>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𝜀</m:t>
                        </m:r>
                      </m:e>
                      <m:sub>
                        <m:r>
                          <a:rPr lang="es-AR" sz="2400" i="1">
                            <a:latin typeface="Cambria Math" panose="02040503050406030204" pitchFamily="18" charset="0"/>
                          </a:rPr>
                          <m:t>𝑟</m:t>
                        </m:r>
                      </m:sub>
                    </m:sSub>
                    <m:r>
                      <a:rPr lang="es-AR" sz="2400" i="1">
                        <a:latin typeface="Cambria Math" panose="02040503050406030204" pitchFamily="18" charset="0"/>
                      </a:rPr>
                      <m:t>= </m:t>
                    </m:r>
                    <m:f>
                      <m:fPr>
                        <m:ctrlPr>
                          <a:rPr lang="es-AR" sz="2400" i="1">
                            <a:latin typeface="Cambria Math" panose="02040503050406030204" pitchFamily="18" charset="0"/>
                          </a:rPr>
                        </m:ctrlPr>
                      </m:fPr>
                      <m:num>
                        <m:r>
                          <a:rPr lang="es-AR" sz="2400" i="1">
                            <a:latin typeface="Cambria Math" panose="02040503050406030204" pitchFamily="18" charset="0"/>
                          </a:rPr>
                          <m:t>1.5</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10</m:t>
                            </m:r>
                          </m:e>
                          <m:sup>
                            <m:r>
                              <a:rPr lang="es-AR" sz="2400" i="1">
                                <a:latin typeface="Cambria Math" panose="02040503050406030204" pitchFamily="18" charset="0"/>
                                <a:ea typeface="Cambria Math" panose="02040503050406030204" pitchFamily="18" charset="0"/>
                              </a:rPr>
                              <m:t>−4</m:t>
                            </m:r>
                          </m:sup>
                        </m:sSup>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0.</m:t>
                        </m:r>
                        <m:r>
                          <a:rPr lang="es-AR" sz="2400" b="0" i="1" smtClean="0">
                            <a:latin typeface="Cambria Math" panose="02040503050406030204" pitchFamily="18" charset="0"/>
                            <a:ea typeface="Cambria Math" panose="02040503050406030204" pitchFamily="18" charset="0"/>
                          </a:rPr>
                          <m:t>0874</m:t>
                        </m:r>
                        <m:r>
                          <a:rPr lang="es-AR" sz="2400" i="1">
                            <a:latin typeface="Cambria Math" panose="02040503050406030204" pitchFamily="18" charset="0"/>
                            <a:ea typeface="Cambria Math" panose="02040503050406030204" pitchFamily="18" charset="0"/>
                          </a:rPr>
                          <m:t>𝑓𝑡</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𝜀</m:t>
                        </m:r>
                      </m:e>
                      <m:sub>
                        <m:r>
                          <a:rPr lang="es-AR" sz="2400" i="1">
                            <a:latin typeface="Cambria Math" panose="02040503050406030204" pitchFamily="18" charset="0"/>
                          </a:rPr>
                          <m:t>𝑟</m:t>
                        </m:r>
                      </m:sub>
                    </m:sSub>
                    <m:r>
                      <a:rPr lang="es-AR" sz="2400" i="1">
                        <a:latin typeface="Cambria Math" panose="02040503050406030204" pitchFamily="18" charset="0"/>
                      </a:rPr>
                      <m:t>=</m:t>
                    </m:r>
                    <m:r>
                      <m:rPr>
                        <m:nor/>
                      </m:rPr>
                      <a:rPr lang="es-AR" sz="2400" dirty="0">
                        <a:latin typeface="Cambria Math" panose="02040503050406030204" pitchFamily="18" charset="0"/>
                        <a:ea typeface="Cambria Math" panose="02040503050406030204" pitchFamily="18" charset="0"/>
                      </a:rPr>
                      <m:t>0.001716</m:t>
                    </m:r>
                  </m:oMath>
                </a14:m>
                <a:endParaRPr lang="es-AR" sz="2400" dirty="0">
                  <a:latin typeface="Cambria Math" panose="02040503050406030204" pitchFamily="18" charset="0"/>
                  <a:ea typeface="Cambria Math" panose="02040503050406030204" pitchFamily="18" charset="0"/>
                </a:endParaRPr>
              </a:p>
              <a:p>
                <a:endParaRPr lang="es-AR" dirty="0"/>
              </a:p>
            </p:txBody>
          </p:sp>
        </mc:Choice>
        <mc:Fallback xmlns="">
          <p:sp>
            <p:nvSpPr>
              <p:cNvPr id="3" name="Marcador de contenido 2">
                <a:extLst>
                  <a:ext uri="{FF2B5EF4-FFF2-40B4-BE49-F238E27FC236}">
                    <a16:creationId xmlns:a16="http://schemas.microsoft.com/office/drawing/2014/main" id="{30318581-E9A9-4907-86CA-0A4C64A7171F}"/>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15551480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F16931D-1305-48F9-8D5A-616CAA25594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854392" y="-1"/>
            <a:ext cx="10483215" cy="6858001"/>
          </a:xfrm>
          <a:prstGeom prst="rect">
            <a:avLst/>
          </a:prstGeom>
        </p:spPr>
      </p:pic>
      <p:sp>
        <p:nvSpPr>
          <p:cNvPr id="4" name="Diagrama de flujo: o 3">
            <a:extLst>
              <a:ext uri="{FF2B5EF4-FFF2-40B4-BE49-F238E27FC236}">
                <a16:creationId xmlns:a16="http://schemas.microsoft.com/office/drawing/2014/main" id="{324A9ADC-82E2-4291-B1A8-0F7937A2930A}"/>
              </a:ext>
            </a:extLst>
          </p:cNvPr>
          <p:cNvSpPr/>
          <p:nvPr/>
        </p:nvSpPr>
        <p:spPr>
          <a:xfrm>
            <a:off x="10332968" y="3493374"/>
            <a:ext cx="180000" cy="180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9" name="Conector recto 8">
            <a:extLst>
              <a:ext uri="{FF2B5EF4-FFF2-40B4-BE49-F238E27FC236}">
                <a16:creationId xmlns:a16="http://schemas.microsoft.com/office/drawing/2014/main" id="{2E5B8EC7-A2A2-4A8B-B0BC-6162D199BF03}"/>
              </a:ext>
            </a:extLst>
          </p:cNvPr>
          <p:cNvCxnSpPr>
            <a:cxnSpLocks/>
          </p:cNvCxnSpPr>
          <p:nvPr/>
        </p:nvCxnSpPr>
        <p:spPr>
          <a:xfrm flipH="1">
            <a:off x="1244710" y="3588049"/>
            <a:ext cx="9178258"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DCDB7D2A-66D3-4BC6-A5FD-49AD9205F738}"/>
              </a:ext>
            </a:extLst>
          </p:cNvPr>
          <p:cNvSpPr txBox="1"/>
          <p:nvPr/>
        </p:nvSpPr>
        <p:spPr>
          <a:xfrm>
            <a:off x="582393" y="3434160"/>
            <a:ext cx="742118" cy="307777"/>
          </a:xfrm>
          <a:prstGeom prst="rect">
            <a:avLst/>
          </a:prstGeom>
          <a:noFill/>
        </p:spPr>
        <p:txBody>
          <a:bodyPr wrap="square" rtlCol="0">
            <a:spAutoFit/>
          </a:bodyPr>
          <a:lstStyle/>
          <a:p>
            <a:r>
              <a:rPr lang="es-AR" sz="1400" dirty="0"/>
              <a:t>0.0225</a:t>
            </a:r>
            <a:endParaRPr lang="es-AR" dirty="0"/>
          </a:p>
        </p:txBody>
      </p:sp>
      <p:sp>
        <p:nvSpPr>
          <p:cNvPr id="11" name="CuadroTexto 10">
            <a:extLst>
              <a:ext uri="{FF2B5EF4-FFF2-40B4-BE49-F238E27FC236}">
                <a16:creationId xmlns:a16="http://schemas.microsoft.com/office/drawing/2014/main" id="{0B52893D-09F1-4561-A71D-8472C9420AD7}"/>
              </a:ext>
            </a:extLst>
          </p:cNvPr>
          <p:cNvSpPr txBox="1"/>
          <p:nvPr/>
        </p:nvSpPr>
        <p:spPr>
          <a:xfrm>
            <a:off x="10457330" y="3428999"/>
            <a:ext cx="979919" cy="307777"/>
          </a:xfrm>
          <a:prstGeom prst="rect">
            <a:avLst/>
          </a:prstGeom>
          <a:noFill/>
        </p:spPr>
        <p:txBody>
          <a:bodyPr wrap="square" rtlCol="0">
            <a:spAutoFit/>
          </a:bodyPr>
          <a:lstStyle/>
          <a:p>
            <a:r>
              <a:rPr lang="es-AR" sz="1400" dirty="0"/>
              <a:t>0.001716</a:t>
            </a:r>
            <a:endParaRPr lang="es-AR" dirty="0"/>
          </a:p>
        </p:txBody>
      </p:sp>
    </p:spTree>
    <p:extLst>
      <p:ext uri="{BB962C8B-B14F-4D97-AF65-F5344CB8AC3E}">
        <p14:creationId xmlns:p14="http://schemas.microsoft.com/office/powerpoint/2010/main" val="1340326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a:bodyPr>
              <a:lstStyle/>
              <a:p>
                <a:r>
                  <a:rPr lang="es-AR" dirty="0"/>
                  <a:t>Con este primer factor de </a:t>
                </a:r>
                <a:r>
                  <a:rPr lang="es-AR" dirty="0" err="1"/>
                  <a:t>Moody</a:t>
                </a:r>
                <a:r>
                  <a:rPr lang="es-AR" dirty="0"/>
                  <a:t> se calculan las pérdidas primarias dejando las mismas expresadas en función de la velocidad:</a:t>
                </a:r>
              </a:p>
              <a:p>
                <a14:m>
                  <m:oMath xmlns:m="http://schemas.openxmlformats.org/officeDocument/2006/math">
                    <m:sSub>
                      <m:sSubPr>
                        <m:ctrlPr>
                          <a:rPr lang="es-AR" sz="2400" i="1" smtClean="0">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b="0" i="1" smtClean="0">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𝑓</m:t>
                        </m:r>
                      </m:e>
                      <m:sub>
                        <m:r>
                          <a:rPr lang="es-AR" sz="2400" i="1">
                            <a:latin typeface="Cambria Math" panose="02040503050406030204" pitchFamily="18" charset="0"/>
                            <a:ea typeface="Cambria Math" panose="02040503050406030204" pitchFamily="18" charset="0"/>
                          </a:rPr>
                          <m:t>𝑚</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𝐿</m:t>
                            </m:r>
                          </m:e>
                          <m:sub>
                            <m:r>
                              <a:rPr lang="es-AR" sz="2400" i="1">
                                <a:latin typeface="Cambria Math" panose="02040503050406030204" pitchFamily="18" charset="0"/>
                                <a:ea typeface="Cambria Math" panose="02040503050406030204" pitchFamily="18" charset="0"/>
                              </a:rPr>
                              <m:t>3</m:t>
                            </m:r>
                          </m:sub>
                        </m:sSub>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i="1">
                                <a:latin typeface="Cambria Math" panose="02040503050406030204" pitchFamily="18" charset="0"/>
                                <a:ea typeface="Cambria Math" panose="02040503050406030204" pitchFamily="18" charset="0"/>
                              </a:rPr>
                              <m:t>3</m:t>
                            </m:r>
                          </m:sub>
                        </m:sSub>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oMath>
                </a14:m>
                <a:endParaRPr lang="es-AR" sz="240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i="1">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0.0225</m:t>
                    </m:r>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32.5</m:t>
                        </m:r>
                        <m:r>
                          <a:rPr lang="es-AR" sz="2400" b="0" i="1" smtClean="0">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0.0874</m:t>
                        </m:r>
                        <m:r>
                          <a:rPr lang="es-AR" sz="2400" i="1">
                            <a:latin typeface="Cambria Math" panose="02040503050406030204" pitchFamily="18" charset="0"/>
                            <a:ea typeface="Cambria Math" panose="02040503050406030204" pitchFamily="18" charset="0"/>
                          </a:rPr>
                          <m:t>𝑓𝑡</m:t>
                        </m:r>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i="1">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r>
                      <a:rPr lang="es-AR" sz="2400" b="0" i="0" smtClean="0">
                        <a:latin typeface="Cambria Math" panose="02040503050406030204" pitchFamily="18" charset="0"/>
                        <a:ea typeface="Cambria Math" panose="02040503050406030204" pitchFamily="18" charset="0"/>
                      </a:rPr>
                      <m:t>0.1300</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endParaRPr lang="es-AR" dirty="0">
                  <a:latin typeface="Cambria Math" panose="02040503050406030204" pitchFamily="18" charset="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descarga (rama bypass)</a:t>
            </a:r>
          </a:p>
        </p:txBody>
      </p:sp>
    </p:spTree>
    <p:extLst>
      <p:ext uri="{BB962C8B-B14F-4D97-AF65-F5344CB8AC3E}">
        <p14:creationId xmlns:p14="http://schemas.microsoft.com/office/powerpoint/2010/main" val="12418334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48D6-00C3-408C-8502-359C45EE372C}"/>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07C950F-75C6-4622-AFB6-0F1F53689936}"/>
                  </a:ext>
                </a:extLst>
              </p:cNvPr>
              <p:cNvSpPr>
                <a:spLocks noGrp="1"/>
              </p:cNvSpPr>
              <p:nvPr>
                <p:ph idx="1"/>
              </p:nvPr>
            </p:nvSpPr>
            <p:spPr/>
            <p:txBody>
              <a:bodyPr>
                <a:normAutofit/>
              </a:bodyPr>
              <a:lstStyle/>
              <a:p>
                <a:r>
                  <a:rPr lang="es-AR" dirty="0"/>
                  <a:t>Ahora se puede plantear la ecuación de la continuidad y la condición de </a:t>
                </a:r>
                <a:r>
                  <a:rPr lang="es-AR" dirty="0" err="1"/>
                  <a:t>paralalelo</a:t>
                </a:r>
                <a:r>
                  <a:rPr lang="es-AR" dirty="0"/>
                  <a:t>.</a:t>
                </a: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b="0" i="1" smtClean="0">
                            <a:latin typeface="Cambria Math" panose="02040503050406030204" pitchFamily="18" charset="0"/>
                            <a:ea typeface="Cambria Math" panose="02040503050406030204" pitchFamily="18" charset="0"/>
                          </a:rPr>
                          <m:t>𝑖𝑛𝑡𝑒𝑟𝑐</m:t>
                        </m:r>
                      </m:sub>
                    </m:sSub>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r>
                      <a:rPr lang="es-AR" sz="2400">
                        <a:latin typeface="Cambria Math" panose="02040503050406030204" pitchFamily="18" charset="0"/>
                        <a:ea typeface="Cambria Math" panose="02040503050406030204" pitchFamily="18" charset="0"/>
                      </a:rPr>
                      <m:t>0.1430</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b="0" i="1" smtClean="0">
                        <a:latin typeface="Cambria Math" panose="02040503050406030204" pitchFamily="18" charset="0"/>
                        <a:ea typeface="Cambria Math" panose="02040503050406030204" pitchFamily="18" charset="0"/>
                      </a:rPr>
                      <m:t>+</m:t>
                    </m:r>
                    <m:r>
                      <a:rPr lang="es-AR" sz="2400">
                        <a:latin typeface="Cambria Math" panose="02040503050406030204" pitchFamily="18" charset="0"/>
                        <a:ea typeface="Cambria Math" panose="02040503050406030204" pitchFamily="18" charset="0"/>
                      </a:rPr>
                      <m:t>0.1300</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=0.2171</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r>
                      <a:rPr lang="es-AR" sz="2400">
                        <a:latin typeface="Cambria Math" panose="02040503050406030204" pitchFamily="18" charset="0"/>
                        <a:ea typeface="Cambria Math" panose="02040503050406030204" pitchFamily="18" charset="0"/>
                      </a:rPr>
                      <m:t>0.</m:t>
                    </m:r>
                    <m:r>
                      <a:rPr lang="es-AR" sz="2400" b="0" i="0" smtClean="0">
                        <a:latin typeface="Cambria Math" panose="02040503050406030204" pitchFamily="18" charset="0"/>
                        <a:ea typeface="Cambria Math" panose="02040503050406030204" pitchFamily="18" charset="0"/>
                      </a:rPr>
                      <m:t>27</m:t>
                    </m:r>
                    <m:r>
                      <a:rPr lang="es-AR" sz="2400">
                        <a:latin typeface="Cambria Math" panose="02040503050406030204" pitchFamily="18" charset="0"/>
                        <a:ea typeface="Cambria Math" panose="02040503050406030204" pitchFamily="18" charset="0"/>
                      </a:rPr>
                      <m:t>30</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=0.2171×</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b="0" i="0" smtClean="0">
                        <a:latin typeface="Cambria Math" panose="02040503050406030204" pitchFamily="18" charset="0"/>
                        <a:ea typeface="Cambria Math" panose="02040503050406030204" pitchFamily="18" charset="0"/>
                      </a:rPr>
                      <m:t>=</m:t>
                    </m:r>
                    <m:rad>
                      <m:radPr>
                        <m:degHide m:val="on"/>
                        <m:ctrlPr>
                          <a:rPr lang="es-AR" sz="2400" b="0" i="1" smtClean="0">
                            <a:latin typeface="Cambria Math" panose="02040503050406030204" pitchFamily="18" charset="0"/>
                            <a:ea typeface="Cambria Math" panose="02040503050406030204" pitchFamily="18" charset="0"/>
                          </a:rPr>
                        </m:ctrlPr>
                      </m:radPr>
                      <m:deg/>
                      <m:e>
                        <m:f>
                          <m:fPr>
                            <m:ctrlPr>
                              <a:rPr lang="es-AR" sz="2400" b="0" i="1" smtClean="0">
                                <a:latin typeface="Cambria Math" panose="02040503050406030204" pitchFamily="18" charset="0"/>
                                <a:ea typeface="Cambria Math" panose="02040503050406030204" pitchFamily="18" charset="0"/>
                              </a:rPr>
                            </m:ctrlPr>
                          </m:fPr>
                          <m:num>
                            <m:r>
                              <a:rPr lang="es-AR" sz="2400">
                                <a:latin typeface="Cambria Math" panose="02040503050406030204" pitchFamily="18" charset="0"/>
                                <a:ea typeface="Cambria Math" panose="02040503050406030204" pitchFamily="18" charset="0"/>
                              </a:rPr>
                              <m:t>0.2730</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0.2171</m:t>
                            </m:r>
                          </m:den>
                        </m:f>
                      </m:e>
                    </m:rad>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a:latin typeface="Cambria Math" panose="02040503050406030204" pitchFamily="18" charset="0"/>
                        <a:ea typeface="Cambria Math" panose="02040503050406030204" pitchFamily="18" charset="0"/>
                      </a:rPr>
                      <m:t>=</m:t>
                    </m:r>
                    <m:r>
                      <a:rPr lang="es-AR" sz="2400" b="0" i="0" smtClean="0">
                        <a:latin typeface="Cambria Math" panose="02040503050406030204" pitchFamily="18" charset="0"/>
                        <a:ea typeface="Cambria Math" panose="02040503050406030204" pitchFamily="18" charset="0"/>
                      </a:rPr>
                      <m:t>1.1214</m:t>
                    </m:r>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oMath>
                </a14:m>
                <a:endParaRPr lang="es-AR" sz="2400" dirty="0">
                  <a:latin typeface="Cambria Math" panose="02040503050406030204" pitchFamily="18" charset="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A07C950F-75C6-4622-AFB6-0F1F53689936}"/>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28403576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48D6-00C3-408C-8502-359C45EE372C}"/>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07C950F-75C6-4622-AFB6-0F1F53689936}"/>
                  </a:ext>
                </a:extLst>
              </p:cNvPr>
              <p:cNvSpPr>
                <a:spLocks noGrp="1"/>
              </p:cNvSpPr>
              <p:nvPr>
                <p:ph idx="1"/>
              </p:nvPr>
            </p:nvSpPr>
            <p:spPr/>
            <p:txBody>
              <a:bodyPr>
                <a:normAutofit/>
              </a:bodyPr>
              <a:lstStyle/>
              <a:p>
                <a14:m>
                  <m:oMath xmlns:m="http://schemas.openxmlformats.org/officeDocument/2006/math">
                    <m:r>
                      <a:rPr lang="es-AR" sz="2400" i="1" smtClean="0">
                        <a:latin typeface="Cambria Math" panose="02040503050406030204" pitchFamily="18" charset="0"/>
                      </a:rPr>
                      <m:t>𝑄</m:t>
                    </m:r>
                    <m:r>
                      <a:rPr lang="es-AR" sz="2400" i="1" smtClean="0">
                        <a:latin typeface="Cambria Math" panose="02040503050406030204" pitchFamily="18" charset="0"/>
                      </a:rPr>
                      <m:t>=</m:t>
                    </m:r>
                    <m:r>
                      <a:rPr lang="es-AR" sz="2400">
                        <a:latin typeface="Cambria Math" panose="02040503050406030204" pitchFamily="18" charset="0"/>
                        <a:ea typeface="Cambria Math" panose="02040503050406030204" pitchFamily="18" charset="0"/>
                      </a:rPr>
                      <m:t>1.1214</m:t>
                    </m:r>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4</m:t>
                        </m:r>
                      </m:sub>
                    </m:sSub>
                    <m:r>
                      <m:rPr>
                        <m:nor/>
                      </m:rPr>
                      <a:rPr lang="es-AR" sz="2400" dirty="0"/>
                      <m:t>+ </m:t>
                    </m:r>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3</m:t>
                        </m:r>
                      </m:sub>
                    </m:sSub>
                  </m:oMath>
                </a14:m>
                <a:endParaRPr lang="es-AR" sz="2400" i="1" dirty="0">
                  <a:latin typeface="Cambria Math" panose="02040503050406030204" pitchFamily="18" charset="0"/>
                  <a:ea typeface="Cambria Math" panose="02040503050406030204" pitchFamily="18" charset="0"/>
                </a:endParaRPr>
              </a:p>
              <a:p>
                <a14:m>
                  <m:oMath xmlns:m="http://schemas.openxmlformats.org/officeDocument/2006/math">
                    <m:r>
                      <a:rPr lang="es-AR" sz="2400" b="0" i="1" smtClean="0">
                        <a:latin typeface="Cambria Math" panose="02040503050406030204" pitchFamily="18" charset="0"/>
                        <a:ea typeface="Cambria Math" panose="02040503050406030204" pitchFamily="18" charset="0"/>
                      </a:rPr>
                      <m:t>0.524</m:t>
                    </m:r>
                    <m:f>
                      <m:fPr>
                        <m:ctrlPr>
                          <a:rPr lang="es-AR" sz="2400" b="0" i="1" smtClean="0">
                            <a:latin typeface="Cambria Math" panose="02040503050406030204" pitchFamily="18" charset="0"/>
                            <a:ea typeface="Cambria Math" panose="02040503050406030204" pitchFamily="18" charset="0"/>
                          </a:rPr>
                        </m:ctrlPr>
                      </m:fPr>
                      <m:num>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3</m:t>
                            </m:r>
                          </m:sup>
                        </m:sSup>
                      </m:num>
                      <m:den>
                        <m:r>
                          <a:rPr lang="es-AR" sz="2400" b="0" i="1" smtClean="0">
                            <a:latin typeface="Cambria Math" panose="02040503050406030204" pitchFamily="18" charset="0"/>
                            <a:ea typeface="Cambria Math" panose="02040503050406030204" pitchFamily="18" charset="0"/>
                          </a:rPr>
                          <m:t>𝑠𝑒𝑔</m:t>
                        </m:r>
                      </m:den>
                    </m:f>
                    <m:r>
                      <a:rPr lang="es-AR" sz="2400" b="0" i="1" smtClean="0">
                        <a:latin typeface="Cambria Math" panose="02040503050406030204" pitchFamily="18" charset="0"/>
                        <a:ea typeface="Cambria Math" panose="02040503050406030204" pitchFamily="18" charset="0"/>
                      </a:rPr>
                      <m:t>=1.1214</m:t>
                    </m:r>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0.06868</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b="0" i="1" smtClean="0">
                        <a:latin typeface="Cambria Math" panose="02040503050406030204" pitchFamily="18" charset="0"/>
                        <a:ea typeface="Cambria Math" panose="02040503050406030204" pitchFamily="18" charset="0"/>
                      </a:rPr>
                      <m:t>+0.0060</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oMath>
                </a14:m>
                <a:endParaRPr lang="es-AR" sz="2400" dirty="0"/>
              </a:p>
              <a:p>
                <a14:m>
                  <m:oMath xmlns:m="http://schemas.openxmlformats.org/officeDocument/2006/math">
                    <m:borderBox>
                      <m:borderBoxPr>
                        <m:ctrlPr>
                          <a:rPr lang="es-AR" sz="2400" i="1" smtClean="0">
                            <a:latin typeface="Cambria Math" panose="02040503050406030204" pitchFamily="18" charset="0"/>
                            <a:ea typeface="Cambria Math" panose="02040503050406030204" pitchFamily="18" charset="0"/>
                          </a:rPr>
                        </m:ctrlPr>
                      </m:borderBox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=6.312</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borderBox>
                  </m:oMath>
                </a14:m>
                <a:endParaRPr lang="es-AR" sz="2400" dirty="0"/>
              </a:p>
              <a:p>
                <a:r>
                  <a:rPr lang="es-AR" dirty="0"/>
                  <a:t>Teniendo esta velocidad del bypass, puedo calcular el número de Reynolds y volver a ingresar al diagrama de </a:t>
                </a:r>
                <a:r>
                  <a:rPr lang="es-AR" dirty="0" err="1"/>
                  <a:t>Moody</a:t>
                </a:r>
                <a:r>
                  <a:rPr lang="es-AR" dirty="0"/>
                  <a:t>, esta vez, con un número de Reynolds finito.</a:t>
                </a:r>
              </a:p>
              <a:p>
                <a14:m>
                  <m:oMath xmlns:m="http://schemas.openxmlformats.org/officeDocument/2006/math">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b="0" i="1" smtClean="0">
                                <a:latin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i="1">
                                <a:latin typeface="Cambria Math" panose="02040503050406030204" pitchFamily="18" charset="0"/>
                                <a:ea typeface="Cambria Math" panose="02040503050406030204" pitchFamily="18" charset="0"/>
                              </a:rPr>
                              <m:t>𝑖</m:t>
                            </m:r>
                          </m:sub>
                        </m:sSub>
                      </m:num>
                      <m:den>
                        <m:r>
                          <a:rPr lang="es-AR" sz="2400" i="1">
                            <a:latin typeface="Cambria Math" panose="02040503050406030204" pitchFamily="18" charset="0"/>
                            <a:ea typeface="Cambria Math" panose="02040503050406030204" pitchFamily="18" charset="0"/>
                          </a:rPr>
                          <m:t>𝜈</m:t>
                        </m:r>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m:t>
                    </m:r>
                    <m:f>
                      <m:fPr>
                        <m:ctrlPr>
                          <a:rPr lang="es-AR" sz="2400" i="1">
                            <a:latin typeface="Cambria Math" panose="02040503050406030204" pitchFamily="18" charset="0"/>
                          </a:rPr>
                        </m:ctrlPr>
                      </m:fPr>
                      <m:num>
                        <m:r>
                          <a:rPr lang="es-AR" sz="2400" b="0" i="1" smtClean="0">
                            <a:latin typeface="Cambria Math" panose="02040503050406030204" pitchFamily="18" charset="0"/>
                          </a:rPr>
                          <m:t>6.312</m:t>
                        </m:r>
                        <m:f>
                          <m:fPr>
                            <m:type m:val="skw"/>
                            <m:ctrlPr>
                              <a:rPr lang="es-AR" sz="2400" i="1">
                                <a:latin typeface="Cambria Math" panose="02040503050406030204" pitchFamily="18" charset="0"/>
                              </a:rPr>
                            </m:ctrlPr>
                          </m:fPr>
                          <m:num>
                            <m:r>
                              <a:rPr lang="es-AR" sz="2400" i="1">
                                <a:latin typeface="Cambria Math" panose="02040503050406030204" pitchFamily="18" charset="0"/>
                              </a:rPr>
                              <m:t>𝑓𝑡</m:t>
                            </m:r>
                          </m:num>
                          <m:den>
                            <m:r>
                              <a:rPr lang="es-AR" sz="2400" i="1">
                                <a:latin typeface="Cambria Math" panose="02040503050406030204" pitchFamily="18" charset="0"/>
                              </a:rPr>
                              <m:t>𝑠𝑒𝑔</m:t>
                            </m:r>
                          </m:den>
                        </m:f>
                        <m:r>
                          <a:rPr lang="es-AR" sz="2400" i="1">
                            <a:latin typeface="Cambria Math" panose="02040503050406030204" pitchFamily="18" charset="0"/>
                            <a:ea typeface="Cambria Math" panose="02040503050406030204" pitchFamily="18" charset="0"/>
                          </a:rPr>
                          <m:t>×0.</m:t>
                        </m:r>
                        <m:r>
                          <a:rPr lang="es-AR" sz="2400" b="0" i="1" smtClean="0">
                            <a:latin typeface="Cambria Math" panose="02040503050406030204" pitchFamily="18" charset="0"/>
                            <a:ea typeface="Cambria Math" panose="02040503050406030204" pitchFamily="18" charset="0"/>
                          </a:rPr>
                          <m:t>0874</m:t>
                        </m:r>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3.84×</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10</m:t>
                            </m:r>
                          </m:e>
                          <m:sup>
                            <m:r>
                              <a:rPr lang="es-AR" sz="2400" i="1">
                                <a:latin typeface="Cambria Math" panose="02040503050406030204" pitchFamily="18" charset="0"/>
                                <a:ea typeface="Cambria Math" panose="02040503050406030204" pitchFamily="18" charset="0"/>
                              </a:rPr>
                              <m:t>−6</m:t>
                            </m:r>
                          </m:sup>
                        </m:sSup>
                        <m:f>
                          <m:fPr>
                            <m:type m:val="skw"/>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𝑠𝑒𝑔</m:t>
                            </m:r>
                          </m:den>
                        </m:f>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=143,661.54</m:t>
                    </m:r>
                  </m:oMath>
                </a14:m>
                <a:endParaRPr lang="es-AR" sz="2400" dirty="0"/>
              </a:p>
              <a:p>
                <a:endParaRPr lang="es-AR" dirty="0"/>
              </a:p>
              <a:p>
                <a:endParaRPr lang="es-AR" dirty="0"/>
              </a:p>
            </p:txBody>
          </p:sp>
        </mc:Choice>
        <mc:Fallback xmlns="">
          <p:sp>
            <p:nvSpPr>
              <p:cNvPr id="3" name="Marcador de contenido 2">
                <a:extLst>
                  <a:ext uri="{FF2B5EF4-FFF2-40B4-BE49-F238E27FC236}">
                    <a16:creationId xmlns:a16="http://schemas.microsoft.com/office/drawing/2014/main" id="{A07C950F-75C6-4622-AFB6-0F1F53689936}"/>
                  </a:ext>
                </a:extLst>
              </p:cNvPr>
              <p:cNvSpPr>
                <a:spLocks noGrp="1" noRot="1" noChangeAspect="1" noMove="1" noResize="1" noEditPoints="1" noAdjustHandles="1" noChangeArrowheads="1" noChangeShapeType="1" noTextEdit="1"/>
              </p:cNvSpPr>
              <p:nvPr>
                <p:ph idx="1"/>
              </p:nvPr>
            </p:nvSpPr>
            <p:spPr>
              <a:blipFill>
                <a:blip r:embed="rId2"/>
                <a:stretch>
                  <a:fillRect l="-1818" t="-2121" r="-303"/>
                </a:stretch>
              </a:blipFill>
            </p:spPr>
            <p:txBody>
              <a:bodyPr/>
              <a:lstStyle/>
              <a:p>
                <a:r>
                  <a:rPr lang="es-AR">
                    <a:noFill/>
                  </a:rPr>
                  <a:t> </a:t>
                </a:r>
              </a:p>
            </p:txBody>
          </p:sp>
        </mc:Fallback>
      </mc:AlternateContent>
    </p:spTree>
    <p:extLst>
      <p:ext uri="{BB962C8B-B14F-4D97-AF65-F5344CB8AC3E}">
        <p14:creationId xmlns:p14="http://schemas.microsoft.com/office/powerpoint/2010/main" val="39058777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F16931D-1305-48F9-8D5A-616CAA25594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854392" y="-1"/>
            <a:ext cx="10483215" cy="6858001"/>
          </a:xfrm>
          <a:prstGeom prst="rect">
            <a:avLst/>
          </a:prstGeom>
        </p:spPr>
      </p:pic>
      <p:sp>
        <p:nvSpPr>
          <p:cNvPr id="4" name="Diagrama de flujo: o 3">
            <a:extLst>
              <a:ext uri="{FF2B5EF4-FFF2-40B4-BE49-F238E27FC236}">
                <a16:creationId xmlns:a16="http://schemas.microsoft.com/office/drawing/2014/main" id="{324A9ADC-82E2-4291-B1A8-0F7937A2930A}"/>
              </a:ext>
            </a:extLst>
          </p:cNvPr>
          <p:cNvSpPr/>
          <p:nvPr/>
        </p:nvSpPr>
        <p:spPr>
          <a:xfrm>
            <a:off x="10332968" y="3493374"/>
            <a:ext cx="180000" cy="180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9" name="Conector recto 8">
            <a:extLst>
              <a:ext uri="{FF2B5EF4-FFF2-40B4-BE49-F238E27FC236}">
                <a16:creationId xmlns:a16="http://schemas.microsoft.com/office/drawing/2014/main" id="{2E5B8EC7-A2A2-4A8B-B0BC-6162D199BF03}"/>
              </a:ext>
            </a:extLst>
          </p:cNvPr>
          <p:cNvCxnSpPr>
            <a:cxnSpLocks/>
          </p:cNvCxnSpPr>
          <p:nvPr/>
        </p:nvCxnSpPr>
        <p:spPr>
          <a:xfrm flipH="1">
            <a:off x="1244710" y="3588049"/>
            <a:ext cx="9178258"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DCDB7D2A-66D3-4BC6-A5FD-49AD9205F738}"/>
              </a:ext>
            </a:extLst>
          </p:cNvPr>
          <p:cNvSpPr txBox="1"/>
          <p:nvPr/>
        </p:nvSpPr>
        <p:spPr>
          <a:xfrm>
            <a:off x="681643" y="3540712"/>
            <a:ext cx="742118" cy="307777"/>
          </a:xfrm>
          <a:prstGeom prst="rect">
            <a:avLst/>
          </a:prstGeom>
          <a:noFill/>
        </p:spPr>
        <p:txBody>
          <a:bodyPr wrap="square" rtlCol="0">
            <a:spAutoFit/>
          </a:bodyPr>
          <a:lstStyle/>
          <a:p>
            <a:r>
              <a:rPr lang="es-AR" sz="1400" dirty="0"/>
              <a:t>0.0225</a:t>
            </a:r>
            <a:endParaRPr lang="es-AR" dirty="0"/>
          </a:p>
        </p:txBody>
      </p:sp>
      <p:sp>
        <p:nvSpPr>
          <p:cNvPr id="11" name="CuadroTexto 10">
            <a:extLst>
              <a:ext uri="{FF2B5EF4-FFF2-40B4-BE49-F238E27FC236}">
                <a16:creationId xmlns:a16="http://schemas.microsoft.com/office/drawing/2014/main" id="{0B52893D-09F1-4561-A71D-8472C9420AD7}"/>
              </a:ext>
            </a:extLst>
          </p:cNvPr>
          <p:cNvSpPr txBox="1"/>
          <p:nvPr/>
        </p:nvSpPr>
        <p:spPr>
          <a:xfrm>
            <a:off x="10457330" y="3428999"/>
            <a:ext cx="979919" cy="307777"/>
          </a:xfrm>
          <a:prstGeom prst="rect">
            <a:avLst/>
          </a:prstGeom>
          <a:noFill/>
        </p:spPr>
        <p:txBody>
          <a:bodyPr wrap="square" rtlCol="0">
            <a:spAutoFit/>
          </a:bodyPr>
          <a:lstStyle/>
          <a:p>
            <a:r>
              <a:rPr lang="es-AR" sz="1400" dirty="0"/>
              <a:t>0.001716</a:t>
            </a:r>
            <a:endParaRPr lang="es-AR" dirty="0"/>
          </a:p>
        </p:txBody>
      </p:sp>
      <p:cxnSp>
        <p:nvCxnSpPr>
          <p:cNvPr id="7" name="Conector recto 6">
            <a:extLst>
              <a:ext uri="{FF2B5EF4-FFF2-40B4-BE49-F238E27FC236}">
                <a16:creationId xmlns:a16="http://schemas.microsoft.com/office/drawing/2014/main" id="{9E51F5C3-8B25-4DF9-82AD-C01980206482}"/>
              </a:ext>
            </a:extLst>
          </p:cNvPr>
          <p:cNvCxnSpPr/>
          <p:nvPr/>
        </p:nvCxnSpPr>
        <p:spPr>
          <a:xfrm flipV="1">
            <a:off x="5611044" y="131970"/>
            <a:ext cx="0" cy="5870713"/>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8" name="Diagrama de flujo: o 7">
            <a:extLst>
              <a:ext uri="{FF2B5EF4-FFF2-40B4-BE49-F238E27FC236}">
                <a16:creationId xmlns:a16="http://schemas.microsoft.com/office/drawing/2014/main" id="{974D6A98-DB34-4C6B-B01F-94E2C72F4F45}"/>
              </a:ext>
            </a:extLst>
          </p:cNvPr>
          <p:cNvSpPr/>
          <p:nvPr/>
        </p:nvSpPr>
        <p:spPr>
          <a:xfrm>
            <a:off x="5521045" y="3360712"/>
            <a:ext cx="180000" cy="180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2" name="Conector recto 11">
            <a:extLst>
              <a:ext uri="{FF2B5EF4-FFF2-40B4-BE49-F238E27FC236}">
                <a16:creationId xmlns:a16="http://schemas.microsoft.com/office/drawing/2014/main" id="{E60F5A3A-9469-446B-8EEB-C0C78FD01BA9}"/>
              </a:ext>
            </a:extLst>
          </p:cNvPr>
          <p:cNvCxnSpPr>
            <a:cxnSpLocks/>
          </p:cNvCxnSpPr>
          <p:nvPr/>
        </p:nvCxnSpPr>
        <p:spPr>
          <a:xfrm flipH="1">
            <a:off x="1244710" y="3445173"/>
            <a:ext cx="4366334"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1D820FDC-3D17-4375-80CE-B506D0D41723}"/>
              </a:ext>
            </a:extLst>
          </p:cNvPr>
          <p:cNvSpPr txBox="1"/>
          <p:nvPr/>
        </p:nvSpPr>
        <p:spPr>
          <a:xfrm>
            <a:off x="457593" y="3291284"/>
            <a:ext cx="742118" cy="307777"/>
          </a:xfrm>
          <a:prstGeom prst="rect">
            <a:avLst/>
          </a:prstGeom>
          <a:noFill/>
        </p:spPr>
        <p:txBody>
          <a:bodyPr wrap="square" rtlCol="0">
            <a:spAutoFit/>
          </a:bodyPr>
          <a:lstStyle/>
          <a:p>
            <a:r>
              <a:rPr lang="es-AR" sz="1400" dirty="0"/>
              <a:t>0.024</a:t>
            </a:r>
            <a:endParaRPr lang="es-AR" dirty="0"/>
          </a:p>
        </p:txBody>
      </p:sp>
    </p:spTree>
    <p:extLst>
      <p:ext uri="{BB962C8B-B14F-4D97-AF65-F5344CB8AC3E}">
        <p14:creationId xmlns:p14="http://schemas.microsoft.com/office/powerpoint/2010/main" val="876983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1" grpId="0"/>
      <p:bldP spid="8" grpId="0" animBg="1"/>
      <p:bldP spid="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a:bodyPr>
              <a:lstStyle/>
              <a:p>
                <a:r>
                  <a:rPr lang="es-AR" dirty="0"/>
                  <a:t>Con este nuevo factor de </a:t>
                </a:r>
                <a:r>
                  <a:rPr lang="es-AR" dirty="0" err="1"/>
                  <a:t>Moody</a:t>
                </a:r>
                <a:r>
                  <a:rPr lang="es-AR" dirty="0"/>
                  <a:t> se calculan las pérdidas primarias dejando las mismas expresadas en función de la velocidad:</a:t>
                </a:r>
              </a:p>
              <a:p>
                <a14:m>
                  <m:oMath xmlns:m="http://schemas.openxmlformats.org/officeDocument/2006/math">
                    <m:sSub>
                      <m:sSubPr>
                        <m:ctrlPr>
                          <a:rPr lang="es-AR" sz="2400" i="1" smtClean="0">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b="0" i="1" smtClean="0">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𝑓</m:t>
                        </m:r>
                      </m:e>
                      <m:sub>
                        <m:r>
                          <a:rPr lang="es-AR" sz="2400" i="1">
                            <a:latin typeface="Cambria Math" panose="02040503050406030204" pitchFamily="18" charset="0"/>
                            <a:ea typeface="Cambria Math" panose="02040503050406030204" pitchFamily="18" charset="0"/>
                          </a:rPr>
                          <m:t>𝑚</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𝐿</m:t>
                            </m:r>
                          </m:e>
                          <m:sub>
                            <m:r>
                              <a:rPr lang="es-AR" sz="2400" i="1">
                                <a:latin typeface="Cambria Math" panose="02040503050406030204" pitchFamily="18" charset="0"/>
                                <a:ea typeface="Cambria Math" panose="02040503050406030204" pitchFamily="18" charset="0"/>
                              </a:rPr>
                              <m:t>3</m:t>
                            </m:r>
                          </m:sub>
                        </m:sSub>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i="1">
                                <a:latin typeface="Cambria Math" panose="02040503050406030204" pitchFamily="18" charset="0"/>
                                <a:ea typeface="Cambria Math" panose="02040503050406030204" pitchFamily="18" charset="0"/>
                              </a:rPr>
                              <m:t>3</m:t>
                            </m:r>
                          </m:sub>
                        </m:sSub>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oMath>
                </a14:m>
                <a:endParaRPr lang="es-AR" sz="240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i="1">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0.024</m:t>
                    </m:r>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32.5</m:t>
                        </m:r>
                        <m:r>
                          <a:rPr lang="es-AR" sz="2400" b="0" i="1" smtClean="0">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0.0874</m:t>
                        </m:r>
                        <m:r>
                          <a:rPr lang="es-AR" sz="2400" i="1">
                            <a:latin typeface="Cambria Math" panose="02040503050406030204" pitchFamily="18" charset="0"/>
                            <a:ea typeface="Cambria Math" panose="02040503050406030204" pitchFamily="18" charset="0"/>
                          </a:rPr>
                          <m:t>𝑓𝑡</m:t>
                        </m:r>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i="1">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r>
                      <a:rPr lang="es-AR" sz="2400" b="0" i="0" smtClean="0">
                        <a:latin typeface="Cambria Math" panose="02040503050406030204" pitchFamily="18" charset="0"/>
                        <a:ea typeface="Cambria Math" panose="02040503050406030204" pitchFamily="18" charset="0"/>
                      </a:rPr>
                      <m:t>0.13</m:t>
                    </m:r>
                    <m:r>
                      <a:rPr lang="es-AR" sz="2400" b="0" i="1" smtClean="0">
                        <a:latin typeface="Cambria Math" panose="02040503050406030204" pitchFamily="18" charset="0"/>
                        <a:ea typeface="Cambria Math" panose="02040503050406030204" pitchFamily="18" charset="0"/>
                      </a:rPr>
                      <m:t>87</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endParaRPr lang="es-AR" dirty="0">
                  <a:latin typeface="Cambria Math" panose="02040503050406030204" pitchFamily="18" charset="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descarga (rama bypass)</a:t>
            </a:r>
          </a:p>
        </p:txBody>
      </p:sp>
    </p:spTree>
    <p:extLst>
      <p:ext uri="{BB962C8B-B14F-4D97-AF65-F5344CB8AC3E}">
        <p14:creationId xmlns:p14="http://schemas.microsoft.com/office/powerpoint/2010/main" val="17516262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48D6-00C3-408C-8502-359C45EE372C}"/>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07C950F-75C6-4622-AFB6-0F1F53689936}"/>
                  </a:ext>
                </a:extLst>
              </p:cNvPr>
              <p:cNvSpPr>
                <a:spLocks noGrp="1"/>
              </p:cNvSpPr>
              <p:nvPr>
                <p:ph idx="1"/>
              </p:nvPr>
            </p:nvSpPr>
            <p:spPr/>
            <p:txBody>
              <a:bodyPr>
                <a:normAutofit/>
              </a:bodyPr>
              <a:lstStyle/>
              <a:p>
                <a:r>
                  <a:rPr lang="es-AR" dirty="0"/>
                  <a:t>Ahora se puede plantear la ecuación de la continuidad y la condición de </a:t>
                </a:r>
                <a:r>
                  <a:rPr lang="es-AR" dirty="0" err="1"/>
                  <a:t>paralalelo</a:t>
                </a:r>
                <a:r>
                  <a:rPr lang="es-AR" dirty="0"/>
                  <a:t>.</a:t>
                </a: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b="0" i="1" smtClean="0">
                            <a:latin typeface="Cambria Math" panose="02040503050406030204" pitchFamily="18" charset="0"/>
                            <a:ea typeface="Cambria Math" panose="02040503050406030204" pitchFamily="18" charset="0"/>
                          </a:rPr>
                          <m:t>𝑖𝑛𝑡𝑒𝑟𝑐</m:t>
                        </m:r>
                      </m:sub>
                    </m:sSub>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r>
                      <a:rPr lang="es-AR" sz="2400">
                        <a:latin typeface="Cambria Math" panose="02040503050406030204" pitchFamily="18" charset="0"/>
                        <a:ea typeface="Cambria Math" panose="02040503050406030204" pitchFamily="18" charset="0"/>
                      </a:rPr>
                      <m:t>0.1430</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b="0" i="1" smtClean="0">
                        <a:latin typeface="Cambria Math" panose="02040503050406030204" pitchFamily="18" charset="0"/>
                        <a:ea typeface="Cambria Math" panose="02040503050406030204" pitchFamily="18" charset="0"/>
                      </a:rPr>
                      <m:t>+</m:t>
                    </m:r>
                    <m:r>
                      <a:rPr lang="es-AR" sz="2400">
                        <a:latin typeface="Cambria Math" panose="02040503050406030204" pitchFamily="18" charset="0"/>
                        <a:ea typeface="Cambria Math" panose="02040503050406030204" pitchFamily="18" charset="0"/>
                      </a:rPr>
                      <m:t>0.13</m:t>
                    </m:r>
                    <m:r>
                      <a:rPr lang="es-AR" sz="2400" b="0" i="0" smtClean="0">
                        <a:latin typeface="Cambria Math" panose="02040503050406030204" pitchFamily="18" charset="0"/>
                        <a:ea typeface="Cambria Math" panose="02040503050406030204" pitchFamily="18" charset="0"/>
                      </a:rPr>
                      <m:t>87</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=0.2171</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r>
                      <a:rPr lang="es-AR" sz="2400">
                        <a:latin typeface="Cambria Math" panose="02040503050406030204" pitchFamily="18" charset="0"/>
                        <a:ea typeface="Cambria Math" panose="02040503050406030204" pitchFamily="18" charset="0"/>
                      </a:rPr>
                      <m:t>0.</m:t>
                    </m:r>
                    <m:r>
                      <a:rPr lang="es-AR" sz="2400" b="0" i="0" smtClean="0">
                        <a:latin typeface="Cambria Math" panose="02040503050406030204" pitchFamily="18" charset="0"/>
                        <a:ea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817</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=0.2171×</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b="0" i="0" smtClean="0">
                        <a:latin typeface="Cambria Math" panose="02040503050406030204" pitchFamily="18" charset="0"/>
                        <a:ea typeface="Cambria Math" panose="02040503050406030204" pitchFamily="18" charset="0"/>
                      </a:rPr>
                      <m:t>=</m:t>
                    </m:r>
                    <m:rad>
                      <m:radPr>
                        <m:degHide m:val="on"/>
                        <m:ctrlPr>
                          <a:rPr lang="es-AR" sz="2400" b="0" i="1" smtClean="0">
                            <a:latin typeface="Cambria Math" panose="02040503050406030204" pitchFamily="18" charset="0"/>
                            <a:ea typeface="Cambria Math" panose="02040503050406030204" pitchFamily="18" charset="0"/>
                          </a:rPr>
                        </m:ctrlPr>
                      </m:radPr>
                      <m:deg/>
                      <m:e>
                        <m:f>
                          <m:fPr>
                            <m:ctrlPr>
                              <a:rPr lang="es-AR" sz="2400" b="0" i="1" smtClean="0">
                                <a:latin typeface="Cambria Math" panose="02040503050406030204" pitchFamily="18" charset="0"/>
                                <a:ea typeface="Cambria Math" panose="02040503050406030204" pitchFamily="18" charset="0"/>
                              </a:rPr>
                            </m:ctrlPr>
                          </m:fPr>
                          <m:num>
                            <m:r>
                              <a:rPr lang="es-AR" sz="2400">
                                <a:latin typeface="Cambria Math" panose="02040503050406030204" pitchFamily="18" charset="0"/>
                                <a:ea typeface="Cambria Math" panose="02040503050406030204" pitchFamily="18" charset="0"/>
                              </a:rPr>
                              <m:t>0.2</m:t>
                            </m:r>
                            <m:r>
                              <a:rPr lang="es-AR" sz="2400" b="0" i="0" smtClean="0">
                                <a:latin typeface="Cambria Math" panose="02040503050406030204" pitchFamily="18" charset="0"/>
                                <a:ea typeface="Cambria Math" panose="02040503050406030204" pitchFamily="18" charset="0"/>
                              </a:rPr>
                              <m:t>817</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0.2171</m:t>
                            </m:r>
                          </m:den>
                        </m:f>
                      </m:e>
                    </m:rad>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a:latin typeface="Cambria Math" panose="02040503050406030204" pitchFamily="18" charset="0"/>
                        <a:ea typeface="Cambria Math" panose="02040503050406030204" pitchFamily="18" charset="0"/>
                      </a:rPr>
                      <m:t>=</m:t>
                    </m:r>
                    <m:r>
                      <a:rPr lang="es-AR" sz="2400" b="0" i="0" smtClean="0">
                        <a:latin typeface="Cambria Math" panose="02040503050406030204" pitchFamily="18" charset="0"/>
                        <a:ea typeface="Cambria Math" panose="02040503050406030204" pitchFamily="18" charset="0"/>
                      </a:rPr>
                      <m:t>1.1391</m:t>
                    </m:r>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oMath>
                </a14:m>
                <a:endParaRPr lang="es-AR" sz="2400" dirty="0">
                  <a:latin typeface="Cambria Math" panose="02040503050406030204" pitchFamily="18" charset="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A07C950F-75C6-4622-AFB6-0F1F53689936}"/>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1229834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48D6-00C3-408C-8502-359C45EE372C}"/>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07C950F-75C6-4622-AFB6-0F1F53689936}"/>
                  </a:ext>
                </a:extLst>
              </p:cNvPr>
              <p:cNvSpPr>
                <a:spLocks noGrp="1"/>
              </p:cNvSpPr>
              <p:nvPr>
                <p:ph idx="1"/>
              </p:nvPr>
            </p:nvSpPr>
            <p:spPr/>
            <p:txBody>
              <a:bodyPr>
                <a:normAutofit/>
              </a:bodyPr>
              <a:lstStyle/>
              <a:p>
                <a14:m>
                  <m:oMath xmlns:m="http://schemas.openxmlformats.org/officeDocument/2006/math">
                    <m:r>
                      <a:rPr lang="es-AR" sz="2400" i="1" smtClean="0">
                        <a:latin typeface="Cambria Math" panose="02040503050406030204" pitchFamily="18" charset="0"/>
                      </a:rPr>
                      <m:t>𝑄</m:t>
                    </m:r>
                    <m:r>
                      <a:rPr lang="es-AR" sz="2400" i="1" smtClean="0">
                        <a:latin typeface="Cambria Math" panose="02040503050406030204" pitchFamily="18" charset="0"/>
                      </a:rPr>
                      <m:t>=</m:t>
                    </m:r>
                    <m:r>
                      <a:rPr lang="es-AR" sz="2400">
                        <a:latin typeface="Cambria Math" panose="02040503050406030204" pitchFamily="18" charset="0"/>
                        <a:ea typeface="Cambria Math" panose="02040503050406030204" pitchFamily="18" charset="0"/>
                      </a:rPr>
                      <m:t>1.1</m:t>
                    </m:r>
                    <m:r>
                      <a:rPr lang="es-AR" sz="2400" b="0" i="0" smtClean="0">
                        <a:latin typeface="Cambria Math" panose="02040503050406030204" pitchFamily="18" charset="0"/>
                        <a:ea typeface="Cambria Math" panose="02040503050406030204" pitchFamily="18" charset="0"/>
                      </a:rPr>
                      <m:t>391</m:t>
                    </m:r>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4</m:t>
                        </m:r>
                      </m:sub>
                    </m:sSub>
                    <m:r>
                      <m:rPr>
                        <m:nor/>
                      </m:rPr>
                      <a:rPr lang="es-AR" sz="2400" dirty="0"/>
                      <m:t>+ </m:t>
                    </m:r>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3</m:t>
                        </m:r>
                      </m:sub>
                    </m:sSub>
                  </m:oMath>
                </a14:m>
                <a:endParaRPr lang="es-AR" sz="2400" i="1" dirty="0">
                  <a:latin typeface="Cambria Math" panose="02040503050406030204" pitchFamily="18" charset="0"/>
                  <a:ea typeface="Cambria Math" panose="02040503050406030204" pitchFamily="18" charset="0"/>
                </a:endParaRPr>
              </a:p>
              <a:p>
                <a14:m>
                  <m:oMath xmlns:m="http://schemas.openxmlformats.org/officeDocument/2006/math">
                    <m:r>
                      <a:rPr lang="es-AR" sz="2400" b="0" i="1" smtClean="0">
                        <a:latin typeface="Cambria Math" panose="02040503050406030204" pitchFamily="18" charset="0"/>
                        <a:ea typeface="Cambria Math" panose="02040503050406030204" pitchFamily="18" charset="0"/>
                      </a:rPr>
                      <m:t>0.524</m:t>
                    </m:r>
                    <m:f>
                      <m:fPr>
                        <m:ctrlPr>
                          <a:rPr lang="es-AR" sz="2400" b="0" i="1" smtClean="0">
                            <a:latin typeface="Cambria Math" panose="02040503050406030204" pitchFamily="18" charset="0"/>
                            <a:ea typeface="Cambria Math" panose="02040503050406030204" pitchFamily="18" charset="0"/>
                          </a:rPr>
                        </m:ctrlPr>
                      </m:fPr>
                      <m:num>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3</m:t>
                            </m:r>
                          </m:sup>
                        </m:sSup>
                      </m:num>
                      <m:den>
                        <m:r>
                          <a:rPr lang="es-AR" sz="2400" b="0" i="1" smtClean="0">
                            <a:latin typeface="Cambria Math" panose="02040503050406030204" pitchFamily="18" charset="0"/>
                            <a:ea typeface="Cambria Math" panose="02040503050406030204" pitchFamily="18" charset="0"/>
                          </a:rPr>
                          <m:t>𝑠𝑒𝑔</m:t>
                        </m:r>
                      </m:den>
                    </m:f>
                    <m:r>
                      <a:rPr lang="es-AR" sz="2400" b="0" i="1" smtClean="0">
                        <a:latin typeface="Cambria Math" panose="02040503050406030204" pitchFamily="18" charset="0"/>
                        <a:ea typeface="Cambria Math" panose="02040503050406030204" pitchFamily="18" charset="0"/>
                      </a:rPr>
                      <m:t>=1.1391</m:t>
                    </m:r>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0.06868</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b="0" i="1" smtClean="0">
                        <a:latin typeface="Cambria Math" panose="02040503050406030204" pitchFamily="18" charset="0"/>
                        <a:ea typeface="Cambria Math" panose="02040503050406030204" pitchFamily="18" charset="0"/>
                      </a:rPr>
                      <m:t>+0.0060</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oMath>
                </a14:m>
                <a:endParaRPr lang="es-AR" sz="2400" dirty="0"/>
              </a:p>
              <a:p>
                <a14:m>
                  <m:oMath xmlns:m="http://schemas.openxmlformats.org/officeDocument/2006/math">
                    <m:borderBox>
                      <m:borderBoxPr>
                        <m:ctrlPr>
                          <a:rPr lang="es-AR" sz="2400" i="1" smtClean="0">
                            <a:latin typeface="Cambria Math" panose="02040503050406030204" pitchFamily="18" charset="0"/>
                            <a:ea typeface="Cambria Math" panose="02040503050406030204" pitchFamily="18" charset="0"/>
                          </a:rPr>
                        </m:ctrlPr>
                      </m:borderBox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=6.</m:t>
                        </m:r>
                        <m:r>
                          <a:rPr lang="es-AR" sz="2400" b="0" i="1" smtClean="0">
                            <a:latin typeface="Cambria Math" panose="02040503050406030204" pitchFamily="18" charset="0"/>
                            <a:ea typeface="Cambria Math" panose="02040503050406030204" pitchFamily="18" charset="0"/>
                          </a:rPr>
                          <m:t>221</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borderBox>
                  </m:oMath>
                </a14:m>
                <a:endParaRPr lang="es-AR" sz="2400" dirty="0"/>
              </a:p>
              <a:p>
                <a:r>
                  <a:rPr lang="es-AR" dirty="0"/>
                  <a:t>Teniendo esta velocidad del bypass, puedo calcular un nuevo número de Reynolds y volver a ingresar al diagrama de </a:t>
                </a:r>
                <a:r>
                  <a:rPr lang="es-AR" dirty="0" err="1"/>
                  <a:t>Moody</a:t>
                </a:r>
                <a:r>
                  <a:rPr lang="es-AR" dirty="0"/>
                  <a:t>, esta vez, con un número de Reynolds finito.</a:t>
                </a:r>
              </a:p>
              <a:p>
                <a14:m>
                  <m:oMath xmlns:m="http://schemas.openxmlformats.org/officeDocument/2006/math">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m:t>
                    </m:r>
                    <m:f>
                      <m:fPr>
                        <m:ctrlPr>
                          <a:rPr lang="es-AR" sz="2400" i="1">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b="0" i="1" smtClean="0">
                                <a:latin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i="1">
                                <a:latin typeface="Cambria Math" panose="02040503050406030204" pitchFamily="18" charset="0"/>
                                <a:ea typeface="Cambria Math" panose="02040503050406030204" pitchFamily="18" charset="0"/>
                              </a:rPr>
                              <m:t>𝑖</m:t>
                            </m:r>
                          </m:sub>
                        </m:sSub>
                      </m:num>
                      <m:den>
                        <m:r>
                          <a:rPr lang="es-AR" sz="2400" i="1">
                            <a:latin typeface="Cambria Math" panose="02040503050406030204" pitchFamily="18" charset="0"/>
                            <a:ea typeface="Cambria Math" panose="02040503050406030204" pitchFamily="18" charset="0"/>
                          </a:rPr>
                          <m:t>𝜈</m:t>
                        </m:r>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m:t>
                    </m:r>
                    <m:f>
                      <m:fPr>
                        <m:ctrlPr>
                          <a:rPr lang="es-AR" sz="2400" i="1">
                            <a:latin typeface="Cambria Math" panose="02040503050406030204" pitchFamily="18" charset="0"/>
                          </a:rPr>
                        </m:ctrlPr>
                      </m:fPr>
                      <m:num>
                        <m:r>
                          <a:rPr lang="es-AR" sz="2400" b="0" i="1" smtClean="0">
                            <a:latin typeface="Cambria Math" panose="02040503050406030204" pitchFamily="18" charset="0"/>
                          </a:rPr>
                          <m:t>6.221</m:t>
                        </m:r>
                        <m:f>
                          <m:fPr>
                            <m:type m:val="skw"/>
                            <m:ctrlPr>
                              <a:rPr lang="es-AR" sz="2400" i="1">
                                <a:latin typeface="Cambria Math" panose="02040503050406030204" pitchFamily="18" charset="0"/>
                              </a:rPr>
                            </m:ctrlPr>
                          </m:fPr>
                          <m:num>
                            <m:r>
                              <a:rPr lang="es-AR" sz="2400" i="1">
                                <a:latin typeface="Cambria Math" panose="02040503050406030204" pitchFamily="18" charset="0"/>
                              </a:rPr>
                              <m:t>𝑓𝑡</m:t>
                            </m:r>
                          </m:num>
                          <m:den>
                            <m:r>
                              <a:rPr lang="es-AR" sz="2400" i="1">
                                <a:latin typeface="Cambria Math" panose="02040503050406030204" pitchFamily="18" charset="0"/>
                              </a:rPr>
                              <m:t>𝑠𝑒𝑔</m:t>
                            </m:r>
                          </m:den>
                        </m:f>
                        <m:r>
                          <a:rPr lang="es-AR" sz="2400" i="1">
                            <a:latin typeface="Cambria Math" panose="02040503050406030204" pitchFamily="18" charset="0"/>
                            <a:ea typeface="Cambria Math" panose="02040503050406030204" pitchFamily="18" charset="0"/>
                          </a:rPr>
                          <m:t>×0.</m:t>
                        </m:r>
                        <m:r>
                          <a:rPr lang="es-AR" sz="2400" b="0" i="1" smtClean="0">
                            <a:latin typeface="Cambria Math" panose="02040503050406030204" pitchFamily="18" charset="0"/>
                            <a:ea typeface="Cambria Math" panose="02040503050406030204" pitchFamily="18" charset="0"/>
                          </a:rPr>
                          <m:t>0874</m:t>
                        </m:r>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3.84×</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10</m:t>
                            </m:r>
                          </m:e>
                          <m:sup>
                            <m:r>
                              <a:rPr lang="es-AR" sz="2400" i="1">
                                <a:latin typeface="Cambria Math" panose="02040503050406030204" pitchFamily="18" charset="0"/>
                                <a:ea typeface="Cambria Math" panose="02040503050406030204" pitchFamily="18" charset="0"/>
                              </a:rPr>
                              <m:t>−6</m:t>
                            </m:r>
                          </m:sup>
                        </m:sSup>
                        <m:f>
                          <m:fPr>
                            <m:type m:val="skw"/>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𝑠𝑒𝑔</m:t>
                            </m:r>
                          </m:den>
                        </m:f>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𝑅𝑒</m:t>
                    </m:r>
                    <m:r>
                      <a:rPr lang="es-AR" sz="2400" i="1">
                        <a:latin typeface="Cambria Math" panose="02040503050406030204" pitchFamily="18" charset="0"/>
                      </a:rPr>
                      <m:t>=141,587.75</m:t>
                    </m:r>
                  </m:oMath>
                </a14:m>
                <a:endParaRPr lang="es-AR" sz="2400" dirty="0"/>
              </a:p>
              <a:p>
                <a:endParaRPr lang="es-AR" dirty="0"/>
              </a:p>
              <a:p>
                <a:endParaRPr lang="es-AR" dirty="0"/>
              </a:p>
            </p:txBody>
          </p:sp>
        </mc:Choice>
        <mc:Fallback xmlns="">
          <p:sp>
            <p:nvSpPr>
              <p:cNvPr id="3" name="Marcador de contenido 2">
                <a:extLst>
                  <a:ext uri="{FF2B5EF4-FFF2-40B4-BE49-F238E27FC236}">
                    <a16:creationId xmlns:a16="http://schemas.microsoft.com/office/drawing/2014/main" id="{A07C950F-75C6-4622-AFB6-0F1F53689936}"/>
                  </a:ext>
                </a:extLst>
              </p:cNvPr>
              <p:cNvSpPr>
                <a:spLocks noGrp="1" noRot="1" noChangeAspect="1" noMove="1" noResize="1" noEditPoints="1" noAdjustHandles="1" noChangeArrowheads="1" noChangeShapeType="1" noTextEdit="1"/>
              </p:cNvSpPr>
              <p:nvPr>
                <p:ph idx="1"/>
              </p:nvPr>
            </p:nvSpPr>
            <p:spPr>
              <a:blipFill>
                <a:blip r:embed="rId2"/>
                <a:stretch>
                  <a:fillRect l="-1818" t="-2121"/>
                </a:stretch>
              </a:blipFill>
            </p:spPr>
            <p:txBody>
              <a:bodyPr/>
              <a:lstStyle/>
              <a:p>
                <a:r>
                  <a:rPr lang="es-AR">
                    <a:noFill/>
                  </a:rPr>
                  <a:t> </a:t>
                </a:r>
              </a:p>
            </p:txBody>
          </p:sp>
        </mc:Fallback>
      </mc:AlternateContent>
    </p:spTree>
    <p:extLst>
      <p:ext uri="{BB962C8B-B14F-4D97-AF65-F5344CB8AC3E}">
        <p14:creationId xmlns:p14="http://schemas.microsoft.com/office/powerpoint/2010/main" val="36197975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214C67-9280-4706-9045-519DA2260E6F}"/>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ACD9310-68F1-4763-974C-B06E457D6C22}"/>
                  </a:ext>
                </a:extLst>
              </p:cNvPr>
              <p:cNvSpPr>
                <a:spLocks noGrp="1"/>
              </p:cNvSpPr>
              <p:nvPr>
                <p:ph idx="1"/>
              </p:nvPr>
            </p:nvSpPr>
            <p:spPr/>
            <p:txBody>
              <a:bodyPr/>
              <a:lstStyle/>
              <a:p>
                <a:r>
                  <a:rPr lang="es-AR" dirty="0"/>
                  <a:t>La diferencia entre ambos números de Reynolds se obtiene del siguiente modo:</a:t>
                </a:r>
              </a:p>
              <a:p>
                <a14:m>
                  <m:oMath xmlns:m="http://schemas.openxmlformats.org/officeDocument/2006/math">
                    <m:r>
                      <a:rPr lang="es-AR" sz="240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𝑅𝑒</m:t>
                    </m:r>
                    <m:r>
                      <a:rPr lang="es-AR" sz="2400" b="0" i="1" smtClean="0">
                        <a:latin typeface="Cambria Math" panose="02040503050406030204" pitchFamily="18" charset="0"/>
                        <a:ea typeface="Cambria Math" panose="02040503050406030204" pitchFamily="18" charset="0"/>
                      </a:rPr>
                      <m:t>=100−</m:t>
                    </m:r>
                    <m:f>
                      <m:fPr>
                        <m:ctrlPr>
                          <a:rPr lang="es-AR" sz="2400" b="0" i="1" smtClean="0">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141,587.75</m:t>
                        </m:r>
                        <m:r>
                          <a:rPr lang="es-AR" sz="240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100</m:t>
                        </m:r>
                      </m:num>
                      <m:den>
                        <m:r>
                          <a:rPr lang="es-AR" sz="2400" i="1">
                            <a:latin typeface="Cambria Math" panose="02040503050406030204" pitchFamily="18" charset="0"/>
                            <a:ea typeface="Cambria Math" panose="02040503050406030204" pitchFamily="18" charset="0"/>
                          </a:rPr>
                          <m:t>143,661.54</m:t>
                        </m:r>
                      </m:den>
                    </m:f>
                    <m:r>
                      <a:rPr lang="es-AR" sz="2400" b="0" i="1" smtClean="0">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𝑅𝑒</m:t>
                    </m:r>
                    <m:r>
                      <a:rPr lang="es-AR" sz="2400" i="1">
                        <a:latin typeface="Cambria Math" panose="02040503050406030204" pitchFamily="18" charset="0"/>
                        <a:ea typeface="Cambria Math" panose="02040503050406030204" pitchFamily="18" charset="0"/>
                      </a:rPr>
                      <m:t>=1.44%</m:t>
                    </m:r>
                  </m:oMath>
                </a14:m>
                <a:endParaRPr lang="es-AR" sz="2400" b="0" dirty="0">
                  <a:latin typeface="Cambria Math" panose="02040503050406030204" pitchFamily="18" charset="0"/>
                  <a:ea typeface="Cambria Math" panose="02040503050406030204" pitchFamily="18" charset="0"/>
                </a:endParaRPr>
              </a:p>
              <a:p>
                <a:r>
                  <a:rPr lang="es-AR" dirty="0"/>
                  <a:t>Con esto se satisface el proceso iterativo, ahora se deben calcular las velocidades en las ramas de bypass y del intercambiador.</a:t>
                </a:r>
              </a:p>
            </p:txBody>
          </p:sp>
        </mc:Choice>
        <mc:Fallback xmlns="">
          <p:sp>
            <p:nvSpPr>
              <p:cNvPr id="3" name="Marcador de contenido 2">
                <a:extLst>
                  <a:ext uri="{FF2B5EF4-FFF2-40B4-BE49-F238E27FC236}">
                    <a16:creationId xmlns:a16="http://schemas.microsoft.com/office/drawing/2014/main" id="{DACD9310-68F1-4763-974C-B06E457D6C22}"/>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25621491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4E2013-A5D5-4089-9694-91D9D721E8F8}"/>
                  </a:ext>
                </a:extLst>
              </p:cNvPr>
              <p:cNvSpPr>
                <a:spLocks noGrp="1"/>
              </p:cNvSpPr>
              <p:nvPr>
                <p:ph idx="1"/>
              </p:nvPr>
            </p:nvSpPr>
            <p:spPr/>
            <p:txBody>
              <a:bodyPr>
                <a:normAutofit/>
              </a:bodyPr>
              <a:lstStyle/>
              <a:p>
                <a:r>
                  <a:rPr lang="es-AR" dirty="0"/>
                  <a:t>Con este nuevo factor de </a:t>
                </a:r>
                <a:r>
                  <a:rPr lang="es-AR" dirty="0" err="1"/>
                  <a:t>Moody</a:t>
                </a:r>
                <a:r>
                  <a:rPr lang="es-AR" dirty="0"/>
                  <a:t> se calculan las pérdidas primarias dejando las mismas expresadas en función de la velocidad:</a:t>
                </a:r>
              </a:p>
              <a:p>
                <a14:m>
                  <m:oMath xmlns:m="http://schemas.openxmlformats.org/officeDocument/2006/math">
                    <m:sSub>
                      <m:sSubPr>
                        <m:ctrlPr>
                          <a:rPr lang="es-AR" sz="2400" i="1" smtClean="0">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b="0" i="1" smtClean="0">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𝑓</m:t>
                        </m:r>
                      </m:e>
                      <m:sub>
                        <m:r>
                          <a:rPr lang="es-AR" sz="2400" i="1">
                            <a:latin typeface="Cambria Math" panose="02040503050406030204" pitchFamily="18" charset="0"/>
                            <a:ea typeface="Cambria Math" panose="02040503050406030204" pitchFamily="18" charset="0"/>
                          </a:rPr>
                          <m:t>𝑚</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𝐿</m:t>
                            </m:r>
                          </m:e>
                          <m:sub>
                            <m:r>
                              <a:rPr lang="es-AR" sz="2400" i="1">
                                <a:latin typeface="Cambria Math" panose="02040503050406030204" pitchFamily="18" charset="0"/>
                                <a:ea typeface="Cambria Math" panose="02040503050406030204" pitchFamily="18" charset="0"/>
                              </a:rPr>
                              <m:t>3</m:t>
                            </m:r>
                          </m:sub>
                        </m:sSub>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i="1">
                                <a:latin typeface="Cambria Math" panose="02040503050406030204" pitchFamily="18" charset="0"/>
                                <a:ea typeface="Cambria Math" panose="02040503050406030204" pitchFamily="18" charset="0"/>
                              </a:rPr>
                              <m:t>3</m:t>
                            </m:r>
                          </m:sub>
                        </m:sSub>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oMath>
                </a14:m>
                <a:endParaRPr lang="es-AR" sz="240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i="1">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limLow>
                      <m:limLowPr>
                        <m:ctrlPr>
                          <a:rPr lang="es-AR" sz="2400" i="1" smtClean="0">
                            <a:latin typeface="Cambria Math" panose="02040503050406030204" pitchFamily="18" charset="0"/>
                            <a:ea typeface="Cambria Math" panose="02040503050406030204" pitchFamily="18" charset="0"/>
                          </a:rPr>
                        </m:ctrlPr>
                      </m:limLowPr>
                      <m:e>
                        <m:groupChr>
                          <m:groupChrPr>
                            <m:chr m:val="⏟"/>
                            <m:ctrlPr>
                              <a:rPr lang="es-AR" sz="2400" i="1" smtClean="0">
                                <a:latin typeface="Cambria Math" panose="02040503050406030204" pitchFamily="18" charset="0"/>
                                <a:ea typeface="Cambria Math" panose="02040503050406030204" pitchFamily="18" charset="0"/>
                              </a:rPr>
                            </m:ctrlPr>
                          </m:groupChrPr>
                          <m:e>
                            <m:r>
                              <a:rPr lang="es-AR" sz="2400" b="0" i="1" smtClean="0">
                                <a:latin typeface="Cambria Math" panose="02040503050406030204" pitchFamily="18" charset="0"/>
                                <a:ea typeface="Cambria Math" panose="02040503050406030204" pitchFamily="18" charset="0"/>
                              </a:rPr>
                              <m:t>0.0239</m:t>
                            </m:r>
                          </m:e>
                        </m:groupChr>
                      </m:e>
                      <m:lim>
                        <m:r>
                          <a:rPr lang="es-AR" sz="2400" b="0" i="1" smtClean="0">
                            <a:latin typeface="Cambria Math" panose="02040503050406030204" pitchFamily="18" charset="0"/>
                            <a:ea typeface="Cambria Math" panose="02040503050406030204" pitchFamily="18" charset="0"/>
                          </a:rPr>
                          <m:t>𝑢𝑠𝑎𝑛𝑑𝑜</m:t>
                        </m:r>
                        <m:r>
                          <a:rPr lang="es-AR" sz="2400" b="0" i="1" smtClean="0">
                            <a:latin typeface="Cambria Math" panose="02040503050406030204" pitchFamily="18" charset="0"/>
                            <a:ea typeface="Cambria Math" panose="02040503050406030204" pitchFamily="18" charset="0"/>
                          </a:rPr>
                          <m:t> </m:t>
                        </m:r>
                        <m:r>
                          <a:rPr lang="es-AR" sz="2400" b="0" i="1" smtClean="0">
                            <a:latin typeface="Cambria Math" panose="02040503050406030204" pitchFamily="18" charset="0"/>
                            <a:ea typeface="Cambria Math" panose="02040503050406030204" pitchFamily="18" charset="0"/>
                          </a:rPr>
                          <m:t>𝑠𝑜𝑓𝑡</m:t>
                        </m:r>
                      </m:lim>
                    </m:limLow>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32.5</m:t>
                        </m:r>
                        <m:r>
                          <a:rPr lang="es-AR" sz="2400" b="0" i="1" smtClean="0">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0.0874</m:t>
                        </m:r>
                        <m:r>
                          <a:rPr lang="es-AR" sz="2400" i="1">
                            <a:latin typeface="Cambria Math" panose="02040503050406030204" pitchFamily="18" charset="0"/>
                            <a:ea typeface="Cambria Math" panose="02040503050406030204" pitchFamily="18" charset="0"/>
                          </a:rPr>
                          <m:t>𝑓𝑡</m:t>
                        </m:r>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e>
                      <m:sub>
                        <m:r>
                          <a:rPr lang="es-AR" sz="2400" i="1">
                            <a:latin typeface="Cambria Math" panose="02040503050406030204" pitchFamily="18" charset="0"/>
                            <a:ea typeface="Cambria Math" panose="02040503050406030204" pitchFamily="18" charset="0"/>
                          </a:rPr>
                          <m:t>𝑝𝑟𝑖𝑚</m:t>
                        </m:r>
                      </m:sub>
                    </m:sSub>
                    <m:r>
                      <a:rPr lang="es-AR" sz="2400" i="1">
                        <a:latin typeface="Cambria Math" panose="02040503050406030204" pitchFamily="18" charset="0"/>
                        <a:ea typeface="Cambria Math" panose="02040503050406030204" pitchFamily="18" charset="0"/>
                      </a:rPr>
                      <m:t>=</m:t>
                    </m:r>
                    <m:r>
                      <a:rPr lang="es-AR" sz="2400" b="0" i="0" smtClean="0">
                        <a:latin typeface="Cambria Math" panose="02040503050406030204" pitchFamily="18" charset="0"/>
                        <a:ea typeface="Cambria Math" panose="02040503050406030204" pitchFamily="18" charset="0"/>
                      </a:rPr>
                      <m:t>0.13</m:t>
                    </m:r>
                    <m:r>
                      <a:rPr lang="es-AR" sz="2400" b="0" i="1" smtClean="0">
                        <a:latin typeface="Cambria Math" panose="02040503050406030204" pitchFamily="18" charset="0"/>
                        <a:ea typeface="Cambria Math" panose="02040503050406030204" pitchFamily="18" charset="0"/>
                      </a:rPr>
                      <m:t>81</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endParaRPr lang="es-AR" dirty="0">
                  <a:latin typeface="Cambria Math" panose="02040503050406030204" pitchFamily="18" charset="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2D4E2013-A5D5-4089-9694-91D9D721E8F8}"/>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
        <p:nvSpPr>
          <p:cNvPr id="2" name="Título 1">
            <a:extLst>
              <a:ext uri="{FF2B5EF4-FFF2-40B4-BE49-F238E27FC236}">
                <a16:creationId xmlns:a16="http://schemas.microsoft.com/office/drawing/2014/main" id="{94FA6339-C1BA-4FCA-8087-5D2CB77D5C21}"/>
              </a:ext>
            </a:extLst>
          </p:cNvPr>
          <p:cNvSpPr>
            <a:spLocks noGrp="1"/>
          </p:cNvSpPr>
          <p:nvPr>
            <p:ph type="title"/>
          </p:nvPr>
        </p:nvSpPr>
        <p:spPr/>
        <p:txBody>
          <a:bodyPr/>
          <a:lstStyle/>
          <a:p>
            <a:r>
              <a:rPr lang="es-AR" dirty="0"/>
              <a:t>Línea de descarga (rama bypass)</a:t>
            </a:r>
          </a:p>
        </p:txBody>
      </p:sp>
    </p:spTree>
    <p:extLst>
      <p:ext uri="{BB962C8B-B14F-4D97-AF65-F5344CB8AC3E}">
        <p14:creationId xmlns:p14="http://schemas.microsoft.com/office/powerpoint/2010/main" val="35519480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48D6-00C3-408C-8502-359C45EE372C}"/>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07C950F-75C6-4622-AFB6-0F1F53689936}"/>
                  </a:ext>
                </a:extLst>
              </p:cNvPr>
              <p:cNvSpPr>
                <a:spLocks noGrp="1"/>
              </p:cNvSpPr>
              <p:nvPr>
                <p:ph idx="1"/>
              </p:nvPr>
            </p:nvSpPr>
            <p:spPr/>
            <p:txBody>
              <a:bodyPr>
                <a:normAutofit/>
              </a:bodyPr>
              <a:lstStyle/>
              <a:p>
                <a:r>
                  <a:rPr lang="es-AR" dirty="0"/>
                  <a:t>Ahora se puede plantear la ecuación de la continuidad y la condición de </a:t>
                </a:r>
                <a:r>
                  <a:rPr lang="es-AR" dirty="0" err="1"/>
                  <a:t>paralalelo</a:t>
                </a:r>
                <a:r>
                  <a:rPr lang="es-AR" dirty="0"/>
                  <a:t>.</a:t>
                </a: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𝑏𝑦𝑝𝑎𝑠𝑠</m:t>
                        </m:r>
                      </m:sub>
                    </m:sSub>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b="0" i="1" smtClean="0">
                            <a:latin typeface="Cambria Math" panose="02040503050406030204" pitchFamily="18" charset="0"/>
                            <a:ea typeface="Cambria Math" panose="02040503050406030204" pitchFamily="18" charset="0"/>
                          </a:rPr>
                          <m:t>𝑖𝑛𝑡𝑒𝑟𝑐</m:t>
                        </m:r>
                      </m:sub>
                    </m:sSub>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r>
                      <a:rPr lang="es-AR" sz="2400">
                        <a:latin typeface="Cambria Math" panose="02040503050406030204" pitchFamily="18" charset="0"/>
                        <a:ea typeface="Cambria Math" panose="02040503050406030204" pitchFamily="18" charset="0"/>
                      </a:rPr>
                      <m:t>0.1430</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b="0" i="1" smtClean="0">
                        <a:latin typeface="Cambria Math" panose="02040503050406030204" pitchFamily="18" charset="0"/>
                        <a:ea typeface="Cambria Math" panose="02040503050406030204" pitchFamily="18" charset="0"/>
                      </a:rPr>
                      <m:t>+</m:t>
                    </m:r>
                    <m:r>
                      <a:rPr lang="es-AR" sz="2400">
                        <a:latin typeface="Cambria Math" panose="02040503050406030204" pitchFamily="18" charset="0"/>
                        <a:ea typeface="Cambria Math" panose="02040503050406030204" pitchFamily="18" charset="0"/>
                      </a:rPr>
                      <m:t>0.13</m:t>
                    </m:r>
                    <m:r>
                      <a:rPr lang="es-AR" sz="2400" b="0" i="0" smtClean="0">
                        <a:latin typeface="Cambria Math" panose="02040503050406030204" pitchFamily="18" charset="0"/>
                        <a:ea typeface="Cambria Math" panose="02040503050406030204" pitchFamily="18" charset="0"/>
                      </a:rPr>
                      <m:t>81</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=0.2171</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r>
                      <a:rPr lang="es-AR" sz="2400">
                        <a:latin typeface="Cambria Math" panose="02040503050406030204" pitchFamily="18" charset="0"/>
                        <a:ea typeface="Cambria Math" panose="02040503050406030204" pitchFamily="18" charset="0"/>
                      </a:rPr>
                      <m:t>0.</m:t>
                    </m:r>
                    <m:r>
                      <a:rPr lang="es-AR" sz="2400" b="0" i="0" smtClean="0">
                        <a:latin typeface="Cambria Math" panose="02040503050406030204" pitchFamily="18" charset="0"/>
                        <a:ea typeface="Cambria Math" panose="02040503050406030204" pitchFamily="18" charset="0"/>
                      </a:rPr>
                      <m:t>2</m:t>
                    </m:r>
                    <m:r>
                      <a:rPr lang="es-AR" sz="2400" b="0" i="1" smtClean="0">
                        <a:latin typeface="Cambria Math" panose="02040503050406030204" pitchFamily="18" charset="0"/>
                        <a:ea typeface="Cambria Math" panose="02040503050406030204" pitchFamily="18" charset="0"/>
                      </a:rPr>
                      <m:t>811</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=0.2171×</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oMath>
                </a14:m>
                <a:endParaRPr lang="es-AR" sz="2400"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b="0" i="0" smtClean="0">
                        <a:latin typeface="Cambria Math" panose="02040503050406030204" pitchFamily="18" charset="0"/>
                        <a:ea typeface="Cambria Math" panose="02040503050406030204" pitchFamily="18" charset="0"/>
                      </a:rPr>
                      <m:t>=</m:t>
                    </m:r>
                    <m:rad>
                      <m:radPr>
                        <m:degHide m:val="on"/>
                        <m:ctrlPr>
                          <a:rPr lang="es-AR" sz="2400" b="0" i="1" smtClean="0">
                            <a:latin typeface="Cambria Math" panose="02040503050406030204" pitchFamily="18" charset="0"/>
                            <a:ea typeface="Cambria Math" panose="02040503050406030204" pitchFamily="18" charset="0"/>
                          </a:rPr>
                        </m:ctrlPr>
                      </m:radPr>
                      <m:deg/>
                      <m:e>
                        <m:f>
                          <m:fPr>
                            <m:ctrlPr>
                              <a:rPr lang="es-AR" sz="2400" b="0" i="1" smtClean="0">
                                <a:latin typeface="Cambria Math" panose="02040503050406030204" pitchFamily="18" charset="0"/>
                                <a:ea typeface="Cambria Math" panose="02040503050406030204" pitchFamily="18" charset="0"/>
                              </a:rPr>
                            </m:ctrlPr>
                          </m:fPr>
                          <m:num>
                            <m:r>
                              <a:rPr lang="es-AR" sz="2400">
                                <a:latin typeface="Cambria Math" panose="02040503050406030204" pitchFamily="18" charset="0"/>
                                <a:ea typeface="Cambria Math" panose="02040503050406030204" pitchFamily="18" charset="0"/>
                              </a:rPr>
                              <m:t>0.2</m:t>
                            </m:r>
                            <m:r>
                              <a:rPr lang="es-AR" sz="2400" b="0" i="0" smtClean="0">
                                <a:latin typeface="Cambria Math" panose="02040503050406030204" pitchFamily="18" charset="0"/>
                                <a:ea typeface="Cambria Math" panose="02040503050406030204" pitchFamily="18" charset="0"/>
                              </a:rPr>
                              <m:t>817</m:t>
                            </m:r>
                            <m:r>
                              <a:rPr lang="es-AR" sz="2400" i="1">
                                <a:latin typeface="Cambria Math" panose="02040503050406030204" pitchFamily="18" charset="0"/>
                                <a:ea typeface="Cambria Math" panose="02040503050406030204" pitchFamily="18" charset="0"/>
                              </a:rPr>
                              <m:t>×</m:t>
                            </m:r>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0.2171</m:t>
                            </m:r>
                          </m:den>
                        </m:f>
                      </m:e>
                    </m:rad>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a:latin typeface="Cambria Math" panose="02040503050406030204" pitchFamily="18" charset="0"/>
                        <a:ea typeface="Cambria Math" panose="02040503050406030204" pitchFamily="18" charset="0"/>
                      </a:rPr>
                      <m:t>=</m:t>
                    </m:r>
                    <m:r>
                      <a:rPr lang="es-AR" sz="2400" b="0" i="0" smtClean="0">
                        <a:latin typeface="Cambria Math" panose="02040503050406030204" pitchFamily="18" charset="0"/>
                        <a:ea typeface="Cambria Math" panose="02040503050406030204" pitchFamily="18" charset="0"/>
                      </a:rPr>
                      <m:t>1.1380</m:t>
                    </m:r>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oMath>
                </a14:m>
                <a:endParaRPr lang="es-AR" sz="2400" dirty="0">
                  <a:latin typeface="Cambria Math" panose="02040503050406030204" pitchFamily="18" charset="0"/>
                  <a:ea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A07C950F-75C6-4622-AFB6-0F1F53689936}"/>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13173065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A748D6-00C3-408C-8502-359C45EE372C}"/>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07C950F-75C6-4622-AFB6-0F1F53689936}"/>
                  </a:ext>
                </a:extLst>
              </p:cNvPr>
              <p:cNvSpPr>
                <a:spLocks noGrp="1"/>
              </p:cNvSpPr>
              <p:nvPr>
                <p:ph idx="1"/>
              </p:nvPr>
            </p:nvSpPr>
            <p:spPr/>
            <p:txBody>
              <a:bodyPr>
                <a:normAutofit/>
              </a:bodyPr>
              <a:lstStyle/>
              <a:p>
                <a14:m>
                  <m:oMath xmlns:m="http://schemas.openxmlformats.org/officeDocument/2006/math">
                    <m:r>
                      <a:rPr lang="es-AR" sz="2400" i="1" smtClean="0">
                        <a:latin typeface="Cambria Math" panose="02040503050406030204" pitchFamily="18" charset="0"/>
                      </a:rPr>
                      <m:t>𝑄</m:t>
                    </m:r>
                    <m:r>
                      <a:rPr lang="es-AR" sz="2400" i="1" smtClean="0">
                        <a:latin typeface="Cambria Math" panose="02040503050406030204" pitchFamily="18" charset="0"/>
                      </a:rPr>
                      <m:t>=</m:t>
                    </m:r>
                    <m:r>
                      <a:rPr lang="es-AR" sz="2400">
                        <a:latin typeface="Cambria Math" panose="02040503050406030204" pitchFamily="18" charset="0"/>
                        <a:ea typeface="Cambria Math" panose="02040503050406030204" pitchFamily="18" charset="0"/>
                      </a:rPr>
                      <m:t>1.1</m:t>
                    </m:r>
                    <m:r>
                      <a:rPr lang="es-AR" sz="2400" b="0" i="0" smtClean="0">
                        <a:latin typeface="Cambria Math" panose="02040503050406030204" pitchFamily="18" charset="0"/>
                        <a:ea typeface="Cambria Math" panose="02040503050406030204" pitchFamily="18" charset="0"/>
                      </a:rPr>
                      <m:t>3</m:t>
                    </m:r>
                    <m:r>
                      <a:rPr lang="es-AR" sz="2400" b="0" i="1" smtClean="0">
                        <a:latin typeface="Cambria Math" panose="02040503050406030204" pitchFamily="18" charset="0"/>
                        <a:ea typeface="Cambria Math" panose="02040503050406030204" pitchFamily="18" charset="0"/>
                      </a:rPr>
                      <m:t>80</m:t>
                    </m:r>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4</m:t>
                        </m:r>
                      </m:sub>
                    </m:sSub>
                    <m:r>
                      <m:rPr>
                        <m:nor/>
                      </m:rPr>
                      <a:rPr lang="es-AR" sz="2400" dirty="0"/>
                      <m:t>+ </m:t>
                    </m:r>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3</m:t>
                        </m:r>
                      </m:sub>
                    </m:sSub>
                  </m:oMath>
                </a14:m>
                <a:endParaRPr lang="es-AR" sz="2400" i="1" dirty="0">
                  <a:latin typeface="Cambria Math" panose="02040503050406030204" pitchFamily="18" charset="0"/>
                  <a:ea typeface="Cambria Math" panose="02040503050406030204" pitchFamily="18" charset="0"/>
                </a:endParaRPr>
              </a:p>
              <a:p>
                <a14:m>
                  <m:oMath xmlns:m="http://schemas.openxmlformats.org/officeDocument/2006/math">
                    <m:r>
                      <a:rPr lang="es-AR" sz="2400" b="0" i="1" smtClean="0">
                        <a:latin typeface="Cambria Math" panose="02040503050406030204" pitchFamily="18" charset="0"/>
                        <a:ea typeface="Cambria Math" panose="02040503050406030204" pitchFamily="18" charset="0"/>
                      </a:rPr>
                      <m:t>0.524</m:t>
                    </m:r>
                    <m:f>
                      <m:fPr>
                        <m:ctrlPr>
                          <a:rPr lang="es-AR" sz="2400" b="0" i="1" smtClean="0">
                            <a:latin typeface="Cambria Math" panose="02040503050406030204" pitchFamily="18" charset="0"/>
                            <a:ea typeface="Cambria Math" panose="02040503050406030204" pitchFamily="18" charset="0"/>
                          </a:rPr>
                        </m:ctrlPr>
                      </m:fPr>
                      <m:num>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3</m:t>
                            </m:r>
                          </m:sup>
                        </m:sSup>
                      </m:num>
                      <m:den>
                        <m:r>
                          <a:rPr lang="es-AR" sz="2400" b="0" i="1" smtClean="0">
                            <a:latin typeface="Cambria Math" panose="02040503050406030204" pitchFamily="18" charset="0"/>
                            <a:ea typeface="Cambria Math" panose="02040503050406030204" pitchFamily="18" charset="0"/>
                          </a:rPr>
                          <m:t>𝑠𝑒𝑔</m:t>
                        </m:r>
                      </m:den>
                    </m:f>
                    <m:r>
                      <a:rPr lang="es-AR" sz="2400" b="0" i="1" smtClean="0">
                        <a:latin typeface="Cambria Math" panose="02040503050406030204" pitchFamily="18" charset="0"/>
                        <a:ea typeface="Cambria Math" panose="02040503050406030204" pitchFamily="18" charset="0"/>
                      </a:rPr>
                      <m:t>=1.1380</m:t>
                    </m:r>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0.06868</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b="0" i="1" smtClean="0">
                        <a:latin typeface="Cambria Math" panose="02040503050406030204" pitchFamily="18" charset="0"/>
                        <a:ea typeface="Cambria Math" panose="02040503050406030204" pitchFamily="18" charset="0"/>
                      </a:rPr>
                      <m:t>+0.0060</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2</m:t>
                        </m:r>
                      </m:sup>
                    </m:sSup>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oMath>
                </a14:m>
                <a:endParaRPr lang="es-AR" sz="2400" dirty="0"/>
              </a:p>
              <a:p>
                <a14:m>
                  <m:oMath xmlns:m="http://schemas.openxmlformats.org/officeDocument/2006/math">
                    <m:borderBox>
                      <m:borderBoxPr>
                        <m:ctrlPr>
                          <a:rPr lang="es-AR" sz="2400" i="1" smtClean="0">
                            <a:latin typeface="Cambria Math" panose="02040503050406030204" pitchFamily="18" charset="0"/>
                            <a:ea typeface="Cambria Math" panose="02040503050406030204" pitchFamily="18" charset="0"/>
                          </a:rPr>
                        </m:ctrlPr>
                      </m:borderBoxPr>
                      <m:e>
                        <m:borderBox>
                          <m:borderBoxPr>
                            <m:ctrlPr>
                              <a:rPr lang="es-AR" sz="2400" i="1">
                                <a:latin typeface="Cambria Math" panose="02040503050406030204" pitchFamily="18" charset="0"/>
                                <a:ea typeface="Cambria Math" panose="02040503050406030204" pitchFamily="18" charset="0"/>
                              </a:rPr>
                            </m:ctrlPr>
                          </m:borderBox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=6.227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borderBox>
                      </m:e>
                    </m:borderBox>
                  </m:oMath>
                </a14:m>
                <a:r>
                  <a:rPr lang="es-AR" sz="2400" dirty="0"/>
                  <a:t> Punto e.2</a:t>
                </a: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a:latin typeface="Cambria Math" panose="02040503050406030204" pitchFamily="18" charset="0"/>
                        <a:ea typeface="Cambria Math" panose="02040503050406030204" pitchFamily="18" charset="0"/>
                      </a:rPr>
                      <m:t>=1.1380</m:t>
                    </m:r>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𝑏𝑦𝑝𝑎𝑠𝑠</m:t>
                        </m:r>
                      </m:sub>
                    </m:sSub>
                    <m:r>
                      <a:rPr lang="es-AR" sz="240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a:latin typeface="Cambria Math" panose="02040503050406030204" pitchFamily="18" charset="0"/>
                        <a:ea typeface="Cambria Math" panose="02040503050406030204" pitchFamily="18" charset="0"/>
                      </a:rPr>
                      <m:t>=1.1380</m:t>
                    </m:r>
                    <m:r>
                      <a:rPr lang="es-AR" sz="2400" i="1">
                        <a:latin typeface="Cambria Math" panose="02040503050406030204" pitchFamily="18" charset="0"/>
                        <a:ea typeface="Cambria Math" panose="02040503050406030204" pitchFamily="18" charset="0"/>
                      </a:rPr>
                      <m:t>×6.227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oMath>
                </a14:m>
                <a:endParaRPr lang="es-AR" sz="2400" dirty="0"/>
              </a:p>
              <a:p>
                <a14:m>
                  <m:oMath xmlns:m="http://schemas.openxmlformats.org/officeDocument/2006/math">
                    <m:borderBox>
                      <m:borderBoxPr>
                        <m:ctrlPr>
                          <a:rPr lang="es-AR" sz="2400" i="1" smtClean="0">
                            <a:latin typeface="Cambria Math" panose="02040503050406030204" pitchFamily="18" charset="0"/>
                          </a:rPr>
                        </m:ctrlPr>
                      </m:borderBoxPr>
                      <m:e>
                        <m:borderBox>
                          <m:borderBoxPr>
                            <m:ctrlPr>
                              <a:rPr lang="es-AR" sz="2400" i="1" smtClean="0">
                                <a:latin typeface="Cambria Math" panose="02040503050406030204" pitchFamily="18" charset="0"/>
                              </a:rPr>
                            </m:ctrlPr>
                          </m:borderBox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r>
                              <a:rPr lang="es-AR" sz="240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7.086</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borderBox>
                      </m:e>
                    </m:borderBox>
                  </m:oMath>
                </a14:m>
                <a:r>
                  <a:rPr lang="es-AR" sz="2400" dirty="0"/>
                  <a:t> Punto d.2</a:t>
                </a:r>
              </a:p>
              <a:p>
                <a:endParaRPr lang="es-AR" dirty="0"/>
              </a:p>
              <a:p>
                <a:endParaRPr lang="es-AR" dirty="0"/>
              </a:p>
            </p:txBody>
          </p:sp>
        </mc:Choice>
        <mc:Fallback xmlns="">
          <p:sp>
            <p:nvSpPr>
              <p:cNvPr id="3" name="Marcador de contenido 2">
                <a:extLst>
                  <a:ext uri="{FF2B5EF4-FFF2-40B4-BE49-F238E27FC236}">
                    <a16:creationId xmlns:a16="http://schemas.microsoft.com/office/drawing/2014/main" id="{A07C950F-75C6-4622-AFB6-0F1F53689936}"/>
                  </a:ext>
                </a:extLst>
              </p:cNvPr>
              <p:cNvSpPr>
                <a:spLocks noGrp="1" noRot="1" noChangeAspect="1" noMove="1" noResize="1" noEditPoints="1" noAdjustHandles="1" noChangeArrowheads="1" noChangeShapeType="1" noTextEdit="1"/>
              </p:cNvSpPr>
              <p:nvPr>
                <p:ph idx="1"/>
              </p:nvPr>
            </p:nvSpPr>
            <p:spPr>
              <a:blipFill>
                <a:blip r:embed="rId2"/>
                <a:stretch>
                  <a:fillRect l="-1818" t="-2121"/>
                </a:stretch>
              </a:blipFill>
            </p:spPr>
            <p:txBody>
              <a:bodyPr/>
              <a:lstStyle/>
              <a:p>
                <a:r>
                  <a:rPr lang="es-AR">
                    <a:noFill/>
                  </a:rPr>
                  <a:t> </a:t>
                </a:r>
              </a:p>
            </p:txBody>
          </p:sp>
        </mc:Fallback>
      </mc:AlternateContent>
    </p:spTree>
    <p:extLst>
      <p:ext uri="{BB962C8B-B14F-4D97-AF65-F5344CB8AC3E}">
        <p14:creationId xmlns:p14="http://schemas.microsoft.com/office/powerpoint/2010/main" val="35882701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BF0D5B-839F-4DF1-B910-7D3A81E84DE0}"/>
              </a:ext>
            </a:extLst>
          </p:cNvPr>
          <p:cNvSpPr>
            <a:spLocks noGrp="1"/>
          </p:cNvSpPr>
          <p:nvPr>
            <p:ph type="title"/>
          </p:nvPr>
        </p:nvSpPr>
        <p:spPr/>
        <p:txBody>
          <a:bodyPr/>
          <a:lstStyle/>
          <a:p>
            <a:r>
              <a:rPr lang="es-AR" dirty="0"/>
              <a:t>Línea de descarga (Tramo 3’/3’’ – 4)</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A87BB836-B77D-4C9B-8E9C-41F1A2C8F631}"/>
                  </a:ext>
                </a:extLst>
              </p:cNvPr>
              <p:cNvSpPr>
                <a:spLocks noGrp="1"/>
              </p:cNvSpPr>
              <p:nvPr>
                <p:ph idx="1"/>
              </p:nvPr>
            </p:nvSpPr>
            <p:spPr/>
            <p:txBody>
              <a:bodyPr>
                <a:noAutofit/>
              </a:bodyPr>
              <a:lstStyle/>
              <a:p>
                <a14:m>
                  <m:oMath xmlns:m="http://schemas.openxmlformats.org/officeDocument/2006/math">
                    <m:r>
                      <a:rPr lang="es-AR" sz="2400" i="1" smtClean="0">
                        <a:latin typeface="Cambria Math" panose="02040503050406030204" pitchFamily="18" charset="0"/>
                      </a:rPr>
                      <m:t>𝑄</m:t>
                    </m:r>
                    <m:r>
                      <a:rPr lang="es-AR" sz="2400" i="1" smtClean="0">
                        <a:latin typeface="Cambria Math" panose="02040503050406030204" pitchFamily="18" charset="0"/>
                      </a:rPr>
                      <m:t>=</m:t>
                    </m:r>
                    <m:limLow>
                      <m:limLowPr>
                        <m:ctrlPr>
                          <a:rPr lang="es-AR" sz="2400" i="1" smtClean="0">
                            <a:latin typeface="Cambria Math" panose="02040503050406030204" pitchFamily="18" charset="0"/>
                          </a:rPr>
                        </m:ctrlPr>
                      </m:limLowPr>
                      <m:e>
                        <m:groupChr>
                          <m:groupChrPr>
                            <m:chr m:val="⏟"/>
                            <m:ctrlPr>
                              <a:rPr lang="es-AR" sz="2400" i="1" smtClean="0">
                                <a:latin typeface="Cambria Math" panose="02040503050406030204" pitchFamily="18" charset="0"/>
                              </a:rPr>
                            </m:ctrlPr>
                          </m:groupChr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4</m:t>
                                </m:r>
                              </m:sub>
                            </m:sSub>
                          </m:e>
                        </m:groupChr>
                      </m:e>
                      <m:lim>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𝑄</m:t>
                            </m:r>
                          </m:e>
                          <m:sub>
                            <m:r>
                              <a:rPr lang="es-AR" sz="2400" b="0" i="1" smtClean="0">
                                <a:latin typeface="Cambria Math" panose="02040503050406030204" pitchFamily="18" charset="0"/>
                              </a:rPr>
                              <m:t>𝑖𝑛𝑡𝑒𝑟𝑐</m:t>
                            </m:r>
                          </m:sub>
                        </m:sSub>
                      </m:lim>
                    </m:limLow>
                    <m:r>
                      <m:rPr>
                        <m:nor/>
                      </m:rPr>
                      <a:rPr lang="es-AR" sz="2400" dirty="0"/>
                      <m:t>+ </m:t>
                    </m:r>
                    <m:limLow>
                      <m:limLowPr>
                        <m:ctrlPr>
                          <a:rPr lang="es-AR" sz="2400" i="1" dirty="0" smtClean="0">
                            <a:latin typeface="Cambria Math" panose="02040503050406030204" pitchFamily="18" charset="0"/>
                          </a:rPr>
                        </m:ctrlPr>
                      </m:limLowPr>
                      <m:e>
                        <m:groupChr>
                          <m:groupChrPr>
                            <m:chr m:val="⏟"/>
                            <m:ctrlPr>
                              <a:rPr lang="es-AR" sz="2400" i="1" dirty="0" smtClean="0">
                                <a:latin typeface="Cambria Math" panose="02040503050406030204" pitchFamily="18" charset="0"/>
                              </a:rPr>
                            </m:ctrlPr>
                          </m:groupChr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3</m:t>
                                </m:r>
                              </m:sub>
                            </m:sSub>
                          </m:e>
                        </m:groupChr>
                      </m:e>
                      <m:lim>
                        <m:sSub>
                          <m:sSubPr>
                            <m:ctrlPr>
                              <a:rPr lang="es-AR" sz="2400" i="1">
                                <a:latin typeface="Cambria Math" panose="02040503050406030204" pitchFamily="18" charset="0"/>
                              </a:rPr>
                            </m:ctrlPr>
                          </m:sSubPr>
                          <m:e>
                            <m:r>
                              <a:rPr lang="es-AR" sz="2400" i="1">
                                <a:latin typeface="Cambria Math" panose="02040503050406030204" pitchFamily="18" charset="0"/>
                              </a:rPr>
                              <m:t>𝑄</m:t>
                            </m:r>
                          </m:e>
                          <m:sub>
                            <m:r>
                              <a:rPr lang="es-AR" sz="2400" b="0" i="1" smtClean="0">
                                <a:latin typeface="Cambria Math" panose="02040503050406030204" pitchFamily="18" charset="0"/>
                              </a:rPr>
                              <m:t>𝑏𝑦𝑝𝑎𝑠𝑠</m:t>
                            </m:r>
                          </m:sub>
                        </m:sSub>
                      </m:lim>
                    </m:limLow>
                  </m:oMath>
                </a14:m>
                <a:endParaRPr lang="es-AR" sz="2400" dirty="0"/>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𝑄</m:t>
                        </m:r>
                      </m:e>
                      <m:sub>
                        <m:r>
                          <a:rPr lang="es-AR" sz="2400" i="1">
                            <a:latin typeface="Cambria Math" panose="02040503050406030204" pitchFamily="18" charset="0"/>
                          </a:rPr>
                          <m:t>𝑖𝑛𝑡𝑒𝑟𝑐</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m:t>
                    </m:r>
                    <m:sSub>
                      <m:sSubPr>
                        <m:ctrlPr>
                          <a:rPr lang="es-AR" sz="2400" i="1" smtClean="0">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4</m:t>
                        </m:r>
                      </m:sub>
                    </m:sSub>
                    <m:r>
                      <a:rPr lang="es-AR" sz="240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𝑄</m:t>
                        </m:r>
                      </m:e>
                      <m:sub>
                        <m:r>
                          <a:rPr lang="es-AR" sz="2400" i="1">
                            <a:latin typeface="Cambria Math" panose="02040503050406030204" pitchFamily="18" charset="0"/>
                          </a:rPr>
                          <m:t>𝑖𝑛𝑡𝑒𝑟𝑐</m:t>
                        </m:r>
                      </m:sub>
                    </m:sSub>
                    <m:r>
                      <a:rPr lang="es-AR" sz="2400" i="1">
                        <a:latin typeface="Cambria Math" panose="02040503050406030204" pitchFamily="18" charset="0"/>
                      </a:rPr>
                      <m:t>=</m:t>
                    </m:r>
                    <m:r>
                      <a:rPr lang="es-AR" sz="2400" i="1">
                        <a:latin typeface="Cambria Math" panose="02040503050406030204" pitchFamily="18" charset="0"/>
                        <a:ea typeface="Cambria Math" panose="02040503050406030204" pitchFamily="18" charset="0"/>
                      </a:rPr>
                      <m:t>7.086</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r>
                      <a:rPr lang="es-AR" sz="2400" i="1">
                        <a:latin typeface="Cambria Math" panose="02040503050406030204" pitchFamily="18" charset="0"/>
                        <a:ea typeface="Cambria Math" panose="02040503050406030204" pitchFamily="18" charset="0"/>
                      </a:rPr>
                      <m:t>×0.06868</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2</m:t>
                        </m:r>
                      </m:sup>
                    </m:sSup>
                  </m:oMath>
                </a14:m>
                <a:endParaRPr lang="es-AR" sz="2400" dirty="0"/>
              </a:p>
              <a:p>
                <a14:m>
                  <m:oMath xmlns:m="http://schemas.openxmlformats.org/officeDocument/2006/math">
                    <m:borderBox>
                      <m:borderBoxPr>
                        <m:ctrlPr>
                          <a:rPr lang="es-AR" sz="2400" i="1">
                            <a:latin typeface="Cambria Math" panose="02040503050406030204" pitchFamily="18" charset="0"/>
                            <a:ea typeface="Cambria Math" panose="02040503050406030204" pitchFamily="18" charset="0"/>
                          </a:rPr>
                        </m:ctrlPr>
                      </m:borderBoxPr>
                      <m:e>
                        <m:borderBox>
                          <m:borderBoxPr>
                            <m:ctrlPr>
                              <a:rPr lang="es-AR" sz="2400" i="1">
                                <a:latin typeface="Cambria Math" panose="02040503050406030204" pitchFamily="18" charset="0"/>
                                <a:ea typeface="Cambria Math" panose="02040503050406030204" pitchFamily="18" charset="0"/>
                              </a:rPr>
                            </m:ctrlPr>
                          </m:borderBoxPr>
                          <m:e>
                            <m:sSub>
                              <m:sSubPr>
                                <m:ctrlPr>
                                  <a:rPr lang="es-AR" sz="2400" i="1">
                                    <a:latin typeface="Cambria Math" panose="02040503050406030204" pitchFamily="18" charset="0"/>
                                  </a:rPr>
                                </m:ctrlPr>
                              </m:sSubPr>
                              <m:e>
                                <m:r>
                                  <a:rPr lang="es-AR" sz="2400" i="1">
                                    <a:latin typeface="Cambria Math" panose="02040503050406030204" pitchFamily="18" charset="0"/>
                                  </a:rPr>
                                  <m:t>𝑄</m:t>
                                </m:r>
                              </m:e>
                              <m:sub>
                                <m:r>
                                  <a:rPr lang="es-AR" sz="2400" i="1">
                                    <a:latin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0.487</m:t>
                            </m:r>
                            <m:f>
                              <m:fPr>
                                <m:type m:val="skw"/>
                                <m:ctrlPr>
                                  <a:rPr lang="es-AR" sz="2400" i="1">
                                    <a:latin typeface="Cambria Math" panose="02040503050406030204" pitchFamily="18" charset="0"/>
                                    <a:ea typeface="Cambria Math" panose="02040503050406030204" pitchFamily="18" charset="0"/>
                                  </a:rPr>
                                </m:ctrlPr>
                              </m:fPr>
                              <m:num>
                                <m:sSup>
                                  <m:sSupPr>
                                    <m:ctrlPr>
                                      <a:rPr lang="es-AR" sz="240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3</m:t>
                                    </m:r>
                                  </m:sup>
                                </m:sSup>
                              </m:num>
                              <m:den>
                                <m:r>
                                  <a:rPr lang="es-AR" sz="2400" i="1">
                                    <a:latin typeface="Cambria Math" panose="02040503050406030204" pitchFamily="18" charset="0"/>
                                    <a:ea typeface="Cambria Math" panose="02040503050406030204" pitchFamily="18" charset="0"/>
                                  </a:rPr>
                                  <m:t>𝑠𝑒𝑔</m:t>
                                </m:r>
                              </m:den>
                            </m:f>
                            <m:r>
                              <a:rPr lang="es-AR" sz="240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218.40</m:t>
                            </m:r>
                            <m:r>
                              <a:rPr lang="es-AR" sz="2400" b="0" i="1" smtClean="0">
                                <a:latin typeface="Cambria Math" panose="02040503050406030204" pitchFamily="18" charset="0"/>
                                <a:ea typeface="Cambria Math" panose="02040503050406030204" pitchFamily="18" charset="0"/>
                              </a:rPr>
                              <m:t>𝑔𝑝𝑚</m:t>
                            </m:r>
                          </m:e>
                        </m:borderBox>
                      </m:e>
                    </m:borderBox>
                  </m:oMath>
                </a14:m>
                <a:r>
                  <a:rPr lang="es-AR" sz="2400" dirty="0"/>
                  <a:t> Punto d.1</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𝑄</m:t>
                        </m:r>
                      </m:e>
                      <m:sub>
                        <m:r>
                          <a:rPr lang="es-AR" sz="2400" b="0" i="1" smtClean="0">
                            <a:latin typeface="Cambria Math" panose="02040503050406030204" pitchFamily="18" charset="0"/>
                          </a:rPr>
                          <m:t>𝑏𝑦𝑝𝑎𝑠𝑠</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b="0" i="1" smtClean="0">
                            <a:latin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𝐴</m:t>
                        </m:r>
                      </m:e>
                      <m:sub>
                        <m:r>
                          <a:rPr lang="es-AR" sz="2400" b="0" i="1" smtClean="0">
                            <a:latin typeface="Cambria Math" panose="02040503050406030204" pitchFamily="18" charset="0"/>
                            <a:ea typeface="Cambria Math" panose="02040503050406030204" pitchFamily="18" charset="0"/>
                          </a:rPr>
                          <m:t>3</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𝑄</m:t>
                        </m:r>
                      </m:e>
                      <m:sub>
                        <m:r>
                          <a:rPr lang="es-AR" sz="2400" b="0" i="1" smtClean="0">
                            <a:latin typeface="Cambria Math" panose="02040503050406030204" pitchFamily="18" charset="0"/>
                          </a:rPr>
                          <m:t>𝑏𝑦𝑝𝑎𝑠𝑠</m:t>
                        </m:r>
                      </m:sub>
                    </m:sSub>
                    <m:r>
                      <a:rPr lang="es-AR" sz="2400" i="1">
                        <a:latin typeface="Cambria Math" panose="02040503050406030204" pitchFamily="18" charset="0"/>
                      </a:rPr>
                      <m:t>=</m:t>
                    </m:r>
                    <m:r>
                      <a:rPr lang="es-AR" sz="2400" i="1">
                        <a:latin typeface="Cambria Math" panose="02040503050406030204" pitchFamily="18" charset="0"/>
                        <a:ea typeface="Cambria Math" panose="02040503050406030204" pitchFamily="18" charset="0"/>
                      </a:rPr>
                      <m:t>6.227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r>
                      <a:rPr lang="es-AR" sz="2400" i="1">
                        <a:latin typeface="Cambria Math" panose="02040503050406030204" pitchFamily="18" charset="0"/>
                        <a:ea typeface="Cambria Math" panose="02040503050406030204" pitchFamily="18" charset="0"/>
                      </a:rPr>
                      <m:t>×0.0</m:t>
                    </m:r>
                    <m:r>
                      <a:rPr lang="es-AR" sz="2400" b="0" i="1" smtClean="0">
                        <a:latin typeface="Cambria Math" panose="02040503050406030204" pitchFamily="18" charset="0"/>
                        <a:ea typeface="Cambria Math" panose="02040503050406030204" pitchFamily="18" charset="0"/>
                      </a:rPr>
                      <m:t>0</m:t>
                    </m:r>
                    <m:r>
                      <a:rPr lang="es-AR" sz="2400" i="1">
                        <a:latin typeface="Cambria Math" panose="02040503050406030204" pitchFamily="18" charset="0"/>
                        <a:ea typeface="Cambria Math" panose="02040503050406030204" pitchFamily="18" charset="0"/>
                      </a:rPr>
                      <m:t>6</m:t>
                    </m:r>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2</m:t>
                        </m:r>
                      </m:sup>
                    </m:sSup>
                  </m:oMath>
                </a14:m>
                <a:endParaRPr lang="es-AR" sz="2400" dirty="0"/>
              </a:p>
              <a:p>
                <a14:m>
                  <m:oMath xmlns:m="http://schemas.openxmlformats.org/officeDocument/2006/math">
                    <m:borderBox>
                      <m:borderBoxPr>
                        <m:ctrlPr>
                          <a:rPr lang="es-AR" sz="2400" i="1">
                            <a:latin typeface="Cambria Math" panose="02040503050406030204" pitchFamily="18" charset="0"/>
                            <a:ea typeface="Cambria Math" panose="02040503050406030204" pitchFamily="18" charset="0"/>
                          </a:rPr>
                        </m:ctrlPr>
                      </m:borderBoxPr>
                      <m:e>
                        <m:borderBox>
                          <m:borderBoxPr>
                            <m:ctrlPr>
                              <a:rPr lang="es-AR" sz="2400" i="1">
                                <a:latin typeface="Cambria Math" panose="02040503050406030204" pitchFamily="18" charset="0"/>
                                <a:ea typeface="Cambria Math" panose="02040503050406030204" pitchFamily="18" charset="0"/>
                              </a:rPr>
                            </m:ctrlPr>
                          </m:borderBoxPr>
                          <m:e>
                            <m:sSub>
                              <m:sSubPr>
                                <m:ctrlPr>
                                  <a:rPr lang="es-AR" sz="2400" i="1">
                                    <a:latin typeface="Cambria Math" panose="02040503050406030204" pitchFamily="18" charset="0"/>
                                  </a:rPr>
                                </m:ctrlPr>
                              </m:sSubPr>
                              <m:e>
                                <m:r>
                                  <a:rPr lang="es-AR" sz="2400" i="1">
                                    <a:latin typeface="Cambria Math" panose="02040503050406030204" pitchFamily="18" charset="0"/>
                                  </a:rPr>
                                  <m:t>𝑄</m:t>
                                </m:r>
                              </m:e>
                              <m:sub>
                                <m:r>
                                  <a:rPr lang="es-AR" sz="2400" b="0" i="1" smtClean="0">
                                    <a:latin typeface="Cambria Math" panose="02040503050406030204" pitchFamily="18" charset="0"/>
                                  </a:rPr>
                                  <m:t>𝑏𝑦𝑝𝑎𝑠𝑠</m:t>
                                </m:r>
                              </m:sub>
                            </m:sSub>
                            <m:r>
                              <a:rPr lang="es-AR" sz="2400" i="1">
                                <a:latin typeface="Cambria Math" panose="02040503050406030204" pitchFamily="18" charset="0"/>
                                <a:ea typeface="Cambria Math" panose="02040503050406030204" pitchFamily="18" charset="0"/>
                              </a:rPr>
                              <m:t>=0.</m:t>
                            </m:r>
                            <m:r>
                              <a:rPr lang="es-AR" sz="2400" b="0" i="1" smtClean="0">
                                <a:latin typeface="Cambria Math" panose="02040503050406030204" pitchFamily="18" charset="0"/>
                                <a:ea typeface="Cambria Math" panose="02040503050406030204" pitchFamily="18" charset="0"/>
                              </a:rPr>
                              <m:t>037</m:t>
                            </m:r>
                            <m:r>
                              <a:rPr lang="es-AR" sz="2400" i="1">
                                <a:latin typeface="Cambria Math" panose="02040503050406030204" pitchFamily="18" charset="0"/>
                                <a:ea typeface="Cambria Math" panose="02040503050406030204" pitchFamily="18" charset="0"/>
                              </a:rPr>
                              <m:t>7</m:t>
                            </m:r>
                            <m:f>
                              <m:fPr>
                                <m:type m:val="skw"/>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3</m:t>
                                    </m:r>
                                  </m:sup>
                                </m:sSup>
                              </m:num>
                              <m:den>
                                <m:r>
                                  <a:rPr lang="es-AR" sz="2400" i="1">
                                    <a:latin typeface="Cambria Math" panose="02040503050406030204" pitchFamily="18" charset="0"/>
                                    <a:ea typeface="Cambria Math" panose="02040503050406030204" pitchFamily="18" charset="0"/>
                                  </a:rPr>
                                  <m:t>𝑠𝑒𝑔</m:t>
                                </m:r>
                              </m:den>
                            </m:f>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16.77</m:t>
                            </m:r>
                            <m:r>
                              <a:rPr lang="es-AR" sz="2400" i="1">
                                <a:latin typeface="Cambria Math" panose="02040503050406030204" pitchFamily="18" charset="0"/>
                                <a:ea typeface="Cambria Math" panose="02040503050406030204" pitchFamily="18" charset="0"/>
                              </a:rPr>
                              <m:t>𝑔𝑝𝑚</m:t>
                            </m:r>
                          </m:e>
                        </m:borderBox>
                      </m:e>
                    </m:borderBox>
                  </m:oMath>
                </a14:m>
                <a:r>
                  <a:rPr lang="es-AR" sz="2400" dirty="0"/>
                  <a:t> Punto e.1</a:t>
                </a:r>
              </a:p>
            </p:txBody>
          </p:sp>
        </mc:Choice>
        <mc:Fallback>
          <p:sp>
            <p:nvSpPr>
              <p:cNvPr id="3" name="Marcador de contenido 2">
                <a:extLst>
                  <a:ext uri="{FF2B5EF4-FFF2-40B4-BE49-F238E27FC236}">
                    <a16:creationId xmlns:a16="http://schemas.microsoft.com/office/drawing/2014/main" id="{A87BB836-B77D-4C9B-8E9C-41F1A2C8F631}"/>
                  </a:ext>
                </a:extLst>
              </p:cNvPr>
              <p:cNvSpPr>
                <a:spLocks noGrp="1" noRot="1" noChangeAspect="1" noMove="1" noResize="1" noEditPoints="1" noAdjustHandles="1" noChangeArrowheads="1" noChangeShapeType="1" noTextEdit="1"/>
              </p:cNvSpPr>
              <p:nvPr>
                <p:ph idx="1"/>
              </p:nvPr>
            </p:nvSpPr>
            <p:spPr>
              <a:blipFill>
                <a:blip r:embed="rId2"/>
                <a:stretch>
                  <a:fillRect l="-1818" t="-2879"/>
                </a:stretch>
              </a:blipFill>
            </p:spPr>
            <p:txBody>
              <a:bodyPr/>
              <a:lstStyle/>
              <a:p>
                <a:r>
                  <a:rPr lang="es-AR">
                    <a:noFill/>
                  </a:rPr>
                  <a:t> </a:t>
                </a:r>
              </a:p>
            </p:txBody>
          </p:sp>
        </mc:Fallback>
      </mc:AlternateContent>
    </p:spTree>
    <p:extLst>
      <p:ext uri="{BB962C8B-B14F-4D97-AF65-F5344CB8AC3E}">
        <p14:creationId xmlns:p14="http://schemas.microsoft.com/office/powerpoint/2010/main" val="30149975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D9250E-45B3-4B83-9F9C-E9DF1BE71F9F}"/>
              </a:ext>
            </a:extLst>
          </p:cNvPr>
          <p:cNvSpPr>
            <a:spLocks noGrp="1"/>
          </p:cNvSpPr>
          <p:nvPr>
            <p:ph type="title"/>
          </p:nvPr>
        </p:nvSpPr>
        <p:spPr/>
        <p:txBody>
          <a:bodyPr/>
          <a:lstStyle/>
          <a:p>
            <a:r>
              <a:rPr lang="es-AR" dirty="0"/>
              <a:t>Línea de descarga (Tramo 3’/3’’ – 4)</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0D9FAB9-7925-490D-B38F-9AF2AE0C9900}"/>
                  </a:ext>
                </a:extLst>
              </p:cNvPr>
              <p:cNvSpPr>
                <a:spLocks noGrp="1"/>
              </p:cNvSpPr>
              <p:nvPr>
                <p:ph idx="1"/>
              </p:nvPr>
            </p:nvSpPr>
            <p:spPr/>
            <p:txBody>
              <a:bodyPr>
                <a:normAutofit/>
              </a:bodyPr>
              <a:lstStyle/>
              <a:p>
                <a:r>
                  <a:rPr lang="es-AR" dirty="0"/>
                  <a:t>Pérdidas en el paralelo:</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𝑖𝑛𝑡𝑒𝑟𝑐</m:t>
                        </m:r>
                      </m:sub>
                    </m:sSub>
                    <m:r>
                      <a:rPr lang="es-AR" sz="2400" i="1">
                        <a:latin typeface="Cambria Math" panose="02040503050406030204" pitchFamily="18" charset="0"/>
                      </a:rPr>
                      <m:t>=</m:t>
                    </m:r>
                    <m:nary>
                      <m:naryPr>
                        <m:chr m:val="∑"/>
                        <m:subHide m:val="on"/>
                        <m:supHide m:val="on"/>
                        <m:ctrlPr>
                          <a:rPr lang="es-AR" sz="2400" i="1">
                            <a:latin typeface="Cambria Math" panose="02040503050406030204" pitchFamily="18" charset="0"/>
                          </a:rPr>
                        </m:ctrlPr>
                      </m:naryPr>
                      <m:sub/>
                      <m:sup/>
                      <m:e>
                        <m:sSub>
                          <m:sSubPr>
                            <m:ctrlPr>
                              <a:rPr lang="es-AR" sz="2400" i="1">
                                <a:latin typeface="Cambria Math" panose="02040503050406030204" pitchFamily="18" charset="0"/>
                              </a:rPr>
                            </m:ctrlPr>
                          </m:sSubPr>
                          <m:e>
                            <m:r>
                              <a:rPr lang="es-AR" sz="2400" i="1">
                                <a:latin typeface="Cambria Math" panose="02040503050406030204" pitchFamily="18" charset="0"/>
                              </a:rPr>
                              <m:t>𝑘</m:t>
                            </m:r>
                          </m:e>
                          <m:sub>
                            <m:r>
                              <a:rPr lang="es-AR" sz="2400" i="1">
                                <a:latin typeface="Cambria Math" panose="02040503050406030204" pitchFamily="18" charset="0"/>
                              </a:rPr>
                              <m:t>𝑖</m:t>
                            </m:r>
                          </m:sub>
                        </m:sSub>
                      </m:e>
                    </m:nary>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r>
                      <a:rPr lang="es-AR" sz="240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𝑖𝑛𝑡𝑒𝑟𝑐</m:t>
                        </m:r>
                      </m:sub>
                    </m:sSub>
                    <m:r>
                      <a:rPr lang="es-AR" sz="2400" i="1">
                        <a:latin typeface="Cambria Math" panose="02040503050406030204" pitchFamily="18" charset="0"/>
                      </a:rPr>
                      <m:t>=</m:t>
                    </m:r>
                    <m:r>
                      <a:rPr lang="es-AR" sz="2400" b="0" i="1" smtClean="0">
                        <a:latin typeface="Cambria Math" panose="02040503050406030204" pitchFamily="18" charset="0"/>
                      </a:rPr>
                      <m:t>13.972</m:t>
                    </m:r>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r>
                                  <a:rPr lang="es-AR" sz="2400" i="1">
                                    <a:latin typeface="Cambria Math" panose="02040503050406030204" pitchFamily="18" charset="0"/>
                                    <a:ea typeface="Cambria Math" panose="02040503050406030204" pitchFamily="18" charset="0"/>
                                  </a:rPr>
                                  <m:t>7.086</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oMath>
                </a14:m>
                <a:endParaRPr lang="es-AR" sz="2400" i="1" dirty="0">
                  <a:latin typeface="Cambria Math" panose="02040503050406030204" pitchFamily="18" charset="0"/>
                  <a:ea typeface="Cambria Math" panose="02040503050406030204" pitchFamily="18" charset="0"/>
                </a:endParaRPr>
              </a:p>
              <a:p>
                <a14:m>
                  <m:oMath xmlns:m="http://schemas.openxmlformats.org/officeDocument/2006/math">
                    <m:borderBox>
                      <m:borderBoxPr>
                        <m:ctrlPr>
                          <a:rPr lang="es-AR" sz="2400" b="0" i="1" smtClean="0">
                            <a:latin typeface="Cambria Math" panose="02040503050406030204" pitchFamily="18" charset="0"/>
                          </a:rPr>
                        </m:ctrlPr>
                      </m:borderBox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𝑖𝑛𝑡𝑒𝑟𝑐</m:t>
                            </m:r>
                          </m:sub>
                        </m:sSub>
                        <m:r>
                          <a:rPr lang="es-AR" sz="2400" i="1">
                            <a:latin typeface="Cambria Math" panose="02040503050406030204" pitchFamily="18" charset="0"/>
                          </a:rPr>
                          <m:t>=10.90</m:t>
                        </m:r>
                        <m:r>
                          <a:rPr lang="es-AR" sz="2400" b="0" i="1" smtClean="0">
                            <a:latin typeface="Cambria Math" panose="02040503050406030204" pitchFamily="18" charset="0"/>
                          </a:rPr>
                          <m:t>38</m:t>
                        </m:r>
                        <m:r>
                          <a:rPr lang="es-AR" sz="2400" i="1">
                            <a:latin typeface="Cambria Math" panose="02040503050406030204" pitchFamily="18" charset="0"/>
                          </a:rPr>
                          <m:t>𝑓𝑡</m:t>
                        </m:r>
                      </m:e>
                    </m:borderBox>
                  </m:oMath>
                </a14:m>
                <a:endParaRPr lang="es-AR" b="0" dirty="0"/>
              </a:p>
              <a:p>
                <a:endParaRPr lang="es-AR" sz="2400" b="0" dirty="0"/>
              </a:p>
            </p:txBody>
          </p:sp>
        </mc:Choice>
        <mc:Fallback xmlns="">
          <p:sp>
            <p:nvSpPr>
              <p:cNvPr id="3" name="Marcador de contenido 2">
                <a:extLst>
                  <a:ext uri="{FF2B5EF4-FFF2-40B4-BE49-F238E27FC236}">
                    <a16:creationId xmlns:a16="http://schemas.microsoft.com/office/drawing/2014/main" id="{00D9FAB9-7925-490D-B38F-9AF2AE0C9900}"/>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29750526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008E7B-8321-4698-9414-FA755C6E0D3F}"/>
              </a:ext>
            </a:extLst>
          </p:cNvPr>
          <p:cNvSpPr>
            <a:spLocks noGrp="1"/>
          </p:cNvSpPr>
          <p:nvPr>
            <p:ph type="title"/>
          </p:nvPr>
        </p:nvSpPr>
        <p:spPr/>
        <p:txBody>
          <a:bodyPr/>
          <a:lstStyle/>
          <a:p>
            <a:r>
              <a:rPr lang="es-AR" dirty="0"/>
              <a:t>Carga sobre la bomba</a:t>
            </a:r>
          </a:p>
        </p:txBody>
      </p:sp>
      <p:sp>
        <p:nvSpPr>
          <p:cNvPr id="3" name="Marcador de texto 2">
            <a:extLst>
              <a:ext uri="{FF2B5EF4-FFF2-40B4-BE49-F238E27FC236}">
                <a16:creationId xmlns:a16="http://schemas.microsoft.com/office/drawing/2014/main" id="{422EE46D-C2D7-43A4-AF85-E579352F24C8}"/>
              </a:ext>
            </a:extLst>
          </p:cNvPr>
          <p:cNvSpPr>
            <a:spLocks noGrp="1"/>
          </p:cNvSpPr>
          <p:nvPr>
            <p:ph type="body" idx="1"/>
          </p:nvPr>
        </p:nvSpPr>
        <p:spPr/>
        <p:txBody>
          <a:bodyPr/>
          <a:lstStyle/>
          <a:p>
            <a:endParaRPr lang="es-AR"/>
          </a:p>
        </p:txBody>
      </p:sp>
    </p:spTree>
    <p:extLst>
      <p:ext uri="{BB962C8B-B14F-4D97-AF65-F5344CB8AC3E}">
        <p14:creationId xmlns:p14="http://schemas.microsoft.com/office/powerpoint/2010/main" val="37765910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D9250E-45B3-4B83-9F9C-E9DF1BE71F9F}"/>
              </a:ext>
            </a:extLst>
          </p:cNvPr>
          <p:cNvSpPr>
            <a:spLocks noGrp="1"/>
          </p:cNvSpPr>
          <p:nvPr>
            <p:ph type="title"/>
          </p:nvPr>
        </p:nvSpPr>
        <p:spPr/>
        <p:txBody>
          <a:bodyPr/>
          <a:lstStyle/>
          <a:p>
            <a:r>
              <a:rPr lang="es-AR" dirty="0"/>
              <a:t>Carga sobre la bomba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0D9FAB9-7925-490D-B38F-9AF2AE0C9900}"/>
                  </a:ext>
                </a:extLst>
              </p:cNvPr>
              <p:cNvSpPr>
                <a:spLocks noGrp="1"/>
              </p:cNvSpPr>
              <p:nvPr>
                <p:ph idx="1"/>
              </p:nvPr>
            </p:nvSpPr>
            <p:spPr/>
            <p:txBody>
              <a:bodyPr>
                <a:normAutofit/>
              </a:bodyPr>
              <a:lstStyle/>
              <a:p>
                <a:r>
                  <a:rPr lang="es-AR" dirty="0"/>
                  <a:t>Pérdidas totales:</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b="0" i="1" smtClean="0">
                            <a:latin typeface="Cambria Math" panose="02040503050406030204" pitchFamily="18" charset="0"/>
                          </a:rPr>
                          <m:t>1−4</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1−2</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sSup>
                          <m:sSupPr>
                            <m:ctrlPr>
                              <a:rPr lang="es-AR" sz="2400" i="1">
                                <a:latin typeface="Cambria Math" panose="02040503050406030204" pitchFamily="18" charset="0"/>
                              </a:rPr>
                            </m:ctrlPr>
                          </m:sSupPr>
                          <m:e>
                            <m:r>
                              <a:rPr lang="es-AR" sz="2400" i="1">
                                <a:latin typeface="Cambria Math" panose="02040503050406030204" pitchFamily="18" charset="0"/>
                              </a:rPr>
                              <m:t>2</m:t>
                            </m:r>
                          </m:e>
                          <m:sup>
                            <m:r>
                              <a:rPr lang="es-AR" sz="2400" i="1">
                                <a:latin typeface="Cambria Math" panose="02040503050406030204" pitchFamily="18" charset="0"/>
                              </a:rPr>
                              <m:t>′</m:t>
                            </m:r>
                          </m:sup>
                        </m:sSup>
                        <m:r>
                          <a:rPr lang="es-AR" sz="2400" i="1">
                            <a:latin typeface="Cambria Math" panose="02040503050406030204" pitchFamily="18" charset="0"/>
                          </a:rPr>
                          <m:t>−3</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𝑖𝑛𝑡𝑒𝑟𝑐</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i="1">
                            <a:latin typeface="Cambria Math" panose="02040503050406030204" pitchFamily="18" charset="0"/>
                          </a:rPr>
                          <m:t>1−4</m:t>
                        </m:r>
                      </m:sub>
                    </m:sSub>
                    <m:r>
                      <a:rPr lang="es-AR" sz="2400" b="0" i="1" smtClean="0">
                        <a:latin typeface="Cambria Math" panose="02040503050406030204" pitchFamily="18" charset="0"/>
                      </a:rPr>
                      <m:t>=</m:t>
                    </m:r>
                    <m:r>
                      <a:rPr lang="es-AR" sz="2400" i="1">
                        <a:latin typeface="Cambria Math" panose="02040503050406030204" pitchFamily="18" charset="0"/>
                      </a:rPr>
                      <m:t>0.2450</m:t>
                    </m:r>
                    <m:r>
                      <a:rPr lang="es-AR" sz="2400" i="1">
                        <a:latin typeface="Cambria Math" panose="02040503050406030204" pitchFamily="18" charset="0"/>
                      </a:rPr>
                      <m:t>𝑓𝑡</m:t>
                    </m:r>
                    <m:r>
                      <a:rPr lang="es-AR" sz="2400" b="0" i="1" smtClean="0">
                        <a:latin typeface="Cambria Math" panose="02040503050406030204" pitchFamily="18" charset="0"/>
                      </a:rPr>
                      <m:t>+5.0215</m:t>
                    </m:r>
                    <m:r>
                      <a:rPr lang="es-AR" sz="2400" i="1">
                        <a:latin typeface="Cambria Math" panose="02040503050406030204" pitchFamily="18" charset="0"/>
                      </a:rPr>
                      <m:t>𝑓𝑡</m:t>
                    </m:r>
                    <m:r>
                      <a:rPr lang="es-AR" sz="2400" b="0" i="1" smtClean="0">
                        <a:latin typeface="Cambria Math" panose="02040503050406030204" pitchFamily="18" charset="0"/>
                      </a:rPr>
                      <m:t>+</m:t>
                    </m:r>
                    <m:r>
                      <a:rPr lang="es-AR" sz="2400" i="1">
                        <a:latin typeface="Cambria Math" panose="02040503050406030204" pitchFamily="18" charset="0"/>
                      </a:rPr>
                      <m:t>10.90</m:t>
                    </m:r>
                    <m:r>
                      <a:rPr lang="es-AR" sz="2400" b="0" i="1" smtClean="0">
                        <a:latin typeface="Cambria Math" panose="02040503050406030204" pitchFamily="18" charset="0"/>
                      </a:rPr>
                      <m:t>38</m:t>
                    </m:r>
                    <m:r>
                      <a:rPr lang="es-AR" sz="2400" i="1">
                        <a:latin typeface="Cambria Math" panose="02040503050406030204" pitchFamily="18" charset="0"/>
                      </a:rPr>
                      <m:t>𝑓𝑡</m:t>
                    </m:r>
                  </m:oMath>
                </a14:m>
                <a:endParaRPr lang="es-AR" sz="2400" i="1" dirty="0">
                  <a:latin typeface="Cambria Math" panose="02040503050406030204" pitchFamily="18" charset="0"/>
                </a:endParaRPr>
              </a:p>
              <a:p>
                <a14:m>
                  <m:oMath xmlns:m="http://schemas.openxmlformats.org/officeDocument/2006/math">
                    <m:borderBox>
                      <m:borderBoxPr>
                        <m:ctrlPr>
                          <a:rPr lang="es-AR" sz="2400" i="1">
                            <a:latin typeface="Cambria Math" panose="02040503050406030204" pitchFamily="18" charset="0"/>
                          </a:rPr>
                        </m:ctrlPr>
                      </m:borderBoxPr>
                      <m:e>
                        <m:sSub>
                          <m:sSubPr>
                            <m:ctrlPr>
                              <a:rPr lang="es-AR" sz="2400" i="1">
                                <a:latin typeface="Cambria Math" panose="02040503050406030204" pitchFamily="18" charset="0"/>
                              </a:rPr>
                            </m:ctrlPr>
                          </m:sSubPr>
                          <m:e>
                            <m:r>
                              <a:rPr lang="es-AR" sz="2400" i="1">
                                <a:latin typeface="Cambria Math" panose="02040503050406030204" pitchFamily="18" charset="0"/>
                              </a:rPr>
                              <m:t>𝐽</m:t>
                            </m:r>
                          </m:e>
                          <m:sub>
                            <m:r>
                              <a:rPr lang="es-AR" sz="2400" b="0" i="1" smtClean="0">
                                <a:latin typeface="Cambria Math" panose="02040503050406030204" pitchFamily="18" charset="0"/>
                              </a:rPr>
                              <m:t>1−4</m:t>
                            </m:r>
                          </m:sub>
                        </m:sSub>
                        <m:r>
                          <a:rPr lang="es-AR" sz="2400" i="1">
                            <a:latin typeface="Cambria Math" panose="02040503050406030204" pitchFamily="18" charset="0"/>
                          </a:rPr>
                          <m:t>=</m:t>
                        </m:r>
                        <m:r>
                          <a:rPr lang="es-AR" sz="2400" b="0" i="1" smtClean="0">
                            <a:latin typeface="Cambria Math" panose="02040503050406030204" pitchFamily="18" charset="0"/>
                          </a:rPr>
                          <m:t>16.1793</m:t>
                        </m:r>
                        <m:r>
                          <a:rPr lang="es-AR" sz="2400" i="1">
                            <a:latin typeface="Cambria Math" panose="02040503050406030204" pitchFamily="18" charset="0"/>
                          </a:rPr>
                          <m:t>𝑓𝑡</m:t>
                        </m:r>
                      </m:e>
                    </m:borderBox>
                  </m:oMath>
                </a14:m>
                <a:endParaRPr lang="es-AR" sz="2400" i="1" dirty="0">
                  <a:latin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i="1">
                            <a:latin typeface="Cambria Math" panose="02040503050406030204" pitchFamily="18" charset="0"/>
                            <a:ea typeface="Cambria Math" panose="02040503050406030204" pitchFamily="18" charset="0"/>
                          </a:rPr>
                          <m:t>𝐵</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b="0" i="1" smtClean="0">
                            <a:latin typeface="Cambria Math" panose="02040503050406030204" pitchFamily="18" charset="0"/>
                          </a:rPr>
                          <m:t>4</m:t>
                        </m:r>
                      </m:sub>
                    </m:sSub>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b="0" i="1" smtClean="0">
                                        <a:latin typeface="Cambria Math" panose="02040503050406030204" pitchFamily="18" charset="0"/>
                                      </a:rPr>
                                      <m:t>4</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m:t>
                        </m:r>
                        <m:r>
                          <a:rPr lang="es-AR" sz="2400" b="0" i="1" smtClean="0">
                            <a:latin typeface="Cambria Math" panose="02040503050406030204" pitchFamily="18" charset="0"/>
                            <a:ea typeface="Cambria Math" panose="02040503050406030204" pitchFamily="18" charset="0"/>
                          </a:rPr>
                          <m:t>4</m:t>
                        </m:r>
                      </m:sub>
                    </m:sSub>
                  </m:oMath>
                </a14:m>
                <a:endParaRPr lang="es-AR" sz="2400" i="1" dirty="0">
                  <a:latin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i="1">
                            <a:latin typeface="Cambria Math" panose="02040503050406030204" pitchFamily="18" charset="0"/>
                            <a:ea typeface="Cambria Math" panose="02040503050406030204" pitchFamily="18" charset="0"/>
                          </a:rPr>
                          <m:t>𝐵</m:t>
                        </m:r>
                      </m:sub>
                    </m:sSub>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4</m:t>
                        </m:r>
                      </m:sub>
                    </m:sSub>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4</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1−4</m:t>
                        </m:r>
                      </m:sub>
                    </m:sSub>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oMath>
                </a14:m>
                <a:endParaRPr lang="es-AR" sz="240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i="1">
                            <a:latin typeface="Cambria Math" panose="02040503050406030204" pitchFamily="18" charset="0"/>
                            <a:ea typeface="Cambria Math" panose="02040503050406030204" pitchFamily="18" charset="0"/>
                          </a:rPr>
                          <m:t>𝐵</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rPr>
                      <m:t>17</m:t>
                    </m:r>
                    <m:r>
                      <a:rPr lang="es-AR" sz="2400" b="0" i="1" smtClean="0">
                        <a:latin typeface="Cambria Math" panose="02040503050406030204" pitchFamily="18" charset="0"/>
                      </a:rPr>
                      <m:t>𝑓𝑡</m:t>
                    </m:r>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ea typeface="Cambria Math" panose="02040503050406030204" pitchFamily="18" charset="0"/>
                                  </a:rPr>
                                  <m:t>7.63</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d>
                          </m:e>
                          <m:sup>
                            <m:r>
                              <a:rPr lang="es-AR" sz="2400" i="1">
                                <a:latin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rPr>
                      <m:t>16.</m:t>
                    </m:r>
                    <m:r>
                      <a:rPr lang="es-AR" sz="2400" b="0" i="1" smtClean="0">
                        <a:latin typeface="Cambria Math" panose="02040503050406030204" pitchFamily="18" charset="0"/>
                      </a:rPr>
                      <m:t>1793</m:t>
                    </m:r>
                    <m:r>
                      <a:rPr lang="es-AR" sz="2400" i="1">
                        <a:latin typeface="Cambria Math" panose="02040503050406030204" pitchFamily="18" charset="0"/>
                      </a:rPr>
                      <m:t>𝑓𝑡</m:t>
                    </m:r>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rPr>
                      <m:t>4.5</m:t>
                    </m:r>
                    <m:r>
                      <a:rPr lang="es-AR" sz="2400" b="0" i="1" smtClean="0">
                        <a:latin typeface="Cambria Math" panose="02040503050406030204" pitchFamily="18" charset="0"/>
                      </a:rPr>
                      <m:t>𝑓𝑡</m:t>
                    </m:r>
                  </m:oMath>
                </a14:m>
                <a:endParaRPr lang="es-AR" sz="2400" i="1" dirty="0">
                  <a:latin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00D9FAB9-7925-490D-B38F-9AF2AE0C9900}"/>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s-AR">
                    <a:noFill/>
                  </a:rPr>
                  <a:t> </a:t>
                </a:r>
              </a:p>
            </p:txBody>
          </p:sp>
        </mc:Fallback>
      </mc:AlternateContent>
    </p:spTree>
    <p:extLst>
      <p:ext uri="{BB962C8B-B14F-4D97-AF65-F5344CB8AC3E}">
        <p14:creationId xmlns:p14="http://schemas.microsoft.com/office/powerpoint/2010/main" val="3685203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D9250E-45B3-4B83-9F9C-E9DF1BE71F9F}"/>
              </a:ext>
            </a:extLst>
          </p:cNvPr>
          <p:cNvSpPr>
            <a:spLocks noGrp="1"/>
          </p:cNvSpPr>
          <p:nvPr>
            <p:ph type="title"/>
          </p:nvPr>
        </p:nvSpPr>
        <p:spPr/>
        <p:txBody>
          <a:bodyPr/>
          <a:lstStyle/>
          <a:p>
            <a:r>
              <a:rPr lang="es-AR" dirty="0"/>
              <a:t>Carga sobre la bomba</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00D9FAB9-7925-490D-B38F-9AF2AE0C9900}"/>
                  </a:ext>
                </a:extLst>
              </p:cNvPr>
              <p:cNvSpPr>
                <a:spLocks noGrp="1"/>
              </p:cNvSpPr>
              <p:nvPr>
                <p:ph idx="1"/>
              </p:nvPr>
            </p:nvSpPr>
            <p:spPr/>
            <p:txBody>
              <a:bodyPr>
                <a:normAutofit/>
              </a:bodyPr>
              <a:lstStyle/>
              <a:p>
                <a14:m>
                  <m:oMath xmlns:m="http://schemas.openxmlformats.org/officeDocument/2006/math">
                    <m:sSub>
                      <m:sSubPr>
                        <m:ctrlPr>
                          <a:rPr lang="es-AR" sz="2400" i="1" smtClean="0">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i="1">
                            <a:latin typeface="Cambria Math" panose="02040503050406030204" pitchFamily="18" charset="0"/>
                            <a:ea typeface="Cambria Math" panose="02040503050406030204" pitchFamily="18" charset="0"/>
                          </a:rPr>
                          <m:t>𝐵</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rPr>
                      <m:t>28</m:t>
                    </m:r>
                    <m:r>
                      <a:rPr lang="es-AR" sz="2400" b="0" i="1" smtClean="0">
                        <a:latin typeface="Cambria Math" panose="02040503050406030204" pitchFamily="18" charset="0"/>
                      </a:rPr>
                      <m:t>𝑓𝑡</m:t>
                    </m:r>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ea typeface="Cambria Math" panose="02040503050406030204" pitchFamily="18" charset="0"/>
                                  </a:rPr>
                                  <m:t>7.63</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r>
                                      <a:rPr lang="es-AR" sz="2400" i="1">
                                        <a:latin typeface="Cambria Math" panose="02040503050406030204" pitchFamily="18" charset="0"/>
                                        <a:ea typeface="Cambria Math" panose="02040503050406030204" pitchFamily="18" charset="0"/>
                                      </a:rPr>
                                      <m:t>𝑠𝑒𝑔</m:t>
                                    </m:r>
                                  </m:den>
                                </m:f>
                              </m:e>
                            </m:d>
                          </m:e>
                          <m:sup>
                            <m:r>
                              <a:rPr lang="es-AR" sz="2400" i="1">
                                <a:latin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2×32.17</m:t>
                        </m:r>
                        <m:f>
                          <m:fPr>
                            <m:type m:val="skw"/>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𝑓𝑡</m:t>
                            </m:r>
                          </m:num>
                          <m:den>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𝑠𝑒𝑔</m:t>
                                </m:r>
                              </m:e>
                              <m:sup>
                                <m:r>
                                  <a:rPr lang="es-AR" sz="2400" i="1">
                                    <a:latin typeface="Cambria Math" panose="02040503050406030204" pitchFamily="18" charset="0"/>
                                    <a:ea typeface="Cambria Math" panose="02040503050406030204" pitchFamily="18" charset="0"/>
                                  </a:rPr>
                                  <m:t>2</m:t>
                                </m:r>
                              </m:sup>
                            </m:sSup>
                          </m:den>
                        </m:f>
                      </m:den>
                    </m:f>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rPr>
                      <m:t>16.1464</m:t>
                    </m:r>
                    <m:r>
                      <a:rPr lang="es-AR" sz="2400" i="1">
                        <a:latin typeface="Cambria Math" panose="02040503050406030204" pitchFamily="18" charset="0"/>
                      </a:rPr>
                      <m:t>𝑓𝑡</m:t>
                    </m:r>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rPr>
                      <m:t>4.5</m:t>
                    </m:r>
                    <m:r>
                      <a:rPr lang="es-AR" sz="2400" b="0" i="1" smtClean="0">
                        <a:latin typeface="Cambria Math" panose="02040503050406030204" pitchFamily="18" charset="0"/>
                      </a:rPr>
                      <m:t>𝑓𝑡</m:t>
                    </m:r>
                  </m:oMath>
                </a14:m>
                <a:endParaRPr lang="es-AR" sz="2400" b="0" i="1" dirty="0">
                  <a:latin typeface="Cambria Math" panose="02040503050406030204" pitchFamily="18" charset="0"/>
                </a:endParaRPr>
              </a:p>
              <a:p>
                <a14:m>
                  <m:oMath xmlns:m="http://schemas.openxmlformats.org/officeDocument/2006/math">
                    <m:borderBox>
                      <m:borderBoxPr>
                        <m:ctrlPr>
                          <a:rPr lang="es-AR" sz="2400" i="1" smtClean="0">
                            <a:latin typeface="Cambria Math" panose="02040503050406030204" pitchFamily="18" charset="0"/>
                          </a:rPr>
                        </m:ctrlPr>
                      </m:borderBoxPr>
                      <m:e>
                        <m:borderBox>
                          <m:borderBoxPr>
                            <m:ctrlPr>
                              <a:rPr lang="es-AR" sz="2400" i="1" smtClean="0">
                                <a:latin typeface="Cambria Math" panose="02040503050406030204" pitchFamily="18" charset="0"/>
                              </a:rPr>
                            </m:ctrlPr>
                          </m:borderBox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i="1">
                                    <a:latin typeface="Cambria Math" panose="02040503050406030204" pitchFamily="18" charset="0"/>
                                    <a:ea typeface="Cambria Math" panose="02040503050406030204" pitchFamily="18" charset="0"/>
                                  </a:rPr>
                                  <m:t>𝐵</m:t>
                                </m:r>
                              </m:sub>
                            </m:sSub>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40</m:t>
                            </m:r>
                            <m:r>
                              <a:rPr lang="es-AR" sz="2400" b="0" i="1" smtClean="0">
                                <a:latin typeface="Cambria Math" panose="02040503050406030204" pitchFamily="18" charset="0"/>
                                <a:ea typeface="Cambria Math" panose="02040503050406030204" pitchFamily="18" charset="0"/>
                              </a:rPr>
                              <m:t>.58</m:t>
                            </m:r>
                            <m:r>
                              <a:rPr lang="es-AR" sz="2400" b="0" i="1" smtClean="0">
                                <a:latin typeface="Cambria Math" panose="02040503050406030204" pitchFamily="18" charset="0"/>
                                <a:ea typeface="Cambria Math" panose="02040503050406030204" pitchFamily="18" charset="0"/>
                              </a:rPr>
                              <m:t>𝑓𝑡</m:t>
                            </m:r>
                          </m:e>
                        </m:borderBox>
                      </m:e>
                    </m:borderBox>
                  </m:oMath>
                </a14:m>
                <a:r>
                  <a:rPr lang="es-AR" sz="2400" i="1" dirty="0">
                    <a:latin typeface="Cambria Math" panose="02040503050406030204" pitchFamily="18" charset="0"/>
                  </a:rPr>
                  <a:t> </a:t>
                </a:r>
                <a:r>
                  <a:rPr lang="es-AR" sz="2400" dirty="0"/>
                  <a:t>Punto f</a:t>
                </a:r>
              </a:p>
              <a:p>
                <a:r>
                  <a:rPr lang="es-AR" dirty="0"/>
                  <a:t>Para calcular la potencia transmitida al agua por la bomba se utiliza la siguiente expresión:</a:t>
                </a:r>
              </a:p>
              <a:p>
                <a14:m>
                  <m:oMath xmlns:m="http://schemas.openxmlformats.org/officeDocument/2006/math">
                    <m:r>
                      <a:rPr lang="es-AR" sz="2400" b="0" i="1" smtClean="0">
                        <a:latin typeface="Cambria Math" panose="02040503050406030204" pitchFamily="18" charset="0"/>
                      </a:rPr>
                      <m:t>𝑃</m:t>
                    </m:r>
                    <m:r>
                      <a:rPr lang="es-AR" sz="2400" b="0" i="1" smtClean="0">
                        <a:latin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𝛾</m:t>
                    </m:r>
                    <m:r>
                      <a:rPr lang="es-AR" sz="2400" b="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𝑄</m:t>
                    </m:r>
                    <m:r>
                      <a:rPr lang="es-AR" sz="2400" b="0" i="1" smtClean="0">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i="1">
                            <a:latin typeface="Cambria Math" panose="02040503050406030204" pitchFamily="18" charset="0"/>
                            <a:ea typeface="Cambria Math" panose="02040503050406030204" pitchFamily="18" charset="0"/>
                          </a:rPr>
                          <m:t>𝐵</m:t>
                        </m:r>
                      </m:sub>
                    </m:sSub>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rPr>
                      <m:t>𝑃</m:t>
                    </m:r>
                    <m:r>
                      <a:rPr lang="es-AR" sz="2400" i="1">
                        <a:latin typeface="Cambria Math" panose="02040503050406030204" pitchFamily="18" charset="0"/>
                      </a:rPr>
                      <m:t>=60.58</m:t>
                    </m:r>
                    <m:f>
                      <m:fPr>
                        <m:ctrlPr>
                          <a:rPr lang="es-AR" sz="2400" b="0" i="1" smtClean="0">
                            <a:latin typeface="Cambria Math" panose="02040503050406030204" pitchFamily="18" charset="0"/>
                            <a:ea typeface="Cambria Math" panose="02040503050406030204" pitchFamily="18" charset="0"/>
                          </a:rPr>
                        </m:ctrlPr>
                      </m:fPr>
                      <m:num>
                        <m:r>
                          <a:rPr lang="es-AR" sz="2400" b="0" i="1" smtClean="0">
                            <a:latin typeface="Cambria Math" panose="02040503050406030204" pitchFamily="18" charset="0"/>
                            <a:ea typeface="Cambria Math" panose="02040503050406030204" pitchFamily="18" charset="0"/>
                          </a:rPr>
                          <m:t>𝑙𝑏</m:t>
                        </m:r>
                      </m:num>
                      <m:den>
                        <m:sSup>
                          <m:sSupPr>
                            <m:ctrlPr>
                              <a:rPr lang="es-AR" sz="2400" b="0" i="1" smtClean="0">
                                <a:latin typeface="Cambria Math" panose="02040503050406030204" pitchFamily="18" charset="0"/>
                                <a:ea typeface="Cambria Math" panose="02040503050406030204" pitchFamily="18" charset="0"/>
                              </a:rPr>
                            </m:ctrlPr>
                          </m:sSupPr>
                          <m:e>
                            <m:r>
                              <a:rPr lang="es-AR" sz="2400" b="0" i="1" smtClean="0">
                                <a:latin typeface="Cambria Math" panose="02040503050406030204" pitchFamily="18" charset="0"/>
                                <a:ea typeface="Cambria Math" panose="02040503050406030204" pitchFamily="18" charset="0"/>
                              </a:rPr>
                              <m:t>𝑓𝑡</m:t>
                            </m:r>
                          </m:e>
                          <m:sup>
                            <m:r>
                              <a:rPr lang="es-AR" sz="2400" b="0" i="1" smtClean="0">
                                <a:latin typeface="Cambria Math" panose="02040503050406030204" pitchFamily="18" charset="0"/>
                                <a:ea typeface="Cambria Math" panose="02040503050406030204" pitchFamily="18" charset="0"/>
                              </a:rPr>
                              <m:t>3</m:t>
                            </m:r>
                          </m:sup>
                        </m:sSup>
                      </m:den>
                    </m:f>
                    <m:r>
                      <a:rPr lang="es-AR" sz="2400" i="1">
                        <a:latin typeface="Cambria Math" panose="02040503050406030204" pitchFamily="18" charset="0"/>
                        <a:ea typeface="Cambria Math" panose="02040503050406030204" pitchFamily="18" charset="0"/>
                      </a:rPr>
                      <m:t>×0.524</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r>
                              <a:rPr lang="es-AR" sz="2400" i="1">
                                <a:latin typeface="Cambria Math" panose="02040503050406030204" pitchFamily="18" charset="0"/>
                                <a:ea typeface="Cambria Math" panose="02040503050406030204" pitchFamily="18" charset="0"/>
                              </a:rPr>
                              <m:t>𝑓𝑡</m:t>
                            </m:r>
                          </m:e>
                          <m:sup>
                            <m:r>
                              <a:rPr lang="es-AR" sz="2400" i="1">
                                <a:latin typeface="Cambria Math" panose="02040503050406030204" pitchFamily="18" charset="0"/>
                                <a:ea typeface="Cambria Math" panose="02040503050406030204" pitchFamily="18" charset="0"/>
                              </a:rPr>
                              <m:t>3</m:t>
                            </m:r>
                          </m:sup>
                        </m:sSup>
                      </m:num>
                      <m:den>
                        <m:r>
                          <a:rPr lang="es-AR" sz="2400" i="1">
                            <a:latin typeface="Cambria Math" panose="02040503050406030204" pitchFamily="18" charset="0"/>
                            <a:ea typeface="Cambria Math" panose="02040503050406030204" pitchFamily="18" charset="0"/>
                          </a:rPr>
                          <m:t>𝑠𝑒𝑔</m:t>
                        </m:r>
                      </m:den>
                    </m:f>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40</m:t>
                    </m:r>
                    <m:r>
                      <a:rPr lang="es-AR" sz="2400" i="1">
                        <a:latin typeface="Cambria Math" panose="02040503050406030204" pitchFamily="18" charset="0"/>
                        <a:ea typeface="Cambria Math" panose="02040503050406030204" pitchFamily="18" charset="0"/>
                      </a:rPr>
                      <m:t>.5</m:t>
                    </m:r>
                    <m:r>
                      <a:rPr lang="es-AR" sz="2400" b="0" i="1" smtClean="0">
                        <a:latin typeface="Cambria Math" panose="02040503050406030204" pitchFamily="18" charset="0"/>
                        <a:ea typeface="Cambria Math" panose="02040503050406030204" pitchFamily="18" charset="0"/>
                      </a:rPr>
                      <m:t>8</m:t>
                    </m:r>
                    <m:r>
                      <a:rPr lang="es-AR" sz="2400" i="1">
                        <a:latin typeface="Cambria Math" panose="02040503050406030204" pitchFamily="18" charset="0"/>
                        <a:ea typeface="Cambria Math" panose="02040503050406030204" pitchFamily="18" charset="0"/>
                      </a:rPr>
                      <m:t>𝑓𝑡</m:t>
                    </m:r>
                  </m:oMath>
                </a14:m>
                <a:endParaRPr lang="es-AR" sz="2400" dirty="0"/>
              </a:p>
              <a:p>
                <a14:m>
                  <m:oMath xmlns:m="http://schemas.openxmlformats.org/officeDocument/2006/math">
                    <m:borderBox>
                      <m:borderBoxPr>
                        <m:ctrlPr>
                          <a:rPr lang="es-AR" sz="2400" i="1">
                            <a:latin typeface="Cambria Math" panose="02040503050406030204" pitchFamily="18" charset="0"/>
                          </a:rPr>
                        </m:ctrlPr>
                      </m:borderBoxPr>
                      <m:e>
                        <m:borderBox>
                          <m:borderBoxPr>
                            <m:ctrlPr>
                              <a:rPr lang="es-AR" sz="2400" i="1" smtClean="0">
                                <a:latin typeface="Cambria Math" panose="02040503050406030204" pitchFamily="18" charset="0"/>
                              </a:rPr>
                            </m:ctrlPr>
                          </m:borderBoxPr>
                          <m:e>
                            <m:r>
                              <a:rPr lang="es-AR" sz="2400" b="0" i="1" smtClean="0">
                                <a:latin typeface="Cambria Math" panose="02040503050406030204" pitchFamily="18" charset="0"/>
                                <a:ea typeface="Cambria Math" panose="02040503050406030204" pitchFamily="18" charset="0"/>
                              </a:rPr>
                              <m:t>𝑃</m:t>
                            </m:r>
                            <m:r>
                              <a:rPr lang="es-AR" sz="2400" i="1">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1288.17</m:t>
                            </m:r>
                            <m:f>
                              <m:fPr>
                                <m:ctrlPr>
                                  <a:rPr lang="es-AR" sz="2400" i="1">
                                    <a:latin typeface="Cambria Math" panose="02040503050406030204" pitchFamily="18" charset="0"/>
                                    <a:ea typeface="Cambria Math" panose="02040503050406030204" pitchFamily="18" charset="0"/>
                                  </a:rPr>
                                </m:ctrlPr>
                              </m:fPr>
                              <m:num>
                                <m:r>
                                  <a:rPr lang="es-AR" sz="2400" i="1">
                                    <a:latin typeface="Cambria Math" panose="02040503050406030204" pitchFamily="18" charset="0"/>
                                    <a:ea typeface="Cambria Math" panose="02040503050406030204" pitchFamily="18" charset="0"/>
                                  </a:rPr>
                                  <m:t>𝑙𝑏</m:t>
                                </m:r>
                                <m:r>
                                  <a:rPr lang="es-AR" sz="240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𝑓𝑡</m:t>
                                </m:r>
                              </m:num>
                              <m:den>
                                <m:r>
                                  <a:rPr lang="es-AR" sz="2400" b="0" i="1" smtClean="0">
                                    <a:latin typeface="Cambria Math" panose="02040503050406030204" pitchFamily="18" charset="0"/>
                                    <a:ea typeface="Cambria Math" panose="02040503050406030204" pitchFamily="18" charset="0"/>
                                  </a:rPr>
                                  <m:t>𝑠𝑒𝑔</m:t>
                                </m:r>
                              </m:den>
                            </m:f>
                            <m:r>
                              <a:rPr lang="es-AR" sz="2400" i="1" smtClean="0">
                                <a:latin typeface="Cambria Math" panose="02040503050406030204" pitchFamily="18" charset="0"/>
                                <a:ea typeface="Cambria Math" panose="02040503050406030204" pitchFamily="18" charset="0"/>
                              </a:rPr>
                              <m:t>≡</m:t>
                            </m:r>
                            <m:r>
                              <a:rPr lang="es-AR" sz="2400" b="0" i="1" smtClean="0">
                                <a:latin typeface="Cambria Math" panose="02040503050406030204" pitchFamily="18" charset="0"/>
                                <a:ea typeface="Cambria Math" panose="02040503050406030204" pitchFamily="18" charset="0"/>
                              </a:rPr>
                              <m:t>2.34</m:t>
                            </m:r>
                            <m:r>
                              <a:rPr lang="es-AR" sz="2400" b="0" i="1" smtClean="0">
                                <a:latin typeface="Cambria Math" panose="02040503050406030204" pitchFamily="18" charset="0"/>
                                <a:ea typeface="Cambria Math" panose="02040503050406030204" pitchFamily="18" charset="0"/>
                              </a:rPr>
                              <m:t>𝐻𝑃</m:t>
                            </m:r>
                          </m:e>
                        </m:borderBox>
                      </m:e>
                    </m:borderBox>
                  </m:oMath>
                </a14:m>
                <a:r>
                  <a:rPr lang="es-AR" sz="2400" i="1" dirty="0">
                    <a:latin typeface="Cambria Math" panose="02040503050406030204" pitchFamily="18" charset="0"/>
                  </a:rPr>
                  <a:t> </a:t>
                </a:r>
                <a:r>
                  <a:rPr lang="es-AR" sz="2400" dirty="0"/>
                  <a:t>Punto g</a:t>
                </a:r>
              </a:p>
            </p:txBody>
          </p:sp>
        </mc:Choice>
        <mc:Fallback>
          <p:sp>
            <p:nvSpPr>
              <p:cNvPr id="3" name="Marcador de contenido 2">
                <a:extLst>
                  <a:ext uri="{FF2B5EF4-FFF2-40B4-BE49-F238E27FC236}">
                    <a16:creationId xmlns:a16="http://schemas.microsoft.com/office/drawing/2014/main" id="{00D9FAB9-7925-490D-B38F-9AF2AE0C9900}"/>
                  </a:ext>
                </a:extLst>
              </p:cNvPr>
              <p:cNvSpPr>
                <a:spLocks noGrp="1" noRot="1" noChangeAspect="1" noMove="1" noResize="1" noEditPoints="1" noAdjustHandles="1" noChangeArrowheads="1" noChangeShapeType="1" noTextEdit="1"/>
              </p:cNvSpPr>
              <p:nvPr>
                <p:ph idx="1"/>
              </p:nvPr>
            </p:nvSpPr>
            <p:spPr>
              <a:blipFill>
                <a:blip r:embed="rId2"/>
                <a:stretch>
                  <a:fillRect l="-606"/>
                </a:stretch>
              </a:blipFill>
            </p:spPr>
            <p:txBody>
              <a:bodyPr/>
              <a:lstStyle/>
              <a:p>
                <a:r>
                  <a:rPr lang="es-AR">
                    <a:noFill/>
                  </a:rPr>
                  <a:t> </a:t>
                </a:r>
              </a:p>
            </p:txBody>
          </p:sp>
        </mc:Fallback>
      </mc:AlternateContent>
    </p:spTree>
    <p:extLst>
      <p:ext uri="{BB962C8B-B14F-4D97-AF65-F5344CB8AC3E}">
        <p14:creationId xmlns:p14="http://schemas.microsoft.com/office/powerpoint/2010/main" val="5359743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2BFC86-22CA-442E-A3EB-9A04AC962707}"/>
              </a:ext>
            </a:extLst>
          </p:cNvPr>
          <p:cNvSpPr>
            <a:spLocks noGrp="1"/>
          </p:cNvSpPr>
          <p:nvPr>
            <p:ph type="title"/>
          </p:nvPr>
        </p:nvSpPr>
        <p:spPr/>
        <p:txBody>
          <a:bodyPr/>
          <a:lstStyle/>
          <a:p>
            <a:r>
              <a:rPr lang="es-AR" dirty="0"/>
              <a:t>Línea de descarga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DA1574E-82F2-45C1-9827-7BA148D9B65B}"/>
                  </a:ext>
                </a:extLst>
              </p:cNvPr>
              <p:cNvSpPr>
                <a:spLocks noGrp="1"/>
              </p:cNvSpPr>
              <p:nvPr>
                <p:ph idx="1"/>
              </p:nvPr>
            </p:nvSpPr>
            <p:spPr>
              <a:xfrm>
                <a:off x="1097280" y="1845733"/>
                <a:ext cx="10058400" cy="4488805"/>
              </a:xfrm>
            </p:spPr>
            <p:txBody>
              <a:bodyPr>
                <a:normAutofit fontScale="92500"/>
              </a:bodyPr>
              <a:lstStyle/>
              <a:p>
                <a:r>
                  <a:rPr lang="es-AR" dirty="0"/>
                  <a:t>Presión en el punto 3</a:t>
                </a:r>
              </a:p>
              <a:p>
                <a:pPr>
                  <a:lnSpc>
                    <a:spcPct val="100000"/>
                  </a:lnSpc>
                  <a:spcAft>
                    <a:spcPts val="1200"/>
                  </a:spcAft>
                </a:pPr>
                <a14:m>
                  <m:oMath xmlns:m="http://schemas.openxmlformats.org/officeDocument/2006/math">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𝑧</m:t>
                        </m:r>
                      </m:e>
                      <m:sub>
                        <m:r>
                          <a:rPr lang="es-AR" sz="2600" i="1">
                            <a:latin typeface="Cambria Math" panose="02040503050406030204" pitchFamily="18" charset="0"/>
                            <a:ea typeface="Cambria Math" panose="02040503050406030204" pitchFamily="18" charset="0"/>
                          </a:rPr>
                          <m:t>1</m:t>
                        </m:r>
                      </m:sub>
                    </m:sSub>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h</m:t>
                        </m:r>
                      </m:e>
                      <m:sub>
                        <m:r>
                          <a:rPr lang="es-AR" sz="2600" i="1">
                            <a:latin typeface="Cambria Math" panose="02040503050406030204" pitchFamily="18" charset="0"/>
                            <a:ea typeface="Cambria Math" panose="02040503050406030204" pitchFamily="18" charset="0"/>
                          </a:rPr>
                          <m:t>𝐵</m:t>
                        </m:r>
                      </m:sub>
                    </m:sSub>
                    <m:r>
                      <a:rPr lang="es-AR" sz="2600" i="1">
                        <a:latin typeface="Cambria Math" panose="02040503050406030204" pitchFamily="18" charset="0"/>
                        <a:ea typeface="Cambria Math" panose="02040503050406030204" pitchFamily="18" charset="0"/>
                      </a:rPr>
                      <m:t>=</m:t>
                    </m:r>
                    <m:f>
                      <m:fPr>
                        <m:ctrlPr>
                          <a:rPr lang="es-AR" sz="2600" i="1">
                            <a:latin typeface="Cambria Math" panose="02040503050406030204" pitchFamily="18" charset="0"/>
                            <a:ea typeface="Cambria Math" panose="02040503050406030204" pitchFamily="18" charset="0"/>
                          </a:rPr>
                        </m:ctrlPr>
                      </m:fPr>
                      <m:num>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𝑝</m:t>
                            </m:r>
                          </m:e>
                          <m:sub>
                            <m:r>
                              <a:rPr lang="es-AR" sz="2600" i="1">
                                <a:latin typeface="Cambria Math" panose="02040503050406030204" pitchFamily="18" charset="0"/>
                                <a:ea typeface="Cambria Math" panose="02040503050406030204" pitchFamily="18" charset="0"/>
                              </a:rPr>
                              <m:t>3</m:t>
                            </m:r>
                          </m:sub>
                        </m:sSub>
                      </m:num>
                      <m:den>
                        <m:r>
                          <a:rPr lang="es-AR" sz="2600" i="1">
                            <a:latin typeface="Cambria Math" panose="02040503050406030204" pitchFamily="18" charset="0"/>
                            <a:ea typeface="Cambria Math" panose="02040503050406030204" pitchFamily="18" charset="0"/>
                          </a:rPr>
                          <m:t>𝛾</m:t>
                        </m:r>
                      </m:den>
                    </m:f>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𝑧</m:t>
                        </m:r>
                      </m:e>
                      <m:sub>
                        <m:r>
                          <a:rPr lang="es-AR" sz="2600" i="1">
                            <a:latin typeface="Cambria Math" panose="02040503050406030204" pitchFamily="18" charset="0"/>
                            <a:ea typeface="Cambria Math" panose="02040503050406030204" pitchFamily="18" charset="0"/>
                          </a:rPr>
                          <m:t>3</m:t>
                        </m:r>
                      </m:sub>
                    </m:sSub>
                    <m:r>
                      <a:rPr lang="es-AR" sz="2600" i="1">
                        <a:latin typeface="Cambria Math" panose="02040503050406030204" pitchFamily="18" charset="0"/>
                        <a:ea typeface="Cambria Math" panose="02040503050406030204" pitchFamily="18" charset="0"/>
                      </a:rPr>
                      <m:t>+</m:t>
                    </m:r>
                    <m:f>
                      <m:fPr>
                        <m:ctrlPr>
                          <a:rPr lang="es-AR" sz="2600" i="1">
                            <a:latin typeface="Cambria Math" panose="02040503050406030204" pitchFamily="18" charset="0"/>
                            <a:ea typeface="Cambria Math" panose="02040503050406030204" pitchFamily="18" charset="0"/>
                          </a:rPr>
                        </m:ctrlPr>
                      </m:fPr>
                      <m:num>
                        <m:sSup>
                          <m:sSupPr>
                            <m:ctrlPr>
                              <a:rPr lang="es-AR" sz="2600" i="1">
                                <a:latin typeface="Cambria Math" panose="02040503050406030204" pitchFamily="18" charset="0"/>
                                <a:ea typeface="Cambria Math" panose="02040503050406030204" pitchFamily="18" charset="0"/>
                              </a:rPr>
                            </m:ctrlPr>
                          </m:sSupPr>
                          <m:e>
                            <m:d>
                              <m:dPr>
                                <m:ctrlPr>
                                  <a:rPr lang="es-AR" sz="2600" i="1">
                                    <a:latin typeface="Cambria Math" panose="02040503050406030204" pitchFamily="18" charset="0"/>
                                    <a:ea typeface="Cambria Math" panose="02040503050406030204" pitchFamily="18" charset="0"/>
                                  </a:rPr>
                                </m:ctrlPr>
                              </m:dPr>
                              <m:e>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𝑣</m:t>
                                    </m:r>
                                  </m:e>
                                  <m:sub>
                                    <m:r>
                                      <a:rPr lang="es-AR" sz="2600" i="1">
                                        <a:latin typeface="Cambria Math" panose="02040503050406030204" pitchFamily="18" charset="0"/>
                                        <a:ea typeface="Cambria Math" panose="02040503050406030204" pitchFamily="18" charset="0"/>
                                      </a:rPr>
                                      <m:t>3</m:t>
                                    </m:r>
                                  </m:sub>
                                </m:sSub>
                              </m:e>
                            </m:d>
                          </m:e>
                          <m:sup>
                            <m:r>
                              <a:rPr lang="es-AR" sz="2600" i="1">
                                <a:latin typeface="Cambria Math" panose="02040503050406030204" pitchFamily="18" charset="0"/>
                                <a:ea typeface="Cambria Math" panose="02040503050406030204" pitchFamily="18" charset="0"/>
                              </a:rPr>
                              <m:t>2</m:t>
                            </m:r>
                          </m:sup>
                        </m:sSup>
                      </m:num>
                      <m:den>
                        <m:r>
                          <a:rPr lang="es-AR" sz="2600" i="1">
                            <a:latin typeface="Cambria Math" panose="02040503050406030204" pitchFamily="18" charset="0"/>
                            <a:ea typeface="Cambria Math" panose="02040503050406030204" pitchFamily="18" charset="0"/>
                          </a:rPr>
                          <m:t>2×</m:t>
                        </m:r>
                        <m:r>
                          <a:rPr lang="es-AR" sz="2600" i="1">
                            <a:latin typeface="Cambria Math" panose="02040503050406030204" pitchFamily="18" charset="0"/>
                            <a:ea typeface="Cambria Math" panose="02040503050406030204" pitchFamily="18" charset="0"/>
                          </a:rPr>
                          <m:t>𝑔</m:t>
                        </m:r>
                      </m:den>
                    </m:f>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𝐽</m:t>
                        </m:r>
                      </m:e>
                      <m:sub>
                        <m:r>
                          <a:rPr lang="es-AR" sz="2600" i="1">
                            <a:latin typeface="Cambria Math" panose="02040503050406030204" pitchFamily="18" charset="0"/>
                            <a:ea typeface="Cambria Math" panose="02040503050406030204" pitchFamily="18" charset="0"/>
                          </a:rPr>
                          <m:t>1−3</m:t>
                        </m:r>
                      </m:sub>
                    </m:sSub>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𝑝</m:t>
                        </m:r>
                      </m:e>
                      <m:sub>
                        <m:r>
                          <a:rPr lang="es-AR" sz="2600" i="1">
                            <a:latin typeface="Cambria Math" panose="02040503050406030204" pitchFamily="18" charset="0"/>
                            <a:ea typeface="Cambria Math" panose="02040503050406030204" pitchFamily="18" charset="0"/>
                          </a:rPr>
                          <m:t>3</m:t>
                        </m:r>
                      </m:sub>
                    </m:sSub>
                    <m:r>
                      <a:rPr lang="es-AR" sz="2600">
                        <a:latin typeface="Cambria Math" panose="02040503050406030204" pitchFamily="18" charset="0"/>
                        <a:ea typeface="Cambria Math" panose="02040503050406030204" pitchFamily="18" charset="0"/>
                      </a:rPr>
                      <m:t>=</m:t>
                    </m:r>
                    <m:r>
                      <m:rPr>
                        <m:sty m:val="p"/>
                      </m:rPr>
                      <a:rPr lang="el-GR" sz="2600" i="1">
                        <a:latin typeface="Cambria Math" panose="02040503050406030204" pitchFamily="18" charset="0"/>
                        <a:ea typeface="Cambria Math" panose="02040503050406030204" pitchFamily="18" charset="0"/>
                      </a:rPr>
                      <m:t>γ</m:t>
                    </m:r>
                    <m:r>
                      <a:rPr lang="el-GR" sz="2600" i="1">
                        <a:latin typeface="Cambria Math" panose="02040503050406030204" pitchFamily="18" charset="0"/>
                        <a:ea typeface="Cambria Math" panose="02040503050406030204" pitchFamily="18" charset="0"/>
                      </a:rPr>
                      <m:t>×</m:t>
                    </m:r>
                    <m:d>
                      <m:dPr>
                        <m:ctrlPr>
                          <a:rPr lang="el-GR" sz="2600" i="1">
                            <a:latin typeface="Cambria Math" panose="02040503050406030204" pitchFamily="18" charset="0"/>
                            <a:ea typeface="Cambria Math" panose="02040503050406030204" pitchFamily="18" charset="0"/>
                          </a:rPr>
                        </m:ctrlPr>
                      </m:dPr>
                      <m:e>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𝑧</m:t>
                            </m:r>
                          </m:e>
                          <m:sub>
                            <m:r>
                              <a:rPr lang="es-AR" sz="2600" i="1">
                                <a:latin typeface="Cambria Math" panose="02040503050406030204" pitchFamily="18" charset="0"/>
                                <a:ea typeface="Cambria Math" panose="02040503050406030204" pitchFamily="18" charset="0"/>
                              </a:rPr>
                              <m:t>1</m:t>
                            </m:r>
                          </m:sub>
                        </m:sSub>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h</m:t>
                            </m:r>
                          </m:e>
                          <m:sub>
                            <m:r>
                              <a:rPr lang="es-AR" sz="2600" i="1">
                                <a:latin typeface="Cambria Math" panose="02040503050406030204" pitchFamily="18" charset="0"/>
                                <a:ea typeface="Cambria Math" panose="02040503050406030204" pitchFamily="18" charset="0"/>
                              </a:rPr>
                              <m:t>𝐵</m:t>
                            </m:r>
                          </m:sub>
                        </m:sSub>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𝑧</m:t>
                            </m:r>
                          </m:e>
                          <m:sub>
                            <m:r>
                              <a:rPr lang="es-AR" sz="2600" i="1">
                                <a:latin typeface="Cambria Math" panose="02040503050406030204" pitchFamily="18" charset="0"/>
                                <a:ea typeface="Cambria Math" panose="02040503050406030204" pitchFamily="18" charset="0"/>
                              </a:rPr>
                              <m:t>3</m:t>
                            </m:r>
                          </m:sub>
                        </m:sSub>
                        <m:r>
                          <a:rPr lang="es-AR" sz="2600" i="1">
                            <a:latin typeface="Cambria Math" panose="02040503050406030204" pitchFamily="18" charset="0"/>
                            <a:ea typeface="Cambria Math" panose="02040503050406030204" pitchFamily="18" charset="0"/>
                          </a:rPr>
                          <m:t>−</m:t>
                        </m:r>
                        <m:f>
                          <m:fPr>
                            <m:ctrlPr>
                              <a:rPr lang="es-AR" sz="2600" i="1">
                                <a:latin typeface="Cambria Math" panose="02040503050406030204" pitchFamily="18" charset="0"/>
                                <a:ea typeface="Cambria Math" panose="02040503050406030204" pitchFamily="18" charset="0"/>
                              </a:rPr>
                            </m:ctrlPr>
                          </m:fPr>
                          <m:num>
                            <m:sSup>
                              <m:sSupPr>
                                <m:ctrlPr>
                                  <a:rPr lang="es-AR" sz="2600" i="1">
                                    <a:latin typeface="Cambria Math" panose="02040503050406030204" pitchFamily="18" charset="0"/>
                                    <a:ea typeface="Cambria Math" panose="02040503050406030204" pitchFamily="18" charset="0"/>
                                  </a:rPr>
                                </m:ctrlPr>
                              </m:sSupPr>
                              <m:e>
                                <m:d>
                                  <m:dPr>
                                    <m:ctrlPr>
                                      <a:rPr lang="es-AR" sz="2600" i="1">
                                        <a:latin typeface="Cambria Math" panose="02040503050406030204" pitchFamily="18" charset="0"/>
                                        <a:ea typeface="Cambria Math" panose="02040503050406030204" pitchFamily="18" charset="0"/>
                                      </a:rPr>
                                    </m:ctrlPr>
                                  </m:dPr>
                                  <m:e>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𝑣</m:t>
                                        </m:r>
                                      </m:e>
                                      <m:sub>
                                        <m:r>
                                          <a:rPr lang="es-AR" sz="2600" i="1">
                                            <a:latin typeface="Cambria Math" panose="02040503050406030204" pitchFamily="18" charset="0"/>
                                            <a:ea typeface="Cambria Math" panose="02040503050406030204" pitchFamily="18" charset="0"/>
                                          </a:rPr>
                                          <m:t>3</m:t>
                                        </m:r>
                                      </m:sub>
                                    </m:sSub>
                                  </m:e>
                                </m:d>
                              </m:e>
                              <m:sup>
                                <m:r>
                                  <a:rPr lang="es-AR" sz="2600" i="1">
                                    <a:latin typeface="Cambria Math" panose="02040503050406030204" pitchFamily="18" charset="0"/>
                                    <a:ea typeface="Cambria Math" panose="02040503050406030204" pitchFamily="18" charset="0"/>
                                  </a:rPr>
                                  <m:t>2</m:t>
                                </m:r>
                              </m:sup>
                            </m:sSup>
                          </m:num>
                          <m:den>
                            <m:r>
                              <a:rPr lang="es-AR" sz="2600" i="1">
                                <a:latin typeface="Cambria Math" panose="02040503050406030204" pitchFamily="18" charset="0"/>
                                <a:ea typeface="Cambria Math" panose="02040503050406030204" pitchFamily="18" charset="0"/>
                              </a:rPr>
                              <m:t>2×</m:t>
                            </m:r>
                            <m:r>
                              <a:rPr lang="es-AR" sz="2600" i="1">
                                <a:latin typeface="Cambria Math" panose="02040503050406030204" pitchFamily="18" charset="0"/>
                                <a:ea typeface="Cambria Math" panose="02040503050406030204" pitchFamily="18" charset="0"/>
                              </a:rPr>
                              <m:t>𝑔</m:t>
                            </m:r>
                          </m:den>
                        </m:f>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𝐽</m:t>
                            </m:r>
                          </m:e>
                          <m:sub>
                            <m:r>
                              <a:rPr lang="es-AR" sz="2600" i="1">
                                <a:latin typeface="Cambria Math" panose="02040503050406030204" pitchFamily="18" charset="0"/>
                                <a:ea typeface="Cambria Math" panose="02040503050406030204" pitchFamily="18" charset="0"/>
                              </a:rPr>
                              <m:t>1−3</m:t>
                            </m:r>
                          </m:sub>
                        </m:sSub>
                      </m:e>
                    </m:d>
                  </m:oMath>
                </a14:m>
                <a:endParaRPr lang="es-AR" sz="2600"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𝐽</m:t>
                        </m:r>
                      </m:e>
                      <m:sub>
                        <m:r>
                          <a:rPr lang="es-AR" sz="2600" i="1">
                            <a:latin typeface="Cambria Math" panose="02040503050406030204" pitchFamily="18" charset="0"/>
                            <a:ea typeface="Cambria Math" panose="02040503050406030204" pitchFamily="18" charset="0"/>
                          </a:rPr>
                          <m:t>1−3</m:t>
                        </m:r>
                      </m:sub>
                    </m:sSub>
                    <m:r>
                      <a:rPr lang="es-AR" sz="2600" b="0" i="1" smtClean="0">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𝐽</m:t>
                        </m:r>
                      </m:e>
                      <m:sub>
                        <m:r>
                          <a:rPr lang="es-AR" sz="2600" i="1">
                            <a:latin typeface="Cambria Math" panose="02040503050406030204" pitchFamily="18" charset="0"/>
                            <a:ea typeface="Cambria Math" panose="02040503050406030204" pitchFamily="18" charset="0"/>
                          </a:rPr>
                          <m:t>1−2</m:t>
                        </m:r>
                      </m:sub>
                    </m:sSub>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𝐽</m:t>
                        </m:r>
                      </m:e>
                      <m:sub>
                        <m:sSup>
                          <m:sSupPr>
                            <m:ctrlPr>
                              <a:rPr lang="es-AR" sz="2600" i="1">
                                <a:latin typeface="Cambria Math" panose="02040503050406030204" pitchFamily="18" charset="0"/>
                                <a:ea typeface="Cambria Math" panose="02040503050406030204" pitchFamily="18" charset="0"/>
                              </a:rPr>
                            </m:ctrlPr>
                          </m:sSupPr>
                          <m:e>
                            <m:r>
                              <a:rPr lang="es-AR" sz="2600" i="1">
                                <a:latin typeface="Cambria Math" panose="02040503050406030204" pitchFamily="18" charset="0"/>
                                <a:ea typeface="Cambria Math" panose="02040503050406030204" pitchFamily="18" charset="0"/>
                              </a:rPr>
                              <m:t>2</m:t>
                            </m:r>
                          </m:e>
                          <m:sup>
                            <m:r>
                              <a:rPr lang="es-AR" sz="2600" i="1">
                                <a:latin typeface="Cambria Math" panose="02040503050406030204" pitchFamily="18" charset="0"/>
                                <a:ea typeface="Cambria Math" panose="02040503050406030204" pitchFamily="18" charset="0"/>
                              </a:rPr>
                              <m:t>′</m:t>
                            </m:r>
                          </m:sup>
                        </m:sSup>
                        <m:r>
                          <a:rPr lang="es-AR" sz="2600" i="1">
                            <a:latin typeface="Cambria Math" panose="02040503050406030204" pitchFamily="18" charset="0"/>
                            <a:ea typeface="Cambria Math" panose="02040503050406030204" pitchFamily="18" charset="0"/>
                          </a:rPr>
                          <m:t>−3</m:t>
                        </m:r>
                      </m:sub>
                    </m:sSub>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𝐽</m:t>
                        </m:r>
                      </m:e>
                      <m:sub>
                        <m:r>
                          <a:rPr lang="es-AR" sz="2600" i="1">
                            <a:latin typeface="Cambria Math" panose="02040503050406030204" pitchFamily="18" charset="0"/>
                            <a:ea typeface="Cambria Math" panose="02040503050406030204" pitchFamily="18" charset="0"/>
                          </a:rPr>
                          <m:t>1−</m:t>
                        </m:r>
                        <m:r>
                          <a:rPr lang="es-AR" sz="2600" b="0" i="1" smtClean="0">
                            <a:latin typeface="Cambria Math" panose="02040503050406030204" pitchFamily="18" charset="0"/>
                            <a:ea typeface="Cambria Math" panose="02040503050406030204" pitchFamily="18" charset="0"/>
                          </a:rPr>
                          <m:t>3</m:t>
                        </m:r>
                      </m:sub>
                    </m:sSub>
                    <m:r>
                      <a:rPr lang="es-AR" sz="2600" i="1">
                        <a:latin typeface="Cambria Math" panose="02040503050406030204" pitchFamily="18" charset="0"/>
                        <a:ea typeface="Cambria Math" panose="02040503050406030204" pitchFamily="18" charset="0"/>
                      </a:rPr>
                      <m:t>=0.2450</m:t>
                    </m:r>
                    <m:r>
                      <a:rPr lang="es-AR" sz="2600" i="1">
                        <a:latin typeface="Cambria Math" panose="02040503050406030204" pitchFamily="18" charset="0"/>
                        <a:ea typeface="Cambria Math" panose="02040503050406030204" pitchFamily="18" charset="0"/>
                      </a:rPr>
                      <m:t>𝑓𝑡</m:t>
                    </m:r>
                    <m:r>
                      <a:rPr lang="es-AR" sz="2600" i="1">
                        <a:latin typeface="Cambria Math" panose="02040503050406030204" pitchFamily="18" charset="0"/>
                        <a:ea typeface="Cambria Math" panose="02040503050406030204" pitchFamily="18" charset="0"/>
                      </a:rPr>
                      <m:t>+</m:t>
                    </m:r>
                    <m:r>
                      <a:rPr lang="es-AR" sz="2800" i="1">
                        <a:latin typeface="Cambria Math" panose="02040503050406030204" pitchFamily="18" charset="0"/>
                      </a:rPr>
                      <m:t>5.0215</m:t>
                    </m:r>
                    <m:r>
                      <a:rPr lang="es-AR" sz="2600" i="1">
                        <a:latin typeface="Cambria Math" panose="02040503050406030204" pitchFamily="18" charset="0"/>
                        <a:ea typeface="Cambria Math" panose="02040503050406030204" pitchFamily="18" charset="0"/>
                      </a:rPr>
                      <m:t>𝑓𝑡</m:t>
                    </m:r>
                    <m:r>
                      <a:rPr lang="es-AR" sz="2600" i="1">
                        <a:latin typeface="Cambria Math" panose="02040503050406030204" pitchFamily="18" charset="0"/>
                        <a:ea typeface="Cambria Math" panose="02040503050406030204" pitchFamily="18" charset="0"/>
                      </a:rPr>
                      <m:t>⇒</m:t>
                    </m:r>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𝐽</m:t>
                        </m:r>
                      </m:e>
                      <m:sub>
                        <m:r>
                          <a:rPr lang="es-AR" sz="2600" i="1">
                            <a:latin typeface="Cambria Math" panose="02040503050406030204" pitchFamily="18" charset="0"/>
                            <a:ea typeface="Cambria Math" panose="02040503050406030204" pitchFamily="18" charset="0"/>
                          </a:rPr>
                          <m:t>1−3</m:t>
                        </m:r>
                      </m:sub>
                    </m:sSub>
                    <m:r>
                      <a:rPr lang="es-AR" sz="2600" b="0" i="1" smtClean="0">
                        <a:latin typeface="Cambria Math" panose="02040503050406030204" pitchFamily="18" charset="0"/>
                        <a:ea typeface="Cambria Math" panose="02040503050406030204" pitchFamily="18" charset="0"/>
                      </a:rPr>
                      <m:t>=5.2665</m:t>
                    </m:r>
                    <m:r>
                      <a:rPr lang="es-AR" sz="2600" b="0" i="1" smtClean="0">
                        <a:latin typeface="Cambria Math" panose="02040503050406030204" pitchFamily="18" charset="0"/>
                        <a:ea typeface="Cambria Math" panose="02040503050406030204" pitchFamily="18" charset="0"/>
                      </a:rPr>
                      <m:t>𝑓𝑡</m:t>
                    </m:r>
                  </m:oMath>
                </a14:m>
                <a:endParaRPr lang="es-AR" sz="2600"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𝑝</m:t>
                        </m:r>
                      </m:e>
                      <m:sub>
                        <m:r>
                          <a:rPr lang="es-AR" sz="2600" i="1">
                            <a:latin typeface="Cambria Math" panose="02040503050406030204" pitchFamily="18" charset="0"/>
                            <a:ea typeface="Cambria Math" panose="02040503050406030204" pitchFamily="18" charset="0"/>
                          </a:rPr>
                          <m:t>3</m:t>
                        </m:r>
                      </m:sub>
                    </m:sSub>
                    <m:r>
                      <a:rPr lang="es-AR" sz="2600">
                        <a:latin typeface="Cambria Math" panose="02040503050406030204" pitchFamily="18" charset="0"/>
                        <a:ea typeface="Cambria Math" panose="02040503050406030204" pitchFamily="18" charset="0"/>
                      </a:rPr>
                      <m:t>=</m:t>
                    </m:r>
                    <m:r>
                      <a:rPr lang="es-AR" sz="2600" i="1">
                        <a:latin typeface="Cambria Math" panose="02040503050406030204" pitchFamily="18" charset="0"/>
                        <a:ea typeface="Cambria Math" panose="02040503050406030204" pitchFamily="18" charset="0"/>
                      </a:rPr>
                      <m:t>60.58</m:t>
                    </m:r>
                    <m:f>
                      <m:fPr>
                        <m:ctrlPr>
                          <a:rPr lang="es-AR" sz="2600" i="1">
                            <a:latin typeface="Cambria Math" panose="02040503050406030204" pitchFamily="18" charset="0"/>
                            <a:ea typeface="Cambria Math" panose="02040503050406030204" pitchFamily="18" charset="0"/>
                          </a:rPr>
                        </m:ctrlPr>
                      </m:fPr>
                      <m:num>
                        <m:r>
                          <a:rPr lang="es-AR" sz="2600" i="1">
                            <a:latin typeface="Cambria Math" panose="02040503050406030204" pitchFamily="18" charset="0"/>
                            <a:ea typeface="Cambria Math" panose="02040503050406030204" pitchFamily="18" charset="0"/>
                          </a:rPr>
                          <m:t>𝑙𝑏</m:t>
                        </m:r>
                      </m:num>
                      <m:den>
                        <m:sSup>
                          <m:sSupPr>
                            <m:ctrlPr>
                              <a:rPr lang="es-AR" sz="2600" i="1">
                                <a:latin typeface="Cambria Math" panose="02040503050406030204" pitchFamily="18" charset="0"/>
                                <a:ea typeface="Cambria Math" panose="02040503050406030204" pitchFamily="18" charset="0"/>
                              </a:rPr>
                            </m:ctrlPr>
                          </m:sSupPr>
                          <m:e>
                            <m:r>
                              <a:rPr lang="es-AR" sz="2600" i="1">
                                <a:latin typeface="Cambria Math" panose="02040503050406030204" pitchFamily="18" charset="0"/>
                                <a:ea typeface="Cambria Math" panose="02040503050406030204" pitchFamily="18" charset="0"/>
                              </a:rPr>
                              <m:t>𝑓𝑡</m:t>
                            </m:r>
                          </m:e>
                          <m:sup>
                            <m:r>
                              <a:rPr lang="es-AR" sz="2600" i="1">
                                <a:latin typeface="Cambria Math" panose="02040503050406030204" pitchFamily="18" charset="0"/>
                                <a:ea typeface="Cambria Math" panose="02040503050406030204" pitchFamily="18" charset="0"/>
                              </a:rPr>
                              <m:t>3</m:t>
                            </m:r>
                          </m:sup>
                        </m:sSup>
                      </m:den>
                    </m:f>
                    <m:r>
                      <a:rPr lang="el-GR" sz="2600" i="1">
                        <a:latin typeface="Cambria Math" panose="02040503050406030204" pitchFamily="18" charset="0"/>
                        <a:ea typeface="Cambria Math" panose="02040503050406030204" pitchFamily="18" charset="0"/>
                      </a:rPr>
                      <m:t>×</m:t>
                    </m:r>
                    <m:d>
                      <m:dPr>
                        <m:ctrlPr>
                          <a:rPr lang="el-GR" sz="2600" i="1">
                            <a:latin typeface="Cambria Math" panose="02040503050406030204" pitchFamily="18" charset="0"/>
                            <a:ea typeface="Cambria Math" panose="02040503050406030204" pitchFamily="18" charset="0"/>
                          </a:rPr>
                        </m:ctrlPr>
                      </m:dPr>
                      <m:e>
                        <m:r>
                          <a:rPr lang="es-AR" sz="2600" b="0" i="1" smtClean="0">
                            <a:latin typeface="Cambria Math" panose="02040503050406030204" pitchFamily="18" charset="0"/>
                            <a:ea typeface="Cambria Math" panose="02040503050406030204" pitchFamily="18" charset="0"/>
                          </a:rPr>
                          <m:t>4.5</m:t>
                        </m:r>
                        <m:r>
                          <a:rPr lang="es-AR" sz="2600" b="0" i="1" smtClean="0">
                            <a:latin typeface="Cambria Math" panose="02040503050406030204" pitchFamily="18" charset="0"/>
                            <a:ea typeface="Cambria Math" panose="02040503050406030204" pitchFamily="18" charset="0"/>
                          </a:rPr>
                          <m:t>𝑓𝑡</m:t>
                        </m:r>
                        <m:r>
                          <a:rPr lang="es-AR" sz="2600" i="1">
                            <a:latin typeface="Cambria Math" panose="02040503050406030204" pitchFamily="18" charset="0"/>
                            <a:ea typeface="Cambria Math" panose="02040503050406030204" pitchFamily="18" charset="0"/>
                          </a:rPr>
                          <m:t>+29.5</m:t>
                        </m:r>
                        <m:r>
                          <a:rPr lang="es-AR" sz="2600" b="0" i="1" smtClean="0">
                            <a:latin typeface="Cambria Math" panose="02040503050406030204" pitchFamily="18" charset="0"/>
                            <a:ea typeface="Cambria Math" panose="02040503050406030204" pitchFamily="18" charset="0"/>
                          </a:rPr>
                          <m:t>8</m:t>
                        </m:r>
                        <m:r>
                          <a:rPr lang="es-AR" sz="2600" i="1">
                            <a:latin typeface="Cambria Math" panose="02040503050406030204" pitchFamily="18" charset="0"/>
                            <a:ea typeface="Cambria Math" panose="02040503050406030204" pitchFamily="18" charset="0"/>
                          </a:rPr>
                          <m:t>𝑓𝑡</m:t>
                        </m:r>
                        <m:r>
                          <a:rPr lang="es-AR" sz="2600" i="1">
                            <a:latin typeface="Cambria Math" panose="02040503050406030204" pitchFamily="18" charset="0"/>
                            <a:ea typeface="Cambria Math" panose="02040503050406030204" pitchFamily="18" charset="0"/>
                          </a:rPr>
                          <m:t>−17</m:t>
                        </m:r>
                        <m:r>
                          <a:rPr lang="es-AR" sz="2600" b="0" i="1" smtClean="0">
                            <a:latin typeface="Cambria Math" panose="02040503050406030204" pitchFamily="18" charset="0"/>
                            <a:ea typeface="Cambria Math" panose="02040503050406030204" pitchFamily="18" charset="0"/>
                          </a:rPr>
                          <m:t>𝑓𝑡</m:t>
                        </m:r>
                        <m:r>
                          <a:rPr lang="es-AR" sz="2600" i="1">
                            <a:latin typeface="Cambria Math" panose="02040503050406030204" pitchFamily="18" charset="0"/>
                            <a:ea typeface="Cambria Math" panose="02040503050406030204" pitchFamily="18" charset="0"/>
                          </a:rPr>
                          <m:t>−</m:t>
                        </m:r>
                        <m:f>
                          <m:fPr>
                            <m:ctrlPr>
                              <a:rPr lang="es-AR" sz="2600" i="1">
                                <a:latin typeface="Cambria Math" panose="02040503050406030204" pitchFamily="18" charset="0"/>
                                <a:ea typeface="Cambria Math" panose="02040503050406030204" pitchFamily="18" charset="0"/>
                              </a:rPr>
                            </m:ctrlPr>
                          </m:fPr>
                          <m:num>
                            <m:sSup>
                              <m:sSupPr>
                                <m:ctrlPr>
                                  <a:rPr lang="es-AR" sz="2600" i="1">
                                    <a:latin typeface="Cambria Math" panose="02040503050406030204" pitchFamily="18" charset="0"/>
                                    <a:ea typeface="Cambria Math" panose="02040503050406030204" pitchFamily="18" charset="0"/>
                                  </a:rPr>
                                </m:ctrlPr>
                              </m:sSupPr>
                              <m:e>
                                <m:d>
                                  <m:dPr>
                                    <m:ctrlPr>
                                      <a:rPr lang="es-AR" sz="2600" i="1">
                                        <a:latin typeface="Cambria Math" panose="02040503050406030204" pitchFamily="18" charset="0"/>
                                        <a:ea typeface="Cambria Math" panose="02040503050406030204" pitchFamily="18" charset="0"/>
                                      </a:rPr>
                                    </m:ctrlPr>
                                  </m:dPr>
                                  <m:e>
                                    <m:r>
                                      <a:rPr lang="es-AR" sz="2600" i="1">
                                        <a:latin typeface="Cambria Math" panose="02040503050406030204" pitchFamily="18" charset="0"/>
                                        <a:ea typeface="Cambria Math" panose="02040503050406030204" pitchFamily="18" charset="0"/>
                                      </a:rPr>
                                      <m:t>7.63</m:t>
                                    </m:r>
                                    <m:f>
                                      <m:fPr>
                                        <m:type m:val="skw"/>
                                        <m:ctrlPr>
                                          <a:rPr lang="es-AR" sz="2600" i="1">
                                            <a:latin typeface="Cambria Math" panose="02040503050406030204" pitchFamily="18" charset="0"/>
                                            <a:ea typeface="Cambria Math" panose="02040503050406030204" pitchFamily="18" charset="0"/>
                                          </a:rPr>
                                        </m:ctrlPr>
                                      </m:fPr>
                                      <m:num>
                                        <m:r>
                                          <a:rPr lang="es-AR" sz="2600" i="1">
                                            <a:latin typeface="Cambria Math" panose="02040503050406030204" pitchFamily="18" charset="0"/>
                                            <a:ea typeface="Cambria Math" panose="02040503050406030204" pitchFamily="18" charset="0"/>
                                          </a:rPr>
                                          <m:t>𝑓𝑡</m:t>
                                        </m:r>
                                      </m:num>
                                      <m:den>
                                        <m:r>
                                          <a:rPr lang="es-AR" sz="2600" i="1">
                                            <a:latin typeface="Cambria Math" panose="02040503050406030204" pitchFamily="18" charset="0"/>
                                            <a:ea typeface="Cambria Math" panose="02040503050406030204" pitchFamily="18" charset="0"/>
                                          </a:rPr>
                                          <m:t>𝑠𝑒𝑔</m:t>
                                        </m:r>
                                      </m:den>
                                    </m:f>
                                  </m:e>
                                </m:d>
                              </m:e>
                              <m:sup>
                                <m:r>
                                  <a:rPr lang="es-AR" sz="2600" i="1">
                                    <a:latin typeface="Cambria Math" panose="02040503050406030204" pitchFamily="18" charset="0"/>
                                    <a:ea typeface="Cambria Math" panose="02040503050406030204" pitchFamily="18" charset="0"/>
                                  </a:rPr>
                                  <m:t>2</m:t>
                                </m:r>
                              </m:sup>
                            </m:sSup>
                          </m:num>
                          <m:den>
                            <m:r>
                              <a:rPr lang="es-AR" sz="2600" i="1">
                                <a:latin typeface="Cambria Math" panose="02040503050406030204" pitchFamily="18" charset="0"/>
                                <a:ea typeface="Cambria Math" panose="02040503050406030204" pitchFamily="18" charset="0"/>
                              </a:rPr>
                              <m:t>2×32.17</m:t>
                            </m:r>
                            <m:f>
                              <m:fPr>
                                <m:type m:val="skw"/>
                                <m:ctrlPr>
                                  <a:rPr lang="es-AR" sz="2600" i="1">
                                    <a:latin typeface="Cambria Math" panose="02040503050406030204" pitchFamily="18" charset="0"/>
                                    <a:ea typeface="Cambria Math" panose="02040503050406030204" pitchFamily="18" charset="0"/>
                                  </a:rPr>
                                </m:ctrlPr>
                              </m:fPr>
                              <m:num>
                                <m:r>
                                  <a:rPr lang="es-AR" sz="2600" i="1">
                                    <a:latin typeface="Cambria Math" panose="02040503050406030204" pitchFamily="18" charset="0"/>
                                    <a:ea typeface="Cambria Math" panose="02040503050406030204" pitchFamily="18" charset="0"/>
                                  </a:rPr>
                                  <m:t>𝑓𝑡</m:t>
                                </m:r>
                              </m:num>
                              <m:den>
                                <m:sSup>
                                  <m:sSupPr>
                                    <m:ctrlPr>
                                      <a:rPr lang="es-AR" sz="2600" i="1">
                                        <a:latin typeface="Cambria Math" panose="02040503050406030204" pitchFamily="18" charset="0"/>
                                        <a:ea typeface="Cambria Math" panose="02040503050406030204" pitchFamily="18" charset="0"/>
                                      </a:rPr>
                                    </m:ctrlPr>
                                  </m:sSupPr>
                                  <m:e>
                                    <m:r>
                                      <a:rPr lang="es-AR" sz="2600" i="1">
                                        <a:latin typeface="Cambria Math" panose="02040503050406030204" pitchFamily="18" charset="0"/>
                                        <a:ea typeface="Cambria Math" panose="02040503050406030204" pitchFamily="18" charset="0"/>
                                      </a:rPr>
                                      <m:t>𝑠𝑒𝑔</m:t>
                                    </m:r>
                                  </m:e>
                                  <m:sup>
                                    <m:r>
                                      <a:rPr lang="es-AR" sz="2600" i="1">
                                        <a:latin typeface="Cambria Math" panose="02040503050406030204" pitchFamily="18" charset="0"/>
                                        <a:ea typeface="Cambria Math" panose="02040503050406030204" pitchFamily="18" charset="0"/>
                                      </a:rPr>
                                      <m:t>2</m:t>
                                    </m:r>
                                  </m:sup>
                                </m:sSup>
                              </m:den>
                            </m:f>
                          </m:den>
                        </m:f>
                        <m:r>
                          <a:rPr lang="es-AR" sz="2600" i="1">
                            <a:latin typeface="Cambria Math" panose="02040503050406030204" pitchFamily="18" charset="0"/>
                            <a:ea typeface="Cambria Math" panose="02040503050406030204" pitchFamily="18" charset="0"/>
                          </a:rPr>
                          <m:t>−5.2</m:t>
                        </m:r>
                        <m:r>
                          <a:rPr lang="es-AR" sz="2600" b="0" i="1" smtClean="0">
                            <a:latin typeface="Cambria Math" panose="02040503050406030204" pitchFamily="18" charset="0"/>
                            <a:ea typeface="Cambria Math" panose="02040503050406030204" pitchFamily="18" charset="0"/>
                          </a:rPr>
                          <m:t>665</m:t>
                        </m:r>
                        <m:r>
                          <a:rPr lang="es-AR" sz="2600" i="1">
                            <a:latin typeface="Cambria Math" panose="02040503050406030204" pitchFamily="18" charset="0"/>
                            <a:ea typeface="Cambria Math" panose="02040503050406030204" pitchFamily="18" charset="0"/>
                          </a:rPr>
                          <m:t>𝑓𝑡</m:t>
                        </m:r>
                      </m:e>
                    </m:d>
                  </m:oMath>
                </a14:m>
                <a:endParaRPr lang="es-AR" sz="2600" dirty="0">
                  <a:latin typeface="Cambria Math" panose="02040503050406030204" pitchFamily="18" charset="0"/>
                  <a:ea typeface="Cambria Math" panose="02040503050406030204" pitchFamily="18" charset="0"/>
                </a:endParaRPr>
              </a:p>
              <a:p>
                <a:pPr>
                  <a:lnSpc>
                    <a:spcPct val="100000"/>
                  </a:lnSpc>
                  <a:spcAft>
                    <a:spcPts val="1200"/>
                  </a:spcAft>
                </a:pPr>
                <a14:m>
                  <m:oMath xmlns:m="http://schemas.openxmlformats.org/officeDocument/2006/math">
                    <m:borderBox>
                      <m:borderBoxPr>
                        <m:ctrlPr>
                          <a:rPr lang="es-AR" sz="2600" i="1" smtClean="0">
                            <a:latin typeface="Cambria Math" panose="02040503050406030204" pitchFamily="18" charset="0"/>
                            <a:ea typeface="Cambria Math" panose="02040503050406030204" pitchFamily="18" charset="0"/>
                          </a:rPr>
                        </m:ctrlPr>
                      </m:borderBoxPr>
                      <m:e>
                        <m:borderBox>
                          <m:borderBoxPr>
                            <m:ctrlPr>
                              <a:rPr lang="es-AR" sz="2600" i="1" smtClean="0">
                                <a:latin typeface="Cambria Math" panose="02040503050406030204" pitchFamily="18" charset="0"/>
                                <a:ea typeface="Cambria Math" panose="02040503050406030204" pitchFamily="18" charset="0"/>
                              </a:rPr>
                            </m:ctrlPr>
                          </m:borderBoxPr>
                          <m:e>
                            <m:sSub>
                              <m:sSubPr>
                                <m:ctrlPr>
                                  <a:rPr lang="es-AR" sz="2600" i="1">
                                    <a:latin typeface="Cambria Math" panose="02040503050406030204" pitchFamily="18" charset="0"/>
                                    <a:ea typeface="Cambria Math" panose="02040503050406030204" pitchFamily="18" charset="0"/>
                                  </a:rPr>
                                </m:ctrlPr>
                              </m:sSubPr>
                              <m:e>
                                <m:r>
                                  <a:rPr lang="es-AR" sz="2600" i="1">
                                    <a:latin typeface="Cambria Math" panose="02040503050406030204" pitchFamily="18" charset="0"/>
                                    <a:ea typeface="Cambria Math" panose="02040503050406030204" pitchFamily="18" charset="0"/>
                                  </a:rPr>
                                  <m:t>𝑝</m:t>
                                </m:r>
                              </m:e>
                              <m:sub>
                                <m:r>
                                  <a:rPr lang="es-AR" sz="2600" i="1">
                                    <a:latin typeface="Cambria Math" panose="02040503050406030204" pitchFamily="18" charset="0"/>
                                    <a:ea typeface="Cambria Math" panose="02040503050406030204" pitchFamily="18" charset="0"/>
                                  </a:rPr>
                                  <m:t>3</m:t>
                                </m:r>
                              </m:sub>
                            </m:sSub>
                            <m:r>
                              <a:rPr lang="es-AR" sz="2600">
                                <a:latin typeface="Cambria Math" panose="02040503050406030204" pitchFamily="18" charset="0"/>
                                <a:ea typeface="Cambria Math" panose="02040503050406030204" pitchFamily="18" charset="0"/>
                              </a:rPr>
                              <m:t>=</m:t>
                            </m:r>
                            <m:r>
                              <a:rPr lang="es-AR" sz="2600" b="0" i="1" smtClean="0">
                                <a:latin typeface="Cambria Math" panose="02040503050406030204" pitchFamily="18" charset="0"/>
                                <a:ea typeface="Cambria Math" panose="02040503050406030204" pitchFamily="18" charset="0"/>
                              </a:rPr>
                              <m:t>660.85</m:t>
                            </m:r>
                            <m:f>
                              <m:fPr>
                                <m:ctrlPr>
                                  <a:rPr lang="es-AR" sz="2600" i="1">
                                    <a:latin typeface="Cambria Math" panose="02040503050406030204" pitchFamily="18" charset="0"/>
                                    <a:ea typeface="Cambria Math" panose="02040503050406030204" pitchFamily="18" charset="0"/>
                                  </a:rPr>
                                </m:ctrlPr>
                              </m:fPr>
                              <m:num>
                                <m:r>
                                  <a:rPr lang="es-AR" sz="2600" i="1">
                                    <a:latin typeface="Cambria Math" panose="02040503050406030204" pitchFamily="18" charset="0"/>
                                    <a:ea typeface="Cambria Math" panose="02040503050406030204" pitchFamily="18" charset="0"/>
                                  </a:rPr>
                                  <m:t>𝑙𝑏</m:t>
                                </m:r>
                              </m:num>
                              <m:den>
                                <m:sSup>
                                  <m:sSupPr>
                                    <m:ctrlPr>
                                      <a:rPr lang="es-AR" sz="2600" i="1">
                                        <a:latin typeface="Cambria Math" panose="02040503050406030204" pitchFamily="18" charset="0"/>
                                        <a:ea typeface="Cambria Math" panose="02040503050406030204" pitchFamily="18" charset="0"/>
                                      </a:rPr>
                                    </m:ctrlPr>
                                  </m:sSupPr>
                                  <m:e>
                                    <m:r>
                                      <a:rPr lang="es-AR" sz="2600" i="1">
                                        <a:latin typeface="Cambria Math" panose="02040503050406030204" pitchFamily="18" charset="0"/>
                                        <a:ea typeface="Cambria Math" panose="02040503050406030204" pitchFamily="18" charset="0"/>
                                      </a:rPr>
                                      <m:t>𝑓𝑡</m:t>
                                    </m:r>
                                  </m:e>
                                  <m:sup>
                                    <m:r>
                                      <a:rPr lang="es-AR" sz="2600" b="0" i="1" smtClean="0">
                                        <a:latin typeface="Cambria Math" panose="02040503050406030204" pitchFamily="18" charset="0"/>
                                        <a:ea typeface="Cambria Math" panose="02040503050406030204" pitchFamily="18" charset="0"/>
                                      </a:rPr>
                                      <m:t>2</m:t>
                                    </m:r>
                                  </m:sup>
                                </m:sSup>
                              </m:den>
                            </m:f>
                            <m:r>
                              <a:rPr lang="es-AR" sz="2600" i="1" smtClean="0">
                                <a:latin typeface="Cambria Math" panose="02040503050406030204" pitchFamily="18" charset="0"/>
                                <a:ea typeface="Cambria Math" panose="02040503050406030204" pitchFamily="18" charset="0"/>
                              </a:rPr>
                              <m:t>≡</m:t>
                            </m:r>
                            <m:r>
                              <a:rPr lang="es-AR" sz="2600" b="0" i="1" smtClean="0">
                                <a:latin typeface="Cambria Math" panose="02040503050406030204" pitchFamily="18" charset="0"/>
                                <a:ea typeface="Cambria Math" panose="02040503050406030204" pitchFamily="18" charset="0"/>
                              </a:rPr>
                              <m:t>4.59</m:t>
                            </m:r>
                            <m:r>
                              <a:rPr lang="es-AR" sz="2600" b="0" i="1" smtClean="0">
                                <a:latin typeface="Cambria Math" panose="02040503050406030204" pitchFamily="18" charset="0"/>
                                <a:ea typeface="Cambria Math" panose="02040503050406030204" pitchFamily="18" charset="0"/>
                              </a:rPr>
                              <m:t>𝑃𝑆𝐼</m:t>
                            </m:r>
                          </m:e>
                        </m:borderBox>
                      </m:e>
                    </m:borderBox>
                  </m:oMath>
                </a14:m>
                <a:r>
                  <a:rPr lang="es-AR" sz="2600" dirty="0">
                    <a:latin typeface="Cambria Math" panose="02040503050406030204" pitchFamily="18" charset="0"/>
                    <a:ea typeface="Cambria Math" panose="02040503050406030204" pitchFamily="18" charset="0"/>
                  </a:rPr>
                  <a:t> Punto c.2</a:t>
                </a:r>
              </a:p>
            </p:txBody>
          </p:sp>
        </mc:Choice>
        <mc:Fallback xmlns="">
          <p:sp>
            <p:nvSpPr>
              <p:cNvPr id="3" name="Marcador de contenido 2">
                <a:extLst>
                  <a:ext uri="{FF2B5EF4-FFF2-40B4-BE49-F238E27FC236}">
                    <a16:creationId xmlns:a16="http://schemas.microsoft.com/office/drawing/2014/main" id="{2DA1574E-82F2-45C1-9827-7BA148D9B65B}"/>
                  </a:ext>
                </a:extLst>
              </p:cNvPr>
              <p:cNvSpPr>
                <a:spLocks noGrp="1" noRot="1" noChangeAspect="1" noMove="1" noResize="1" noEditPoints="1" noAdjustHandles="1" noChangeArrowheads="1" noChangeShapeType="1" noTextEdit="1"/>
              </p:cNvSpPr>
              <p:nvPr>
                <p:ph idx="1"/>
              </p:nvPr>
            </p:nvSpPr>
            <p:spPr>
              <a:xfrm>
                <a:off x="1097280" y="1845733"/>
                <a:ext cx="10058400" cy="4488805"/>
              </a:xfrm>
              <a:blipFill>
                <a:blip r:embed="rId2"/>
                <a:stretch>
                  <a:fillRect l="-545" t="-1359"/>
                </a:stretch>
              </a:blipFill>
            </p:spPr>
            <p:txBody>
              <a:bodyPr/>
              <a:lstStyle/>
              <a:p>
                <a:r>
                  <a:rPr lang="es-AR">
                    <a:noFill/>
                  </a:rPr>
                  <a:t> </a:t>
                </a:r>
              </a:p>
            </p:txBody>
          </p:sp>
        </mc:Fallback>
      </mc:AlternateContent>
    </p:spTree>
    <p:extLst>
      <p:ext uri="{BB962C8B-B14F-4D97-AF65-F5344CB8AC3E}">
        <p14:creationId xmlns:p14="http://schemas.microsoft.com/office/powerpoint/2010/main" val="22061429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F6E2FC-5859-4A32-B83F-EAFC9378E47E}"/>
              </a:ext>
            </a:extLst>
          </p:cNvPr>
          <p:cNvSpPr>
            <a:spLocks noGrp="1"/>
          </p:cNvSpPr>
          <p:nvPr>
            <p:ph type="title"/>
          </p:nvPr>
        </p:nvSpPr>
        <p:spPr/>
        <p:txBody>
          <a:bodyPr/>
          <a:lstStyle/>
          <a:p>
            <a:r>
              <a:rPr lang="es-AR" dirty="0"/>
              <a:t>Elección de la bomba</a:t>
            </a:r>
          </a:p>
        </p:txBody>
      </p:sp>
      <p:sp>
        <p:nvSpPr>
          <p:cNvPr id="3" name="Marcador de contenido 2">
            <a:extLst>
              <a:ext uri="{FF2B5EF4-FFF2-40B4-BE49-F238E27FC236}">
                <a16:creationId xmlns:a16="http://schemas.microsoft.com/office/drawing/2014/main" id="{E7F27B3D-CEDB-4E3B-9BAA-5E3852D004EF}"/>
              </a:ext>
            </a:extLst>
          </p:cNvPr>
          <p:cNvSpPr>
            <a:spLocks noGrp="1"/>
          </p:cNvSpPr>
          <p:nvPr>
            <p:ph idx="1"/>
          </p:nvPr>
        </p:nvSpPr>
        <p:spPr/>
        <p:txBody>
          <a:bodyPr/>
          <a:lstStyle/>
          <a:p>
            <a:r>
              <a:rPr lang="es-AR" dirty="0"/>
              <a:t>En el caso planteado, se requiere una bomba que pueda mover 235gpm a una altura de 30ft.</a:t>
            </a:r>
          </a:p>
          <a:p>
            <a:r>
              <a:rPr lang="es-AR" dirty="0"/>
              <a:t>Una vez encontrada una bomba que satisface el punto, se determina, como zona de trabajo preliminar, la que se encuentra en el rodete inmediato superior al punto y está delimitada por la vertical que responde al caudal y la horizontal que representa la carga sobre la bomba.</a:t>
            </a:r>
          </a:p>
          <a:p>
            <a:r>
              <a:rPr lang="es-AR" dirty="0"/>
              <a:t>Se debe verificar también en este análisis preliminar que el </a:t>
            </a:r>
            <a:r>
              <a:rPr lang="es-AR" dirty="0" err="1"/>
              <a:t>ANPA</a:t>
            </a:r>
            <a:r>
              <a:rPr lang="es-AR" baseline="-25000" dirty="0" err="1"/>
              <a:t>D</a:t>
            </a:r>
            <a:r>
              <a:rPr lang="es-AR" dirty="0"/>
              <a:t> calculado oportunamente satisfaga las necesidades de </a:t>
            </a:r>
            <a:r>
              <a:rPr lang="es-AR" dirty="0" err="1"/>
              <a:t>ANPA</a:t>
            </a:r>
            <a:r>
              <a:rPr lang="es-AR" baseline="-25000" dirty="0" err="1"/>
              <a:t>R</a:t>
            </a:r>
            <a:r>
              <a:rPr lang="es-AR" dirty="0"/>
              <a:t> de la bomba.</a:t>
            </a:r>
          </a:p>
          <a:p>
            <a:pPr marL="0" indent="0">
              <a:buNone/>
            </a:pPr>
            <a:endParaRPr lang="es-AR" dirty="0"/>
          </a:p>
        </p:txBody>
      </p:sp>
    </p:spTree>
    <p:extLst>
      <p:ext uri="{BB962C8B-B14F-4D97-AF65-F5344CB8AC3E}">
        <p14:creationId xmlns:p14="http://schemas.microsoft.com/office/powerpoint/2010/main" val="38779578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DA0B258-B16B-4B49-9864-287712599BCF}"/>
              </a:ext>
            </a:extLst>
          </p:cNvPr>
          <p:cNvPicPr>
            <a:picLocks noChangeAspect="1"/>
          </p:cNvPicPr>
          <p:nvPr/>
        </p:nvPicPr>
        <p:blipFill>
          <a:blip r:embed="rId2"/>
          <a:stretch>
            <a:fillRect/>
          </a:stretch>
        </p:blipFill>
        <p:spPr>
          <a:xfrm>
            <a:off x="899090" y="0"/>
            <a:ext cx="10393819" cy="6308548"/>
          </a:xfrm>
          <a:prstGeom prst="rect">
            <a:avLst/>
          </a:prstGeom>
        </p:spPr>
      </p:pic>
      <p:cxnSp>
        <p:nvCxnSpPr>
          <p:cNvPr id="7" name="Conector recto 6">
            <a:extLst>
              <a:ext uri="{FF2B5EF4-FFF2-40B4-BE49-F238E27FC236}">
                <a16:creationId xmlns:a16="http://schemas.microsoft.com/office/drawing/2014/main" id="{D9EF7C38-6118-4428-9913-6DA3B54CE1B0}"/>
              </a:ext>
            </a:extLst>
          </p:cNvPr>
          <p:cNvCxnSpPr/>
          <p:nvPr/>
        </p:nvCxnSpPr>
        <p:spPr>
          <a:xfrm>
            <a:off x="2650435" y="3584438"/>
            <a:ext cx="76465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81E2BFD-7CDB-495D-85D2-420510C28CD8}"/>
              </a:ext>
            </a:extLst>
          </p:cNvPr>
          <p:cNvCxnSpPr/>
          <p:nvPr/>
        </p:nvCxnSpPr>
        <p:spPr>
          <a:xfrm flipV="1">
            <a:off x="7752522" y="443120"/>
            <a:ext cx="0" cy="4479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9318FEFB-4471-43D1-8DCF-86AE23442414}"/>
              </a:ext>
            </a:extLst>
          </p:cNvPr>
          <p:cNvCxnSpPr/>
          <p:nvPr/>
        </p:nvCxnSpPr>
        <p:spPr>
          <a:xfrm>
            <a:off x="2661478" y="3363017"/>
            <a:ext cx="76465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92C47FDF-CB65-4A5B-BED3-0F68CC9C9A01}"/>
              </a:ext>
            </a:extLst>
          </p:cNvPr>
          <p:cNvCxnSpPr/>
          <p:nvPr/>
        </p:nvCxnSpPr>
        <p:spPr>
          <a:xfrm flipV="1">
            <a:off x="8035097" y="443120"/>
            <a:ext cx="0" cy="4479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5FBE5B03-BBDB-4A83-8C06-F49671AB7363}"/>
              </a:ext>
            </a:extLst>
          </p:cNvPr>
          <p:cNvCxnSpPr>
            <a:cxnSpLocks/>
          </p:cNvCxnSpPr>
          <p:nvPr/>
        </p:nvCxnSpPr>
        <p:spPr>
          <a:xfrm>
            <a:off x="7752522" y="4590278"/>
            <a:ext cx="32050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58F83987-35AB-40F7-8A8C-866B2D208F4A}"/>
              </a:ext>
            </a:extLst>
          </p:cNvPr>
          <p:cNvCxnSpPr>
            <a:cxnSpLocks/>
          </p:cNvCxnSpPr>
          <p:nvPr/>
        </p:nvCxnSpPr>
        <p:spPr>
          <a:xfrm>
            <a:off x="7752522" y="4511693"/>
            <a:ext cx="320503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6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F483D7-B9A6-4F77-AFBC-E645C5B640CA}"/>
              </a:ext>
            </a:extLst>
          </p:cNvPr>
          <p:cNvSpPr>
            <a:spLocks noGrp="1"/>
          </p:cNvSpPr>
          <p:nvPr>
            <p:ph type="title"/>
          </p:nvPr>
        </p:nvSpPr>
        <p:spPr/>
        <p:txBody>
          <a:bodyPr/>
          <a:lstStyle/>
          <a:p>
            <a:r>
              <a:rPr lang="es-AR" dirty="0"/>
              <a:t>Curva de la instalación</a:t>
            </a:r>
          </a:p>
        </p:txBody>
      </p:sp>
      <p:sp>
        <p:nvSpPr>
          <p:cNvPr id="3" name="Marcador de texto 2">
            <a:extLst>
              <a:ext uri="{FF2B5EF4-FFF2-40B4-BE49-F238E27FC236}">
                <a16:creationId xmlns:a16="http://schemas.microsoft.com/office/drawing/2014/main" id="{FCC83620-F66C-4C51-806B-46D9F28C3FC7}"/>
              </a:ext>
            </a:extLst>
          </p:cNvPr>
          <p:cNvSpPr>
            <a:spLocks noGrp="1"/>
          </p:cNvSpPr>
          <p:nvPr>
            <p:ph type="body" idx="1"/>
          </p:nvPr>
        </p:nvSpPr>
        <p:spPr/>
        <p:txBody>
          <a:bodyPr/>
          <a:lstStyle/>
          <a:p>
            <a:endParaRPr lang="es-AR"/>
          </a:p>
        </p:txBody>
      </p:sp>
    </p:spTree>
    <p:extLst>
      <p:ext uri="{BB962C8B-B14F-4D97-AF65-F5344CB8AC3E}">
        <p14:creationId xmlns:p14="http://schemas.microsoft.com/office/powerpoint/2010/main" val="15513328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21F956-91F8-4E55-A329-572FFF6314FC}"/>
              </a:ext>
            </a:extLst>
          </p:cNvPr>
          <p:cNvSpPr>
            <a:spLocks noGrp="1"/>
          </p:cNvSpPr>
          <p:nvPr>
            <p:ph type="title"/>
          </p:nvPr>
        </p:nvSpPr>
        <p:spPr/>
        <p:txBody>
          <a:bodyPr/>
          <a:lstStyle/>
          <a:p>
            <a:r>
              <a:rPr lang="es-AR" dirty="0"/>
              <a:t>Curva de la instalación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1DBBE60-42AA-4DCF-8D03-612903F67D5C}"/>
                  </a:ext>
                </a:extLst>
              </p:cNvPr>
              <p:cNvSpPr>
                <a:spLocks noGrp="1"/>
              </p:cNvSpPr>
              <p:nvPr>
                <p:ph idx="1"/>
              </p:nvPr>
            </p:nvSpPr>
            <p:spPr>
              <a:xfrm>
                <a:off x="1097280" y="1845733"/>
                <a:ext cx="10058400" cy="4512863"/>
              </a:xfrm>
            </p:spPr>
            <p:txBody>
              <a:bodyPr/>
              <a:lstStyle/>
              <a:p>
                <a:r>
                  <a:rPr lang="es-AR" dirty="0"/>
                  <a:t>Para construir la curva de la instalación se parte de la ecuación de la energía entre 1 y 4</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1</m:t>
                        </m:r>
                      </m:sub>
                    </m:sSub>
                    <m:r>
                      <a:rPr lang="es-AR" sz="2400" i="1">
                        <a:latin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h</m:t>
                        </m:r>
                      </m:e>
                      <m:sub>
                        <m:r>
                          <a:rPr lang="es-AR" sz="2400" i="1">
                            <a:latin typeface="Cambria Math" panose="02040503050406030204" pitchFamily="18" charset="0"/>
                            <a:ea typeface="Cambria Math" panose="02040503050406030204" pitchFamily="18" charset="0"/>
                          </a:rPr>
                          <m:t>𝐵</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𝑧</m:t>
                        </m:r>
                      </m:e>
                      <m:sub>
                        <m:r>
                          <a:rPr lang="es-AR" sz="2400" i="1">
                            <a:latin typeface="Cambria Math" panose="02040503050406030204" pitchFamily="18" charset="0"/>
                          </a:rPr>
                          <m:t>4</m:t>
                        </m:r>
                      </m:sub>
                    </m:sSub>
                    <m:r>
                      <a:rPr lang="es-AR" sz="2400" i="1">
                        <a:latin typeface="Cambria Math" panose="02040503050406030204" pitchFamily="18" charset="0"/>
                      </a:rPr>
                      <m:t>+</m:t>
                    </m:r>
                    <m:f>
                      <m:fPr>
                        <m:ctrlPr>
                          <a:rPr lang="es-AR" sz="2400" i="1">
                            <a:latin typeface="Cambria Math" panose="02040503050406030204" pitchFamily="18" charset="0"/>
                          </a:rPr>
                        </m:ctrlPr>
                      </m:fPr>
                      <m:num>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sSub>
                                  <m:sSubPr>
                                    <m:ctrlPr>
                                      <a:rPr lang="es-AR" sz="2400" i="1">
                                        <a:latin typeface="Cambria Math" panose="02040503050406030204" pitchFamily="18" charset="0"/>
                                      </a:rPr>
                                    </m:ctrlPr>
                                  </m:sSubPr>
                                  <m:e>
                                    <m:r>
                                      <a:rPr lang="es-AR" sz="2400" i="1">
                                        <a:latin typeface="Cambria Math" panose="02040503050406030204" pitchFamily="18" charset="0"/>
                                      </a:rPr>
                                      <m:t>𝑣</m:t>
                                    </m:r>
                                  </m:e>
                                  <m:sub>
                                    <m:r>
                                      <a:rPr lang="es-AR" sz="2400" i="1">
                                        <a:latin typeface="Cambria Math" panose="02040503050406030204" pitchFamily="18" charset="0"/>
                                      </a:rPr>
                                      <m:t>4</m:t>
                                    </m:r>
                                  </m:sub>
                                </m:sSub>
                              </m:e>
                            </m:d>
                          </m:e>
                          <m:sup>
                            <m:r>
                              <a:rPr lang="es-AR" sz="2400" i="1">
                                <a:latin typeface="Cambria Math" panose="02040503050406030204" pitchFamily="18" charset="0"/>
                              </a:rPr>
                              <m:t>2</m:t>
                            </m:r>
                          </m:sup>
                        </m:sSup>
                      </m:num>
                      <m:den>
                        <m:r>
                          <a:rPr lang="es-AR" sz="2400" i="1">
                            <a:latin typeface="Cambria Math" panose="02040503050406030204" pitchFamily="18" charset="0"/>
                          </a:rPr>
                          <m:t>2</m:t>
                        </m:r>
                        <m:r>
                          <a:rPr lang="es-AR" sz="2400" i="1">
                            <a:latin typeface="Cambria Math" panose="02040503050406030204" pitchFamily="18" charset="0"/>
                            <a:ea typeface="Cambria Math" panose="02040503050406030204" pitchFamily="18" charset="0"/>
                          </a:rPr>
                          <m:t>×</m:t>
                        </m:r>
                        <m:r>
                          <a:rPr lang="es-AR" sz="2400" i="1">
                            <a:latin typeface="Cambria Math" panose="02040503050406030204" pitchFamily="18" charset="0"/>
                            <a:ea typeface="Cambria Math" panose="02040503050406030204" pitchFamily="18" charset="0"/>
                          </a:rPr>
                          <m:t>𝑔</m:t>
                        </m:r>
                      </m:den>
                    </m:f>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1−4</m:t>
                        </m:r>
                      </m:sub>
                    </m:sSub>
                    <m:r>
                      <a:rPr lang="es-AR" sz="2400" i="1" smtClean="0">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h</m:t>
                        </m:r>
                      </m:e>
                      <m:sub>
                        <m:r>
                          <a:rPr lang="es-AR" i="1">
                            <a:latin typeface="Cambria Math" panose="02040503050406030204" pitchFamily="18" charset="0"/>
                            <a:ea typeface="Cambria Math" panose="02040503050406030204" pitchFamily="18" charset="0"/>
                          </a:rPr>
                          <m:t>𝐵</m:t>
                        </m:r>
                      </m:sub>
                    </m:sSub>
                    <m:r>
                      <a:rPr lang="es-AR" i="1">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𝑧</m:t>
                        </m:r>
                      </m:e>
                      <m:sub>
                        <m:r>
                          <a:rPr lang="es-AR" i="1">
                            <a:latin typeface="Cambria Math" panose="02040503050406030204" pitchFamily="18" charset="0"/>
                          </a:rPr>
                          <m:t>4</m:t>
                        </m:r>
                      </m:sub>
                    </m:sSub>
                    <m:r>
                      <a:rPr lang="es-AR" i="1">
                        <a:latin typeface="Cambria Math" panose="02040503050406030204" pitchFamily="18" charset="0"/>
                      </a:rPr>
                      <m:t>+</m:t>
                    </m:r>
                    <m:f>
                      <m:fPr>
                        <m:ctrlPr>
                          <a:rPr lang="es-AR" i="1">
                            <a:latin typeface="Cambria Math" panose="02040503050406030204" pitchFamily="18" charset="0"/>
                          </a:rPr>
                        </m:ctrlPr>
                      </m:fPr>
                      <m:num>
                        <m:sSup>
                          <m:sSupPr>
                            <m:ctrlPr>
                              <a:rPr lang="es-AR" i="1">
                                <a:latin typeface="Cambria Math" panose="02040503050406030204" pitchFamily="18" charset="0"/>
                              </a:rPr>
                            </m:ctrlPr>
                          </m:sSupPr>
                          <m:e>
                            <m:d>
                              <m:dPr>
                                <m:ctrlPr>
                                  <a:rPr lang="es-AR" i="1">
                                    <a:latin typeface="Cambria Math" panose="02040503050406030204" pitchFamily="18" charset="0"/>
                                  </a:rPr>
                                </m:ctrlPr>
                              </m:dPr>
                              <m:e>
                                <m:sSub>
                                  <m:sSubPr>
                                    <m:ctrlPr>
                                      <a:rPr lang="es-AR" i="1">
                                        <a:latin typeface="Cambria Math" panose="02040503050406030204" pitchFamily="18" charset="0"/>
                                      </a:rPr>
                                    </m:ctrlPr>
                                  </m:sSubPr>
                                  <m:e>
                                    <m:r>
                                      <a:rPr lang="es-AR" i="1">
                                        <a:latin typeface="Cambria Math" panose="02040503050406030204" pitchFamily="18" charset="0"/>
                                      </a:rPr>
                                      <m:t>𝑣</m:t>
                                    </m:r>
                                  </m:e>
                                  <m:sub>
                                    <m:r>
                                      <a:rPr lang="es-AR" i="1">
                                        <a:latin typeface="Cambria Math" panose="02040503050406030204" pitchFamily="18" charset="0"/>
                                      </a:rPr>
                                      <m:t>4</m:t>
                                    </m:r>
                                  </m:sub>
                                </m:sSub>
                              </m:e>
                            </m:d>
                          </m:e>
                          <m:sup>
                            <m:r>
                              <a:rPr lang="es-AR" i="1">
                                <a:latin typeface="Cambria Math" panose="02040503050406030204" pitchFamily="18" charset="0"/>
                              </a:rPr>
                              <m:t>2</m:t>
                            </m:r>
                          </m:sup>
                        </m:sSup>
                      </m:num>
                      <m:den>
                        <m:r>
                          <a:rPr lang="es-AR" i="1">
                            <a:latin typeface="Cambria Math" panose="02040503050406030204" pitchFamily="18" charset="0"/>
                          </a:rPr>
                          <m:t>2</m:t>
                        </m:r>
                        <m:r>
                          <a:rPr lang="es-AR" i="1">
                            <a:latin typeface="Cambria Math" panose="02040503050406030204" pitchFamily="18" charset="0"/>
                            <a:ea typeface="Cambria Math" panose="02040503050406030204" pitchFamily="18" charset="0"/>
                          </a:rPr>
                          <m:t>×</m:t>
                        </m:r>
                        <m:r>
                          <a:rPr lang="es-AR" i="1">
                            <a:latin typeface="Cambria Math" panose="02040503050406030204" pitchFamily="18" charset="0"/>
                            <a:ea typeface="Cambria Math" panose="02040503050406030204" pitchFamily="18" charset="0"/>
                          </a:rPr>
                          <m:t>𝑔</m:t>
                        </m:r>
                      </m:den>
                    </m:f>
                    <m:r>
                      <a:rPr lang="es-AR" i="1">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ea typeface="Cambria Math" panose="02040503050406030204" pitchFamily="18" charset="0"/>
                          </a:rPr>
                        </m:ctrlPr>
                      </m:sSubPr>
                      <m:e>
                        <m:r>
                          <a:rPr lang="es-AR" i="1">
                            <a:latin typeface="Cambria Math" panose="02040503050406030204" pitchFamily="18" charset="0"/>
                            <a:ea typeface="Cambria Math" panose="02040503050406030204" pitchFamily="18" charset="0"/>
                          </a:rPr>
                          <m:t>𝐽</m:t>
                        </m:r>
                      </m:e>
                      <m:sub>
                        <m:r>
                          <a:rPr lang="es-AR" i="1">
                            <a:latin typeface="Cambria Math" panose="02040503050406030204" pitchFamily="18" charset="0"/>
                            <a:ea typeface="Cambria Math" panose="02040503050406030204" pitchFamily="18" charset="0"/>
                          </a:rPr>
                          <m:t>1−4</m:t>
                        </m:r>
                      </m:sub>
                    </m:sSub>
                    <m:r>
                      <a:rPr lang="es-AR" b="0" i="1" smtClean="0">
                        <a:latin typeface="Cambria Math" panose="02040503050406030204" pitchFamily="18" charset="0"/>
                        <a:ea typeface="Cambria Math" panose="02040503050406030204" pitchFamily="18" charset="0"/>
                      </a:rPr>
                      <m:t>−</m:t>
                    </m:r>
                    <m:sSub>
                      <m:sSubPr>
                        <m:ctrlPr>
                          <a:rPr lang="es-AR" i="1">
                            <a:latin typeface="Cambria Math" panose="02040503050406030204" pitchFamily="18" charset="0"/>
                          </a:rPr>
                        </m:ctrlPr>
                      </m:sSubPr>
                      <m:e>
                        <m:r>
                          <a:rPr lang="es-AR" i="1">
                            <a:latin typeface="Cambria Math" panose="02040503050406030204" pitchFamily="18" charset="0"/>
                          </a:rPr>
                          <m:t>𝑧</m:t>
                        </m:r>
                      </m:e>
                      <m:sub>
                        <m:r>
                          <a:rPr lang="es-AR" i="1">
                            <a:latin typeface="Cambria Math" panose="02040503050406030204" pitchFamily="18" charset="0"/>
                          </a:rPr>
                          <m:t>1</m:t>
                        </m:r>
                      </m:sub>
                    </m:sSub>
                  </m:oMath>
                </a14:m>
                <a:endParaRPr lang="es-AR" dirty="0"/>
              </a:p>
              <a:p>
                <a:r>
                  <a:rPr lang="es-AR" dirty="0"/>
                  <a:t>De los términos indicados arriba, los que dependen del caudal son la velocidad en la descarga y las pérdidas, dentro de las pérdidas el otro término que depende del caudal es el factor de </a:t>
                </a:r>
                <a:r>
                  <a:rPr lang="es-AR" dirty="0" err="1"/>
                  <a:t>Moody</a:t>
                </a:r>
                <a:endParaRPr lang="es-AR" dirty="0"/>
              </a:p>
              <a:p>
                <a14:m>
                  <m:oMath xmlns:m="http://schemas.openxmlformats.org/officeDocument/2006/math">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𝐽</m:t>
                        </m:r>
                      </m:e>
                      <m:sub>
                        <m:r>
                          <a:rPr lang="es-AR" sz="2400" i="1">
                            <a:latin typeface="Cambria Math" panose="02040503050406030204" pitchFamily="18" charset="0"/>
                            <a:ea typeface="Cambria Math" panose="02040503050406030204" pitchFamily="18" charset="0"/>
                          </a:rPr>
                          <m:t>1−4</m:t>
                        </m:r>
                      </m:sub>
                    </m:sSub>
                    <m:r>
                      <a:rPr lang="es-AR" sz="2400" b="0" i="1" smtClean="0">
                        <a:latin typeface="Cambria Math" panose="02040503050406030204" pitchFamily="18" charset="0"/>
                        <a:ea typeface="Cambria Math" panose="02040503050406030204" pitchFamily="18" charset="0"/>
                      </a:rPr>
                      <m:t>=</m:t>
                    </m:r>
                    <m:limLow>
                      <m:limLowPr>
                        <m:ctrlPr>
                          <a:rPr lang="es-AR" sz="2400" b="0" i="1" smtClean="0">
                            <a:latin typeface="Cambria Math" panose="02040503050406030204" pitchFamily="18" charset="0"/>
                            <a:ea typeface="Cambria Math" panose="02040503050406030204" pitchFamily="18" charset="0"/>
                          </a:rPr>
                        </m:ctrlPr>
                      </m:limLowPr>
                      <m:e>
                        <m:groupChr>
                          <m:groupChrPr>
                            <m:chr m:val="⏟"/>
                            <m:ctrlPr>
                              <a:rPr lang="es-AR" sz="2400" b="0" i="1" smtClean="0">
                                <a:latin typeface="Cambria Math" panose="02040503050406030204" pitchFamily="18" charset="0"/>
                                <a:ea typeface="Cambria Math" panose="02040503050406030204" pitchFamily="18" charset="0"/>
                              </a:rPr>
                            </m:ctrlPr>
                          </m:groupChrPr>
                          <m:e>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𝑚</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𝐿</m:t>
                                    </m:r>
                                  </m:e>
                                  <m:sub>
                                    <m:r>
                                      <a:rPr lang="es-AR" sz="2400" i="1">
                                        <a:latin typeface="Cambria Math" panose="02040503050406030204" pitchFamily="18" charset="0"/>
                                        <a:ea typeface="Cambria Math" panose="02040503050406030204" pitchFamily="18" charset="0"/>
                                      </a:rPr>
                                      <m:t>1</m:t>
                                    </m:r>
                                  </m:sub>
                                </m:sSub>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i="1">
                                        <a:latin typeface="Cambria Math" panose="02040503050406030204" pitchFamily="18" charset="0"/>
                                        <a:ea typeface="Cambria Math" panose="02040503050406030204" pitchFamily="18" charset="0"/>
                                      </a:rPr>
                                      <m:t>1</m:t>
                                    </m:r>
                                  </m:sub>
                                </m:sSub>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2</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r>
                              <a:rPr lang="es-AR" sz="2400" b="0" i="1" smtClean="0">
                                <a:latin typeface="Cambria Math" panose="02040503050406030204" pitchFamily="18" charset="0"/>
                                <a:ea typeface="Cambria Math" panose="02040503050406030204" pitchFamily="18" charset="0"/>
                              </a:rPr>
                              <m:t>+</m:t>
                            </m:r>
                            <m:nary>
                              <m:naryPr>
                                <m:chr m:val="∑"/>
                                <m:subHide m:val="on"/>
                                <m:supHide m:val="on"/>
                                <m:ctrlPr>
                                  <a:rPr lang="es-AR" sz="2400" i="1">
                                    <a:latin typeface="Cambria Math" panose="02040503050406030204" pitchFamily="18" charset="0"/>
                                  </a:rPr>
                                </m:ctrlPr>
                              </m:naryPr>
                              <m:sub/>
                              <m:sup/>
                              <m:e>
                                <m:sSub>
                                  <m:sSubPr>
                                    <m:ctrlPr>
                                      <a:rPr lang="es-AR" sz="2400" i="1">
                                        <a:latin typeface="Cambria Math" panose="02040503050406030204" pitchFamily="18" charset="0"/>
                                      </a:rPr>
                                    </m:ctrlPr>
                                  </m:sSubPr>
                                  <m:e>
                                    <m:r>
                                      <a:rPr lang="es-AR" sz="2400" i="1">
                                        <a:latin typeface="Cambria Math" panose="02040503050406030204" pitchFamily="18" charset="0"/>
                                      </a:rPr>
                                      <m:t>𝑘</m:t>
                                    </m:r>
                                  </m:e>
                                  <m:sub>
                                    <m:r>
                                      <a:rPr lang="es-AR" sz="2400" i="1">
                                        <a:latin typeface="Cambria Math" panose="02040503050406030204" pitchFamily="18" charset="0"/>
                                      </a:rPr>
                                      <m:t>𝑖</m:t>
                                    </m:r>
                                  </m:sub>
                                </m:sSub>
                              </m:e>
                            </m:nary>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2</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e>
                        </m:groupChr>
                      </m:e>
                      <m:lim>
                        <m:r>
                          <a:rPr lang="es-AR" sz="2400" b="0" i="1" smtClean="0">
                            <a:latin typeface="Cambria Math" panose="02040503050406030204" pitchFamily="18" charset="0"/>
                            <a:ea typeface="Cambria Math" panose="02040503050406030204" pitchFamily="18" charset="0"/>
                          </a:rPr>
                          <m:t>𝑇𝑟𝑎𝑚𝑜</m:t>
                        </m:r>
                        <m:r>
                          <a:rPr lang="es-AR" sz="2400" b="0" i="1" smtClean="0">
                            <a:latin typeface="Cambria Math" panose="02040503050406030204" pitchFamily="18" charset="0"/>
                            <a:ea typeface="Cambria Math" panose="02040503050406030204" pitchFamily="18" charset="0"/>
                          </a:rPr>
                          <m:t> 1−2</m:t>
                        </m:r>
                      </m:lim>
                    </m:limLow>
                    <m:r>
                      <a:rPr lang="es-AR" sz="2400" b="0" i="1" smtClean="0">
                        <a:latin typeface="Cambria Math" panose="02040503050406030204" pitchFamily="18" charset="0"/>
                        <a:ea typeface="Cambria Math" panose="02040503050406030204" pitchFamily="18" charset="0"/>
                      </a:rPr>
                      <m:t>+</m:t>
                    </m:r>
                    <m:limLow>
                      <m:limLowPr>
                        <m:ctrlPr>
                          <a:rPr lang="es-AR" sz="2400" b="0" i="1" smtClean="0">
                            <a:latin typeface="Cambria Math" panose="02040503050406030204" pitchFamily="18" charset="0"/>
                            <a:ea typeface="Cambria Math" panose="02040503050406030204" pitchFamily="18" charset="0"/>
                          </a:rPr>
                        </m:ctrlPr>
                      </m:limLowPr>
                      <m:e>
                        <m:groupChr>
                          <m:groupChrPr>
                            <m:chr m:val="⏟"/>
                            <m:ctrlPr>
                              <a:rPr lang="es-AR" sz="2400" b="0" i="1" smtClean="0">
                                <a:latin typeface="Cambria Math" panose="02040503050406030204" pitchFamily="18" charset="0"/>
                                <a:ea typeface="Cambria Math" panose="02040503050406030204" pitchFamily="18" charset="0"/>
                              </a:rPr>
                            </m:ctrlPr>
                          </m:groupChrPr>
                          <m:e>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𝑚</m:t>
                                </m:r>
                              </m:sub>
                            </m:sSub>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𝐿</m:t>
                                    </m:r>
                                  </m:e>
                                  <m:sub>
                                    <m:r>
                                      <a:rPr lang="es-AR" sz="2400" i="1">
                                        <a:latin typeface="Cambria Math" panose="02040503050406030204" pitchFamily="18" charset="0"/>
                                        <a:ea typeface="Cambria Math" panose="02040503050406030204" pitchFamily="18" charset="0"/>
                                      </a:rPr>
                                      <m:t>2</m:t>
                                    </m:r>
                                  </m:sub>
                                </m:sSub>
                                <m:r>
                                  <a:rPr lang="es-AR" sz="2400" i="1">
                                    <a:latin typeface="Cambria Math" panose="02040503050406030204" pitchFamily="18" charset="0"/>
                                    <a:ea typeface="Cambria Math" panose="02040503050406030204" pitchFamily="18" charset="0"/>
                                  </a:rPr>
                                  <m:t>+</m:t>
                                </m:r>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𝑧</m:t>
                                    </m:r>
                                  </m:e>
                                  <m:sub>
                                    <m:r>
                                      <a:rPr lang="es-AR" sz="2400" i="1">
                                        <a:latin typeface="Cambria Math" panose="02040503050406030204" pitchFamily="18" charset="0"/>
                                        <a:ea typeface="Cambria Math" panose="02040503050406030204" pitchFamily="18" charset="0"/>
                                      </a:rPr>
                                      <m:t>2</m:t>
                                    </m:r>
                                  </m:sub>
                                </m:sSub>
                              </m:num>
                              <m:den>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m:t>
                                    </m:r>
                                  </m:e>
                                  <m:sub>
                                    <m:r>
                                      <a:rPr lang="es-AR" sz="2400" i="1">
                                        <a:latin typeface="Cambria Math" panose="02040503050406030204" pitchFamily="18" charset="0"/>
                                        <a:ea typeface="Cambria Math" panose="02040503050406030204" pitchFamily="18" charset="0"/>
                                      </a:rPr>
                                      <m:t>2</m:t>
                                    </m:r>
                                  </m:sub>
                                </m:sSub>
                              </m:den>
                            </m:f>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3</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r>
                              <a:rPr lang="es-AR" sz="2400" b="0" i="1" smtClean="0">
                                <a:latin typeface="Cambria Math" panose="02040503050406030204" pitchFamily="18" charset="0"/>
                                <a:ea typeface="Cambria Math" panose="02040503050406030204" pitchFamily="18" charset="0"/>
                              </a:rPr>
                              <m:t>+</m:t>
                            </m:r>
                            <m:nary>
                              <m:naryPr>
                                <m:chr m:val="∑"/>
                                <m:subHide m:val="on"/>
                                <m:supHide m:val="on"/>
                                <m:ctrlPr>
                                  <a:rPr lang="es-AR" sz="2400" i="1">
                                    <a:latin typeface="Cambria Math" panose="02040503050406030204" pitchFamily="18" charset="0"/>
                                  </a:rPr>
                                </m:ctrlPr>
                              </m:naryPr>
                              <m:sub/>
                              <m:sup/>
                              <m:e>
                                <m:sSub>
                                  <m:sSubPr>
                                    <m:ctrlPr>
                                      <a:rPr lang="es-AR" sz="2400" i="1">
                                        <a:latin typeface="Cambria Math" panose="02040503050406030204" pitchFamily="18" charset="0"/>
                                      </a:rPr>
                                    </m:ctrlPr>
                                  </m:sSubPr>
                                  <m:e>
                                    <m:r>
                                      <a:rPr lang="es-AR" sz="2400" i="1">
                                        <a:latin typeface="Cambria Math" panose="02040503050406030204" pitchFamily="18" charset="0"/>
                                      </a:rPr>
                                      <m:t>𝑘</m:t>
                                    </m:r>
                                  </m:e>
                                  <m:sub>
                                    <m:r>
                                      <a:rPr lang="es-AR" sz="2400" i="1">
                                        <a:latin typeface="Cambria Math" panose="02040503050406030204" pitchFamily="18" charset="0"/>
                                      </a:rPr>
                                      <m:t>𝑖</m:t>
                                    </m:r>
                                  </m:sub>
                                </m:sSub>
                              </m:e>
                            </m:nary>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3</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e>
                        </m:groupChr>
                      </m:e>
                      <m:lim>
                        <m:r>
                          <a:rPr lang="es-AR" sz="2400" b="0" i="1" smtClean="0">
                            <a:latin typeface="Cambria Math" panose="02040503050406030204" pitchFamily="18" charset="0"/>
                            <a:ea typeface="Cambria Math" panose="02040503050406030204" pitchFamily="18" charset="0"/>
                          </a:rPr>
                          <m:t>𝑇𝑟𝑎𝑚𝑜</m:t>
                        </m:r>
                        <m:r>
                          <a:rPr lang="es-AR" sz="2400" b="0" i="1" smtClean="0">
                            <a:latin typeface="Cambria Math" panose="02040503050406030204" pitchFamily="18" charset="0"/>
                            <a:ea typeface="Cambria Math" panose="02040503050406030204" pitchFamily="18" charset="0"/>
                          </a:rPr>
                          <m:t> 2´−3</m:t>
                        </m:r>
                      </m:lim>
                    </m:limLow>
                    <m:r>
                      <a:rPr lang="es-AR" sz="2400" b="0" i="1" smtClean="0">
                        <a:latin typeface="Cambria Math" panose="02040503050406030204" pitchFamily="18" charset="0"/>
                        <a:ea typeface="Cambria Math" panose="02040503050406030204" pitchFamily="18" charset="0"/>
                      </a:rPr>
                      <m:t>+</m:t>
                    </m:r>
                    <m:limLow>
                      <m:limLowPr>
                        <m:ctrlPr>
                          <a:rPr lang="es-AR" sz="2400" b="0" i="1" smtClean="0">
                            <a:latin typeface="Cambria Math" panose="02040503050406030204" pitchFamily="18" charset="0"/>
                            <a:ea typeface="Cambria Math" panose="02040503050406030204" pitchFamily="18" charset="0"/>
                          </a:rPr>
                        </m:ctrlPr>
                      </m:limLowPr>
                      <m:e>
                        <m:groupChr>
                          <m:groupChrPr>
                            <m:chr m:val="⏟"/>
                            <m:ctrlPr>
                              <a:rPr lang="es-AR" sz="2400" b="0" i="1" smtClean="0">
                                <a:latin typeface="Cambria Math" panose="02040503050406030204" pitchFamily="18" charset="0"/>
                                <a:ea typeface="Cambria Math" panose="02040503050406030204" pitchFamily="18" charset="0"/>
                              </a:rPr>
                            </m:ctrlPr>
                          </m:groupChrPr>
                          <m:e>
                            <m:nary>
                              <m:naryPr>
                                <m:chr m:val="∑"/>
                                <m:subHide m:val="on"/>
                                <m:supHide m:val="on"/>
                                <m:ctrlPr>
                                  <a:rPr lang="es-AR" sz="2400" i="1">
                                    <a:latin typeface="Cambria Math" panose="02040503050406030204" pitchFamily="18" charset="0"/>
                                    <a:ea typeface="Cambria Math" panose="02040503050406030204" pitchFamily="18" charset="0"/>
                                  </a:rPr>
                                </m:ctrlPr>
                              </m:naryPr>
                              <m:sub/>
                              <m:sup/>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𝑘</m:t>
                                    </m:r>
                                  </m:e>
                                  <m:sub>
                                    <m:r>
                                      <a:rPr lang="es-AR" sz="2400" i="1">
                                        <a:latin typeface="Cambria Math" panose="02040503050406030204" pitchFamily="18" charset="0"/>
                                        <a:ea typeface="Cambria Math" panose="02040503050406030204" pitchFamily="18" charset="0"/>
                                      </a:rPr>
                                      <m:t>𝑖</m:t>
                                    </m:r>
                                  </m:sub>
                                </m:sSub>
                              </m:e>
                            </m:nary>
                            <m:r>
                              <a:rPr lang="es-AR" sz="2400" i="1">
                                <a:latin typeface="Cambria Math" panose="02040503050406030204" pitchFamily="18" charset="0"/>
                                <a:ea typeface="Cambria Math" panose="02040503050406030204" pitchFamily="18" charset="0"/>
                              </a:rPr>
                              <m:t>×</m:t>
                            </m:r>
                            <m:f>
                              <m:fPr>
                                <m:ctrlPr>
                                  <a:rPr lang="es-AR" sz="2400" i="1">
                                    <a:latin typeface="Cambria Math" panose="02040503050406030204" pitchFamily="18" charset="0"/>
                                    <a:ea typeface="Cambria Math" panose="02040503050406030204" pitchFamily="18" charset="0"/>
                                  </a:rPr>
                                </m:ctrlPr>
                              </m:fPr>
                              <m:num>
                                <m:sSup>
                                  <m:sSupPr>
                                    <m:ctrlPr>
                                      <a:rPr lang="es-AR" sz="2400" i="1">
                                        <a:latin typeface="Cambria Math" panose="02040503050406030204" pitchFamily="18" charset="0"/>
                                        <a:ea typeface="Cambria Math" panose="02040503050406030204" pitchFamily="18" charset="0"/>
                                      </a:rPr>
                                    </m:ctrlPr>
                                  </m:sSupPr>
                                  <m:e>
                                    <m:d>
                                      <m:dPr>
                                        <m:ctrlPr>
                                          <a:rPr lang="es-AR" sz="2400" i="1">
                                            <a:latin typeface="Cambria Math" panose="02040503050406030204" pitchFamily="18" charset="0"/>
                                            <a:ea typeface="Cambria Math" panose="02040503050406030204" pitchFamily="18" charset="0"/>
                                          </a:rPr>
                                        </m:ctrlPr>
                                      </m:dPr>
                                      <m:e>
                                        <m:sSub>
                                          <m:sSubPr>
                                            <m:ctrlPr>
                                              <a:rPr lang="es-AR" sz="2400" i="1">
                                                <a:latin typeface="Cambria Math" panose="02040503050406030204" pitchFamily="18" charset="0"/>
                                                <a:ea typeface="Cambria Math" panose="02040503050406030204" pitchFamily="18" charset="0"/>
                                              </a:rPr>
                                            </m:ctrlPr>
                                          </m:sSubPr>
                                          <m:e>
                                            <m:r>
                                              <a:rPr lang="es-AR" sz="2400" i="1">
                                                <a:latin typeface="Cambria Math" panose="02040503050406030204" pitchFamily="18" charset="0"/>
                                                <a:ea typeface="Cambria Math" panose="02040503050406030204" pitchFamily="18" charset="0"/>
                                              </a:rPr>
                                              <m:t>𝑣</m:t>
                                            </m:r>
                                          </m:e>
                                          <m:sub>
                                            <m:r>
                                              <a:rPr lang="es-AR" sz="2400" i="1">
                                                <a:latin typeface="Cambria Math" panose="02040503050406030204" pitchFamily="18" charset="0"/>
                                                <a:ea typeface="Cambria Math" panose="02040503050406030204" pitchFamily="18" charset="0"/>
                                              </a:rPr>
                                              <m:t>𝑖𝑛𝑡𝑒𝑟𝑐</m:t>
                                            </m:r>
                                          </m:sub>
                                        </m:sSub>
                                      </m:e>
                                    </m:d>
                                  </m:e>
                                  <m:sup>
                                    <m:r>
                                      <a:rPr lang="es-AR" sz="2400" i="1">
                                        <a:latin typeface="Cambria Math" panose="02040503050406030204" pitchFamily="18" charset="0"/>
                                        <a:ea typeface="Cambria Math" panose="02040503050406030204" pitchFamily="18" charset="0"/>
                                      </a:rPr>
                                      <m:t>2</m:t>
                                    </m:r>
                                  </m:sup>
                                </m:sSup>
                              </m:num>
                              <m:den>
                                <m:r>
                                  <a:rPr lang="es-AR" sz="2400" i="1">
                                    <a:latin typeface="Cambria Math" panose="02040503050406030204" pitchFamily="18" charset="0"/>
                                    <a:ea typeface="Cambria Math" panose="02040503050406030204" pitchFamily="18" charset="0"/>
                                  </a:rPr>
                                  <m:t>2×</m:t>
                                </m:r>
                                <m:r>
                                  <a:rPr lang="es-AR" sz="2400" i="1">
                                    <a:latin typeface="Cambria Math" panose="02040503050406030204" pitchFamily="18" charset="0"/>
                                    <a:ea typeface="Cambria Math" panose="02040503050406030204" pitchFamily="18" charset="0"/>
                                  </a:rPr>
                                  <m:t>𝑔</m:t>
                                </m:r>
                              </m:den>
                            </m:f>
                          </m:e>
                        </m:groupChr>
                      </m:e>
                      <m:lim>
                        <m:r>
                          <a:rPr lang="es-AR" sz="2400" b="0" i="1" smtClean="0">
                            <a:latin typeface="Cambria Math" panose="02040503050406030204" pitchFamily="18" charset="0"/>
                            <a:ea typeface="Cambria Math" panose="02040503050406030204" pitchFamily="18" charset="0"/>
                          </a:rPr>
                          <m:t>𝑇𝑟𝑎𝑚𝑜</m:t>
                        </m:r>
                        <m:r>
                          <a:rPr lang="es-AR" sz="2400" b="0" i="1" smtClean="0">
                            <a:latin typeface="Cambria Math" panose="02040503050406030204" pitchFamily="18" charset="0"/>
                            <a:ea typeface="Cambria Math" panose="02040503050406030204" pitchFamily="18" charset="0"/>
                          </a:rPr>
                          <m:t> 3´−4</m:t>
                        </m:r>
                      </m:lim>
                    </m:limLow>
                  </m:oMath>
                </a14:m>
                <a:endParaRPr lang="es-AR" dirty="0"/>
              </a:p>
            </p:txBody>
          </p:sp>
        </mc:Choice>
        <mc:Fallback xmlns="">
          <p:sp>
            <p:nvSpPr>
              <p:cNvPr id="3" name="Marcador de contenido 2">
                <a:extLst>
                  <a:ext uri="{FF2B5EF4-FFF2-40B4-BE49-F238E27FC236}">
                    <a16:creationId xmlns:a16="http://schemas.microsoft.com/office/drawing/2014/main" id="{C1DBBE60-42AA-4DCF-8D03-612903F67D5C}"/>
                  </a:ext>
                </a:extLst>
              </p:cNvPr>
              <p:cNvSpPr>
                <a:spLocks noGrp="1" noRot="1" noChangeAspect="1" noMove="1" noResize="1" noEditPoints="1" noAdjustHandles="1" noChangeArrowheads="1" noChangeShapeType="1" noTextEdit="1"/>
              </p:cNvSpPr>
              <p:nvPr>
                <p:ph idx="1"/>
              </p:nvPr>
            </p:nvSpPr>
            <p:spPr>
              <a:xfrm>
                <a:off x="1097280" y="1845733"/>
                <a:ext cx="10058400" cy="4512863"/>
              </a:xfrm>
              <a:blipFill>
                <a:blip r:embed="rId2"/>
                <a:stretch>
                  <a:fillRect l="-606" t="-1486" r="-424"/>
                </a:stretch>
              </a:blipFill>
            </p:spPr>
            <p:txBody>
              <a:bodyPr/>
              <a:lstStyle/>
              <a:p>
                <a:r>
                  <a:rPr lang="es-AR">
                    <a:noFill/>
                  </a:rPr>
                  <a:t> </a:t>
                </a:r>
              </a:p>
            </p:txBody>
          </p:sp>
        </mc:Fallback>
      </mc:AlternateContent>
    </p:spTree>
    <p:extLst>
      <p:ext uri="{BB962C8B-B14F-4D97-AF65-F5344CB8AC3E}">
        <p14:creationId xmlns:p14="http://schemas.microsoft.com/office/powerpoint/2010/main" val="31493255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BA7122-6199-4DE1-A9F4-73E09AF654E1}"/>
              </a:ext>
            </a:extLst>
          </p:cNvPr>
          <p:cNvSpPr>
            <a:spLocks noGrp="1"/>
          </p:cNvSpPr>
          <p:nvPr>
            <p:ph type="title"/>
          </p:nvPr>
        </p:nvSpPr>
        <p:spPr/>
        <p:txBody>
          <a:bodyPr/>
          <a:lstStyle/>
          <a:p>
            <a:r>
              <a:rPr lang="es-AR" dirty="0"/>
              <a:t>Curva de la instalación</a:t>
            </a:r>
          </a:p>
        </p:txBody>
      </p:sp>
      <p:sp>
        <p:nvSpPr>
          <p:cNvPr id="4" name="Marcador de contenido 3">
            <a:extLst>
              <a:ext uri="{FF2B5EF4-FFF2-40B4-BE49-F238E27FC236}">
                <a16:creationId xmlns:a16="http://schemas.microsoft.com/office/drawing/2014/main" id="{CCE37D71-E889-48EA-AE9D-FE31388F4A21}"/>
              </a:ext>
            </a:extLst>
          </p:cNvPr>
          <p:cNvSpPr>
            <a:spLocks noGrp="1"/>
          </p:cNvSpPr>
          <p:nvPr>
            <p:ph sz="half" idx="1"/>
          </p:nvPr>
        </p:nvSpPr>
        <p:spPr/>
        <p:txBody>
          <a:bodyPr/>
          <a:lstStyle/>
          <a:p>
            <a:r>
              <a:rPr lang="es-AR" dirty="0"/>
              <a:t>Una vez resuelta las ecuaciones anteriores para un rango de datos de Q se puede determinar la Carga Estática sobre la bomba (la carga que hay cuando el caudal es 0gpm).</a:t>
            </a:r>
          </a:p>
          <a:p>
            <a:r>
              <a:rPr lang="es-AR" dirty="0"/>
              <a:t>Además, al graficar la tabla de valores se puede apreciar el punto exacto de corte de la curva de desempeño de la bomba con la curva de la instalación, obteniendo así el punto real de trabajo de la bomba.</a:t>
            </a:r>
          </a:p>
        </p:txBody>
      </p:sp>
      <p:graphicFrame>
        <p:nvGraphicFramePr>
          <p:cNvPr id="6" name="Tabla 6">
            <a:extLst>
              <a:ext uri="{FF2B5EF4-FFF2-40B4-BE49-F238E27FC236}">
                <a16:creationId xmlns:a16="http://schemas.microsoft.com/office/drawing/2014/main" id="{A2DB3B09-F3C1-44AB-971C-6F6255B05B3D}"/>
              </a:ext>
            </a:extLst>
          </p:cNvPr>
          <p:cNvGraphicFramePr>
            <a:graphicFrameLocks noGrp="1"/>
          </p:cNvGraphicFramePr>
          <p:nvPr>
            <p:ph sz="half" idx="2"/>
            <p:extLst>
              <p:ext uri="{D42A27DB-BD31-4B8C-83A1-F6EECF244321}">
                <p14:modId xmlns:p14="http://schemas.microsoft.com/office/powerpoint/2010/main" val="3271953085"/>
              </p:ext>
            </p:extLst>
          </p:nvPr>
        </p:nvGraphicFramePr>
        <p:xfrm>
          <a:off x="6218238" y="1846263"/>
          <a:ext cx="4937124" cy="2966720"/>
        </p:xfrm>
        <a:graphic>
          <a:graphicData uri="http://schemas.openxmlformats.org/drawingml/2006/table">
            <a:tbl>
              <a:tblPr firstRow="1" bandRow="1">
                <a:tableStyleId>{5C22544A-7EE6-4342-B048-85BDC9FD1C3A}</a:tableStyleId>
              </a:tblPr>
              <a:tblGrid>
                <a:gridCol w="2468562">
                  <a:extLst>
                    <a:ext uri="{9D8B030D-6E8A-4147-A177-3AD203B41FA5}">
                      <a16:colId xmlns:a16="http://schemas.microsoft.com/office/drawing/2014/main" val="508826759"/>
                    </a:ext>
                  </a:extLst>
                </a:gridCol>
                <a:gridCol w="2468562">
                  <a:extLst>
                    <a:ext uri="{9D8B030D-6E8A-4147-A177-3AD203B41FA5}">
                      <a16:colId xmlns:a16="http://schemas.microsoft.com/office/drawing/2014/main" val="1369273205"/>
                    </a:ext>
                  </a:extLst>
                </a:gridCol>
              </a:tblGrid>
              <a:tr h="370840">
                <a:tc>
                  <a:txBody>
                    <a:bodyPr/>
                    <a:lstStyle/>
                    <a:p>
                      <a:pPr algn="ctr"/>
                      <a:r>
                        <a:rPr lang="es-AR" dirty="0"/>
                        <a:t>Q [</a:t>
                      </a:r>
                      <a:r>
                        <a:rPr lang="es-AR" dirty="0" err="1"/>
                        <a:t>gpm</a:t>
                      </a:r>
                      <a:r>
                        <a:rPr lang="es-AR" dirty="0"/>
                        <a:t>]</a:t>
                      </a:r>
                    </a:p>
                  </a:txBody>
                  <a:tcPr/>
                </a:tc>
                <a:tc>
                  <a:txBody>
                    <a:bodyPr/>
                    <a:lstStyle/>
                    <a:p>
                      <a:pPr algn="ctr"/>
                      <a:r>
                        <a:rPr lang="es-AR" dirty="0"/>
                        <a:t>H</a:t>
                      </a:r>
                      <a:r>
                        <a:rPr lang="es-AR" baseline="-25000" dirty="0"/>
                        <a:t>B</a:t>
                      </a:r>
                      <a:r>
                        <a:rPr lang="es-AR" dirty="0"/>
                        <a:t> [ft]</a:t>
                      </a:r>
                    </a:p>
                  </a:txBody>
                  <a:tcPr/>
                </a:tc>
                <a:extLst>
                  <a:ext uri="{0D108BD9-81ED-4DB2-BD59-A6C34878D82A}">
                    <a16:rowId xmlns:a16="http://schemas.microsoft.com/office/drawing/2014/main" val="1306490926"/>
                  </a:ext>
                </a:extLst>
              </a:tr>
              <a:tr h="370840">
                <a:tc>
                  <a:txBody>
                    <a:bodyPr/>
                    <a:lstStyle/>
                    <a:p>
                      <a:pPr algn="ctr"/>
                      <a:r>
                        <a:rPr lang="es-AR"/>
                        <a:t>0</a:t>
                      </a:r>
                    </a:p>
                  </a:txBody>
                  <a:tcPr/>
                </a:tc>
                <a:tc>
                  <a:txBody>
                    <a:bodyPr/>
                    <a:lstStyle/>
                    <a:p>
                      <a:pPr algn="ctr"/>
                      <a:r>
                        <a:rPr lang="es-AR" dirty="0"/>
                        <a:t>12.50</a:t>
                      </a:r>
                    </a:p>
                  </a:txBody>
                  <a:tcPr/>
                </a:tc>
                <a:extLst>
                  <a:ext uri="{0D108BD9-81ED-4DB2-BD59-A6C34878D82A}">
                    <a16:rowId xmlns:a16="http://schemas.microsoft.com/office/drawing/2014/main" val="4156582669"/>
                  </a:ext>
                </a:extLst>
              </a:tr>
              <a:tr h="370840">
                <a:tc>
                  <a:txBody>
                    <a:bodyPr/>
                    <a:lstStyle/>
                    <a:p>
                      <a:pPr algn="ctr"/>
                      <a:r>
                        <a:rPr lang="es-AR" dirty="0"/>
                        <a:t>50</a:t>
                      </a:r>
                    </a:p>
                  </a:txBody>
                  <a:tcPr/>
                </a:tc>
                <a:tc>
                  <a:txBody>
                    <a:bodyPr/>
                    <a:lstStyle/>
                    <a:p>
                      <a:pPr algn="ctr"/>
                      <a:r>
                        <a:rPr lang="es-AR" dirty="0"/>
                        <a:t>13.36</a:t>
                      </a:r>
                    </a:p>
                  </a:txBody>
                  <a:tcPr/>
                </a:tc>
                <a:extLst>
                  <a:ext uri="{0D108BD9-81ED-4DB2-BD59-A6C34878D82A}">
                    <a16:rowId xmlns:a16="http://schemas.microsoft.com/office/drawing/2014/main" val="1960174513"/>
                  </a:ext>
                </a:extLst>
              </a:tr>
              <a:tr h="370840">
                <a:tc>
                  <a:txBody>
                    <a:bodyPr/>
                    <a:lstStyle/>
                    <a:p>
                      <a:pPr algn="ctr"/>
                      <a:r>
                        <a:rPr lang="es-AR" dirty="0"/>
                        <a:t>100</a:t>
                      </a:r>
                    </a:p>
                  </a:txBody>
                  <a:tcPr/>
                </a:tc>
                <a:tc>
                  <a:txBody>
                    <a:bodyPr/>
                    <a:lstStyle/>
                    <a:p>
                      <a:pPr algn="ctr"/>
                      <a:r>
                        <a:rPr lang="es-AR" dirty="0"/>
                        <a:t>15.92</a:t>
                      </a:r>
                    </a:p>
                  </a:txBody>
                  <a:tcPr/>
                </a:tc>
                <a:extLst>
                  <a:ext uri="{0D108BD9-81ED-4DB2-BD59-A6C34878D82A}">
                    <a16:rowId xmlns:a16="http://schemas.microsoft.com/office/drawing/2014/main" val="2073464071"/>
                  </a:ext>
                </a:extLst>
              </a:tr>
              <a:tr h="370840">
                <a:tc>
                  <a:txBody>
                    <a:bodyPr/>
                    <a:lstStyle/>
                    <a:p>
                      <a:pPr algn="ctr"/>
                      <a:r>
                        <a:rPr lang="es-AR" dirty="0"/>
                        <a:t>150</a:t>
                      </a:r>
                    </a:p>
                  </a:txBody>
                  <a:tcPr/>
                </a:tc>
                <a:tc>
                  <a:txBody>
                    <a:bodyPr/>
                    <a:lstStyle/>
                    <a:p>
                      <a:pPr algn="ctr"/>
                      <a:r>
                        <a:rPr lang="es-AR" dirty="0"/>
                        <a:t>20.17</a:t>
                      </a:r>
                    </a:p>
                  </a:txBody>
                  <a:tcPr/>
                </a:tc>
                <a:extLst>
                  <a:ext uri="{0D108BD9-81ED-4DB2-BD59-A6C34878D82A}">
                    <a16:rowId xmlns:a16="http://schemas.microsoft.com/office/drawing/2014/main" val="2065994916"/>
                  </a:ext>
                </a:extLst>
              </a:tr>
              <a:tr h="370840">
                <a:tc>
                  <a:txBody>
                    <a:bodyPr/>
                    <a:lstStyle/>
                    <a:p>
                      <a:pPr algn="ctr"/>
                      <a:r>
                        <a:rPr lang="es-AR" dirty="0"/>
                        <a:t>200</a:t>
                      </a:r>
                    </a:p>
                  </a:txBody>
                  <a:tcPr/>
                </a:tc>
                <a:tc>
                  <a:txBody>
                    <a:bodyPr/>
                    <a:lstStyle/>
                    <a:p>
                      <a:pPr algn="ctr"/>
                      <a:r>
                        <a:rPr lang="es-AR" dirty="0"/>
                        <a:t>26.11</a:t>
                      </a:r>
                    </a:p>
                  </a:txBody>
                  <a:tcPr/>
                </a:tc>
                <a:extLst>
                  <a:ext uri="{0D108BD9-81ED-4DB2-BD59-A6C34878D82A}">
                    <a16:rowId xmlns:a16="http://schemas.microsoft.com/office/drawing/2014/main" val="3504970048"/>
                  </a:ext>
                </a:extLst>
              </a:tr>
              <a:tr h="370840">
                <a:tc>
                  <a:txBody>
                    <a:bodyPr/>
                    <a:lstStyle/>
                    <a:p>
                      <a:pPr algn="ctr"/>
                      <a:r>
                        <a:rPr lang="es-AR" dirty="0"/>
                        <a:t>250</a:t>
                      </a:r>
                    </a:p>
                  </a:txBody>
                  <a:tcPr/>
                </a:tc>
                <a:tc>
                  <a:txBody>
                    <a:bodyPr/>
                    <a:lstStyle/>
                    <a:p>
                      <a:pPr algn="ctr"/>
                      <a:r>
                        <a:rPr lang="es-AR" dirty="0"/>
                        <a:t>33.74</a:t>
                      </a:r>
                    </a:p>
                  </a:txBody>
                  <a:tcPr/>
                </a:tc>
                <a:extLst>
                  <a:ext uri="{0D108BD9-81ED-4DB2-BD59-A6C34878D82A}">
                    <a16:rowId xmlns:a16="http://schemas.microsoft.com/office/drawing/2014/main" val="1192768200"/>
                  </a:ext>
                </a:extLst>
              </a:tr>
              <a:tr h="370840">
                <a:tc>
                  <a:txBody>
                    <a:bodyPr/>
                    <a:lstStyle/>
                    <a:p>
                      <a:pPr algn="ctr"/>
                      <a:r>
                        <a:rPr lang="es-AR" dirty="0"/>
                        <a:t>300</a:t>
                      </a:r>
                    </a:p>
                  </a:txBody>
                  <a:tcPr/>
                </a:tc>
                <a:tc>
                  <a:txBody>
                    <a:bodyPr/>
                    <a:lstStyle/>
                    <a:p>
                      <a:pPr algn="ctr"/>
                      <a:r>
                        <a:rPr lang="es-AR" dirty="0"/>
                        <a:t>43.05</a:t>
                      </a:r>
                    </a:p>
                  </a:txBody>
                  <a:tcPr/>
                </a:tc>
                <a:extLst>
                  <a:ext uri="{0D108BD9-81ED-4DB2-BD59-A6C34878D82A}">
                    <a16:rowId xmlns:a16="http://schemas.microsoft.com/office/drawing/2014/main" val="1099563205"/>
                  </a:ext>
                </a:extLst>
              </a:tr>
            </a:tbl>
          </a:graphicData>
        </a:graphic>
      </p:graphicFrame>
    </p:spTree>
    <p:extLst>
      <p:ext uri="{BB962C8B-B14F-4D97-AF65-F5344CB8AC3E}">
        <p14:creationId xmlns:p14="http://schemas.microsoft.com/office/powerpoint/2010/main" val="23626600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DA0B258-B16B-4B49-9864-287712599BCF}"/>
              </a:ext>
            </a:extLst>
          </p:cNvPr>
          <p:cNvPicPr>
            <a:picLocks noChangeAspect="1"/>
          </p:cNvPicPr>
          <p:nvPr/>
        </p:nvPicPr>
        <p:blipFill>
          <a:blip r:embed="rId2"/>
          <a:stretch>
            <a:fillRect/>
          </a:stretch>
        </p:blipFill>
        <p:spPr>
          <a:xfrm>
            <a:off x="899090" y="0"/>
            <a:ext cx="10393819" cy="6308548"/>
          </a:xfrm>
          <a:prstGeom prst="rect">
            <a:avLst/>
          </a:prstGeom>
        </p:spPr>
      </p:pic>
      <p:sp>
        <p:nvSpPr>
          <p:cNvPr id="13" name="Diagrama de flujo: o 12">
            <a:extLst>
              <a:ext uri="{FF2B5EF4-FFF2-40B4-BE49-F238E27FC236}">
                <a16:creationId xmlns:a16="http://schemas.microsoft.com/office/drawing/2014/main" id="{8A0934DA-1A1E-4CA0-AADC-95DE56152B00}"/>
              </a:ext>
            </a:extLst>
          </p:cNvPr>
          <p:cNvSpPr/>
          <p:nvPr/>
        </p:nvSpPr>
        <p:spPr>
          <a:xfrm>
            <a:off x="2650845" y="4319562"/>
            <a:ext cx="36000" cy="36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Diagrama de flujo: o 13">
            <a:extLst>
              <a:ext uri="{FF2B5EF4-FFF2-40B4-BE49-F238E27FC236}">
                <a16:creationId xmlns:a16="http://schemas.microsoft.com/office/drawing/2014/main" id="{8401B5A1-D589-42B4-892B-E11628F8E944}"/>
              </a:ext>
            </a:extLst>
          </p:cNvPr>
          <p:cNvSpPr/>
          <p:nvPr/>
        </p:nvSpPr>
        <p:spPr>
          <a:xfrm>
            <a:off x="3727170" y="4303687"/>
            <a:ext cx="36000" cy="36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6" name="Diagrama de flujo: o 15">
            <a:extLst>
              <a:ext uri="{FF2B5EF4-FFF2-40B4-BE49-F238E27FC236}">
                <a16:creationId xmlns:a16="http://schemas.microsoft.com/office/drawing/2014/main" id="{001B2E3A-6A93-4C34-BE13-D37922447FEF}"/>
              </a:ext>
            </a:extLst>
          </p:cNvPr>
          <p:cNvSpPr/>
          <p:nvPr/>
        </p:nvSpPr>
        <p:spPr>
          <a:xfrm>
            <a:off x="4819370" y="4186212"/>
            <a:ext cx="36000" cy="36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7" name="Diagrama de flujo: o 16">
            <a:extLst>
              <a:ext uri="{FF2B5EF4-FFF2-40B4-BE49-F238E27FC236}">
                <a16:creationId xmlns:a16="http://schemas.microsoft.com/office/drawing/2014/main" id="{49532CCF-0BE4-43BC-A697-D9272725102F}"/>
              </a:ext>
            </a:extLst>
          </p:cNvPr>
          <p:cNvSpPr/>
          <p:nvPr/>
        </p:nvSpPr>
        <p:spPr>
          <a:xfrm>
            <a:off x="5898870" y="4005699"/>
            <a:ext cx="36000" cy="36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8" name="Diagrama de flujo: o 17">
            <a:extLst>
              <a:ext uri="{FF2B5EF4-FFF2-40B4-BE49-F238E27FC236}">
                <a16:creationId xmlns:a16="http://schemas.microsoft.com/office/drawing/2014/main" id="{C3C5B873-ADCF-487E-BBE6-BD561B22CF49}"/>
              </a:ext>
            </a:extLst>
          </p:cNvPr>
          <p:cNvSpPr/>
          <p:nvPr/>
        </p:nvSpPr>
        <p:spPr>
          <a:xfrm>
            <a:off x="6984720" y="3732649"/>
            <a:ext cx="36000" cy="36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9" name="Diagrama de flujo: o 18">
            <a:extLst>
              <a:ext uri="{FF2B5EF4-FFF2-40B4-BE49-F238E27FC236}">
                <a16:creationId xmlns:a16="http://schemas.microsoft.com/office/drawing/2014/main" id="{B96A13EC-1177-4579-82BC-44D307598FAB}"/>
              </a:ext>
            </a:extLst>
          </p:cNvPr>
          <p:cNvSpPr/>
          <p:nvPr/>
        </p:nvSpPr>
        <p:spPr>
          <a:xfrm>
            <a:off x="8057077" y="3392182"/>
            <a:ext cx="36000" cy="36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0" name="Diagrama de flujo: o 19">
            <a:extLst>
              <a:ext uri="{FF2B5EF4-FFF2-40B4-BE49-F238E27FC236}">
                <a16:creationId xmlns:a16="http://schemas.microsoft.com/office/drawing/2014/main" id="{4728AD3A-CA2A-405D-9EE4-6D79D759A3E8}"/>
              </a:ext>
            </a:extLst>
          </p:cNvPr>
          <p:cNvSpPr/>
          <p:nvPr/>
        </p:nvSpPr>
        <p:spPr>
          <a:xfrm>
            <a:off x="9144197" y="2951879"/>
            <a:ext cx="36000" cy="36000"/>
          </a:xfrm>
          <a:prstGeom prst="flowChartOr">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cxnSp>
        <p:nvCxnSpPr>
          <p:cNvPr id="3" name="Conector recto 2">
            <a:extLst>
              <a:ext uri="{FF2B5EF4-FFF2-40B4-BE49-F238E27FC236}">
                <a16:creationId xmlns:a16="http://schemas.microsoft.com/office/drawing/2014/main" id="{CA9814EB-2981-436D-949C-B9A4183BCA01}"/>
              </a:ext>
            </a:extLst>
          </p:cNvPr>
          <p:cNvCxnSpPr>
            <a:cxnSpLocks/>
            <a:stCxn id="13" idx="6"/>
            <a:endCxn id="14" idx="2"/>
          </p:cNvCxnSpPr>
          <p:nvPr/>
        </p:nvCxnSpPr>
        <p:spPr>
          <a:xfrm flipV="1">
            <a:off x="2686845" y="4321687"/>
            <a:ext cx="1040325"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85CF1F31-3FFD-4255-A78F-09C5632FB9A0}"/>
              </a:ext>
            </a:extLst>
          </p:cNvPr>
          <p:cNvCxnSpPr>
            <a:stCxn id="14" idx="6"/>
            <a:endCxn id="16" idx="2"/>
          </p:cNvCxnSpPr>
          <p:nvPr/>
        </p:nvCxnSpPr>
        <p:spPr>
          <a:xfrm flipV="1">
            <a:off x="3763170" y="4204212"/>
            <a:ext cx="1056200" cy="1174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FD6490B5-0BA0-450C-AE06-21D7F24A2960}"/>
              </a:ext>
            </a:extLst>
          </p:cNvPr>
          <p:cNvCxnSpPr>
            <a:stCxn id="16" idx="6"/>
            <a:endCxn id="17" idx="2"/>
          </p:cNvCxnSpPr>
          <p:nvPr/>
        </p:nvCxnSpPr>
        <p:spPr>
          <a:xfrm flipV="1">
            <a:off x="4855370" y="4023699"/>
            <a:ext cx="1043500" cy="18051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041430A-F6E9-4C15-85B0-34EE2A6388E4}"/>
              </a:ext>
            </a:extLst>
          </p:cNvPr>
          <p:cNvCxnSpPr>
            <a:stCxn id="17" idx="6"/>
            <a:endCxn id="18" idx="2"/>
          </p:cNvCxnSpPr>
          <p:nvPr/>
        </p:nvCxnSpPr>
        <p:spPr>
          <a:xfrm flipV="1">
            <a:off x="5934870" y="3750649"/>
            <a:ext cx="1049850" cy="273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9C12417A-D99F-4140-94A3-29FE7B5A901B}"/>
              </a:ext>
            </a:extLst>
          </p:cNvPr>
          <p:cNvCxnSpPr>
            <a:stCxn id="18" idx="6"/>
            <a:endCxn id="19" idx="2"/>
          </p:cNvCxnSpPr>
          <p:nvPr/>
        </p:nvCxnSpPr>
        <p:spPr>
          <a:xfrm flipV="1">
            <a:off x="7020720" y="3410182"/>
            <a:ext cx="1036357" cy="340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C75C2B0A-AA94-4ACF-AE51-8D8AA613059B}"/>
              </a:ext>
            </a:extLst>
          </p:cNvPr>
          <p:cNvCxnSpPr>
            <a:stCxn id="19" idx="6"/>
            <a:endCxn id="20" idx="2"/>
          </p:cNvCxnSpPr>
          <p:nvPr/>
        </p:nvCxnSpPr>
        <p:spPr>
          <a:xfrm flipV="1">
            <a:off x="8093077" y="2969879"/>
            <a:ext cx="1051120" cy="440303"/>
          </a:xfrm>
          <a:prstGeom prst="line">
            <a:avLst/>
          </a:prstGeom>
        </p:spPr>
        <p:style>
          <a:lnRef idx="1">
            <a:schemeClr val="accent1"/>
          </a:lnRef>
          <a:fillRef idx="0">
            <a:schemeClr val="accent1"/>
          </a:fillRef>
          <a:effectRef idx="0">
            <a:schemeClr val="accent1"/>
          </a:effectRef>
          <a:fontRef idx="minor">
            <a:schemeClr val="tx1"/>
          </a:fontRef>
        </p:style>
      </p:cxnSp>
      <p:sp>
        <p:nvSpPr>
          <p:cNvPr id="41" name="Elipse 40">
            <a:extLst>
              <a:ext uri="{FF2B5EF4-FFF2-40B4-BE49-F238E27FC236}">
                <a16:creationId xmlns:a16="http://schemas.microsoft.com/office/drawing/2014/main" id="{16370C96-944D-415D-8F40-CB2A6F09836F}"/>
              </a:ext>
            </a:extLst>
          </p:cNvPr>
          <p:cNvSpPr/>
          <p:nvPr/>
        </p:nvSpPr>
        <p:spPr>
          <a:xfrm>
            <a:off x="7693364" y="3294014"/>
            <a:ext cx="360000" cy="36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43" name="Conector recto 42">
            <a:extLst>
              <a:ext uri="{FF2B5EF4-FFF2-40B4-BE49-F238E27FC236}">
                <a16:creationId xmlns:a16="http://schemas.microsoft.com/office/drawing/2014/main" id="{C4C88EDD-8330-4E8F-B202-35C735445F78}"/>
              </a:ext>
            </a:extLst>
          </p:cNvPr>
          <p:cNvCxnSpPr/>
          <p:nvPr/>
        </p:nvCxnSpPr>
        <p:spPr>
          <a:xfrm>
            <a:off x="7883525" y="3467100"/>
            <a:ext cx="0" cy="1089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E00F1651-983D-47C3-8C07-F388E7F12BA0}"/>
              </a:ext>
            </a:extLst>
          </p:cNvPr>
          <p:cNvCxnSpPr/>
          <p:nvPr/>
        </p:nvCxnSpPr>
        <p:spPr>
          <a:xfrm>
            <a:off x="7877175" y="4556125"/>
            <a:ext cx="325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0840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70906C-5D39-4873-95CB-2947FF9E9850}"/>
              </a:ext>
            </a:extLst>
          </p:cNvPr>
          <p:cNvSpPr>
            <a:spLocks noGrp="1"/>
          </p:cNvSpPr>
          <p:nvPr>
            <p:ph type="title"/>
          </p:nvPr>
        </p:nvSpPr>
        <p:spPr/>
        <p:txBody>
          <a:bodyPr/>
          <a:lstStyle/>
          <a:p>
            <a:r>
              <a:rPr lang="es-AR" dirty="0"/>
              <a:t>Curva de la instalación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6C7DD75-3A27-4DBB-A15E-BF6EE212D024}"/>
                  </a:ext>
                </a:extLst>
              </p:cNvPr>
              <p:cNvSpPr>
                <a:spLocks noGrp="1"/>
              </p:cNvSpPr>
              <p:nvPr>
                <p:ph idx="1"/>
              </p:nvPr>
            </p:nvSpPr>
            <p:spPr>
              <a:xfrm>
                <a:off x="1097280" y="1845734"/>
                <a:ext cx="10058400" cy="4484728"/>
              </a:xfrm>
            </p:spPr>
            <p:txBody>
              <a:bodyPr>
                <a:normAutofit lnSpcReduction="10000"/>
              </a:bodyPr>
              <a:lstStyle/>
              <a:p>
                <a:r>
                  <a:rPr lang="es-AR" dirty="0"/>
                  <a:t>Realizando el estudio detallado de lo obtenido en la curva característica de la familia de bombas elegida se puede, finalmente, terminar de definir la bomba:</a:t>
                </a:r>
              </a:p>
              <a:p>
                <a:r>
                  <a:rPr lang="es-AR" dirty="0"/>
                  <a:t>Para el ejemplo analizado se utilizará una bomba centrífuga CAC2000 – 3x2.5x13 con un impulsor 12.2.</a:t>
                </a:r>
              </a:p>
              <a:p>
                <a:r>
                  <a:rPr lang="es-AR" dirty="0"/>
                  <a:t>La misma estará trabajando a:</a:t>
                </a:r>
              </a:p>
              <a:p>
                <a:r>
                  <a:rPr lang="es-AR" dirty="0"/>
                  <a:t>Q = 240gpm</a:t>
                </a:r>
              </a:p>
              <a:p>
                <a:r>
                  <a:rPr lang="es-AR" dirty="0"/>
                  <a:t>H</a:t>
                </a:r>
                <a:r>
                  <a:rPr lang="es-AR" baseline="-25000" dirty="0"/>
                  <a:t>B</a:t>
                </a:r>
                <a:r>
                  <a:rPr lang="es-AR" dirty="0"/>
                  <a:t> = 32.5ft</a:t>
                </a:r>
              </a:p>
              <a:p>
                <a:r>
                  <a:rPr lang="es-AR" dirty="0" err="1"/>
                  <a:t>NPSH</a:t>
                </a:r>
                <a:r>
                  <a:rPr lang="es-AR" sz="1800" baseline="-25000" dirty="0" err="1"/>
                  <a:t>R</a:t>
                </a:r>
                <a:r>
                  <a:rPr lang="es-AR" dirty="0"/>
                  <a:t> = 7ft. </a:t>
                </a:r>
              </a:p>
              <a:p>
                <a:r>
                  <a:rPr lang="es-AR" dirty="0"/>
                  <a:t>Eficiencia (rendimiento) = 37%</a:t>
                </a:r>
              </a:p>
              <a:p>
                <a:r>
                  <a:rPr lang="es-AR" dirty="0"/>
                  <a:t>Potencia = 5.1HP</a:t>
                </a:r>
              </a:p>
              <a:p>
                <a:r>
                  <a:rPr lang="es-AR" dirty="0"/>
                  <a:t>La fórmula </a:t>
                </a:r>
                <a14:m>
                  <m:oMath xmlns:m="http://schemas.openxmlformats.org/officeDocument/2006/math">
                    <m:sSub>
                      <m:sSubPr>
                        <m:ctrlPr>
                          <a:rPr lang="es-AR" i="1" smtClean="0">
                            <a:latin typeface="Cambria Math" panose="02040503050406030204" pitchFamily="18" charset="0"/>
                          </a:rPr>
                        </m:ctrlPr>
                      </m:sSubPr>
                      <m:e>
                        <m:r>
                          <a:rPr lang="es-AR" b="0" i="1" smtClean="0">
                            <a:latin typeface="Cambria Math" panose="02040503050406030204" pitchFamily="18" charset="0"/>
                          </a:rPr>
                          <m:t>𝐴𝑁𝑃𝐴</m:t>
                        </m:r>
                      </m:e>
                      <m:sub>
                        <m:r>
                          <a:rPr lang="es-AR" b="0" i="1" smtClean="0">
                            <a:latin typeface="Cambria Math" panose="02040503050406030204" pitchFamily="18" charset="0"/>
                          </a:rPr>
                          <m:t>𝐷</m:t>
                        </m:r>
                      </m:sub>
                    </m:sSub>
                    <m:r>
                      <a:rPr lang="es-AR" i="1" smtClean="0">
                        <a:latin typeface="Cambria Math" panose="02040503050406030204" pitchFamily="18" charset="0"/>
                        <a:ea typeface="Cambria Math" panose="02040503050406030204" pitchFamily="18" charset="0"/>
                      </a:rPr>
                      <m:t>≥</m:t>
                    </m:r>
                    <m:r>
                      <a:rPr lang="es-AR" b="0" i="1" smtClean="0">
                        <a:latin typeface="Cambria Math" panose="02040503050406030204" pitchFamily="18" charset="0"/>
                        <a:ea typeface="Cambria Math" panose="02040503050406030204" pitchFamily="18" charset="0"/>
                      </a:rPr>
                      <m:t>1.10×</m:t>
                    </m:r>
                    <m:sSub>
                      <m:sSubPr>
                        <m:ctrlPr>
                          <a:rPr lang="es-AR" b="0" i="1" smtClean="0">
                            <a:latin typeface="Cambria Math" panose="02040503050406030204" pitchFamily="18" charset="0"/>
                            <a:ea typeface="Cambria Math" panose="02040503050406030204" pitchFamily="18" charset="0"/>
                          </a:rPr>
                        </m:ctrlPr>
                      </m:sSubPr>
                      <m:e>
                        <m:r>
                          <a:rPr lang="es-AR" b="0" i="1" smtClean="0">
                            <a:latin typeface="Cambria Math" panose="02040503050406030204" pitchFamily="18" charset="0"/>
                            <a:ea typeface="Cambria Math" panose="02040503050406030204" pitchFamily="18" charset="0"/>
                          </a:rPr>
                          <m:t>𝐴𝑁𝑃𝐴</m:t>
                        </m:r>
                      </m:e>
                      <m:sub>
                        <m:r>
                          <a:rPr lang="es-AR" b="0" i="1" smtClean="0">
                            <a:latin typeface="Cambria Math" panose="02040503050406030204" pitchFamily="18" charset="0"/>
                            <a:ea typeface="Cambria Math" panose="02040503050406030204" pitchFamily="18" charset="0"/>
                          </a:rPr>
                          <m:t>𝑅</m:t>
                        </m:r>
                      </m:sub>
                    </m:sSub>
                  </m:oMath>
                </a14:m>
                <a:r>
                  <a:rPr lang="es-AR" dirty="0"/>
                  <a:t> se satisface. </a:t>
                </a:r>
                <a14:m>
                  <m:oMath xmlns:m="http://schemas.openxmlformats.org/officeDocument/2006/math">
                    <m:r>
                      <a:rPr lang="es-AR" b="0" i="1" smtClean="0">
                        <a:latin typeface="Cambria Math" panose="02040503050406030204" pitchFamily="18" charset="0"/>
                      </a:rPr>
                      <m:t>21.65</m:t>
                    </m:r>
                    <m:r>
                      <a:rPr lang="es-AR" b="0" i="1" smtClean="0">
                        <a:latin typeface="Cambria Math" panose="02040503050406030204" pitchFamily="18" charset="0"/>
                      </a:rPr>
                      <m:t>𝑓𝑡</m:t>
                    </m:r>
                    <m:r>
                      <a:rPr lang="es-AR" i="1">
                        <a:latin typeface="Cambria Math" panose="02040503050406030204" pitchFamily="18" charset="0"/>
                        <a:ea typeface="Cambria Math" panose="02040503050406030204" pitchFamily="18" charset="0"/>
                      </a:rPr>
                      <m:t>≥1.10×</m:t>
                    </m:r>
                    <m:r>
                      <a:rPr lang="es-AR" b="0" i="1" smtClean="0">
                        <a:latin typeface="Cambria Math" panose="02040503050406030204" pitchFamily="18" charset="0"/>
                        <a:ea typeface="Cambria Math" panose="02040503050406030204" pitchFamily="18" charset="0"/>
                      </a:rPr>
                      <m:t>7</m:t>
                    </m:r>
                    <m:r>
                      <a:rPr lang="es-AR" b="0" i="1" smtClean="0">
                        <a:latin typeface="Cambria Math" panose="02040503050406030204" pitchFamily="18" charset="0"/>
                        <a:ea typeface="Cambria Math" panose="02040503050406030204" pitchFamily="18" charset="0"/>
                      </a:rPr>
                      <m:t>𝑓𝑡</m:t>
                    </m:r>
                  </m:oMath>
                </a14:m>
                <a:endParaRPr lang="es-AR" dirty="0"/>
              </a:p>
            </p:txBody>
          </p:sp>
        </mc:Choice>
        <mc:Fallback xmlns="">
          <p:sp>
            <p:nvSpPr>
              <p:cNvPr id="3" name="Marcador de contenido 2">
                <a:extLst>
                  <a:ext uri="{FF2B5EF4-FFF2-40B4-BE49-F238E27FC236}">
                    <a16:creationId xmlns:a16="http://schemas.microsoft.com/office/drawing/2014/main" id="{B6C7DD75-3A27-4DBB-A15E-BF6EE212D024}"/>
                  </a:ext>
                </a:extLst>
              </p:cNvPr>
              <p:cNvSpPr>
                <a:spLocks noGrp="1" noRot="1" noChangeAspect="1" noMove="1" noResize="1" noEditPoints="1" noAdjustHandles="1" noChangeArrowheads="1" noChangeShapeType="1" noTextEdit="1"/>
              </p:cNvSpPr>
              <p:nvPr>
                <p:ph idx="1"/>
              </p:nvPr>
            </p:nvSpPr>
            <p:spPr>
              <a:xfrm>
                <a:off x="1097280" y="1845734"/>
                <a:ext cx="10058400" cy="4484728"/>
              </a:xfrm>
              <a:blipFill>
                <a:blip r:embed="rId2"/>
                <a:stretch>
                  <a:fillRect l="-606" t="-2041" r="-1273"/>
                </a:stretch>
              </a:blipFill>
            </p:spPr>
            <p:txBody>
              <a:bodyPr/>
              <a:lstStyle/>
              <a:p>
                <a:r>
                  <a:rPr lang="es-AR">
                    <a:noFill/>
                  </a:rPr>
                  <a:t> </a:t>
                </a:r>
              </a:p>
            </p:txBody>
          </p:sp>
        </mc:Fallback>
      </mc:AlternateContent>
    </p:spTree>
    <p:extLst>
      <p:ext uri="{BB962C8B-B14F-4D97-AF65-F5344CB8AC3E}">
        <p14:creationId xmlns:p14="http://schemas.microsoft.com/office/powerpoint/2010/main" val="5712108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0994900-1211-4FF0-A6E5-AA5CB9DAF743}"/>
              </a:ext>
            </a:extLst>
          </p:cNvPr>
          <p:cNvSpPr>
            <a:spLocks noGrp="1"/>
          </p:cNvSpPr>
          <p:nvPr>
            <p:ph type="title"/>
          </p:nvPr>
        </p:nvSpPr>
        <p:spPr/>
        <p:txBody>
          <a:bodyPr/>
          <a:lstStyle/>
          <a:p>
            <a:r>
              <a:rPr lang="es-AR" dirty="0"/>
              <a:t>Gracias por </a:t>
            </a:r>
            <a:r>
              <a:rPr lang="es-AR"/>
              <a:t>la atención</a:t>
            </a:r>
          </a:p>
        </p:txBody>
      </p:sp>
    </p:spTree>
    <p:extLst>
      <p:ext uri="{BB962C8B-B14F-4D97-AF65-F5344CB8AC3E}">
        <p14:creationId xmlns:p14="http://schemas.microsoft.com/office/powerpoint/2010/main" val="1908262997"/>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6DDFD92DBFDB4498173A4C9271FAB9E" ma:contentTypeVersion="2" ma:contentTypeDescription="Create a new document." ma:contentTypeScope="" ma:versionID="508622d3d94316e109150cdebbdfc33e">
  <xsd:schema xmlns:xsd="http://www.w3.org/2001/XMLSchema" xmlns:xs="http://www.w3.org/2001/XMLSchema" xmlns:p="http://schemas.microsoft.com/office/2006/metadata/properties" xmlns:ns3="52867f1f-0005-4fdd-bb88-39a3518c6ffd" targetNamespace="http://schemas.microsoft.com/office/2006/metadata/properties" ma:root="true" ma:fieldsID="7add41423c9bb74b4726e90cbd779297" ns3:_="">
    <xsd:import namespace="52867f1f-0005-4fdd-bb88-39a3518c6ffd"/>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867f1f-0005-4fdd-bb88-39a3518c6f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EE69BC-A03A-425B-A232-19E616BB25F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E83B0B7-E39C-4280-9009-AB559379EC4C}">
  <ds:schemaRefs>
    <ds:schemaRef ds:uri="http://schemas.microsoft.com/sharepoint/v3/contenttype/forms"/>
  </ds:schemaRefs>
</ds:datastoreItem>
</file>

<file path=customXml/itemProps3.xml><?xml version="1.0" encoding="utf-8"?>
<ds:datastoreItem xmlns:ds="http://schemas.openxmlformats.org/officeDocument/2006/customXml" ds:itemID="{96EA4E08-D978-4783-B9D3-4FE08627E2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867f1f-0005-4fdd-bb88-39a3518c6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1113</TotalTime>
  <Words>3601</Words>
  <Application>Microsoft Office PowerPoint</Application>
  <PresentationFormat>Panorámica</PresentationFormat>
  <Paragraphs>390</Paragraphs>
  <Slides>81</Slides>
  <Notes>0</Notes>
  <HiddenSlides>16</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81</vt:i4>
      </vt:variant>
    </vt:vector>
  </HeadingPairs>
  <TitlesOfParts>
    <vt:vector size="88" baseType="lpstr">
      <vt:lpstr>Arial</vt:lpstr>
      <vt:lpstr>Calibri</vt:lpstr>
      <vt:lpstr>Calibri Light</vt:lpstr>
      <vt:lpstr>Cambria Math</vt:lpstr>
      <vt:lpstr>Symbol</vt:lpstr>
      <vt:lpstr>Retrospección</vt:lpstr>
      <vt:lpstr>Visio</vt:lpstr>
      <vt:lpstr>Guía resolución TP1</vt:lpstr>
      <vt:lpstr>Esquema de la instalación</vt:lpstr>
      <vt:lpstr>Línea de succión</vt:lpstr>
      <vt:lpstr>Línea de succión (tramo 1–2)</vt:lpstr>
      <vt:lpstr>Línea de succión (tramo 1–2)</vt:lpstr>
      <vt:lpstr>Línea de succión (tramo 1–2)</vt:lpstr>
      <vt:lpstr>Línea de succión (tramo 1–2)</vt:lpstr>
      <vt:lpstr>Línea de succión (tramo 1–2)</vt:lpstr>
      <vt:lpstr>Presentación de PowerPoint</vt:lpstr>
      <vt:lpstr>Línea de succión (tramo 1–2)</vt:lpstr>
      <vt:lpstr>Línea de succión (tramo 1–2)</vt:lpstr>
      <vt:lpstr>Presentación de PowerPoint</vt:lpstr>
      <vt:lpstr>Línea de succión (tramo 1–2)</vt:lpstr>
      <vt:lpstr>Línea de succión (tramo 1–2)</vt:lpstr>
      <vt:lpstr>Línea de succión (tramo 1–2)</vt:lpstr>
      <vt:lpstr>Línea de succión (tramo 1–2)</vt:lpstr>
      <vt:lpstr>Presentación de PowerPoint</vt:lpstr>
      <vt:lpstr>Presentación de PowerPoint</vt:lpstr>
      <vt:lpstr>Línea de succión</vt:lpstr>
      <vt:lpstr>Línea de succión</vt:lpstr>
      <vt:lpstr>Presentación de PowerPoint</vt:lpstr>
      <vt:lpstr>Línea de succión</vt:lpstr>
      <vt:lpstr>Presentación de PowerPoint</vt:lpstr>
      <vt:lpstr>Línea de succión</vt:lpstr>
      <vt:lpstr>Línea de succión</vt:lpstr>
      <vt:lpstr>Línea de succión</vt:lpstr>
      <vt:lpstr>Línea de succión</vt:lpstr>
      <vt:lpstr>Presentación de PowerPoint</vt:lpstr>
      <vt:lpstr>Presentación de PowerPoint</vt:lpstr>
      <vt:lpstr>Línea de succión</vt:lpstr>
      <vt:lpstr>Línea de succión</vt:lpstr>
      <vt:lpstr>Presentación de PowerPoint</vt:lpstr>
      <vt:lpstr>Línea de succión</vt:lpstr>
      <vt:lpstr>Línea de succión</vt:lpstr>
      <vt:lpstr>Cálculo de ANPA</vt:lpstr>
      <vt:lpstr>ANPA</vt:lpstr>
      <vt:lpstr>ANPA</vt:lpstr>
      <vt:lpstr>Presentación de PowerPoint</vt:lpstr>
      <vt:lpstr>ANPA</vt:lpstr>
      <vt:lpstr>Línea de descarga</vt:lpstr>
      <vt:lpstr>Línea de descarga</vt:lpstr>
      <vt:lpstr>Línea de descarga</vt:lpstr>
      <vt:lpstr>Línea de descarga (Tramo 2’ – 3)</vt:lpstr>
      <vt:lpstr>Línea de descarga (Tramo 2’ – 3)</vt:lpstr>
      <vt:lpstr>Presentación de PowerPoint</vt:lpstr>
      <vt:lpstr>Línea de descarga (Tramo 2’ – 3)</vt:lpstr>
      <vt:lpstr>Línea de descarga (Tramo 2’ – 3)</vt:lpstr>
      <vt:lpstr>Línea de descarga (Tramo 2’ – 3)</vt:lpstr>
      <vt:lpstr>Línea de descarga (Tramo 2’ – 3)</vt:lpstr>
      <vt:lpstr>Línea de descarga (Tramo 3’/3’’ – 4)</vt:lpstr>
      <vt:lpstr>Línea de descarga (Tramo 3’/3’’ – 4)</vt:lpstr>
      <vt:lpstr>Línea de descarga (rama intercamb.)</vt:lpstr>
      <vt:lpstr>Línea de descarga (rama intercamb.)</vt:lpstr>
      <vt:lpstr>Línea de descarga (rama bypass)</vt:lpstr>
      <vt:lpstr>Línea de descarga (rama bypass)</vt:lpstr>
      <vt:lpstr>Presentación de PowerPoint</vt:lpstr>
      <vt:lpstr>Línea de descarga (rama bypass)</vt:lpstr>
      <vt:lpstr>Línea de descarga (Tramo 3’/3’’ – 4)</vt:lpstr>
      <vt:lpstr>Línea de descarga (Tramo 3’/3’’ – 4)</vt:lpstr>
      <vt:lpstr>Presentación de PowerPoint</vt:lpstr>
      <vt:lpstr>Línea de descarga (rama bypass)</vt:lpstr>
      <vt:lpstr>Línea de descarga (Tramo 3’/3’’ – 4)</vt:lpstr>
      <vt:lpstr>Línea de descarga (Tramo 3’/3’’ – 4)</vt:lpstr>
      <vt:lpstr>Línea de descarga (Tramo 3’/3’’ – 4)</vt:lpstr>
      <vt:lpstr>Línea de descarga (rama bypass)</vt:lpstr>
      <vt:lpstr>Línea de descarga (Tramo 3’/3’’ – 4)</vt:lpstr>
      <vt:lpstr>Línea de descarga (Tramo 3’/3’’ – 4)</vt:lpstr>
      <vt:lpstr>Línea de descarga (Tramo 3’/3’’ – 4)</vt:lpstr>
      <vt:lpstr>Línea de descarga (Tramo 3’/3’’ – 4)</vt:lpstr>
      <vt:lpstr>Carga sobre la bomba</vt:lpstr>
      <vt:lpstr>Carga sobre la bomba</vt:lpstr>
      <vt:lpstr>Carga sobre la bomba</vt:lpstr>
      <vt:lpstr>Línea de descarga</vt:lpstr>
      <vt:lpstr>Elección de la bomba</vt:lpstr>
      <vt:lpstr>Presentación de PowerPoint</vt:lpstr>
      <vt:lpstr>Curva de la instalación</vt:lpstr>
      <vt:lpstr>Curva de la instalación</vt:lpstr>
      <vt:lpstr>Curva de la instalación</vt:lpstr>
      <vt:lpstr>Presentación de PowerPoint</vt:lpstr>
      <vt:lpstr>Curva de la instalación</vt:lpstr>
      <vt:lpstr>Gracias por la atención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Guía resolución TP1</dc:title>
  <dc:creator>Gaston M. Feldman Tavani</dc:creator>
  <cp:lastModifiedBy>Gaston Feldman</cp:lastModifiedBy>
  <cp:revision>13</cp:revision>
  <cp:lastPrinted>2020-03-31T23:56:11Z</cp:lastPrinted>
  <dcterms:created xsi:type="dcterms:W3CDTF">2020-03-29T16:31:52Z</dcterms:created>
  <dcterms:modified xsi:type="dcterms:W3CDTF">2023-09-05T01:06:42Z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0x010100B6DDFD92DBFDB4498173A4C9271FAB9E</vt:lpwstr>
  </property>
</Properties>
</file>