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57" r:id="rId3"/>
    <p:sldId id="259" r:id="rId4"/>
    <p:sldId id="258" r:id="rId5"/>
    <p:sldId id="260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429" autoAdjust="0"/>
  </p:normalViewPr>
  <p:slideViewPr>
    <p:cSldViewPr snapToGrid="0">
      <p:cViewPr varScale="1">
        <p:scale>
          <a:sx n="50" d="100"/>
          <a:sy n="50" d="100"/>
        </p:scale>
        <p:origin x="1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041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352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117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417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152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542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648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006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2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013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9509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1890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6926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3906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9611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143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993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6625B7E-FAC4-4510-9B2B-5AC9DF049EF9}" type="datetimeFigureOut">
              <a:rPr lang="es-AR" smtClean="0"/>
              <a:t>25/04/2021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B9E0DB-D010-4332-BC55-2C7A15C9118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826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869E3B2-CB5C-4D56-8049-CA23CDD298A6}"/>
              </a:ext>
            </a:extLst>
          </p:cNvPr>
          <p:cNvSpPr/>
          <p:nvPr/>
        </p:nvSpPr>
        <p:spPr>
          <a:xfrm>
            <a:off x="1553329" y="161558"/>
            <a:ext cx="998786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Seguridad, Higiene e Ingeniería Ambiental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CA2A0C-EB7A-45AA-B5AB-69ACF2B4D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328" y="5276124"/>
            <a:ext cx="4335672" cy="1581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2358A76-A399-4E53-9F64-3CF539B98AC0}"/>
              </a:ext>
            </a:extLst>
          </p:cNvPr>
          <p:cNvSpPr txBox="1"/>
          <p:nvPr/>
        </p:nvSpPr>
        <p:spPr>
          <a:xfrm>
            <a:off x="1407226" y="2992582"/>
            <a:ext cx="80554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u="sng" dirty="0" smtClean="0"/>
              <a:t>Docentes:</a:t>
            </a:r>
            <a:r>
              <a:rPr lang="es-AR" sz="2000" b="1" dirty="0" smtClean="0"/>
              <a:t>    </a:t>
            </a:r>
          </a:p>
          <a:p>
            <a:r>
              <a:rPr lang="es-AR" sz="2000" b="1" dirty="0" smtClean="0"/>
              <a:t>-</a:t>
            </a:r>
            <a:r>
              <a:rPr lang="es-AR" sz="2000" dirty="0" smtClean="0"/>
              <a:t> </a:t>
            </a:r>
            <a:r>
              <a:rPr lang="es-AR" sz="2000" dirty="0" err="1"/>
              <a:t>Marcovecchio</a:t>
            </a:r>
            <a:r>
              <a:rPr lang="es-AR" sz="2000" dirty="0"/>
              <a:t> Dario</a:t>
            </a:r>
          </a:p>
          <a:p>
            <a:r>
              <a:rPr lang="es-AR" sz="2000" dirty="0" smtClean="0"/>
              <a:t>- </a:t>
            </a:r>
            <a:r>
              <a:rPr lang="es-AR" sz="2000" dirty="0"/>
              <a:t>Werner Ariel</a:t>
            </a:r>
          </a:p>
          <a:p>
            <a:endParaRPr lang="es-AR" sz="2000" dirty="0"/>
          </a:p>
          <a:p>
            <a:r>
              <a:rPr lang="es-AR" sz="2000" b="1" u="sng" dirty="0"/>
              <a:t>Grupo N°:</a:t>
            </a:r>
            <a:r>
              <a:rPr lang="es-AR" sz="2000" b="1" dirty="0"/>
              <a:t> </a:t>
            </a:r>
          </a:p>
          <a:p>
            <a:endParaRPr lang="es-AR" sz="2000" dirty="0"/>
          </a:p>
          <a:p>
            <a:r>
              <a:rPr lang="es-AR" sz="2000" b="1" u="sng" dirty="0"/>
              <a:t>Integrantes:</a:t>
            </a:r>
            <a:r>
              <a:rPr lang="es-AR" sz="2000" b="1" dirty="0"/>
              <a:t>   	 </a:t>
            </a:r>
            <a:endParaRPr lang="es-AR" sz="2000" b="1" dirty="0" smtClean="0"/>
          </a:p>
          <a:p>
            <a:endParaRPr lang="es-AR" sz="2000" b="1" u="sng" dirty="0"/>
          </a:p>
          <a:p>
            <a:r>
              <a:rPr lang="es-AR" sz="2000" b="1" u="sng" dirty="0" smtClean="0"/>
              <a:t>Curso</a:t>
            </a:r>
            <a:r>
              <a:rPr lang="es-AR" sz="2000" b="1" u="sng" dirty="0"/>
              <a:t>: </a:t>
            </a:r>
            <a:endParaRPr lang="es-AR" sz="2000" dirty="0"/>
          </a:p>
          <a:p>
            <a:endParaRPr lang="es-A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97585A1-C362-4153-A21D-ED1D836E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503" y="1191374"/>
            <a:ext cx="11935515" cy="1049235"/>
          </a:xfrm>
        </p:spPr>
        <p:txBody>
          <a:bodyPr>
            <a:normAutofit/>
          </a:bodyPr>
          <a:lstStyle/>
          <a:p>
            <a:r>
              <a:rPr lang="es-AR" sz="2400" dirty="0" smtClean="0"/>
              <a:t>Tema: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128187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845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17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359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47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314D8FF-AF57-4EF5-8FF3-B17514FA97E3}"/>
              </a:ext>
            </a:extLst>
          </p:cNvPr>
          <p:cNvSpPr/>
          <p:nvPr/>
        </p:nvSpPr>
        <p:spPr>
          <a:xfrm>
            <a:off x="1472168" y="1329035"/>
            <a:ext cx="9247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Muchas Gracias por su Atención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1C2F0C-E562-45B8-BD7E-BE723605DE9B}"/>
              </a:ext>
            </a:extLst>
          </p:cNvPr>
          <p:cNvSpPr/>
          <p:nvPr/>
        </p:nvSpPr>
        <p:spPr>
          <a:xfrm>
            <a:off x="4135816" y="3376910"/>
            <a:ext cx="39203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¿Consultas?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2E7F82-8B89-4E4F-9DEF-83DFB4A04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761" y="5424785"/>
            <a:ext cx="3016477" cy="11005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5501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ersonalizado 1">
      <a:dk1>
        <a:sysClr val="windowText" lastClr="000000"/>
      </a:dk1>
      <a:lt1>
        <a:sysClr val="window" lastClr="FFFFFF"/>
      </a:lt1>
      <a:dk2>
        <a:srgbClr val="212121"/>
      </a:dk2>
      <a:lt2>
        <a:srgbClr val="FFFFFF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ersonalizado 1">
    <a:dk1>
      <a:sysClr val="windowText" lastClr="000000"/>
    </a:dk1>
    <a:lt1>
      <a:sysClr val="window" lastClr="FFFFFF"/>
    </a:lt1>
    <a:dk2>
      <a:srgbClr val="212121"/>
    </a:dk2>
    <a:lt2>
      <a:srgbClr val="FFFFFF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ppt/theme/themeOverride2.xml><?xml version="1.0" encoding="utf-8"?>
<a:themeOverride xmlns:a="http://schemas.openxmlformats.org/drawingml/2006/main">
  <a:clrScheme name="Personalizado 1">
    <a:dk1>
      <a:sysClr val="windowText" lastClr="000000"/>
    </a:dk1>
    <a:lt1>
      <a:sysClr val="window" lastClr="FFFFFF"/>
    </a:lt1>
    <a:dk2>
      <a:srgbClr val="212121"/>
    </a:dk2>
    <a:lt2>
      <a:srgbClr val="FFFFFF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ppt/theme/themeOverride3.xml><?xml version="1.0" encoding="utf-8"?>
<a:themeOverride xmlns:a="http://schemas.openxmlformats.org/drawingml/2006/main">
  <a:clrScheme name="Personalizado 1">
    <a:dk1>
      <a:sysClr val="windowText" lastClr="000000"/>
    </a:dk1>
    <a:lt1>
      <a:sysClr val="window" lastClr="FFFFFF"/>
    </a:lt1>
    <a:dk2>
      <a:srgbClr val="212121"/>
    </a:dk2>
    <a:lt2>
      <a:srgbClr val="FFFFFF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</TotalTime>
  <Words>29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Tema: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Leonel STEIMBERG</dc:creator>
  <cp:lastModifiedBy>Ariel Werner</cp:lastModifiedBy>
  <cp:revision>47</cp:revision>
  <dcterms:created xsi:type="dcterms:W3CDTF">2019-05-31T20:04:36Z</dcterms:created>
  <dcterms:modified xsi:type="dcterms:W3CDTF">2021-04-25T19:27:08Z</dcterms:modified>
</cp:coreProperties>
</file>