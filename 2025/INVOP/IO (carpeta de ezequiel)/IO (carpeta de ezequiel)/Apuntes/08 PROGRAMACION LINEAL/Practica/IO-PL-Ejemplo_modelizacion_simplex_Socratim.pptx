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0"/>
  </p:notesMasterIdLst>
  <p:handoutMasterIdLst>
    <p:handoutMasterId r:id="rId11"/>
  </p:handoutMasterIdLst>
  <p:sldIdLst>
    <p:sldId id="268" r:id="rId2"/>
    <p:sldId id="284" r:id="rId3"/>
    <p:sldId id="287" r:id="rId4"/>
    <p:sldId id="293" r:id="rId5"/>
    <p:sldId id="295" r:id="rId6"/>
    <p:sldId id="296" r:id="rId7"/>
    <p:sldId id="297" r:id="rId8"/>
    <p:sldId id="298" r:id="rId9"/>
  </p:sldIdLst>
  <p:sldSz cx="9144000" cy="6858000" type="screen4x3"/>
  <p:notesSz cx="7315200" cy="9601200"/>
  <p:defaultTextStyle>
    <a:defPPr>
      <a:defRPr lang="es-ES"/>
    </a:defPPr>
    <a:lvl1pPr algn="ctr" rtl="0" fontAlgn="base">
      <a:spcBef>
        <a:spcPct val="255000"/>
      </a:spcBef>
      <a:spcAft>
        <a:spcPct val="0"/>
      </a:spcAft>
      <a:defRPr sz="4000" u="sng" kern="1200">
        <a:solidFill>
          <a:schemeClr val="tx2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255000"/>
      </a:spcBef>
      <a:spcAft>
        <a:spcPct val="0"/>
      </a:spcAft>
      <a:defRPr sz="4000" u="sng" kern="1200">
        <a:solidFill>
          <a:schemeClr val="tx2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255000"/>
      </a:spcBef>
      <a:spcAft>
        <a:spcPct val="0"/>
      </a:spcAft>
      <a:defRPr sz="4000" u="sng" kern="1200">
        <a:solidFill>
          <a:schemeClr val="tx2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255000"/>
      </a:spcBef>
      <a:spcAft>
        <a:spcPct val="0"/>
      </a:spcAft>
      <a:defRPr sz="4000" u="sng" kern="1200">
        <a:solidFill>
          <a:schemeClr val="tx2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255000"/>
      </a:spcBef>
      <a:spcAft>
        <a:spcPct val="0"/>
      </a:spcAft>
      <a:defRPr sz="4000" u="sng" kern="1200">
        <a:solidFill>
          <a:schemeClr val="tx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000" u="sng" kern="1200">
        <a:solidFill>
          <a:schemeClr val="tx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000" u="sng" kern="1200">
        <a:solidFill>
          <a:schemeClr val="tx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000" u="sng" kern="1200">
        <a:solidFill>
          <a:schemeClr val="tx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000" u="sng" kern="1200">
        <a:solidFill>
          <a:schemeClr val="tx2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9900"/>
    <a:srgbClr val="D60093"/>
    <a:srgbClr val="008000"/>
    <a:srgbClr val="FF3399"/>
    <a:srgbClr val="02F8FE"/>
    <a:srgbClr val="00FFFF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1905" autoAdjust="0"/>
    <p:restoredTop sz="94533" autoAdjust="0"/>
  </p:normalViewPr>
  <p:slideViewPr>
    <p:cSldViewPr>
      <p:cViewPr>
        <p:scale>
          <a:sx n="75" d="100"/>
          <a:sy n="75" d="100"/>
        </p:scale>
        <p:origin x="-480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u="none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u="none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u="none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u="none">
                <a:solidFill>
                  <a:schemeClr val="tx1"/>
                </a:solidFill>
              </a:defRPr>
            </a:lvl1pPr>
          </a:lstStyle>
          <a:p>
            <a:fld id="{BBB12BAB-3388-46D5-BEC9-4AB41CFE9A6E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u="none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u="none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u="none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u="none">
                <a:solidFill>
                  <a:schemeClr val="tx1"/>
                </a:solidFill>
              </a:defRPr>
            </a:lvl1pPr>
          </a:lstStyle>
          <a:p>
            <a:fld id="{63001BFC-3105-4501-BA73-8590CDDA51C2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1F05BF-A185-4E9A-8E69-99506F19F9CB}" type="slidenum">
              <a:rPr lang="es-ES"/>
              <a:pPr/>
              <a:t>1</a:t>
            </a:fld>
            <a:endParaRPr lang="es-E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0C22A0-2689-4596-9A69-97925A166F45}" type="slidenum">
              <a:rPr lang="es-ES"/>
              <a:pPr/>
              <a:t>2</a:t>
            </a:fld>
            <a:endParaRPr lang="es-E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C0BCB3-8AD5-46EF-B2B4-1A8B8CD9152D}" type="slidenum">
              <a:rPr lang="es-ES"/>
              <a:pPr/>
              <a:t>3</a:t>
            </a:fld>
            <a:endParaRPr lang="es-ES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95C93D-EAAB-4794-95FF-9C4694EFB352}" type="slidenum">
              <a:rPr lang="es-ES"/>
              <a:pPr/>
              <a:t>4</a:t>
            </a:fld>
            <a:endParaRPr lang="es-E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9451F4-F91A-4749-9DF4-1CF838B0DBB8}" type="slidenum">
              <a:rPr lang="es-ES"/>
              <a:pPr/>
              <a:t>5</a:t>
            </a:fld>
            <a:endParaRPr lang="es-ES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A688A6-0745-462E-ADBE-CEEB6E1BE3E1}" type="slidenum">
              <a:rPr lang="es-ES"/>
              <a:pPr/>
              <a:t>6</a:t>
            </a:fld>
            <a:endParaRPr lang="es-ES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4D709C-2EEA-4B02-B69F-DCC177372F2A}" type="slidenum">
              <a:rPr lang="es-ES"/>
              <a:pPr/>
              <a:t>7</a:t>
            </a:fld>
            <a:endParaRPr lang="es-E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541B40-8D51-493F-87FD-F14EA2B662E6}" type="slidenum">
              <a:rPr lang="es-ES"/>
              <a:pPr/>
              <a:t>8</a:t>
            </a:fld>
            <a:endParaRPr lang="es-E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B52207-B86D-46CF-8B36-E02B49B34686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FF719F-1ED7-4DBD-8C50-F1A6443C7FBC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3992C9-AA61-4D64-B9F8-36AA14E28EFB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A6C8B3-A8DA-4477-9585-2E7235A9316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4F34EE-DD76-4915-BDEE-3C2FC020A1D5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F7EDEA-B9CA-44D5-8351-68BC33A8A8A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B69171-DE8B-46D9-B201-A965F157FA58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6427A-19F3-404F-A4C9-2FC5B2635174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232EB-2264-43DC-B88D-0C5B1BC350B6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5D64BD-C04C-42A9-8864-E5FCE1CC1D64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3F3128-E977-4847-BCC8-416FFE826D0C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 u="none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 u="none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u="none">
                <a:solidFill>
                  <a:schemeClr val="tx1"/>
                </a:solidFill>
              </a:defRPr>
            </a:lvl1pPr>
          </a:lstStyle>
          <a:p>
            <a:fld id="{A3FD2B06-6308-4B40-BF7B-D9C3D307CC24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/>
              <a:t>Caso :  Socratin. SA</a:t>
            </a:r>
            <a:br>
              <a:rPr lang="es-AR" sz="4000"/>
            </a:br>
            <a:r>
              <a:rPr lang="es-AR" sz="4000"/>
              <a:t>Modelización (1) </a:t>
            </a:r>
            <a:endParaRPr lang="es-ES" sz="400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just">
              <a:lnSpc>
                <a:spcPct val="90000"/>
              </a:lnSpc>
            </a:pPr>
            <a:r>
              <a:rPr lang="es-ES_tradnl" sz="1800" b="1"/>
              <a:t>Parámetros </a:t>
            </a:r>
            <a:r>
              <a:rPr lang="es-ES_tradnl" sz="1800"/>
              <a:t>:  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es-ES_tradnl" sz="1800"/>
              <a:t>Utilidades marginales  Ci de cada tinta, 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es-ES_tradnl" sz="1800"/>
              <a:t>Disponibilidades Bi de cada insumo,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es-ES_tradnl" sz="1800"/>
              <a:t>Relaciones aij  de cada producto por cada insumo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endParaRPr lang="es-ES_tradnl" sz="1800"/>
          </a:p>
          <a:p>
            <a:pPr marL="609600" indent="-609600" algn="just">
              <a:lnSpc>
                <a:spcPct val="90000"/>
              </a:lnSpc>
            </a:pPr>
            <a:r>
              <a:rPr lang="es-ES_tradnl" sz="1800" b="1"/>
              <a:t>Incógnitas :   </a:t>
            </a:r>
          </a:p>
          <a:p>
            <a:pPr marL="609600" indent="-609600" algn="just">
              <a:lnSpc>
                <a:spcPct val="90000"/>
              </a:lnSpc>
            </a:pPr>
            <a:endParaRPr lang="es-ES_tradnl" sz="1800" b="1"/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es-ES_tradnl" sz="1800"/>
              <a:t>Cantidades óptimas X1 y X2  a producir mensualmente de cada producto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es-ES_tradnl" sz="1800"/>
              <a:t>Sobrantes de cada insumo</a:t>
            </a:r>
          </a:p>
          <a:p>
            <a:pPr marL="609600" indent="-609600" algn="just">
              <a:lnSpc>
                <a:spcPct val="90000"/>
              </a:lnSpc>
            </a:pPr>
            <a:endParaRPr lang="es-ES_tradnl" sz="1800"/>
          </a:p>
          <a:p>
            <a:pPr marL="609600" indent="-609600" algn="just">
              <a:lnSpc>
                <a:spcPct val="90000"/>
              </a:lnSpc>
            </a:pPr>
            <a:r>
              <a:rPr lang="es-ES_tradnl" sz="1800" b="1"/>
              <a:t>Función Objetivo       :  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s-ES_tradnl" sz="1800" b="1"/>
              <a:t>       </a:t>
            </a:r>
            <a:r>
              <a:rPr lang="es-ES_tradnl" sz="1800"/>
              <a:t>Z  ( Utilidad marginal mensual de la mezcla de producción)</a:t>
            </a:r>
          </a:p>
          <a:p>
            <a:pPr marL="609600" indent="-609600" algn="just">
              <a:lnSpc>
                <a:spcPct val="90000"/>
              </a:lnSpc>
            </a:pPr>
            <a:endParaRPr lang="es-ES_tradnl" sz="1800"/>
          </a:p>
          <a:p>
            <a:pPr marL="609600" indent="-609600" algn="just">
              <a:lnSpc>
                <a:spcPct val="90000"/>
              </a:lnSpc>
            </a:pPr>
            <a:r>
              <a:rPr lang="es-ES_tradnl" sz="1000" b="1" i="1"/>
              <a:t>Ing. P. Tolón Estarelles</a:t>
            </a:r>
          </a:p>
          <a:p>
            <a:pPr marL="609600" indent="-609600" algn="just">
              <a:lnSpc>
                <a:spcPct val="90000"/>
              </a:lnSpc>
            </a:pPr>
            <a:endParaRPr lang="es-ES_tradnl" sz="1800"/>
          </a:p>
          <a:p>
            <a:pPr marL="609600" indent="-609600" algn="just">
              <a:lnSpc>
                <a:spcPct val="90000"/>
              </a:lnSpc>
            </a:pPr>
            <a:endParaRPr lang="es-E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/>
              <a:t>Caso :  Socratin. SA</a:t>
            </a:r>
            <a:br>
              <a:rPr lang="es-AR" sz="4000"/>
            </a:br>
            <a:r>
              <a:rPr lang="es-AR" sz="4000"/>
              <a:t>Modelización (2)</a:t>
            </a:r>
            <a:endParaRPr lang="es-ES" sz="400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just"/>
            <a:r>
              <a:rPr lang="es-ES_tradnl" sz="1800" b="1"/>
              <a:t>Condiciones Obligatorias </a:t>
            </a:r>
            <a:r>
              <a:rPr lang="es-ES_tradnl" sz="1800"/>
              <a:t>:  </a:t>
            </a:r>
          </a:p>
          <a:p>
            <a:pPr marL="609600" indent="-609600" algn="just"/>
            <a:endParaRPr lang="es-ES_tradnl" sz="1800"/>
          </a:p>
          <a:p>
            <a:pPr marL="609600" indent="-609600" algn="just"/>
            <a:r>
              <a:rPr lang="es-ES_tradnl" sz="1800">
                <a:solidFill>
                  <a:srgbClr val="0000FF"/>
                </a:solidFill>
              </a:rPr>
              <a:t>0,05 X1 + 0,05 X2                       &lt;  ó =   1,100  miles litros /mes</a:t>
            </a:r>
          </a:p>
          <a:p>
            <a:pPr marL="609600" indent="-609600" algn="just"/>
            <a:r>
              <a:rPr lang="es-ES_tradnl" sz="1800">
                <a:solidFill>
                  <a:srgbClr val="0000FF"/>
                </a:solidFill>
              </a:rPr>
              <a:t>0,05 X1 + 0,1   X2                       &lt;  ó =   1,800  miles litros /mes</a:t>
            </a:r>
          </a:p>
          <a:p>
            <a:pPr marL="609600" indent="-609600" algn="just"/>
            <a:r>
              <a:rPr lang="es-ES_tradnl" sz="1800">
                <a:solidFill>
                  <a:srgbClr val="0000FF"/>
                </a:solidFill>
              </a:rPr>
              <a:t>0,1   X1 + 0,05 X2                       &lt;  ó =   2,000  miles litros /mes</a:t>
            </a:r>
          </a:p>
          <a:p>
            <a:pPr marL="609600" indent="-609600" algn="just"/>
            <a:endParaRPr lang="es-ES_tradnl" sz="1800">
              <a:solidFill>
                <a:srgbClr val="0000FF"/>
              </a:solidFill>
            </a:endParaRPr>
          </a:p>
          <a:p>
            <a:pPr marL="609600" indent="-609600" algn="just"/>
            <a:r>
              <a:rPr lang="es-ES_tradnl" sz="1800">
                <a:solidFill>
                  <a:srgbClr val="0000FF"/>
                </a:solidFill>
              </a:rPr>
              <a:t>X i &gt; ó =  0</a:t>
            </a:r>
          </a:p>
          <a:p>
            <a:pPr marL="609600" indent="-609600" algn="just"/>
            <a:endParaRPr lang="es-ES_tradnl" sz="1800">
              <a:solidFill>
                <a:srgbClr val="0000FF"/>
              </a:solidFill>
            </a:endParaRPr>
          </a:p>
          <a:p>
            <a:pPr marL="609600" indent="-609600" algn="just"/>
            <a:r>
              <a:rPr lang="es-ES_tradnl" sz="1800" b="1"/>
              <a:t>Condición  Deseable </a:t>
            </a:r>
            <a:r>
              <a:rPr lang="es-ES_tradnl" sz="1800"/>
              <a:t>:    </a:t>
            </a:r>
          </a:p>
          <a:p>
            <a:pPr marL="609600" indent="-609600" algn="just"/>
            <a:endParaRPr lang="es-ES_tradnl" sz="1800"/>
          </a:p>
          <a:p>
            <a:pPr marL="609600" indent="-609600" algn="just"/>
            <a:r>
              <a:rPr lang="es-ES_tradnl" sz="1800" b="1">
                <a:solidFill>
                  <a:srgbClr val="0000FF"/>
                </a:solidFill>
              </a:rPr>
              <a:t>Z =  Sum  Ci . Xi     ---</a:t>
            </a:r>
            <a:r>
              <a:rPr lang="es-ES_tradnl" sz="1800" b="1">
                <a:solidFill>
                  <a:srgbClr val="0000FF"/>
                </a:solidFill>
                <a:sym typeface="Wingdings" pitchFamily="2" charset="2"/>
              </a:rPr>
              <a:t> Máx</a:t>
            </a:r>
            <a:endParaRPr lang="es-ES_tradnl" sz="1400" b="1">
              <a:solidFill>
                <a:srgbClr val="0000FF"/>
              </a:solidFill>
            </a:endParaRPr>
          </a:p>
          <a:p>
            <a:pPr marL="609600" indent="-609600" algn="just"/>
            <a:r>
              <a:rPr lang="es-ES_tradnl" sz="1400" b="1" i="1">
                <a:solidFill>
                  <a:srgbClr val="0000FF"/>
                </a:solidFill>
                <a:sym typeface="Wingdings" pitchFamily="2" charset="2"/>
              </a:rPr>
              <a:t>(para todo i ) </a:t>
            </a:r>
            <a:endParaRPr lang="es-ES_tradnl" sz="1400" b="1" i="1">
              <a:solidFill>
                <a:srgbClr val="0000FF"/>
              </a:solidFill>
            </a:endParaRPr>
          </a:p>
          <a:p>
            <a:pPr marL="609600" indent="-609600" algn="just"/>
            <a:endParaRPr lang="es-ES" sz="1800" b="1" i="1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/>
              <a:t>Caso :  Socratin. SA</a:t>
            </a:r>
            <a:br>
              <a:rPr lang="es-AR" sz="4000"/>
            </a:br>
            <a:r>
              <a:rPr lang="es-AR" sz="4000"/>
              <a:t>Modelización (3)</a:t>
            </a:r>
            <a:endParaRPr lang="es-ES" sz="400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just">
              <a:lnSpc>
                <a:spcPct val="90000"/>
              </a:lnSpc>
            </a:pPr>
            <a:r>
              <a:rPr lang="es-ES_tradnl" sz="2000" b="1"/>
              <a:t>Este caso se puede resolver en forma gráfica y analítica por un modelo de Programación Lineal.</a:t>
            </a:r>
          </a:p>
          <a:p>
            <a:pPr marL="609600" indent="-609600" algn="just">
              <a:lnSpc>
                <a:spcPct val="90000"/>
              </a:lnSpc>
            </a:pPr>
            <a:r>
              <a:rPr lang="es-ES_tradnl" sz="2000" b="1"/>
              <a:t>La forma gráfica es simple, pero no puede extenderse a casos de muchas restricciones.</a:t>
            </a:r>
          </a:p>
          <a:p>
            <a:pPr marL="609600" indent="-609600" algn="just">
              <a:lnSpc>
                <a:spcPct val="90000"/>
              </a:lnSpc>
            </a:pPr>
            <a:r>
              <a:rPr lang="es-ES_tradnl" sz="2000" b="1"/>
              <a:t>La forma analítica puede resolverse por un algoritmo desarrollado durante la 2da guerra mundial para situaciones complejas de producción y logística. Este modelo se denomina Simplex y puede ser resuelto manualmente o a través de una amplia variedad de programas para el usuario, en ambiente Windows.</a:t>
            </a:r>
          </a:p>
          <a:p>
            <a:pPr marL="609600" indent="-609600" algn="just">
              <a:lnSpc>
                <a:spcPct val="90000"/>
              </a:lnSpc>
            </a:pPr>
            <a:r>
              <a:rPr lang="es-ES_tradnl" sz="2000" b="1"/>
              <a:t>Este problema se puede resolver con el uso de WinQsb.</a:t>
            </a:r>
          </a:p>
          <a:p>
            <a:pPr marL="609600" indent="-609600" algn="just">
              <a:lnSpc>
                <a:spcPct val="90000"/>
              </a:lnSpc>
            </a:pPr>
            <a:r>
              <a:rPr lang="es-ES_tradnl" sz="2000" b="1"/>
              <a:t>En cualquier programa de xls, en las instrucciones macro instaladas , puede usarse el programa ¨Solver¨ </a:t>
            </a:r>
          </a:p>
          <a:p>
            <a:pPr marL="609600" indent="-609600" algn="just">
              <a:lnSpc>
                <a:spcPct val="90000"/>
              </a:lnSpc>
              <a:buFontTx/>
              <a:buNone/>
            </a:pPr>
            <a:r>
              <a:rPr lang="es-AR" sz="1000" b="1" i="1">
                <a:solidFill>
                  <a:srgbClr val="0000FF"/>
                </a:solidFill>
              </a:rPr>
              <a:t>Ing. P. Tolón Estarelles</a:t>
            </a:r>
            <a:endParaRPr lang="es-ES" sz="1000" b="1" i="1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/>
              <a:t>Caso :  Socratin. SA</a:t>
            </a:r>
            <a:br>
              <a:rPr lang="es-AR" sz="4000"/>
            </a:br>
            <a:r>
              <a:rPr lang="es-AR" sz="4000"/>
              <a:t>Modelización (4)</a:t>
            </a:r>
            <a:endParaRPr lang="es-ES" sz="400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just"/>
            <a:r>
              <a:rPr lang="es-ES_tradnl" sz="2000" b="1"/>
              <a:t>A titulo de referencia, para el que desee profundizar en este algoritmo, sumamente útil en lo operativo, se sintetiza el diseño de tablas del algoritmo manual ( primera y última tabla), que se explicará en el curso muy sintéticamente.</a:t>
            </a:r>
          </a:p>
          <a:p>
            <a:pPr marL="609600" indent="-609600" algn="just"/>
            <a:endParaRPr lang="es-ES_tradnl" sz="2000" b="1"/>
          </a:p>
          <a:p>
            <a:pPr marL="609600" indent="-609600" algn="just"/>
            <a:r>
              <a:rPr lang="es-ES_tradnl" sz="2000" b="1"/>
              <a:t>La resolución de este caso se hará aplicando Winqsb.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Group 2"/>
          <p:cNvGraphicFramePr>
            <a:graphicFrameLocks noGrp="1"/>
          </p:cNvGraphicFramePr>
          <p:nvPr/>
        </p:nvGraphicFramePr>
        <p:xfrm>
          <a:off x="2051050" y="5229225"/>
          <a:ext cx="5060950" cy="431800"/>
        </p:xfrm>
        <a:graphic>
          <a:graphicData uri="http://schemas.openxmlformats.org/drawingml/2006/table">
            <a:tbl>
              <a:tblPr/>
              <a:tblGrid>
                <a:gridCol w="855663"/>
                <a:gridCol w="850900"/>
                <a:gridCol w="852487"/>
                <a:gridCol w="808038"/>
                <a:gridCol w="847725"/>
                <a:gridCol w="84613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5252" name="Group 20"/>
          <p:cNvGraphicFramePr>
            <a:graphicFrameLocks noGrp="1"/>
          </p:cNvGraphicFramePr>
          <p:nvPr/>
        </p:nvGraphicFramePr>
        <p:xfrm>
          <a:off x="395288" y="4508500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5274" name="Group 42"/>
          <p:cNvGraphicFramePr>
            <a:graphicFrameLocks noGrp="1"/>
          </p:cNvGraphicFramePr>
          <p:nvPr/>
        </p:nvGraphicFramePr>
        <p:xfrm>
          <a:off x="395288" y="4076700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5296" name="Group 64"/>
          <p:cNvGraphicFramePr>
            <a:graphicFrameLocks noGrp="1"/>
          </p:cNvGraphicFramePr>
          <p:nvPr/>
        </p:nvGraphicFramePr>
        <p:xfrm>
          <a:off x="2916238" y="5876925"/>
          <a:ext cx="4205287" cy="431800"/>
        </p:xfrm>
        <a:graphic>
          <a:graphicData uri="http://schemas.openxmlformats.org/drawingml/2006/table">
            <a:tbl>
              <a:tblPr/>
              <a:tblGrid>
                <a:gridCol w="850900"/>
                <a:gridCol w="852487"/>
                <a:gridCol w="808038"/>
                <a:gridCol w="847725"/>
                <a:gridCol w="84613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5310" name="Group 78"/>
          <p:cNvGraphicFramePr>
            <a:graphicFrameLocks noGrp="1"/>
          </p:cNvGraphicFramePr>
          <p:nvPr/>
        </p:nvGraphicFramePr>
        <p:xfrm>
          <a:off x="395288" y="3644900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68363"/>
                <a:gridCol w="8382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5332" name="Group 100"/>
          <p:cNvGraphicFramePr>
            <a:graphicFrameLocks noGrp="1"/>
          </p:cNvGraphicFramePr>
          <p:nvPr/>
        </p:nvGraphicFramePr>
        <p:xfrm>
          <a:off x="395288" y="2997200"/>
          <a:ext cx="6713537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5352" name="Group 120"/>
          <p:cNvGraphicFramePr>
            <a:graphicFrameLocks noGrp="1"/>
          </p:cNvGraphicFramePr>
          <p:nvPr/>
        </p:nvGraphicFramePr>
        <p:xfrm>
          <a:off x="2916238" y="2492375"/>
          <a:ext cx="5037137" cy="396240"/>
        </p:xfrm>
        <a:graphic>
          <a:graphicData uri="http://schemas.openxmlformats.org/drawingml/2006/table">
            <a:tbl>
              <a:tblPr/>
              <a:tblGrid>
                <a:gridCol w="849312"/>
                <a:gridCol w="849313"/>
                <a:gridCol w="806450"/>
                <a:gridCol w="846137"/>
                <a:gridCol w="842963"/>
                <a:gridCol w="842962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θ</a:t>
                      </a:r>
                      <a:endParaRPr kumimoji="0" lang="el-GR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5368" name="Text Box 136"/>
          <p:cNvSpPr txBox="1">
            <a:spLocks noChangeArrowheads="1"/>
          </p:cNvSpPr>
          <p:nvPr/>
        </p:nvSpPr>
        <p:spPr bwMode="auto">
          <a:xfrm>
            <a:off x="395288" y="33337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69" name="Text Box 137"/>
          <p:cNvSpPr txBox="1">
            <a:spLocks noChangeArrowheads="1"/>
          </p:cNvSpPr>
          <p:nvPr/>
        </p:nvSpPr>
        <p:spPr bwMode="auto">
          <a:xfrm>
            <a:off x="950913" y="136525"/>
            <a:ext cx="4524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endParaRPr lang="es-AR" sz="1800" u="none">
              <a:solidFill>
                <a:schemeClr val="tx1"/>
              </a:solidFill>
            </a:endParaRPr>
          </a:p>
        </p:txBody>
      </p:sp>
      <p:sp>
        <p:nvSpPr>
          <p:cNvPr id="95370" name="Text Box 138"/>
          <p:cNvSpPr txBox="1">
            <a:spLocks noChangeArrowheads="1"/>
          </p:cNvSpPr>
          <p:nvPr/>
        </p:nvSpPr>
        <p:spPr bwMode="auto">
          <a:xfrm>
            <a:off x="900113" y="3333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71" name="Text Box 139"/>
          <p:cNvSpPr txBox="1">
            <a:spLocks noChangeArrowheads="1"/>
          </p:cNvSpPr>
          <p:nvPr/>
        </p:nvSpPr>
        <p:spPr bwMode="auto">
          <a:xfrm>
            <a:off x="1258888" y="3333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72" name="Text Box 140"/>
          <p:cNvSpPr txBox="1">
            <a:spLocks noChangeArrowheads="1"/>
          </p:cNvSpPr>
          <p:nvPr/>
        </p:nvSpPr>
        <p:spPr bwMode="auto">
          <a:xfrm>
            <a:off x="1476375" y="333375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73" name="Text Box 141"/>
          <p:cNvSpPr txBox="1">
            <a:spLocks noChangeArrowheads="1"/>
          </p:cNvSpPr>
          <p:nvPr/>
        </p:nvSpPr>
        <p:spPr bwMode="auto">
          <a:xfrm>
            <a:off x="2268538" y="33337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endParaRPr lang="es-AR" sz="1800" u="none">
              <a:solidFill>
                <a:schemeClr val="tx1"/>
              </a:solidFill>
            </a:endParaRPr>
          </a:p>
        </p:txBody>
      </p:sp>
      <p:sp>
        <p:nvSpPr>
          <p:cNvPr id="95374" name="Text Box 142"/>
          <p:cNvSpPr txBox="1">
            <a:spLocks noChangeArrowheads="1"/>
          </p:cNvSpPr>
          <p:nvPr/>
        </p:nvSpPr>
        <p:spPr bwMode="auto">
          <a:xfrm>
            <a:off x="2051050" y="3333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2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75" name="Text Box 143"/>
          <p:cNvSpPr txBox="1">
            <a:spLocks noChangeArrowheads="1"/>
          </p:cNvSpPr>
          <p:nvPr/>
        </p:nvSpPr>
        <p:spPr bwMode="auto">
          <a:xfrm>
            <a:off x="2843213" y="3333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76" name="Text Box 144"/>
          <p:cNvSpPr txBox="1">
            <a:spLocks noChangeArrowheads="1"/>
          </p:cNvSpPr>
          <p:nvPr/>
        </p:nvSpPr>
        <p:spPr bwMode="auto">
          <a:xfrm>
            <a:off x="2411413" y="3333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77" name="Text Box 145"/>
          <p:cNvSpPr txBox="1">
            <a:spLocks noChangeArrowheads="1"/>
          </p:cNvSpPr>
          <p:nvPr/>
        </p:nvSpPr>
        <p:spPr bwMode="auto">
          <a:xfrm>
            <a:off x="3203575" y="3333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78" name="Text Box 146"/>
          <p:cNvSpPr txBox="1">
            <a:spLocks noChangeArrowheads="1"/>
          </p:cNvSpPr>
          <p:nvPr/>
        </p:nvSpPr>
        <p:spPr bwMode="auto">
          <a:xfrm>
            <a:off x="2627313" y="3333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79" name="Text Box 147"/>
          <p:cNvSpPr txBox="1">
            <a:spLocks noChangeArrowheads="1"/>
          </p:cNvSpPr>
          <p:nvPr/>
        </p:nvSpPr>
        <p:spPr bwMode="auto">
          <a:xfrm>
            <a:off x="3635375" y="3333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80" name="Text Box 148"/>
          <p:cNvSpPr txBox="1">
            <a:spLocks noChangeArrowheads="1"/>
          </p:cNvSpPr>
          <p:nvPr/>
        </p:nvSpPr>
        <p:spPr bwMode="auto">
          <a:xfrm>
            <a:off x="4500563" y="3333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81" name="Text Box 149"/>
          <p:cNvSpPr txBox="1">
            <a:spLocks noChangeArrowheads="1"/>
          </p:cNvSpPr>
          <p:nvPr/>
        </p:nvSpPr>
        <p:spPr bwMode="auto">
          <a:xfrm>
            <a:off x="3995738" y="3333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82" name="Text Box 150"/>
          <p:cNvSpPr txBox="1">
            <a:spLocks noChangeArrowheads="1"/>
          </p:cNvSpPr>
          <p:nvPr/>
        </p:nvSpPr>
        <p:spPr bwMode="auto">
          <a:xfrm>
            <a:off x="3419475" y="3333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83" name="Text Box 151"/>
          <p:cNvSpPr txBox="1">
            <a:spLocks noChangeArrowheads="1"/>
          </p:cNvSpPr>
          <p:nvPr/>
        </p:nvSpPr>
        <p:spPr bwMode="auto">
          <a:xfrm>
            <a:off x="4211638" y="3333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84" name="Text Box 152"/>
          <p:cNvSpPr txBox="1">
            <a:spLocks noChangeArrowheads="1"/>
          </p:cNvSpPr>
          <p:nvPr/>
        </p:nvSpPr>
        <p:spPr bwMode="auto">
          <a:xfrm>
            <a:off x="2627313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endParaRPr lang="es-AR" sz="1800" u="none">
              <a:solidFill>
                <a:schemeClr val="tx1"/>
              </a:solidFill>
            </a:endParaRPr>
          </a:p>
        </p:txBody>
      </p:sp>
      <p:sp>
        <p:nvSpPr>
          <p:cNvPr id="95385" name="Text Box 153"/>
          <p:cNvSpPr txBox="1">
            <a:spLocks noChangeArrowheads="1"/>
          </p:cNvSpPr>
          <p:nvPr/>
        </p:nvSpPr>
        <p:spPr bwMode="auto">
          <a:xfrm>
            <a:off x="3203575" y="3333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86" name="Text Box 154"/>
          <p:cNvSpPr txBox="1">
            <a:spLocks noChangeArrowheads="1"/>
          </p:cNvSpPr>
          <p:nvPr/>
        </p:nvSpPr>
        <p:spPr bwMode="auto">
          <a:xfrm>
            <a:off x="3419475" y="3333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87" name="Text Box 155"/>
          <p:cNvSpPr txBox="1">
            <a:spLocks noChangeArrowheads="1"/>
          </p:cNvSpPr>
          <p:nvPr/>
        </p:nvSpPr>
        <p:spPr bwMode="auto">
          <a:xfrm>
            <a:off x="1619250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endParaRPr lang="es-AR" sz="1800" u="none">
              <a:solidFill>
                <a:schemeClr val="tx1"/>
              </a:solidFill>
            </a:endParaRPr>
          </a:p>
        </p:txBody>
      </p:sp>
      <p:sp>
        <p:nvSpPr>
          <p:cNvPr id="95388" name="Text Box 156"/>
          <p:cNvSpPr txBox="1">
            <a:spLocks noChangeArrowheads="1"/>
          </p:cNvSpPr>
          <p:nvPr/>
        </p:nvSpPr>
        <p:spPr bwMode="auto">
          <a:xfrm>
            <a:off x="4500563" y="7651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89" name="Text Box 157"/>
          <p:cNvSpPr txBox="1">
            <a:spLocks noChangeArrowheads="1"/>
          </p:cNvSpPr>
          <p:nvPr/>
        </p:nvSpPr>
        <p:spPr bwMode="auto">
          <a:xfrm>
            <a:off x="3203575" y="7651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0" name="Text Box 158"/>
          <p:cNvSpPr txBox="1">
            <a:spLocks noChangeArrowheads="1"/>
          </p:cNvSpPr>
          <p:nvPr/>
        </p:nvSpPr>
        <p:spPr bwMode="auto">
          <a:xfrm>
            <a:off x="3419475" y="7651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1" name="Text Box 159"/>
          <p:cNvSpPr txBox="1">
            <a:spLocks noChangeArrowheads="1"/>
          </p:cNvSpPr>
          <p:nvPr/>
        </p:nvSpPr>
        <p:spPr bwMode="auto">
          <a:xfrm>
            <a:off x="4211638" y="7651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2" name="Text Box 160"/>
          <p:cNvSpPr txBox="1">
            <a:spLocks noChangeArrowheads="1"/>
          </p:cNvSpPr>
          <p:nvPr/>
        </p:nvSpPr>
        <p:spPr bwMode="auto">
          <a:xfrm>
            <a:off x="2627313" y="7651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3" name="Text Box 161"/>
          <p:cNvSpPr txBox="1">
            <a:spLocks noChangeArrowheads="1"/>
          </p:cNvSpPr>
          <p:nvPr/>
        </p:nvSpPr>
        <p:spPr bwMode="auto">
          <a:xfrm>
            <a:off x="1476375" y="765175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4" name="Text Box 162"/>
          <p:cNvSpPr txBox="1">
            <a:spLocks noChangeArrowheads="1"/>
          </p:cNvSpPr>
          <p:nvPr/>
        </p:nvSpPr>
        <p:spPr bwMode="auto">
          <a:xfrm>
            <a:off x="900113" y="7651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5" name="Text Box 163"/>
          <p:cNvSpPr txBox="1">
            <a:spLocks noChangeArrowheads="1"/>
          </p:cNvSpPr>
          <p:nvPr/>
        </p:nvSpPr>
        <p:spPr bwMode="auto">
          <a:xfrm>
            <a:off x="2051050" y="11969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2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6" name="Text Box 164"/>
          <p:cNvSpPr txBox="1">
            <a:spLocks noChangeArrowheads="1"/>
          </p:cNvSpPr>
          <p:nvPr/>
        </p:nvSpPr>
        <p:spPr bwMode="auto">
          <a:xfrm>
            <a:off x="4500563" y="11969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7" name="Text Box 165"/>
          <p:cNvSpPr txBox="1">
            <a:spLocks noChangeArrowheads="1"/>
          </p:cNvSpPr>
          <p:nvPr/>
        </p:nvSpPr>
        <p:spPr bwMode="auto">
          <a:xfrm>
            <a:off x="4211638" y="11969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8" name="Text Box 166"/>
          <p:cNvSpPr txBox="1">
            <a:spLocks noChangeArrowheads="1"/>
          </p:cNvSpPr>
          <p:nvPr/>
        </p:nvSpPr>
        <p:spPr bwMode="auto">
          <a:xfrm>
            <a:off x="2627313" y="11969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399" name="Text Box 167"/>
          <p:cNvSpPr txBox="1">
            <a:spLocks noChangeArrowheads="1"/>
          </p:cNvSpPr>
          <p:nvPr/>
        </p:nvSpPr>
        <p:spPr bwMode="auto">
          <a:xfrm>
            <a:off x="1476375" y="1196975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0" name="Text Box 168"/>
          <p:cNvSpPr txBox="1">
            <a:spLocks noChangeArrowheads="1"/>
          </p:cNvSpPr>
          <p:nvPr/>
        </p:nvSpPr>
        <p:spPr bwMode="auto">
          <a:xfrm>
            <a:off x="395288" y="76517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1" name="Text Box 169"/>
          <p:cNvSpPr txBox="1">
            <a:spLocks noChangeArrowheads="1"/>
          </p:cNvSpPr>
          <p:nvPr/>
        </p:nvSpPr>
        <p:spPr bwMode="auto">
          <a:xfrm>
            <a:off x="395288" y="1773238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Z =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2" name="Text Box 170"/>
          <p:cNvSpPr txBox="1">
            <a:spLocks noChangeArrowheads="1"/>
          </p:cNvSpPr>
          <p:nvPr/>
        </p:nvSpPr>
        <p:spPr bwMode="auto">
          <a:xfrm>
            <a:off x="900113" y="11969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3" name="Text Box 171"/>
          <p:cNvSpPr txBox="1">
            <a:spLocks noChangeArrowheads="1"/>
          </p:cNvSpPr>
          <p:nvPr/>
        </p:nvSpPr>
        <p:spPr bwMode="auto">
          <a:xfrm>
            <a:off x="1258888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4" name="Text Box 172"/>
          <p:cNvSpPr txBox="1">
            <a:spLocks noChangeArrowheads="1"/>
          </p:cNvSpPr>
          <p:nvPr/>
        </p:nvSpPr>
        <p:spPr bwMode="auto">
          <a:xfrm>
            <a:off x="1258888" y="7651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5" name="Text Box 173"/>
          <p:cNvSpPr txBox="1">
            <a:spLocks noChangeArrowheads="1"/>
          </p:cNvSpPr>
          <p:nvPr/>
        </p:nvSpPr>
        <p:spPr bwMode="auto">
          <a:xfrm>
            <a:off x="2051050" y="7651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2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6" name="Text Box 174"/>
          <p:cNvSpPr txBox="1">
            <a:spLocks noChangeArrowheads="1"/>
          </p:cNvSpPr>
          <p:nvPr/>
        </p:nvSpPr>
        <p:spPr bwMode="auto">
          <a:xfrm>
            <a:off x="2411413" y="7651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7" name="Text Box 175"/>
          <p:cNvSpPr txBox="1">
            <a:spLocks noChangeArrowheads="1"/>
          </p:cNvSpPr>
          <p:nvPr/>
        </p:nvSpPr>
        <p:spPr bwMode="auto">
          <a:xfrm>
            <a:off x="2843213" y="7651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8" name="Text Box 176"/>
          <p:cNvSpPr txBox="1">
            <a:spLocks noChangeArrowheads="1"/>
          </p:cNvSpPr>
          <p:nvPr/>
        </p:nvSpPr>
        <p:spPr bwMode="auto">
          <a:xfrm>
            <a:off x="2843213" y="11969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09" name="Text Box 177"/>
          <p:cNvSpPr txBox="1">
            <a:spLocks noChangeArrowheads="1"/>
          </p:cNvSpPr>
          <p:nvPr/>
        </p:nvSpPr>
        <p:spPr bwMode="auto">
          <a:xfrm>
            <a:off x="2411413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10" name="Text Box 178"/>
          <p:cNvSpPr txBox="1">
            <a:spLocks noChangeArrowheads="1"/>
          </p:cNvSpPr>
          <p:nvPr/>
        </p:nvSpPr>
        <p:spPr bwMode="auto">
          <a:xfrm>
            <a:off x="3635375" y="11969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11" name="Text Box 179"/>
          <p:cNvSpPr txBox="1">
            <a:spLocks noChangeArrowheads="1"/>
          </p:cNvSpPr>
          <p:nvPr/>
        </p:nvSpPr>
        <p:spPr bwMode="auto">
          <a:xfrm>
            <a:off x="3419475" y="11969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12" name="Text Box 180"/>
          <p:cNvSpPr txBox="1">
            <a:spLocks noChangeArrowheads="1"/>
          </p:cNvSpPr>
          <p:nvPr/>
        </p:nvSpPr>
        <p:spPr bwMode="auto">
          <a:xfrm>
            <a:off x="3635375" y="7651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13" name="Text Box 181"/>
          <p:cNvSpPr txBox="1">
            <a:spLocks noChangeArrowheads="1"/>
          </p:cNvSpPr>
          <p:nvPr/>
        </p:nvSpPr>
        <p:spPr bwMode="auto">
          <a:xfrm>
            <a:off x="3995738" y="7651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14" name="Text Box 182"/>
          <p:cNvSpPr txBox="1">
            <a:spLocks noChangeArrowheads="1"/>
          </p:cNvSpPr>
          <p:nvPr/>
        </p:nvSpPr>
        <p:spPr bwMode="auto">
          <a:xfrm>
            <a:off x="3995738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15" name="Text Box 183"/>
          <p:cNvSpPr txBox="1">
            <a:spLocks noChangeArrowheads="1"/>
          </p:cNvSpPr>
          <p:nvPr/>
        </p:nvSpPr>
        <p:spPr bwMode="auto">
          <a:xfrm>
            <a:off x="3203575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16" name="Text Box 184"/>
          <p:cNvSpPr txBox="1">
            <a:spLocks noChangeArrowheads="1"/>
          </p:cNvSpPr>
          <p:nvPr/>
        </p:nvSpPr>
        <p:spPr bwMode="auto">
          <a:xfrm>
            <a:off x="4932363" y="333375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  <a:cs typeface="Arial" charset="0"/>
              </a:rPr>
              <a:t>≤</a:t>
            </a:r>
          </a:p>
        </p:txBody>
      </p:sp>
      <p:sp>
        <p:nvSpPr>
          <p:cNvPr id="95417" name="Text Box 185"/>
          <p:cNvSpPr txBox="1">
            <a:spLocks noChangeArrowheads="1"/>
          </p:cNvSpPr>
          <p:nvPr/>
        </p:nvSpPr>
        <p:spPr bwMode="auto">
          <a:xfrm>
            <a:off x="4932363" y="765175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  <a:cs typeface="Arial" charset="0"/>
              </a:rPr>
              <a:t>≤</a:t>
            </a:r>
          </a:p>
        </p:txBody>
      </p:sp>
      <p:sp>
        <p:nvSpPr>
          <p:cNvPr id="95418" name="Text Box 186"/>
          <p:cNvSpPr txBox="1">
            <a:spLocks noChangeArrowheads="1"/>
          </p:cNvSpPr>
          <p:nvPr/>
        </p:nvSpPr>
        <p:spPr bwMode="auto">
          <a:xfrm>
            <a:off x="4932363" y="1196975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  <a:cs typeface="Arial" charset="0"/>
              </a:rPr>
              <a:t>≤</a:t>
            </a:r>
          </a:p>
        </p:txBody>
      </p:sp>
      <p:sp>
        <p:nvSpPr>
          <p:cNvPr id="95419" name="Text Box 187"/>
          <p:cNvSpPr txBox="1">
            <a:spLocks noChangeArrowheads="1"/>
          </p:cNvSpPr>
          <p:nvPr/>
        </p:nvSpPr>
        <p:spPr bwMode="auto">
          <a:xfrm>
            <a:off x="468313" y="1196975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0" name="Text Box 188"/>
          <p:cNvSpPr txBox="1">
            <a:spLocks noChangeArrowheads="1"/>
          </p:cNvSpPr>
          <p:nvPr/>
        </p:nvSpPr>
        <p:spPr bwMode="auto">
          <a:xfrm>
            <a:off x="1258888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1" name="Text Box 189"/>
          <p:cNvSpPr txBox="1">
            <a:spLocks noChangeArrowheads="1"/>
          </p:cNvSpPr>
          <p:nvPr/>
        </p:nvSpPr>
        <p:spPr bwMode="auto">
          <a:xfrm>
            <a:off x="4716463" y="1773238"/>
            <a:ext cx="420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2" name="Text Box 190"/>
          <p:cNvSpPr txBox="1">
            <a:spLocks noChangeArrowheads="1"/>
          </p:cNvSpPr>
          <p:nvPr/>
        </p:nvSpPr>
        <p:spPr bwMode="auto">
          <a:xfrm>
            <a:off x="44275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3" name="Text Box 191"/>
          <p:cNvSpPr txBox="1">
            <a:spLocks noChangeArrowheads="1"/>
          </p:cNvSpPr>
          <p:nvPr/>
        </p:nvSpPr>
        <p:spPr bwMode="auto">
          <a:xfrm>
            <a:off x="1763713" y="1773238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4" name="Text Box 192"/>
          <p:cNvSpPr txBox="1">
            <a:spLocks noChangeArrowheads="1"/>
          </p:cNvSpPr>
          <p:nvPr/>
        </p:nvSpPr>
        <p:spPr bwMode="auto">
          <a:xfrm>
            <a:off x="2987675" y="17732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5" name="Text Box 193"/>
          <p:cNvSpPr txBox="1">
            <a:spLocks noChangeArrowheads="1"/>
          </p:cNvSpPr>
          <p:nvPr/>
        </p:nvSpPr>
        <p:spPr bwMode="auto">
          <a:xfrm>
            <a:off x="3851275" y="17732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6" name="Text Box 194"/>
          <p:cNvSpPr txBox="1">
            <a:spLocks noChangeArrowheads="1"/>
          </p:cNvSpPr>
          <p:nvPr/>
        </p:nvSpPr>
        <p:spPr bwMode="auto">
          <a:xfrm>
            <a:off x="4211638" y="1773238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7" name="Text Box 195"/>
          <p:cNvSpPr txBox="1">
            <a:spLocks noChangeArrowheads="1"/>
          </p:cNvSpPr>
          <p:nvPr/>
        </p:nvSpPr>
        <p:spPr bwMode="auto">
          <a:xfrm>
            <a:off x="3348038" y="1773238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8" name="Text Box 196"/>
          <p:cNvSpPr txBox="1">
            <a:spLocks noChangeArrowheads="1"/>
          </p:cNvSpPr>
          <p:nvPr/>
        </p:nvSpPr>
        <p:spPr bwMode="auto">
          <a:xfrm>
            <a:off x="1546225" y="1773238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29" name="Text Box 197"/>
          <p:cNvSpPr txBox="1">
            <a:spLocks noChangeArrowheads="1"/>
          </p:cNvSpPr>
          <p:nvPr/>
        </p:nvSpPr>
        <p:spPr bwMode="auto">
          <a:xfrm>
            <a:off x="755650" y="1773238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0" name="Text Box 198"/>
          <p:cNvSpPr txBox="1">
            <a:spLocks noChangeArrowheads="1"/>
          </p:cNvSpPr>
          <p:nvPr/>
        </p:nvSpPr>
        <p:spPr bwMode="auto">
          <a:xfrm>
            <a:off x="1258888" y="1773238"/>
            <a:ext cx="420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1" name="Text Box 199"/>
          <p:cNvSpPr txBox="1">
            <a:spLocks noChangeArrowheads="1"/>
          </p:cNvSpPr>
          <p:nvPr/>
        </p:nvSpPr>
        <p:spPr bwMode="auto">
          <a:xfrm>
            <a:off x="2124075" y="17732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2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2" name="Text Box 200"/>
          <p:cNvSpPr txBox="1">
            <a:spLocks noChangeArrowheads="1"/>
          </p:cNvSpPr>
          <p:nvPr/>
        </p:nvSpPr>
        <p:spPr bwMode="auto">
          <a:xfrm>
            <a:off x="2484438" y="1773238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3" name="Text Box 201"/>
          <p:cNvSpPr txBox="1">
            <a:spLocks noChangeArrowheads="1"/>
          </p:cNvSpPr>
          <p:nvPr/>
        </p:nvSpPr>
        <p:spPr bwMode="auto">
          <a:xfrm>
            <a:off x="27003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4" name="Text Box 202"/>
          <p:cNvSpPr txBox="1">
            <a:spLocks noChangeArrowheads="1"/>
          </p:cNvSpPr>
          <p:nvPr/>
        </p:nvSpPr>
        <p:spPr bwMode="auto">
          <a:xfrm>
            <a:off x="35639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5" name="Text Box 203"/>
          <p:cNvSpPr txBox="1">
            <a:spLocks noChangeArrowheads="1"/>
          </p:cNvSpPr>
          <p:nvPr/>
        </p:nvSpPr>
        <p:spPr bwMode="auto">
          <a:xfrm>
            <a:off x="5148263" y="333375"/>
            <a:ext cx="9350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1100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6" name="Text Box 204"/>
          <p:cNvSpPr txBox="1">
            <a:spLocks noChangeArrowheads="1"/>
          </p:cNvSpPr>
          <p:nvPr/>
        </p:nvSpPr>
        <p:spPr bwMode="auto">
          <a:xfrm>
            <a:off x="5148263" y="765175"/>
            <a:ext cx="9350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1800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7" name="Text Box 205"/>
          <p:cNvSpPr txBox="1">
            <a:spLocks noChangeArrowheads="1"/>
          </p:cNvSpPr>
          <p:nvPr/>
        </p:nvSpPr>
        <p:spPr bwMode="auto">
          <a:xfrm>
            <a:off x="5148263" y="1196975"/>
            <a:ext cx="9350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8" name="Rectangle 206"/>
          <p:cNvSpPr>
            <a:spLocks noChangeArrowheads="1"/>
          </p:cNvSpPr>
          <p:nvPr/>
        </p:nvSpPr>
        <p:spPr bwMode="auto">
          <a:xfrm>
            <a:off x="755650" y="1773238"/>
            <a:ext cx="62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39" name="Rectangle 207"/>
          <p:cNvSpPr>
            <a:spLocks noChangeArrowheads="1"/>
          </p:cNvSpPr>
          <p:nvPr/>
        </p:nvSpPr>
        <p:spPr bwMode="auto">
          <a:xfrm>
            <a:off x="1763713" y="1773238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0" name="Rectangle 208"/>
          <p:cNvSpPr>
            <a:spLocks noChangeArrowheads="1"/>
          </p:cNvSpPr>
          <p:nvPr/>
        </p:nvSpPr>
        <p:spPr bwMode="auto">
          <a:xfrm>
            <a:off x="27003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1" name="Rectangle 209"/>
          <p:cNvSpPr>
            <a:spLocks noChangeArrowheads="1"/>
          </p:cNvSpPr>
          <p:nvPr/>
        </p:nvSpPr>
        <p:spPr bwMode="auto">
          <a:xfrm>
            <a:off x="35639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2" name="Rectangle 210"/>
          <p:cNvSpPr>
            <a:spLocks noChangeArrowheads="1"/>
          </p:cNvSpPr>
          <p:nvPr/>
        </p:nvSpPr>
        <p:spPr bwMode="auto">
          <a:xfrm>
            <a:off x="44275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3" name="Text Box 211"/>
          <p:cNvSpPr txBox="1">
            <a:spLocks noChangeArrowheads="1"/>
          </p:cNvSpPr>
          <p:nvPr/>
        </p:nvSpPr>
        <p:spPr bwMode="auto">
          <a:xfrm>
            <a:off x="395288" y="33337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4" name="Text Box 212"/>
          <p:cNvSpPr txBox="1">
            <a:spLocks noChangeArrowheads="1"/>
          </p:cNvSpPr>
          <p:nvPr/>
        </p:nvSpPr>
        <p:spPr bwMode="auto">
          <a:xfrm>
            <a:off x="1476375" y="333375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5" name="Text Box 213"/>
          <p:cNvSpPr txBox="1">
            <a:spLocks noChangeArrowheads="1"/>
          </p:cNvSpPr>
          <p:nvPr/>
        </p:nvSpPr>
        <p:spPr bwMode="auto">
          <a:xfrm>
            <a:off x="2627313" y="3333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6" name="Text Box 214"/>
          <p:cNvSpPr txBox="1">
            <a:spLocks noChangeArrowheads="1"/>
          </p:cNvSpPr>
          <p:nvPr/>
        </p:nvSpPr>
        <p:spPr bwMode="auto">
          <a:xfrm>
            <a:off x="3419475" y="3333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7" name="Text Box 215"/>
          <p:cNvSpPr txBox="1">
            <a:spLocks noChangeArrowheads="1"/>
          </p:cNvSpPr>
          <p:nvPr/>
        </p:nvSpPr>
        <p:spPr bwMode="auto">
          <a:xfrm>
            <a:off x="4211638" y="3333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8" name="Text Box 216"/>
          <p:cNvSpPr txBox="1">
            <a:spLocks noChangeArrowheads="1"/>
          </p:cNvSpPr>
          <p:nvPr/>
        </p:nvSpPr>
        <p:spPr bwMode="auto">
          <a:xfrm>
            <a:off x="3419475" y="7651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49" name="Text Box 217"/>
          <p:cNvSpPr txBox="1">
            <a:spLocks noChangeArrowheads="1"/>
          </p:cNvSpPr>
          <p:nvPr/>
        </p:nvSpPr>
        <p:spPr bwMode="auto">
          <a:xfrm>
            <a:off x="4211638" y="7651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0" name="Text Box 218"/>
          <p:cNvSpPr txBox="1">
            <a:spLocks noChangeArrowheads="1"/>
          </p:cNvSpPr>
          <p:nvPr/>
        </p:nvSpPr>
        <p:spPr bwMode="auto">
          <a:xfrm>
            <a:off x="2627313" y="7651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1" name="Text Box 219"/>
          <p:cNvSpPr txBox="1">
            <a:spLocks noChangeArrowheads="1"/>
          </p:cNvSpPr>
          <p:nvPr/>
        </p:nvSpPr>
        <p:spPr bwMode="auto">
          <a:xfrm>
            <a:off x="1476375" y="765175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2" name="Text Box 220"/>
          <p:cNvSpPr txBox="1">
            <a:spLocks noChangeArrowheads="1"/>
          </p:cNvSpPr>
          <p:nvPr/>
        </p:nvSpPr>
        <p:spPr bwMode="auto">
          <a:xfrm>
            <a:off x="395288" y="76517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3" name="Text Box 221"/>
          <p:cNvSpPr txBox="1">
            <a:spLocks noChangeArrowheads="1"/>
          </p:cNvSpPr>
          <p:nvPr/>
        </p:nvSpPr>
        <p:spPr bwMode="auto">
          <a:xfrm>
            <a:off x="4211638" y="11969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4" name="Text Box 222"/>
          <p:cNvSpPr txBox="1">
            <a:spLocks noChangeArrowheads="1"/>
          </p:cNvSpPr>
          <p:nvPr/>
        </p:nvSpPr>
        <p:spPr bwMode="auto">
          <a:xfrm>
            <a:off x="2627313" y="11969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5" name="Text Box 223"/>
          <p:cNvSpPr txBox="1">
            <a:spLocks noChangeArrowheads="1"/>
          </p:cNvSpPr>
          <p:nvPr/>
        </p:nvSpPr>
        <p:spPr bwMode="auto">
          <a:xfrm>
            <a:off x="1476375" y="1196975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6" name="Text Box 224"/>
          <p:cNvSpPr txBox="1">
            <a:spLocks noChangeArrowheads="1"/>
          </p:cNvSpPr>
          <p:nvPr/>
        </p:nvSpPr>
        <p:spPr bwMode="auto">
          <a:xfrm>
            <a:off x="3419475" y="11969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7" name="Text Box 225"/>
          <p:cNvSpPr txBox="1">
            <a:spLocks noChangeArrowheads="1"/>
          </p:cNvSpPr>
          <p:nvPr/>
        </p:nvSpPr>
        <p:spPr bwMode="auto">
          <a:xfrm>
            <a:off x="468313" y="1196975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8" name="Text Box 226"/>
          <p:cNvSpPr txBox="1">
            <a:spLocks noChangeArrowheads="1"/>
          </p:cNvSpPr>
          <p:nvPr/>
        </p:nvSpPr>
        <p:spPr bwMode="auto">
          <a:xfrm>
            <a:off x="1403350" y="36449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59" name="Text Box 227"/>
          <p:cNvSpPr txBox="1">
            <a:spLocks noChangeArrowheads="1"/>
          </p:cNvSpPr>
          <p:nvPr/>
        </p:nvSpPr>
        <p:spPr bwMode="auto">
          <a:xfrm>
            <a:off x="1403350" y="40767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60" name="Text Box 228"/>
          <p:cNvSpPr txBox="1">
            <a:spLocks noChangeArrowheads="1"/>
          </p:cNvSpPr>
          <p:nvPr/>
        </p:nvSpPr>
        <p:spPr bwMode="auto">
          <a:xfrm>
            <a:off x="1403350" y="45085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61" name="Text Box 229"/>
          <p:cNvSpPr txBox="1">
            <a:spLocks noChangeArrowheads="1"/>
          </p:cNvSpPr>
          <p:nvPr/>
        </p:nvSpPr>
        <p:spPr bwMode="auto">
          <a:xfrm>
            <a:off x="44275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62" name="Text Box 230"/>
          <p:cNvSpPr txBox="1">
            <a:spLocks noChangeArrowheads="1"/>
          </p:cNvSpPr>
          <p:nvPr/>
        </p:nvSpPr>
        <p:spPr bwMode="auto">
          <a:xfrm>
            <a:off x="27003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63" name="Text Box 231"/>
          <p:cNvSpPr txBox="1">
            <a:spLocks noChangeArrowheads="1"/>
          </p:cNvSpPr>
          <p:nvPr/>
        </p:nvSpPr>
        <p:spPr bwMode="auto">
          <a:xfrm>
            <a:off x="35639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64" name="Text Box 232"/>
          <p:cNvSpPr txBox="1">
            <a:spLocks noChangeArrowheads="1"/>
          </p:cNvSpPr>
          <p:nvPr/>
        </p:nvSpPr>
        <p:spPr bwMode="auto">
          <a:xfrm>
            <a:off x="5148263" y="333375"/>
            <a:ext cx="9350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1100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65" name="Text Box 233"/>
          <p:cNvSpPr txBox="1">
            <a:spLocks noChangeArrowheads="1"/>
          </p:cNvSpPr>
          <p:nvPr/>
        </p:nvSpPr>
        <p:spPr bwMode="auto">
          <a:xfrm>
            <a:off x="5148263" y="765175"/>
            <a:ext cx="9350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1800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66" name="Text Box 234"/>
          <p:cNvSpPr txBox="1">
            <a:spLocks noChangeArrowheads="1"/>
          </p:cNvSpPr>
          <p:nvPr/>
        </p:nvSpPr>
        <p:spPr bwMode="auto">
          <a:xfrm>
            <a:off x="5148263" y="1196975"/>
            <a:ext cx="9350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67" name="Freeform 235"/>
          <p:cNvSpPr>
            <a:spLocks/>
          </p:cNvSpPr>
          <p:nvPr/>
        </p:nvSpPr>
        <p:spPr bwMode="auto">
          <a:xfrm>
            <a:off x="755650" y="3284538"/>
            <a:ext cx="1655763" cy="504825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68" name="Freeform 236"/>
          <p:cNvSpPr>
            <a:spLocks/>
          </p:cNvSpPr>
          <p:nvPr/>
        </p:nvSpPr>
        <p:spPr bwMode="auto">
          <a:xfrm>
            <a:off x="900113" y="3789363"/>
            <a:ext cx="1655762" cy="504825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69" name="Freeform 237"/>
          <p:cNvSpPr>
            <a:spLocks/>
          </p:cNvSpPr>
          <p:nvPr/>
        </p:nvSpPr>
        <p:spPr bwMode="auto">
          <a:xfrm>
            <a:off x="900113" y="4149725"/>
            <a:ext cx="1655762" cy="504825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70" name="Text Box 238"/>
          <p:cNvSpPr txBox="1">
            <a:spLocks noChangeArrowheads="1"/>
          </p:cNvSpPr>
          <p:nvPr/>
        </p:nvSpPr>
        <p:spPr bwMode="auto">
          <a:xfrm>
            <a:off x="6300788" y="549275"/>
            <a:ext cx="1223962" cy="91598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 x1100</a:t>
            </a:r>
          </a:p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</a:p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 x1800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71" name="Text Box 239"/>
          <p:cNvSpPr txBox="1">
            <a:spLocks noChangeArrowheads="1"/>
          </p:cNvSpPr>
          <p:nvPr/>
        </p:nvSpPr>
        <p:spPr bwMode="auto">
          <a:xfrm>
            <a:off x="6372225" y="549275"/>
            <a:ext cx="996950" cy="36671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 x1100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72" name="Text Box 240"/>
          <p:cNvSpPr txBox="1">
            <a:spLocks noChangeArrowheads="1"/>
          </p:cNvSpPr>
          <p:nvPr/>
        </p:nvSpPr>
        <p:spPr bwMode="auto">
          <a:xfrm>
            <a:off x="6300788" y="549275"/>
            <a:ext cx="1223962" cy="146526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 x1100</a:t>
            </a:r>
          </a:p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</a:p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 x1800</a:t>
            </a:r>
          </a:p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</a:p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0x2000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73" name="Text Box 241"/>
          <p:cNvSpPr txBox="1">
            <a:spLocks noChangeArrowheads="1"/>
          </p:cNvSpPr>
          <p:nvPr/>
        </p:nvSpPr>
        <p:spPr bwMode="auto">
          <a:xfrm>
            <a:off x="1476375" y="5229225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Z =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74" name="Text Box 242"/>
          <p:cNvSpPr txBox="1">
            <a:spLocks noChangeArrowheads="1"/>
          </p:cNvSpPr>
          <p:nvPr/>
        </p:nvSpPr>
        <p:spPr bwMode="auto">
          <a:xfrm>
            <a:off x="2195513" y="522922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75" name="Freeform 243"/>
          <p:cNvSpPr>
            <a:spLocks/>
          </p:cNvSpPr>
          <p:nvPr/>
        </p:nvSpPr>
        <p:spPr bwMode="auto">
          <a:xfrm>
            <a:off x="971550" y="3500438"/>
            <a:ext cx="2305050" cy="433387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76" name="Freeform 244"/>
          <p:cNvSpPr>
            <a:spLocks/>
          </p:cNvSpPr>
          <p:nvPr/>
        </p:nvSpPr>
        <p:spPr bwMode="auto">
          <a:xfrm>
            <a:off x="971550" y="4005263"/>
            <a:ext cx="2087563" cy="287337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77" name="Freeform 245"/>
          <p:cNvSpPr>
            <a:spLocks/>
          </p:cNvSpPr>
          <p:nvPr/>
        </p:nvSpPr>
        <p:spPr bwMode="auto">
          <a:xfrm>
            <a:off x="971550" y="4365625"/>
            <a:ext cx="2087563" cy="358775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78" name="Text Box 246"/>
          <p:cNvSpPr txBox="1">
            <a:spLocks noChangeArrowheads="1"/>
          </p:cNvSpPr>
          <p:nvPr/>
        </p:nvSpPr>
        <p:spPr bwMode="auto">
          <a:xfrm>
            <a:off x="2987675" y="522922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79" name="Text Box 247"/>
          <p:cNvSpPr txBox="1">
            <a:spLocks noChangeArrowheads="1"/>
          </p:cNvSpPr>
          <p:nvPr/>
        </p:nvSpPr>
        <p:spPr bwMode="auto">
          <a:xfrm>
            <a:off x="3851275" y="522922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80" name="Text Box 248"/>
          <p:cNvSpPr txBox="1">
            <a:spLocks noChangeArrowheads="1"/>
          </p:cNvSpPr>
          <p:nvPr/>
        </p:nvSpPr>
        <p:spPr bwMode="auto">
          <a:xfrm>
            <a:off x="4716463" y="522922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81" name="Text Box 249"/>
          <p:cNvSpPr txBox="1">
            <a:spLocks noChangeArrowheads="1"/>
          </p:cNvSpPr>
          <p:nvPr/>
        </p:nvSpPr>
        <p:spPr bwMode="auto">
          <a:xfrm>
            <a:off x="5580063" y="522922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82" name="Text Box 250"/>
          <p:cNvSpPr txBox="1">
            <a:spLocks noChangeArrowheads="1"/>
          </p:cNvSpPr>
          <p:nvPr/>
        </p:nvSpPr>
        <p:spPr bwMode="auto">
          <a:xfrm>
            <a:off x="6372225" y="522922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83" name="Freeform 251"/>
          <p:cNvSpPr>
            <a:spLocks/>
          </p:cNvSpPr>
          <p:nvPr/>
        </p:nvSpPr>
        <p:spPr bwMode="auto">
          <a:xfrm rot="5225808">
            <a:off x="2742406" y="4250532"/>
            <a:ext cx="2016125" cy="217488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84" name="Text Box 252"/>
          <p:cNvSpPr txBox="1">
            <a:spLocks noChangeArrowheads="1"/>
          </p:cNvSpPr>
          <p:nvPr/>
        </p:nvSpPr>
        <p:spPr bwMode="auto">
          <a:xfrm>
            <a:off x="2987675" y="5876925"/>
            <a:ext cx="792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-18.5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85" name="Freeform 253"/>
          <p:cNvSpPr>
            <a:spLocks/>
          </p:cNvSpPr>
          <p:nvPr/>
        </p:nvSpPr>
        <p:spPr bwMode="auto">
          <a:xfrm rot="5225808">
            <a:off x="3601244" y="4256882"/>
            <a:ext cx="2016125" cy="217487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86" name="Text Box 254"/>
          <p:cNvSpPr txBox="1">
            <a:spLocks noChangeArrowheads="1"/>
          </p:cNvSpPr>
          <p:nvPr/>
        </p:nvSpPr>
        <p:spPr bwMode="auto">
          <a:xfrm>
            <a:off x="3779838" y="5876925"/>
            <a:ext cx="7921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-20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87" name="Text Box 255"/>
          <p:cNvSpPr txBox="1">
            <a:spLocks noChangeArrowheads="1"/>
          </p:cNvSpPr>
          <p:nvPr/>
        </p:nvSpPr>
        <p:spPr bwMode="auto">
          <a:xfrm>
            <a:off x="7308850" y="5876925"/>
            <a:ext cx="792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rgbClr val="0000FF"/>
                </a:solidFill>
              </a:rPr>
              <a:t>Zj-Cj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5488" name="Freeform 256"/>
          <p:cNvSpPr>
            <a:spLocks/>
          </p:cNvSpPr>
          <p:nvPr/>
        </p:nvSpPr>
        <p:spPr bwMode="auto">
          <a:xfrm rot="5225808">
            <a:off x="4393406" y="4256882"/>
            <a:ext cx="2016125" cy="217488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89" name="Text Box 257"/>
          <p:cNvSpPr txBox="1">
            <a:spLocks noChangeArrowheads="1"/>
          </p:cNvSpPr>
          <p:nvPr/>
        </p:nvSpPr>
        <p:spPr bwMode="auto">
          <a:xfrm>
            <a:off x="4643438" y="5876925"/>
            <a:ext cx="7921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90" name="Freeform 258"/>
          <p:cNvSpPr>
            <a:spLocks/>
          </p:cNvSpPr>
          <p:nvPr/>
        </p:nvSpPr>
        <p:spPr bwMode="auto">
          <a:xfrm rot="5225808">
            <a:off x="5257006" y="4256882"/>
            <a:ext cx="2016125" cy="217488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91" name="Text Box 259"/>
          <p:cNvSpPr txBox="1">
            <a:spLocks noChangeArrowheads="1"/>
          </p:cNvSpPr>
          <p:nvPr/>
        </p:nvSpPr>
        <p:spPr bwMode="auto">
          <a:xfrm>
            <a:off x="5435600" y="5876925"/>
            <a:ext cx="792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5492" name="Freeform 260"/>
          <p:cNvSpPr>
            <a:spLocks/>
          </p:cNvSpPr>
          <p:nvPr/>
        </p:nvSpPr>
        <p:spPr bwMode="auto">
          <a:xfrm rot="5225808">
            <a:off x="6120606" y="4256882"/>
            <a:ext cx="2016125" cy="217488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5493" name="Text Box 261"/>
          <p:cNvSpPr txBox="1">
            <a:spLocks noChangeArrowheads="1"/>
          </p:cNvSpPr>
          <p:nvPr/>
        </p:nvSpPr>
        <p:spPr bwMode="auto">
          <a:xfrm>
            <a:off x="6227763" y="5876925"/>
            <a:ext cx="7921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5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5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9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5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5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9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5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9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5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1000"/>
                                        <p:tgtEl>
                                          <p:spTgt spid="9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5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5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4" dur="1000"/>
                                        <p:tgtEl>
                                          <p:spTgt spid="9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5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5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9" dur="1000"/>
                                        <p:tgtEl>
                                          <p:spTgt spid="9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4" dur="1000"/>
                                        <p:tgtEl>
                                          <p:spTgt spid="9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5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5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9" dur="1000"/>
                                        <p:tgtEl>
                                          <p:spTgt spid="9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4" dur="1000"/>
                                        <p:tgtEl>
                                          <p:spTgt spid="9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5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5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" dur="1000"/>
                                        <p:tgtEl>
                                          <p:spTgt spid="9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4" dur="1000"/>
                                        <p:tgtEl>
                                          <p:spTgt spid="9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5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5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9" dur="1000"/>
                                        <p:tgtEl>
                                          <p:spTgt spid="9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5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5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4" dur="1000"/>
                                        <p:tgtEl>
                                          <p:spTgt spid="9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9" dur="1000"/>
                                        <p:tgtEl>
                                          <p:spTgt spid="9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4" dur="1000"/>
                                        <p:tgtEl>
                                          <p:spTgt spid="9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9" dur="1000"/>
                                        <p:tgtEl>
                                          <p:spTgt spid="9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5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5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5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95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5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5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5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95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1" dur="1000"/>
                                        <p:tgtEl>
                                          <p:spTgt spid="9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95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95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6" dur="1000"/>
                                        <p:tgtEl>
                                          <p:spTgt spid="9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95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95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1" dur="1000"/>
                                        <p:tgtEl>
                                          <p:spTgt spid="9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5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5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6" dur="1000"/>
                                        <p:tgtEl>
                                          <p:spTgt spid="9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5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95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1" dur="1000"/>
                                        <p:tgtEl>
                                          <p:spTgt spid="9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95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95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6" dur="1000"/>
                                        <p:tgtEl>
                                          <p:spTgt spid="9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95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95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1" dur="1000"/>
                                        <p:tgtEl>
                                          <p:spTgt spid="9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95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95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6" dur="1000"/>
                                        <p:tgtEl>
                                          <p:spTgt spid="9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5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95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1" dur="1000"/>
                                        <p:tgtEl>
                                          <p:spTgt spid="9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95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95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6" dur="1000"/>
                                        <p:tgtEl>
                                          <p:spTgt spid="9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95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95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1" dur="1000"/>
                                        <p:tgtEl>
                                          <p:spTgt spid="9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95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95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6" dur="1000"/>
                                        <p:tgtEl>
                                          <p:spTgt spid="9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95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95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1" dur="1000"/>
                                        <p:tgtEl>
                                          <p:spTgt spid="9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95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95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6" dur="1000"/>
                                        <p:tgtEl>
                                          <p:spTgt spid="9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95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95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95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95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95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95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95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95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07" dur="1000"/>
                                        <p:tgtEl>
                                          <p:spTgt spid="9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95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95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2" dur="1000"/>
                                        <p:tgtEl>
                                          <p:spTgt spid="9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95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95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7" dur="1000"/>
                                        <p:tgtEl>
                                          <p:spTgt spid="9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95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95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2" dur="1000"/>
                                        <p:tgtEl>
                                          <p:spTgt spid="9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95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95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7" dur="1000"/>
                                        <p:tgtEl>
                                          <p:spTgt spid="9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95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95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2" dur="1000"/>
                                        <p:tgtEl>
                                          <p:spTgt spid="9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95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95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7" dur="1000"/>
                                        <p:tgtEl>
                                          <p:spTgt spid="9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95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95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2" dur="1000"/>
                                        <p:tgtEl>
                                          <p:spTgt spid="9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95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95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7" dur="1000"/>
                                        <p:tgtEl>
                                          <p:spTgt spid="9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5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95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2" dur="1000"/>
                                        <p:tgtEl>
                                          <p:spTgt spid="9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95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95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7" dur="1000"/>
                                        <p:tgtEl>
                                          <p:spTgt spid="9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95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95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2" dur="1000"/>
                                        <p:tgtEl>
                                          <p:spTgt spid="9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95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9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7" dur="1000"/>
                                        <p:tgtEl>
                                          <p:spTgt spid="9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95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95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2" dur="1000"/>
                                        <p:tgtEl>
                                          <p:spTgt spid="9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95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95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7" dur="1000"/>
                                        <p:tgtEl>
                                          <p:spTgt spid="9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95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95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95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95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95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95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95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95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8" dur="1000"/>
                                        <p:tgtEl>
                                          <p:spTgt spid="9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95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1000" fill="hold"/>
                                        <p:tgtEl>
                                          <p:spTgt spid="95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3" dur="1000"/>
                                        <p:tgtEl>
                                          <p:spTgt spid="9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95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95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8" dur="1000"/>
                                        <p:tgtEl>
                                          <p:spTgt spid="9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95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000" fill="hold"/>
                                        <p:tgtEl>
                                          <p:spTgt spid="95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3" dur="1000"/>
                                        <p:tgtEl>
                                          <p:spTgt spid="9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95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95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8" dur="1000"/>
                                        <p:tgtEl>
                                          <p:spTgt spid="9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95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1000" fill="hold"/>
                                        <p:tgtEl>
                                          <p:spTgt spid="95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3" dur="1000"/>
                                        <p:tgtEl>
                                          <p:spTgt spid="9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95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1000" fill="hold"/>
                                        <p:tgtEl>
                                          <p:spTgt spid="95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8" dur="1000"/>
                                        <p:tgtEl>
                                          <p:spTgt spid="95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95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1000" fill="hold"/>
                                        <p:tgtEl>
                                          <p:spTgt spid="95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43" dur="1000"/>
                                        <p:tgtEl>
                                          <p:spTgt spid="9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95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95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48" dur="1000"/>
                                        <p:tgtEl>
                                          <p:spTgt spid="9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95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1000" fill="hold"/>
                                        <p:tgtEl>
                                          <p:spTgt spid="95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3" dur="1000"/>
                                        <p:tgtEl>
                                          <p:spTgt spid="9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6" dur="1000" fill="hold"/>
                                        <p:tgtEl>
                                          <p:spTgt spid="95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1000" fill="hold"/>
                                        <p:tgtEl>
                                          <p:spTgt spid="95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8" dur="1000"/>
                                        <p:tgtEl>
                                          <p:spTgt spid="9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1" dur="1000" fill="hold"/>
                                        <p:tgtEl>
                                          <p:spTgt spid="95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1000" fill="hold"/>
                                        <p:tgtEl>
                                          <p:spTgt spid="95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3" dur="1000"/>
                                        <p:tgtEl>
                                          <p:spTgt spid="9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95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1000" fill="hold"/>
                                        <p:tgtEl>
                                          <p:spTgt spid="95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8" dur="1000"/>
                                        <p:tgtEl>
                                          <p:spTgt spid="9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1000" fill="hold"/>
                                        <p:tgtEl>
                                          <p:spTgt spid="95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000" fill="hold"/>
                                        <p:tgtEl>
                                          <p:spTgt spid="95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3" dur="1000"/>
                                        <p:tgtEl>
                                          <p:spTgt spid="9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1000" fill="hold"/>
                                        <p:tgtEl>
                                          <p:spTgt spid="95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1000" fill="hold"/>
                                        <p:tgtEl>
                                          <p:spTgt spid="95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0" dur="1000"/>
                                        <p:tgtEl>
                                          <p:spTgt spid="9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0.00023 C 0.05416 -0.00602 0.10902 -0.01181 0.1493 0.01851 C 0.18941 0.04884 0.21475 0.11574 0.24027 0.18333 " pathEditMode="relative" rAng="0" ptsTypes="aaA">
                                      <p:cBhvr>
                                        <p:cTn id="384" dur="2000" fill="hold"/>
                                        <p:tgtEl>
                                          <p:spTgt spid="95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" y="85"/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00162 C 0.04132 -0.01042 0.08281 -0.02176 0.12326 0.00833 C 0.16389 0.03842 0.22379 0.15462 0.24375 0.18333 " pathEditMode="relative" rAng="0" ptsTypes="aaA">
                                      <p:cBhvr>
                                        <p:cTn id="390" dur="2000" fill="hold"/>
                                        <p:tgtEl>
                                          <p:spTgt spid="95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79"/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50867E-6 C 0.0743 0.00069 0.14895 0.00208 0.18819 0.0326 C 0.22725 0.06312 0.2309 0.123 0.23489 0.18312 " pathEditMode="relative" rAng="0" ptsTypes="aaA">
                                      <p:cBhvr>
                                        <p:cTn id="396" dur="2000" fill="hold"/>
                                        <p:tgtEl>
                                          <p:spTgt spid="95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92"/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00416 C 0.05191 -0.01112 0.10417 -0.0257 0.14323 0.00416 C 0.18247 0.03402 0.20851 0.10833 0.2349 0.18333 " pathEditMode="relative" rAng="0" ptsTypes="aaA">
                                      <p:cBhvr>
                                        <p:cTn id="402" dur="2000" fill="hold"/>
                                        <p:tgtEl>
                                          <p:spTgt spid="954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75"/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0.003 C 0.04809 -0.01366 0.09635 -0.0301 0.1342 -0.00024 C 0.17204 0.02986 0.19947 0.10648 0.22708 0.18333 " pathEditMode="relative" rAng="0" ptsTypes="aaA">
                                      <p:cBhvr>
                                        <p:cTn id="408" dur="2000" fill="hold"/>
                                        <p:tgtEl>
                                          <p:spTgt spid="954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" y="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50867E-6 C 0.07725 0.0185 0.15486 0.03746 0.2026 0.11839 C 0.25034 0.19954 0.27309 0.42544 0.2875 0.48717 " pathEditMode="relative" rAng="0" ptsTypes="aaA">
                                      <p:cBhvr>
                                        <p:cTn id="412" dur="2000" fill="hold"/>
                                        <p:tgtEl>
                                          <p:spTgt spid="954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" y="243"/>
                                    </p:animMotion>
                                  </p:childTnLst>
                                </p:cTn>
                              </p:par>
                              <p:par>
                                <p:cTn id="4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50867E-6 C 0.02379 0.00787 0.10174 0.02266 0.14011 0.04856 C 0.17848 0.07399 0.20955 0.08162 0.23021 0.15446 C 0.25087 0.22752 0.25886 0.43145 0.26476 0.48717 " pathEditMode="relative" rAng="0" ptsTypes="aaaa">
                                      <p:cBhvr>
                                        <p:cTn id="418" dur="2000" fill="hold"/>
                                        <p:tgtEl>
                                          <p:spTgt spid="95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" y="243"/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50867E-6 C 0.09722 0.08093 0.19462 0.16232 0.24288 0.48717 " pathEditMode="relative" rAng="0" ptsTypes="aA">
                                      <p:cBhvr>
                                        <p:cTn id="424" dur="2000" fill="hold"/>
                                        <p:tgtEl>
                                          <p:spTgt spid="954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243"/>
                                    </p:animMotion>
                                  </p:childTnLst>
                                </p:cTn>
                              </p:par>
                              <p:par>
                                <p:cTn id="425" presetID="1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50867E-6 C 0.08542 0.09665 0.17101 0.1933 0.24288 0.48717 " pathEditMode="relative" rAng="0" ptsTypes="aA">
                                      <p:cBhvr>
                                        <p:cTn id="430" dur="2000" fill="hold"/>
                                        <p:tgtEl>
                                          <p:spTgt spid="954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243"/>
                                    </p:animMotion>
                                  </p:childTnLst>
                                </p:cTn>
                              </p:par>
                              <p:par>
                                <p:cTn id="431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50867E-6 C 0.10053 0.11284 0.20105 0.22567 0.2507 0.48717 " pathEditMode="relative" rAng="0" ptsTypes="aA">
                                      <p:cBhvr>
                                        <p:cTn id="436" dur="2000" fill="hold"/>
                                        <p:tgtEl>
                                          <p:spTgt spid="95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2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68208E-6 C 0.06806 0.02174 0.13646 0.0437 0.17691 0.12486 C 0.21736 0.20602 0.23004 0.34613 0.24288 0.48717 " pathEditMode="relative" rAng="0" ptsTypes="aaA">
                                      <p:cBhvr>
                                        <p:cTn id="440" dur="2000" fill="hold"/>
                                        <p:tgtEl>
                                          <p:spTgt spid="95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243"/>
                                    </p:animMotion>
                                  </p:childTnLst>
                                </p:cTn>
                              </p:par>
                              <p:par>
                                <p:cTn id="44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68208E-6 C 0.07032 0.02197 0.14098 0.04394 0.18264 0.12509 C 0.22448 0.20625 0.2375 0.34659 0.2507 0.48694 " pathEditMode="relative" rAng="0" ptsTypes="aaA">
                                      <p:cBhvr>
                                        <p:cTn id="442" dur="2000" fill="hold"/>
                                        <p:tgtEl>
                                          <p:spTgt spid="95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243"/>
                                    </p:animMotion>
                                  </p:childTnLst>
                                </p:cTn>
                              </p:par>
                              <p:par>
                                <p:cTn id="4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68208E-6 C 0.06788 0.02174 0.13629 0.0437 0.17656 0.12463 C 0.21719 0.20602 0.22986 0.34636 0.24288 0.48717 " pathEditMode="relative" rAng="0" ptsTypes="aaA">
                                      <p:cBhvr>
                                        <p:cTn id="444" dur="2000" fill="hold"/>
                                        <p:tgtEl>
                                          <p:spTgt spid="954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243"/>
                                    </p:animMotion>
                                  </p:childTnLst>
                                </p:cTn>
                              </p:par>
                              <p:par>
                                <p:cTn id="44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4.68208E-6 C 0.07378 0.02197 0.14809 0.04394 0.19201 0.12509 C 0.23611 0.20625 0.24983 0.34659 0.26389 0.48717 " pathEditMode="relative" rAng="0" ptsTypes="aaA">
                                      <p:cBhvr>
                                        <p:cTn id="446" dur="2000" fill="hold"/>
                                        <p:tgtEl>
                                          <p:spTgt spid="95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" y="243"/>
                                    </p:animMotion>
                                  </p:childTnLst>
                                </p:cTn>
                              </p:par>
                              <p:par>
                                <p:cTn id="4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68208E-6 C 0.08055 0.02197 0.16163 0.04394 0.20937 0.12509 C 0.25729 0.20625 0.27222 0.34659 0.2875 0.48717 " pathEditMode="relative" rAng="0" ptsTypes="aaA">
                                      <p:cBhvr>
                                        <p:cTn id="448" dur="2000" fill="hold"/>
                                        <p:tgtEl>
                                          <p:spTgt spid="95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" y="2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85549E-6 C 0.06789 0.03862 0.13577 0.07746 0.17743 0.15862 C 0.21928 0.24 0.2349 0.36324 0.2507 0.48717 " pathEditMode="relative" rAng="0" ptsTypes="aaA">
                                      <p:cBhvr>
                                        <p:cTn id="452" dur="2000" fill="hold"/>
                                        <p:tgtEl>
                                          <p:spTgt spid="95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243"/>
                                    </p:animMotion>
                                  </p:childTnLst>
                                </p:cTn>
                              </p:par>
                              <p:par>
                                <p:cTn id="45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85549E-6 C 0.06563 0.03862 0.13142 0.07746 0.17188 0.15885 C 0.21233 0.24 0.22743 0.36347 0.24288 0.48717 " pathEditMode="relative" rAng="0" ptsTypes="aaA">
                                      <p:cBhvr>
                                        <p:cTn id="454" dur="2000" fill="hold"/>
                                        <p:tgtEl>
                                          <p:spTgt spid="95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243"/>
                                    </p:animMotion>
                                  </p:childTnLst>
                                </p:cTn>
                              </p:par>
                              <p:par>
                                <p:cTn id="45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5549E-6 C 0.07153 0.03862 0.14323 0.07746 0.18733 0.15885 C 0.23143 0.24 0.24792 0.36324 0.26476 0.48717 " pathEditMode="relative" rAng="0" ptsTypes="aaA">
                                      <p:cBhvr>
                                        <p:cTn id="456" dur="2000" fill="hold"/>
                                        <p:tgtEl>
                                          <p:spTgt spid="95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" y="243"/>
                                    </p:animMotion>
                                  </p:childTnLst>
                                </p:cTn>
                              </p:par>
                              <p:par>
                                <p:cTn id="4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5549E-6 C 0.06563 0.03862 0.13143 0.07746 0.17188 0.15885 C 0.21233 0.24 0.22743 0.36347 0.24288 0.48717 " pathEditMode="relative" rAng="0" ptsTypes="aaA">
                                      <p:cBhvr>
                                        <p:cTn id="458" dur="2000" fill="hold"/>
                                        <p:tgtEl>
                                          <p:spTgt spid="954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243"/>
                                    </p:animMotion>
                                  </p:childTnLst>
                                </p:cTn>
                              </p:par>
                              <p:par>
                                <p:cTn id="45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4.85549E-6 C 0.07639 0.03839 0.15312 0.07723 0.20017 0.15839 C 0.24757 0.23977 0.26528 0.36301 0.28351 0.48717 " pathEditMode="relative" rAng="0" ptsTypes="aaA">
                                      <p:cBhvr>
                                        <p:cTn id="460" dur="2000" fill="hold"/>
                                        <p:tgtEl>
                                          <p:spTgt spid="954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" y="2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500"/>
                            </p:stCondLst>
                            <p:childTnLst>
                              <p:par>
                                <p:cTn id="46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4.50867E-6 C -0.09236 0.06404 -0.18438 0.12832 -0.22969 0.27745 " pathEditMode="relative" rAng="0" ptsTypes="aA">
                                      <p:cBhvr>
                                        <p:cTn id="478" dur="2000" fill="hold"/>
                                        <p:tgtEl>
                                          <p:spTgt spid="954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" y="139"/>
                                    </p:animMotion>
                                  </p:childTnLst>
                                </p:cTn>
                              </p:par>
                              <p:par>
                                <p:cTn id="47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50867E-6 C -0.13003 0.07861 -0.26007 0.15745 -0.32413 0.34034 " pathEditMode="relative" rAng="0" ptsTypes="aA">
                                      <p:cBhvr>
                                        <p:cTn id="484" dur="2000" fill="hold"/>
                                        <p:tgtEl>
                                          <p:spTgt spid="954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" y="1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4.50867E-6 C -0.16841 0.09294 -0.33612 0.18635 -0.41858 0.40323 " pathEditMode="relative" rAng="0" ptsTypes="aA">
                                      <p:cBhvr>
                                        <p:cTn id="488" dur="2000" fill="hold"/>
                                        <p:tgtEl>
                                          <p:spTgt spid="954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" y="2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524 0.00486 C -0.17517 0.07862 -0.31475 0.15237 -0.36406 0.23307 C -0.41337 0.3133 -0.33784 0.44509 -0.33212 0.48717 " pathEditMode="relative" rAng="0" ptsTypes="aaA">
                                      <p:cBhvr>
                                        <p:cTn id="492" dur="2000" fill="hold"/>
                                        <p:tgtEl>
                                          <p:spTgt spid="954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" y="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68208E-6 C -0.1434 0.05688 -0.28663 0.11422 -0.34236 0.19561 C -0.39757 0.27677 -0.3658 0.38174 -0.3335 0.48717 " pathEditMode="relative" rAng="0" ptsTypes="aaA">
                                      <p:cBhvr>
                                        <p:cTn id="496" dur="2000" fill="hold"/>
                                        <p:tgtEl>
                                          <p:spTgt spid="954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" y="2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85549E-6 C -0.13576 0.07977 -0.271 0.16 -0.32656 0.24116 C -0.38177 0.32232 -0.35781 0.40463 -0.33333 0.48717 " pathEditMode="relative" rAng="0" ptsTypes="aaA">
                                      <p:cBhvr>
                                        <p:cTn id="500" dur="2000" fill="hold"/>
                                        <p:tgtEl>
                                          <p:spTgt spid="954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" y="2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7" fill="hold">
                            <p:stCondLst>
                              <p:cond delay="500"/>
                            </p:stCondLst>
                            <p:childTnLst>
                              <p:par>
                                <p:cTn id="538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1000" fill="hold"/>
                                        <p:tgtEl>
                                          <p:spTgt spid="95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1000" fill="hold"/>
                                        <p:tgtEl>
                                          <p:spTgt spid="95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48" dur="1000"/>
                                        <p:tgtEl>
                                          <p:spTgt spid="9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1000" fill="hold"/>
                                        <p:tgtEl>
                                          <p:spTgt spid="95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1000" fill="hold"/>
                                        <p:tgtEl>
                                          <p:spTgt spid="95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6" dur="1000"/>
                                        <p:tgtEl>
                                          <p:spTgt spid="9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1000" fill="hold"/>
                                        <p:tgtEl>
                                          <p:spTgt spid="95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1000" fill="hold"/>
                                        <p:tgtEl>
                                          <p:spTgt spid="95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83" dur="1000"/>
                                        <p:tgtEl>
                                          <p:spTgt spid="9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ite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1000" fill="hold"/>
                                        <p:tgtEl>
                                          <p:spTgt spid="95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1000" fill="hold"/>
                                        <p:tgtEl>
                                          <p:spTgt spid="95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0" dur="1000"/>
                                        <p:tgtEl>
                                          <p:spTgt spid="9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1000" fill="hold"/>
                                        <p:tgtEl>
                                          <p:spTgt spid="95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1000" fill="hold"/>
                                        <p:tgtEl>
                                          <p:spTgt spid="95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97" dur="1000"/>
                                        <p:tgtEl>
                                          <p:spTgt spid="9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1000" fill="hold"/>
                                        <p:tgtEl>
                                          <p:spTgt spid="95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1000" fill="hold"/>
                                        <p:tgtEl>
                                          <p:spTgt spid="95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4" dur="1000"/>
                                        <p:tgtEl>
                                          <p:spTgt spid="9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indefinite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presetID="4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2" dur="100"/>
                                        <p:tgtEl>
                                          <p:spTgt spid="954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3" dur="400" fill="hold"/>
                                        <p:tgtEl>
                                          <p:spTgt spid="95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4" dur="400" fill="hold"/>
                                        <p:tgtEl>
                                          <p:spTgt spid="95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5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5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1" dur="1000" fill="hold"/>
                                        <p:tgtEl>
                                          <p:spTgt spid="95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2" dur="1000" fill="hold"/>
                                        <p:tgtEl>
                                          <p:spTgt spid="95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23" dur="1000"/>
                                        <p:tgtEl>
                                          <p:spTgt spid="9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1000"/>
                            </p:stCondLst>
                            <p:childTnLst>
                              <p:par>
                                <p:cTn id="6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5" dur="1000" fill="hold"/>
                                        <p:tgtEl>
                                          <p:spTgt spid="95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6" dur="1000" fill="hold"/>
                                        <p:tgtEl>
                                          <p:spTgt spid="95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37" dur="1000"/>
                                        <p:tgtEl>
                                          <p:spTgt spid="9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8" fill="hold">
                            <p:stCondLst>
                              <p:cond delay="1000"/>
                            </p:stCondLst>
                            <p:childTnLst>
                              <p:par>
                                <p:cTn id="63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1" fill="hold">
                      <p:stCondLst>
                        <p:cond delay="indefinite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9" dur="1000" fill="hold"/>
                                        <p:tgtEl>
                                          <p:spTgt spid="95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0" dur="1000" fill="hold"/>
                                        <p:tgtEl>
                                          <p:spTgt spid="95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51" dur="1000"/>
                                        <p:tgtEl>
                                          <p:spTgt spid="95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2" fill="hold">
                            <p:stCondLst>
                              <p:cond delay="1000"/>
                            </p:stCondLst>
                            <p:childTnLst>
                              <p:par>
                                <p:cTn id="65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3" dur="1000" fill="hold"/>
                                        <p:tgtEl>
                                          <p:spTgt spid="95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4" dur="1000" fill="hold"/>
                                        <p:tgtEl>
                                          <p:spTgt spid="95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65" dur="1000"/>
                                        <p:tgtEl>
                                          <p:spTgt spid="9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6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indefinite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7" dur="1000" fill="hold"/>
                                        <p:tgtEl>
                                          <p:spTgt spid="95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8" dur="1000" fill="hold"/>
                                        <p:tgtEl>
                                          <p:spTgt spid="95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79" dur="1000"/>
                                        <p:tgtEl>
                                          <p:spTgt spid="9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1000"/>
                            </p:stCondLst>
                            <p:childTnLst>
                              <p:par>
                                <p:cTn id="68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68" grpId="0"/>
      <p:bldP spid="95370" grpId="0"/>
      <p:bldP spid="95371" grpId="0"/>
      <p:bldP spid="95372" grpId="0"/>
      <p:bldP spid="95374" grpId="0"/>
      <p:bldP spid="95375" grpId="0"/>
      <p:bldP spid="95376" grpId="0"/>
      <p:bldP spid="95377" grpId="0"/>
      <p:bldP spid="95378" grpId="0"/>
      <p:bldP spid="95379" grpId="0"/>
      <p:bldP spid="95380" grpId="0"/>
      <p:bldP spid="95381" grpId="0"/>
      <p:bldP spid="95382" grpId="0"/>
      <p:bldP spid="95383" grpId="0"/>
      <p:bldP spid="95385" grpId="0"/>
      <p:bldP spid="95386" grpId="0"/>
      <p:bldP spid="95388" grpId="0"/>
      <p:bldP spid="95389" grpId="0"/>
      <p:bldP spid="95390" grpId="0"/>
      <p:bldP spid="95391" grpId="0"/>
      <p:bldP spid="95392" grpId="0"/>
      <p:bldP spid="95393" grpId="0"/>
      <p:bldP spid="95394" grpId="0"/>
      <p:bldP spid="95395" grpId="0"/>
      <p:bldP spid="95396" grpId="0"/>
      <p:bldP spid="95397" grpId="0"/>
      <p:bldP spid="95398" grpId="0"/>
      <p:bldP spid="95399" grpId="0"/>
      <p:bldP spid="95400" grpId="0"/>
      <p:bldP spid="95401" grpId="0"/>
      <p:bldP spid="95402" grpId="0"/>
      <p:bldP spid="95403" grpId="0"/>
      <p:bldP spid="95404" grpId="0"/>
      <p:bldP spid="95405" grpId="0"/>
      <p:bldP spid="95406" grpId="0"/>
      <p:bldP spid="95407" grpId="0"/>
      <p:bldP spid="95408" grpId="0"/>
      <p:bldP spid="95409" grpId="0"/>
      <p:bldP spid="95410" grpId="0"/>
      <p:bldP spid="95411" grpId="0"/>
      <p:bldP spid="95412" grpId="0"/>
      <p:bldP spid="95413" grpId="0"/>
      <p:bldP spid="95414" grpId="0"/>
      <p:bldP spid="95415" grpId="0"/>
      <p:bldP spid="95416" grpId="0"/>
      <p:bldP spid="95417" grpId="0"/>
      <p:bldP spid="95418" grpId="0"/>
      <p:bldP spid="95419" grpId="0"/>
      <p:bldP spid="95420" grpId="0"/>
      <p:bldP spid="95421" grpId="0"/>
      <p:bldP spid="95422" grpId="0"/>
      <p:bldP spid="95423" grpId="0"/>
      <p:bldP spid="95424" grpId="0"/>
      <p:bldP spid="95425" grpId="0"/>
      <p:bldP spid="95426" grpId="0"/>
      <p:bldP spid="95427" grpId="0"/>
      <p:bldP spid="95428" grpId="0"/>
      <p:bldP spid="95429" grpId="0"/>
      <p:bldP spid="95429" grpId="1"/>
      <p:bldP spid="95430" grpId="0"/>
      <p:bldP spid="95431" grpId="0"/>
      <p:bldP spid="95432" grpId="0"/>
      <p:bldP spid="95433" grpId="0"/>
      <p:bldP spid="95434" grpId="0"/>
      <p:bldP spid="95435" grpId="0"/>
      <p:bldP spid="95436" grpId="0"/>
      <p:bldP spid="95437" grpId="0"/>
      <p:bldP spid="95439" grpId="0"/>
      <p:bldP spid="95440" grpId="0"/>
      <p:bldP spid="95440" grpId="1"/>
      <p:bldP spid="95441" grpId="0"/>
      <p:bldP spid="95441" grpId="1"/>
      <p:bldP spid="95442" grpId="0"/>
      <p:bldP spid="95442" grpId="1"/>
      <p:bldP spid="95443" grpId="0"/>
      <p:bldP spid="95443" grpId="1"/>
      <p:bldP spid="95444" grpId="0"/>
      <p:bldP spid="95444" grpId="1"/>
      <p:bldP spid="95445" grpId="0"/>
      <p:bldP spid="95445" grpId="1"/>
      <p:bldP spid="95446" grpId="0"/>
      <p:bldP spid="95446" grpId="1"/>
      <p:bldP spid="95447" grpId="0"/>
      <p:bldP spid="95447" grpId="1"/>
      <p:bldP spid="95448" grpId="0"/>
      <p:bldP spid="95448" grpId="1"/>
      <p:bldP spid="95449" grpId="0"/>
      <p:bldP spid="95449" grpId="1"/>
      <p:bldP spid="95450" grpId="0"/>
      <p:bldP spid="95450" grpId="1"/>
      <p:bldP spid="95451" grpId="0"/>
      <p:bldP spid="95451" grpId="1"/>
      <p:bldP spid="95452" grpId="0"/>
      <p:bldP spid="95452" grpId="1"/>
      <p:bldP spid="95453" grpId="0"/>
      <p:bldP spid="95453" grpId="1"/>
      <p:bldP spid="95454" grpId="0"/>
      <p:bldP spid="95454" grpId="1"/>
      <p:bldP spid="95455" grpId="0"/>
      <p:bldP spid="95455" grpId="1"/>
      <p:bldP spid="95456" grpId="0"/>
      <p:bldP spid="95456" grpId="1"/>
      <p:bldP spid="95457" grpId="0"/>
      <p:bldP spid="95457" grpId="1"/>
      <p:bldP spid="95458" grpId="0"/>
      <p:bldP spid="95459" grpId="0"/>
      <p:bldP spid="95460" grpId="0"/>
      <p:bldP spid="95461" grpId="0"/>
      <p:bldP spid="95461" grpId="1"/>
      <p:bldP spid="95462" grpId="0"/>
      <p:bldP spid="95462" grpId="1"/>
      <p:bldP spid="95463" grpId="0"/>
      <p:bldP spid="95463" grpId="1"/>
      <p:bldP spid="95464" grpId="0"/>
      <p:bldP spid="95464" grpId="1"/>
      <p:bldP spid="95465" grpId="0"/>
      <p:bldP spid="95465" grpId="1"/>
      <p:bldP spid="95466" grpId="0"/>
      <p:bldP spid="95466" grpId="1"/>
      <p:bldP spid="95467" grpId="0" animBg="1"/>
      <p:bldP spid="95467" grpId="1" animBg="1"/>
      <p:bldP spid="95468" grpId="0" animBg="1"/>
      <p:bldP spid="95468" grpId="1" animBg="1"/>
      <p:bldP spid="95469" grpId="0" animBg="1"/>
      <p:bldP spid="95469" grpId="1" animBg="1"/>
      <p:bldP spid="95470" grpId="0" animBg="1"/>
      <p:bldP spid="95470" grpId="1" animBg="1"/>
      <p:bldP spid="95471" grpId="0" animBg="1"/>
      <p:bldP spid="95471" grpId="1" animBg="1"/>
      <p:bldP spid="95472" grpId="0" animBg="1"/>
      <p:bldP spid="95472" grpId="1" animBg="1"/>
      <p:bldP spid="95473" grpId="0"/>
      <p:bldP spid="95474" grpId="0"/>
      <p:bldP spid="95475" grpId="0" animBg="1"/>
      <p:bldP spid="95475" grpId="1" animBg="1"/>
      <p:bldP spid="95476" grpId="0" animBg="1"/>
      <p:bldP spid="95476" grpId="1" animBg="1"/>
      <p:bldP spid="95477" grpId="0" animBg="1"/>
      <p:bldP spid="95477" grpId="1" animBg="1"/>
      <p:bldP spid="95478" grpId="0"/>
      <p:bldP spid="95479" grpId="0"/>
      <p:bldP spid="95480" grpId="0"/>
      <p:bldP spid="95481" grpId="0"/>
      <p:bldP spid="95482" grpId="0"/>
      <p:bldP spid="95483" grpId="0" animBg="1"/>
      <p:bldP spid="95483" grpId="1" animBg="1"/>
      <p:bldP spid="95484" grpId="0"/>
      <p:bldP spid="95485" grpId="0" animBg="1"/>
      <p:bldP spid="95485" grpId="1" animBg="1"/>
      <p:bldP spid="95486" grpId="0"/>
      <p:bldP spid="95487" grpId="0"/>
      <p:bldP spid="95488" grpId="0" animBg="1"/>
      <p:bldP spid="95488" grpId="1" animBg="1"/>
      <p:bldP spid="95489" grpId="0"/>
      <p:bldP spid="95490" grpId="0" animBg="1"/>
      <p:bldP spid="95490" grpId="1" animBg="1"/>
      <p:bldP spid="95491" grpId="0"/>
      <p:bldP spid="95492" grpId="0" animBg="1"/>
      <p:bldP spid="95492" grpId="1" animBg="1"/>
      <p:bldP spid="9549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2" name="Group 2"/>
          <p:cNvGraphicFramePr>
            <a:graphicFrameLocks noGrp="1"/>
          </p:cNvGraphicFramePr>
          <p:nvPr/>
        </p:nvGraphicFramePr>
        <p:xfrm>
          <a:off x="395288" y="4508500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304" name="Group 24"/>
          <p:cNvGraphicFramePr>
            <a:graphicFrameLocks noGrp="1"/>
          </p:cNvGraphicFramePr>
          <p:nvPr/>
        </p:nvGraphicFramePr>
        <p:xfrm>
          <a:off x="395288" y="4076700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326" name="Group 46"/>
          <p:cNvGraphicFramePr>
            <a:graphicFrameLocks noGrp="1"/>
          </p:cNvGraphicFramePr>
          <p:nvPr/>
        </p:nvGraphicFramePr>
        <p:xfrm>
          <a:off x="2916238" y="5157788"/>
          <a:ext cx="4205287" cy="365760"/>
        </p:xfrm>
        <a:graphic>
          <a:graphicData uri="http://schemas.openxmlformats.org/drawingml/2006/table">
            <a:tbl>
              <a:tblPr/>
              <a:tblGrid>
                <a:gridCol w="850900"/>
                <a:gridCol w="852487"/>
                <a:gridCol w="808038"/>
                <a:gridCol w="847725"/>
                <a:gridCol w="846137"/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340" name="Group 60"/>
          <p:cNvGraphicFramePr>
            <a:graphicFrameLocks noGrp="1"/>
          </p:cNvGraphicFramePr>
          <p:nvPr/>
        </p:nvGraphicFramePr>
        <p:xfrm>
          <a:off x="395288" y="3644900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68363"/>
                <a:gridCol w="8382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362" name="Group 82"/>
          <p:cNvGraphicFramePr>
            <a:graphicFrameLocks noGrp="1"/>
          </p:cNvGraphicFramePr>
          <p:nvPr/>
        </p:nvGraphicFramePr>
        <p:xfrm>
          <a:off x="395288" y="2997200"/>
          <a:ext cx="6713537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7382" name="Group 102"/>
          <p:cNvGraphicFramePr>
            <a:graphicFrameLocks noGrp="1"/>
          </p:cNvGraphicFramePr>
          <p:nvPr/>
        </p:nvGraphicFramePr>
        <p:xfrm>
          <a:off x="2916238" y="2492375"/>
          <a:ext cx="5037137" cy="396240"/>
        </p:xfrm>
        <a:graphic>
          <a:graphicData uri="http://schemas.openxmlformats.org/drawingml/2006/table">
            <a:tbl>
              <a:tblPr/>
              <a:tblGrid>
                <a:gridCol w="849312"/>
                <a:gridCol w="849313"/>
                <a:gridCol w="806450"/>
                <a:gridCol w="846137"/>
                <a:gridCol w="842963"/>
                <a:gridCol w="842962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θ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j</a:t>
                      </a:r>
                      <a:endParaRPr kumimoji="0" lang="el-GR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398" name="Text Box 118"/>
          <p:cNvSpPr txBox="1">
            <a:spLocks noChangeArrowheads="1"/>
          </p:cNvSpPr>
          <p:nvPr/>
        </p:nvSpPr>
        <p:spPr bwMode="auto">
          <a:xfrm>
            <a:off x="950913" y="136525"/>
            <a:ext cx="4524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endParaRPr lang="es-AR" sz="1800" u="none">
              <a:solidFill>
                <a:schemeClr val="tx1"/>
              </a:solidFill>
            </a:endParaRPr>
          </a:p>
        </p:txBody>
      </p:sp>
      <p:sp>
        <p:nvSpPr>
          <p:cNvPr id="97399" name="Text Box 119"/>
          <p:cNvSpPr txBox="1">
            <a:spLocks noChangeArrowheads="1"/>
          </p:cNvSpPr>
          <p:nvPr/>
        </p:nvSpPr>
        <p:spPr bwMode="auto">
          <a:xfrm>
            <a:off x="1619250" y="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endParaRPr lang="es-AR" sz="1800" u="none">
              <a:solidFill>
                <a:schemeClr val="tx1"/>
              </a:solidFill>
            </a:endParaRPr>
          </a:p>
        </p:txBody>
      </p:sp>
      <p:sp>
        <p:nvSpPr>
          <p:cNvPr id="97400" name="Text Box 120"/>
          <p:cNvSpPr txBox="1">
            <a:spLocks noChangeArrowheads="1"/>
          </p:cNvSpPr>
          <p:nvPr/>
        </p:nvSpPr>
        <p:spPr bwMode="auto">
          <a:xfrm>
            <a:off x="3203575" y="7651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01" name="Text Box 121"/>
          <p:cNvSpPr txBox="1">
            <a:spLocks noChangeArrowheads="1"/>
          </p:cNvSpPr>
          <p:nvPr/>
        </p:nvSpPr>
        <p:spPr bwMode="auto">
          <a:xfrm>
            <a:off x="3419475" y="7651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02" name="Text Box 122"/>
          <p:cNvSpPr txBox="1">
            <a:spLocks noChangeArrowheads="1"/>
          </p:cNvSpPr>
          <p:nvPr/>
        </p:nvSpPr>
        <p:spPr bwMode="auto">
          <a:xfrm>
            <a:off x="6516688" y="40767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03" name="Text Box 123"/>
          <p:cNvSpPr txBox="1">
            <a:spLocks noChangeArrowheads="1"/>
          </p:cNvSpPr>
          <p:nvPr/>
        </p:nvSpPr>
        <p:spPr bwMode="auto">
          <a:xfrm>
            <a:off x="2627313" y="7651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04" name="Text Box 124"/>
          <p:cNvSpPr txBox="1">
            <a:spLocks noChangeArrowheads="1"/>
          </p:cNvSpPr>
          <p:nvPr/>
        </p:nvSpPr>
        <p:spPr bwMode="auto">
          <a:xfrm>
            <a:off x="1476375" y="765175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05" name="Text Box 125"/>
          <p:cNvSpPr txBox="1">
            <a:spLocks noChangeArrowheads="1"/>
          </p:cNvSpPr>
          <p:nvPr/>
        </p:nvSpPr>
        <p:spPr bwMode="auto">
          <a:xfrm>
            <a:off x="900113" y="7651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06" name="Text Box 126"/>
          <p:cNvSpPr txBox="1">
            <a:spLocks noChangeArrowheads="1"/>
          </p:cNvSpPr>
          <p:nvPr/>
        </p:nvSpPr>
        <p:spPr bwMode="auto">
          <a:xfrm>
            <a:off x="2051050" y="11969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2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07" name="Text Box 127"/>
          <p:cNvSpPr txBox="1">
            <a:spLocks noChangeArrowheads="1"/>
          </p:cNvSpPr>
          <p:nvPr/>
        </p:nvSpPr>
        <p:spPr bwMode="auto">
          <a:xfrm>
            <a:off x="4500563" y="11969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08" name="Text Box 128"/>
          <p:cNvSpPr txBox="1">
            <a:spLocks noChangeArrowheads="1"/>
          </p:cNvSpPr>
          <p:nvPr/>
        </p:nvSpPr>
        <p:spPr bwMode="auto">
          <a:xfrm>
            <a:off x="4211638" y="11969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09" name="Text Box 129"/>
          <p:cNvSpPr txBox="1">
            <a:spLocks noChangeArrowheads="1"/>
          </p:cNvSpPr>
          <p:nvPr/>
        </p:nvSpPr>
        <p:spPr bwMode="auto">
          <a:xfrm>
            <a:off x="2627313" y="11969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0" name="Text Box 130"/>
          <p:cNvSpPr txBox="1">
            <a:spLocks noChangeArrowheads="1"/>
          </p:cNvSpPr>
          <p:nvPr/>
        </p:nvSpPr>
        <p:spPr bwMode="auto">
          <a:xfrm>
            <a:off x="1476375" y="1196975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1" name="Text Box 131"/>
          <p:cNvSpPr txBox="1">
            <a:spLocks noChangeArrowheads="1"/>
          </p:cNvSpPr>
          <p:nvPr/>
        </p:nvSpPr>
        <p:spPr bwMode="auto">
          <a:xfrm>
            <a:off x="395288" y="76517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2" name="Text Box 132"/>
          <p:cNvSpPr txBox="1">
            <a:spLocks noChangeArrowheads="1"/>
          </p:cNvSpPr>
          <p:nvPr/>
        </p:nvSpPr>
        <p:spPr bwMode="auto">
          <a:xfrm>
            <a:off x="395288" y="1773238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Z =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3" name="Text Box 133"/>
          <p:cNvSpPr txBox="1">
            <a:spLocks noChangeArrowheads="1"/>
          </p:cNvSpPr>
          <p:nvPr/>
        </p:nvSpPr>
        <p:spPr bwMode="auto">
          <a:xfrm>
            <a:off x="900113" y="11969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4" name="Text Box 134"/>
          <p:cNvSpPr txBox="1">
            <a:spLocks noChangeArrowheads="1"/>
          </p:cNvSpPr>
          <p:nvPr/>
        </p:nvSpPr>
        <p:spPr bwMode="auto">
          <a:xfrm>
            <a:off x="1258888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5" name="Text Box 135"/>
          <p:cNvSpPr txBox="1">
            <a:spLocks noChangeArrowheads="1"/>
          </p:cNvSpPr>
          <p:nvPr/>
        </p:nvSpPr>
        <p:spPr bwMode="auto">
          <a:xfrm>
            <a:off x="1258888" y="7651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6" name="Text Box 136"/>
          <p:cNvSpPr txBox="1">
            <a:spLocks noChangeArrowheads="1"/>
          </p:cNvSpPr>
          <p:nvPr/>
        </p:nvSpPr>
        <p:spPr bwMode="auto">
          <a:xfrm>
            <a:off x="2051050" y="7651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2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7" name="Text Box 137"/>
          <p:cNvSpPr txBox="1">
            <a:spLocks noChangeArrowheads="1"/>
          </p:cNvSpPr>
          <p:nvPr/>
        </p:nvSpPr>
        <p:spPr bwMode="auto">
          <a:xfrm>
            <a:off x="2411413" y="7651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8" name="Text Box 138"/>
          <p:cNvSpPr txBox="1">
            <a:spLocks noChangeArrowheads="1"/>
          </p:cNvSpPr>
          <p:nvPr/>
        </p:nvSpPr>
        <p:spPr bwMode="auto">
          <a:xfrm>
            <a:off x="2843213" y="7651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19" name="Text Box 139"/>
          <p:cNvSpPr txBox="1">
            <a:spLocks noChangeArrowheads="1"/>
          </p:cNvSpPr>
          <p:nvPr/>
        </p:nvSpPr>
        <p:spPr bwMode="auto">
          <a:xfrm>
            <a:off x="2843213" y="1196975"/>
            <a:ext cx="420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20" name="Text Box 140"/>
          <p:cNvSpPr txBox="1">
            <a:spLocks noChangeArrowheads="1"/>
          </p:cNvSpPr>
          <p:nvPr/>
        </p:nvSpPr>
        <p:spPr bwMode="auto">
          <a:xfrm>
            <a:off x="2411413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21" name="Text Box 141"/>
          <p:cNvSpPr txBox="1">
            <a:spLocks noChangeArrowheads="1"/>
          </p:cNvSpPr>
          <p:nvPr/>
        </p:nvSpPr>
        <p:spPr bwMode="auto">
          <a:xfrm>
            <a:off x="3635375" y="11969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22" name="Text Box 142"/>
          <p:cNvSpPr txBox="1">
            <a:spLocks noChangeArrowheads="1"/>
          </p:cNvSpPr>
          <p:nvPr/>
        </p:nvSpPr>
        <p:spPr bwMode="auto">
          <a:xfrm>
            <a:off x="3419475" y="119697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23" name="Text Box 143"/>
          <p:cNvSpPr txBox="1">
            <a:spLocks noChangeArrowheads="1"/>
          </p:cNvSpPr>
          <p:nvPr/>
        </p:nvSpPr>
        <p:spPr bwMode="auto">
          <a:xfrm>
            <a:off x="3635375" y="765175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24" name="Text Box 144"/>
          <p:cNvSpPr txBox="1">
            <a:spLocks noChangeArrowheads="1"/>
          </p:cNvSpPr>
          <p:nvPr/>
        </p:nvSpPr>
        <p:spPr bwMode="auto">
          <a:xfrm>
            <a:off x="3995738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25" name="Text Box 145"/>
          <p:cNvSpPr txBox="1">
            <a:spLocks noChangeArrowheads="1"/>
          </p:cNvSpPr>
          <p:nvPr/>
        </p:nvSpPr>
        <p:spPr bwMode="auto">
          <a:xfrm>
            <a:off x="3203575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26" name="Text Box 146"/>
          <p:cNvSpPr txBox="1">
            <a:spLocks noChangeArrowheads="1"/>
          </p:cNvSpPr>
          <p:nvPr/>
        </p:nvSpPr>
        <p:spPr bwMode="auto">
          <a:xfrm>
            <a:off x="4932363" y="1196975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  <a:cs typeface="Arial" charset="0"/>
              </a:rPr>
              <a:t>≤</a:t>
            </a:r>
          </a:p>
        </p:txBody>
      </p:sp>
      <p:sp>
        <p:nvSpPr>
          <p:cNvPr id="97427" name="Text Box 147"/>
          <p:cNvSpPr txBox="1">
            <a:spLocks noChangeArrowheads="1"/>
          </p:cNvSpPr>
          <p:nvPr/>
        </p:nvSpPr>
        <p:spPr bwMode="auto">
          <a:xfrm>
            <a:off x="468313" y="1196975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28" name="Text Box 148"/>
          <p:cNvSpPr txBox="1">
            <a:spLocks noChangeArrowheads="1"/>
          </p:cNvSpPr>
          <p:nvPr/>
        </p:nvSpPr>
        <p:spPr bwMode="auto">
          <a:xfrm>
            <a:off x="1258888" y="1196975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29" name="Text Box 149"/>
          <p:cNvSpPr txBox="1">
            <a:spLocks noChangeArrowheads="1"/>
          </p:cNvSpPr>
          <p:nvPr/>
        </p:nvSpPr>
        <p:spPr bwMode="auto">
          <a:xfrm>
            <a:off x="4716463" y="1773238"/>
            <a:ext cx="420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0" name="Text Box 150"/>
          <p:cNvSpPr txBox="1">
            <a:spLocks noChangeArrowheads="1"/>
          </p:cNvSpPr>
          <p:nvPr/>
        </p:nvSpPr>
        <p:spPr bwMode="auto">
          <a:xfrm>
            <a:off x="44275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1" name="Text Box 151"/>
          <p:cNvSpPr txBox="1">
            <a:spLocks noChangeArrowheads="1"/>
          </p:cNvSpPr>
          <p:nvPr/>
        </p:nvSpPr>
        <p:spPr bwMode="auto">
          <a:xfrm>
            <a:off x="1763713" y="1773238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2" name="Text Box 152"/>
          <p:cNvSpPr txBox="1">
            <a:spLocks noChangeArrowheads="1"/>
          </p:cNvSpPr>
          <p:nvPr/>
        </p:nvSpPr>
        <p:spPr bwMode="auto">
          <a:xfrm>
            <a:off x="2987675" y="17732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3" name="Text Box 153"/>
          <p:cNvSpPr txBox="1">
            <a:spLocks noChangeArrowheads="1"/>
          </p:cNvSpPr>
          <p:nvPr/>
        </p:nvSpPr>
        <p:spPr bwMode="auto">
          <a:xfrm>
            <a:off x="3851275" y="17732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4" name="Text Box 154"/>
          <p:cNvSpPr txBox="1">
            <a:spLocks noChangeArrowheads="1"/>
          </p:cNvSpPr>
          <p:nvPr/>
        </p:nvSpPr>
        <p:spPr bwMode="auto">
          <a:xfrm>
            <a:off x="4211638" y="1773238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5" name="Text Box 155"/>
          <p:cNvSpPr txBox="1">
            <a:spLocks noChangeArrowheads="1"/>
          </p:cNvSpPr>
          <p:nvPr/>
        </p:nvSpPr>
        <p:spPr bwMode="auto">
          <a:xfrm>
            <a:off x="3348038" y="1773238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6" name="Text Box 156"/>
          <p:cNvSpPr txBox="1">
            <a:spLocks noChangeArrowheads="1"/>
          </p:cNvSpPr>
          <p:nvPr/>
        </p:nvSpPr>
        <p:spPr bwMode="auto">
          <a:xfrm>
            <a:off x="1546225" y="1773238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7" name="Text Box 157"/>
          <p:cNvSpPr txBox="1">
            <a:spLocks noChangeArrowheads="1"/>
          </p:cNvSpPr>
          <p:nvPr/>
        </p:nvSpPr>
        <p:spPr bwMode="auto">
          <a:xfrm>
            <a:off x="755650" y="1773238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8" name="Text Box 158"/>
          <p:cNvSpPr txBox="1">
            <a:spLocks noChangeArrowheads="1"/>
          </p:cNvSpPr>
          <p:nvPr/>
        </p:nvSpPr>
        <p:spPr bwMode="auto">
          <a:xfrm>
            <a:off x="1258888" y="1773238"/>
            <a:ext cx="4206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39" name="Text Box 159"/>
          <p:cNvSpPr txBox="1">
            <a:spLocks noChangeArrowheads="1"/>
          </p:cNvSpPr>
          <p:nvPr/>
        </p:nvSpPr>
        <p:spPr bwMode="auto">
          <a:xfrm>
            <a:off x="2124075" y="17732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2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0" name="Text Box 160"/>
          <p:cNvSpPr txBox="1">
            <a:spLocks noChangeArrowheads="1"/>
          </p:cNvSpPr>
          <p:nvPr/>
        </p:nvSpPr>
        <p:spPr bwMode="auto">
          <a:xfrm>
            <a:off x="2484438" y="1773238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+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1" name="Text Box 161"/>
          <p:cNvSpPr txBox="1">
            <a:spLocks noChangeArrowheads="1"/>
          </p:cNvSpPr>
          <p:nvPr/>
        </p:nvSpPr>
        <p:spPr bwMode="auto">
          <a:xfrm>
            <a:off x="27003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2" name="Text Box 162"/>
          <p:cNvSpPr txBox="1">
            <a:spLocks noChangeArrowheads="1"/>
          </p:cNvSpPr>
          <p:nvPr/>
        </p:nvSpPr>
        <p:spPr bwMode="auto">
          <a:xfrm>
            <a:off x="35639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3" name="Text Box 163"/>
          <p:cNvSpPr txBox="1">
            <a:spLocks noChangeArrowheads="1"/>
          </p:cNvSpPr>
          <p:nvPr/>
        </p:nvSpPr>
        <p:spPr bwMode="auto">
          <a:xfrm>
            <a:off x="5148263" y="1196975"/>
            <a:ext cx="9350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4" name="Rectangle 164"/>
          <p:cNvSpPr>
            <a:spLocks noChangeArrowheads="1"/>
          </p:cNvSpPr>
          <p:nvPr/>
        </p:nvSpPr>
        <p:spPr bwMode="auto">
          <a:xfrm>
            <a:off x="2987675" y="2997200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5" name="Rectangle 165"/>
          <p:cNvSpPr>
            <a:spLocks noChangeArrowheads="1"/>
          </p:cNvSpPr>
          <p:nvPr/>
        </p:nvSpPr>
        <p:spPr bwMode="auto">
          <a:xfrm>
            <a:off x="3924300" y="29972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6" name="Rectangle 166"/>
          <p:cNvSpPr>
            <a:spLocks noChangeArrowheads="1"/>
          </p:cNvSpPr>
          <p:nvPr/>
        </p:nvSpPr>
        <p:spPr bwMode="auto">
          <a:xfrm>
            <a:off x="27003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7" name="Rectangle 167"/>
          <p:cNvSpPr>
            <a:spLocks noChangeArrowheads="1"/>
          </p:cNvSpPr>
          <p:nvPr/>
        </p:nvSpPr>
        <p:spPr bwMode="auto">
          <a:xfrm>
            <a:off x="35639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8" name="Rectangle 168"/>
          <p:cNvSpPr>
            <a:spLocks noChangeArrowheads="1"/>
          </p:cNvSpPr>
          <p:nvPr/>
        </p:nvSpPr>
        <p:spPr bwMode="auto">
          <a:xfrm>
            <a:off x="4427538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49" name="Text Box 169"/>
          <p:cNvSpPr txBox="1">
            <a:spLocks noChangeArrowheads="1"/>
          </p:cNvSpPr>
          <p:nvPr/>
        </p:nvSpPr>
        <p:spPr bwMode="auto">
          <a:xfrm>
            <a:off x="2987675" y="3644900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0" name="Text Box 170"/>
          <p:cNvSpPr txBox="1">
            <a:spLocks noChangeArrowheads="1"/>
          </p:cNvSpPr>
          <p:nvPr/>
        </p:nvSpPr>
        <p:spPr bwMode="auto">
          <a:xfrm>
            <a:off x="3851275" y="3644900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1" name="Text Box 171"/>
          <p:cNvSpPr txBox="1">
            <a:spLocks noChangeArrowheads="1"/>
          </p:cNvSpPr>
          <p:nvPr/>
        </p:nvSpPr>
        <p:spPr bwMode="auto">
          <a:xfrm>
            <a:off x="4859338" y="36449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2" name="Text Box 172"/>
          <p:cNvSpPr txBox="1">
            <a:spLocks noChangeArrowheads="1"/>
          </p:cNvSpPr>
          <p:nvPr/>
        </p:nvSpPr>
        <p:spPr bwMode="auto">
          <a:xfrm>
            <a:off x="5724525" y="36449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3" name="Text Box 173"/>
          <p:cNvSpPr txBox="1">
            <a:spLocks noChangeArrowheads="1"/>
          </p:cNvSpPr>
          <p:nvPr/>
        </p:nvSpPr>
        <p:spPr bwMode="auto">
          <a:xfrm>
            <a:off x="5724525" y="40767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4" name="Text Box 174"/>
          <p:cNvSpPr txBox="1">
            <a:spLocks noChangeArrowheads="1"/>
          </p:cNvSpPr>
          <p:nvPr/>
        </p:nvSpPr>
        <p:spPr bwMode="auto">
          <a:xfrm>
            <a:off x="6516688" y="36449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5" name="Text Box 175"/>
          <p:cNvSpPr txBox="1">
            <a:spLocks noChangeArrowheads="1"/>
          </p:cNvSpPr>
          <p:nvPr/>
        </p:nvSpPr>
        <p:spPr bwMode="auto">
          <a:xfrm>
            <a:off x="4859338" y="40767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6" name="Text Box 176"/>
          <p:cNvSpPr txBox="1">
            <a:spLocks noChangeArrowheads="1"/>
          </p:cNvSpPr>
          <p:nvPr/>
        </p:nvSpPr>
        <p:spPr bwMode="auto">
          <a:xfrm>
            <a:off x="3924300" y="4076700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7" name="Text Box 177"/>
          <p:cNvSpPr txBox="1">
            <a:spLocks noChangeArrowheads="1"/>
          </p:cNvSpPr>
          <p:nvPr/>
        </p:nvSpPr>
        <p:spPr bwMode="auto">
          <a:xfrm>
            <a:off x="2987675" y="4076700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8" name="Text Box 178"/>
          <p:cNvSpPr txBox="1">
            <a:spLocks noChangeArrowheads="1"/>
          </p:cNvSpPr>
          <p:nvPr/>
        </p:nvSpPr>
        <p:spPr bwMode="auto">
          <a:xfrm>
            <a:off x="6516688" y="45085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59" name="Text Box 179"/>
          <p:cNvSpPr txBox="1">
            <a:spLocks noChangeArrowheads="1"/>
          </p:cNvSpPr>
          <p:nvPr/>
        </p:nvSpPr>
        <p:spPr bwMode="auto">
          <a:xfrm>
            <a:off x="4859338" y="45085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0" name="Text Box 180"/>
          <p:cNvSpPr txBox="1">
            <a:spLocks noChangeArrowheads="1"/>
          </p:cNvSpPr>
          <p:nvPr/>
        </p:nvSpPr>
        <p:spPr bwMode="auto">
          <a:xfrm>
            <a:off x="3851275" y="4508500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1" name="Text Box 181"/>
          <p:cNvSpPr txBox="1">
            <a:spLocks noChangeArrowheads="1"/>
          </p:cNvSpPr>
          <p:nvPr/>
        </p:nvSpPr>
        <p:spPr bwMode="auto">
          <a:xfrm>
            <a:off x="5724525" y="45085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2" name="Text Box 182"/>
          <p:cNvSpPr txBox="1">
            <a:spLocks noChangeArrowheads="1"/>
          </p:cNvSpPr>
          <p:nvPr/>
        </p:nvSpPr>
        <p:spPr bwMode="auto">
          <a:xfrm>
            <a:off x="3059113" y="4508500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3" name="Text Box 183"/>
          <p:cNvSpPr txBox="1">
            <a:spLocks noChangeArrowheads="1"/>
          </p:cNvSpPr>
          <p:nvPr/>
        </p:nvSpPr>
        <p:spPr bwMode="auto">
          <a:xfrm>
            <a:off x="1403350" y="36449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4" name="Text Box 184"/>
          <p:cNvSpPr txBox="1">
            <a:spLocks noChangeArrowheads="1"/>
          </p:cNvSpPr>
          <p:nvPr/>
        </p:nvSpPr>
        <p:spPr bwMode="auto">
          <a:xfrm>
            <a:off x="1403350" y="40767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5" name="Text Box 185"/>
          <p:cNvSpPr txBox="1">
            <a:spLocks noChangeArrowheads="1"/>
          </p:cNvSpPr>
          <p:nvPr/>
        </p:nvSpPr>
        <p:spPr bwMode="auto">
          <a:xfrm>
            <a:off x="1403350" y="4508500"/>
            <a:ext cx="4206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6" name="Text Box 186"/>
          <p:cNvSpPr txBox="1">
            <a:spLocks noChangeArrowheads="1"/>
          </p:cNvSpPr>
          <p:nvPr/>
        </p:nvSpPr>
        <p:spPr bwMode="auto">
          <a:xfrm>
            <a:off x="6516688" y="2997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7" name="Text Box 187"/>
          <p:cNvSpPr txBox="1">
            <a:spLocks noChangeArrowheads="1"/>
          </p:cNvSpPr>
          <p:nvPr/>
        </p:nvSpPr>
        <p:spPr bwMode="auto">
          <a:xfrm>
            <a:off x="4859338" y="2997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8" name="Text Box 188"/>
          <p:cNvSpPr txBox="1">
            <a:spLocks noChangeArrowheads="1"/>
          </p:cNvSpPr>
          <p:nvPr/>
        </p:nvSpPr>
        <p:spPr bwMode="auto">
          <a:xfrm>
            <a:off x="5651500" y="2997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69" name="Text Box 189"/>
          <p:cNvSpPr txBox="1">
            <a:spLocks noChangeArrowheads="1"/>
          </p:cNvSpPr>
          <p:nvPr/>
        </p:nvSpPr>
        <p:spPr bwMode="auto">
          <a:xfrm>
            <a:off x="2124075" y="36449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1100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70" name="Text Box 190"/>
          <p:cNvSpPr txBox="1">
            <a:spLocks noChangeArrowheads="1"/>
          </p:cNvSpPr>
          <p:nvPr/>
        </p:nvSpPr>
        <p:spPr bwMode="auto">
          <a:xfrm>
            <a:off x="2124075" y="40767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1800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71" name="Text Box 191"/>
          <p:cNvSpPr txBox="1">
            <a:spLocks noChangeArrowheads="1"/>
          </p:cNvSpPr>
          <p:nvPr/>
        </p:nvSpPr>
        <p:spPr bwMode="auto">
          <a:xfrm>
            <a:off x="2124075" y="45085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72" name="Freeform 192"/>
          <p:cNvSpPr>
            <a:spLocks/>
          </p:cNvSpPr>
          <p:nvPr/>
        </p:nvSpPr>
        <p:spPr bwMode="auto">
          <a:xfrm>
            <a:off x="2843213" y="4005263"/>
            <a:ext cx="1008062" cy="215900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7473" name="Freeform 193"/>
          <p:cNvSpPr>
            <a:spLocks/>
          </p:cNvSpPr>
          <p:nvPr/>
        </p:nvSpPr>
        <p:spPr bwMode="auto">
          <a:xfrm>
            <a:off x="2843213" y="4437063"/>
            <a:ext cx="1008062" cy="144462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7474" name="Text Box 194"/>
          <p:cNvSpPr txBox="1">
            <a:spLocks noChangeArrowheads="1"/>
          </p:cNvSpPr>
          <p:nvPr/>
        </p:nvSpPr>
        <p:spPr bwMode="auto">
          <a:xfrm>
            <a:off x="1476375" y="5157788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Z =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75" name="Text Box 195"/>
          <p:cNvSpPr txBox="1">
            <a:spLocks noChangeArrowheads="1"/>
          </p:cNvSpPr>
          <p:nvPr/>
        </p:nvSpPr>
        <p:spPr bwMode="auto">
          <a:xfrm>
            <a:off x="2051050" y="5157788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76" name="Freeform 196"/>
          <p:cNvSpPr>
            <a:spLocks/>
          </p:cNvSpPr>
          <p:nvPr/>
        </p:nvSpPr>
        <p:spPr bwMode="auto">
          <a:xfrm>
            <a:off x="2843213" y="3573463"/>
            <a:ext cx="936625" cy="287337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544" y="0"/>
              </a:cxn>
              <a:cxn ang="0">
                <a:pos x="1043" y="318"/>
              </a:cxn>
            </a:cxnLst>
            <a:rect l="0" t="0" r="r" b="b"/>
            <a:pathLst>
              <a:path w="1043" h="318">
                <a:moveTo>
                  <a:pt x="0" y="318"/>
                </a:moveTo>
                <a:cubicBezTo>
                  <a:pt x="185" y="159"/>
                  <a:pt x="370" y="0"/>
                  <a:pt x="544" y="0"/>
                </a:cubicBezTo>
                <a:cubicBezTo>
                  <a:pt x="718" y="0"/>
                  <a:pt x="960" y="265"/>
                  <a:pt x="1043" y="31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7477" name="Text Box 197"/>
          <p:cNvSpPr txBox="1">
            <a:spLocks noChangeArrowheads="1"/>
          </p:cNvSpPr>
          <p:nvPr/>
        </p:nvSpPr>
        <p:spPr bwMode="auto">
          <a:xfrm>
            <a:off x="2987675" y="5157788"/>
            <a:ext cx="792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-18.5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78" name="Text Box 198"/>
          <p:cNvSpPr txBox="1">
            <a:spLocks noChangeArrowheads="1"/>
          </p:cNvSpPr>
          <p:nvPr/>
        </p:nvSpPr>
        <p:spPr bwMode="auto">
          <a:xfrm>
            <a:off x="3779838" y="5157788"/>
            <a:ext cx="7921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-20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79" name="Text Box 199"/>
          <p:cNvSpPr txBox="1">
            <a:spLocks noChangeArrowheads="1"/>
          </p:cNvSpPr>
          <p:nvPr/>
        </p:nvSpPr>
        <p:spPr bwMode="auto">
          <a:xfrm>
            <a:off x="7235825" y="5157788"/>
            <a:ext cx="792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rgbClr val="0000FF"/>
                </a:solidFill>
              </a:rPr>
              <a:t>Zj-Cj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7480" name="Text Box 200"/>
          <p:cNvSpPr txBox="1">
            <a:spLocks noChangeArrowheads="1"/>
          </p:cNvSpPr>
          <p:nvPr/>
        </p:nvSpPr>
        <p:spPr bwMode="auto">
          <a:xfrm>
            <a:off x="4643438" y="5157788"/>
            <a:ext cx="7921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81" name="Text Box 201"/>
          <p:cNvSpPr txBox="1">
            <a:spLocks noChangeArrowheads="1"/>
          </p:cNvSpPr>
          <p:nvPr/>
        </p:nvSpPr>
        <p:spPr bwMode="auto">
          <a:xfrm>
            <a:off x="5435600" y="5157788"/>
            <a:ext cx="792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82" name="Text Box 202"/>
          <p:cNvSpPr txBox="1">
            <a:spLocks noChangeArrowheads="1"/>
          </p:cNvSpPr>
          <p:nvPr/>
        </p:nvSpPr>
        <p:spPr bwMode="auto">
          <a:xfrm>
            <a:off x="6300788" y="5157788"/>
            <a:ext cx="7921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83" name="Text Box 203"/>
          <p:cNvSpPr txBox="1">
            <a:spLocks noChangeArrowheads="1"/>
          </p:cNvSpPr>
          <p:nvPr/>
        </p:nvSpPr>
        <p:spPr bwMode="auto">
          <a:xfrm>
            <a:off x="3779838" y="5949950"/>
            <a:ext cx="5762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endParaRPr lang="es-AR" sz="1800" u="none">
              <a:solidFill>
                <a:schemeClr val="tx1"/>
              </a:solidFill>
            </a:endParaRPr>
          </a:p>
        </p:txBody>
      </p:sp>
      <p:sp>
        <p:nvSpPr>
          <p:cNvPr id="97484" name="AutoShape 204"/>
          <p:cNvSpPr>
            <a:spLocks noChangeArrowheads="1"/>
          </p:cNvSpPr>
          <p:nvPr/>
        </p:nvSpPr>
        <p:spPr bwMode="auto">
          <a:xfrm>
            <a:off x="4067175" y="5805488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97485" name="Text Box 205"/>
          <p:cNvSpPr txBox="1">
            <a:spLocks noChangeArrowheads="1"/>
          </p:cNvSpPr>
          <p:nvPr/>
        </p:nvSpPr>
        <p:spPr bwMode="auto">
          <a:xfrm>
            <a:off x="7092950" y="3716338"/>
            <a:ext cx="11509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22000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86" name="Text Box 206"/>
          <p:cNvSpPr txBox="1">
            <a:spLocks noChangeArrowheads="1"/>
          </p:cNvSpPr>
          <p:nvPr/>
        </p:nvSpPr>
        <p:spPr bwMode="auto">
          <a:xfrm>
            <a:off x="7092950" y="4113213"/>
            <a:ext cx="11509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18000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87" name="Text Box 207"/>
          <p:cNvSpPr txBox="1">
            <a:spLocks noChangeArrowheads="1"/>
          </p:cNvSpPr>
          <p:nvPr/>
        </p:nvSpPr>
        <p:spPr bwMode="auto">
          <a:xfrm>
            <a:off x="7092950" y="4545013"/>
            <a:ext cx="11509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40000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88" name="AutoShape 208"/>
          <p:cNvSpPr>
            <a:spLocks noChangeArrowheads="1"/>
          </p:cNvSpPr>
          <p:nvPr/>
        </p:nvSpPr>
        <p:spPr bwMode="auto">
          <a:xfrm rot="5400000">
            <a:off x="8208963" y="4113213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97489" name="Rectangle 209"/>
          <p:cNvSpPr>
            <a:spLocks noChangeArrowheads="1"/>
          </p:cNvSpPr>
          <p:nvPr/>
        </p:nvSpPr>
        <p:spPr bwMode="auto">
          <a:xfrm>
            <a:off x="611188" y="36449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90" name="Rectangle 210"/>
          <p:cNvSpPr>
            <a:spLocks noChangeArrowheads="1"/>
          </p:cNvSpPr>
          <p:nvPr/>
        </p:nvSpPr>
        <p:spPr bwMode="auto">
          <a:xfrm>
            <a:off x="611188" y="40767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7491" name="Rectangle 211"/>
          <p:cNvSpPr>
            <a:spLocks noChangeArrowheads="1"/>
          </p:cNvSpPr>
          <p:nvPr/>
        </p:nvSpPr>
        <p:spPr bwMode="auto">
          <a:xfrm>
            <a:off x="611188" y="45085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7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7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7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72" grpId="0" animBg="1"/>
      <p:bldP spid="97472" grpId="1" animBg="1"/>
      <p:bldP spid="97473" grpId="0" animBg="1"/>
      <p:bldP spid="97473" grpId="1" animBg="1"/>
      <p:bldP spid="97476" grpId="0" animBg="1"/>
      <p:bldP spid="97476" grpId="1" animBg="1"/>
      <p:bldP spid="97484" grpId="0" animBg="1"/>
      <p:bldP spid="97485" grpId="0"/>
      <p:bldP spid="97486" grpId="0"/>
      <p:bldP spid="97487" grpId="0"/>
      <p:bldP spid="9748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Group 2"/>
          <p:cNvGraphicFramePr>
            <a:graphicFrameLocks noGrp="1"/>
          </p:cNvGraphicFramePr>
          <p:nvPr/>
        </p:nvGraphicFramePr>
        <p:xfrm>
          <a:off x="900113" y="2205038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352" name="Group 24"/>
          <p:cNvGraphicFramePr>
            <a:graphicFrameLocks noGrp="1"/>
          </p:cNvGraphicFramePr>
          <p:nvPr/>
        </p:nvGraphicFramePr>
        <p:xfrm>
          <a:off x="900113" y="1773238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374" name="Group 46"/>
          <p:cNvGraphicFramePr>
            <a:graphicFrameLocks noGrp="1"/>
          </p:cNvGraphicFramePr>
          <p:nvPr/>
        </p:nvGraphicFramePr>
        <p:xfrm>
          <a:off x="900113" y="1341438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68363"/>
                <a:gridCol w="8382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396" name="Group 68"/>
          <p:cNvGraphicFramePr>
            <a:graphicFrameLocks noGrp="1"/>
          </p:cNvGraphicFramePr>
          <p:nvPr/>
        </p:nvGraphicFramePr>
        <p:xfrm>
          <a:off x="898525" y="838200"/>
          <a:ext cx="6713538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3"/>
                <a:gridCol w="855662"/>
                <a:gridCol w="850900"/>
                <a:gridCol w="852488"/>
                <a:gridCol w="808037"/>
                <a:gridCol w="847725"/>
                <a:gridCol w="8461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416" name="Group 88"/>
          <p:cNvGraphicFramePr>
            <a:graphicFrameLocks noGrp="1"/>
          </p:cNvGraphicFramePr>
          <p:nvPr/>
        </p:nvGraphicFramePr>
        <p:xfrm>
          <a:off x="3419475" y="333375"/>
          <a:ext cx="5037138" cy="396240"/>
        </p:xfrm>
        <a:graphic>
          <a:graphicData uri="http://schemas.openxmlformats.org/drawingml/2006/table">
            <a:tbl>
              <a:tblPr/>
              <a:tblGrid>
                <a:gridCol w="849313"/>
                <a:gridCol w="849312"/>
                <a:gridCol w="806450"/>
                <a:gridCol w="846138"/>
                <a:gridCol w="842962"/>
                <a:gridCol w="842963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θ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j</a:t>
                      </a:r>
                      <a:endParaRPr kumimoji="0" lang="el-GR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9432" name="Text Box 104"/>
          <p:cNvSpPr txBox="1">
            <a:spLocks noChangeArrowheads="1"/>
          </p:cNvSpPr>
          <p:nvPr/>
        </p:nvSpPr>
        <p:spPr bwMode="auto">
          <a:xfrm>
            <a:off x="5146675" y="2638425"/>
            <a:ext cx="792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33" name="Text Box 105"/>
          <p:cNvSpPr txBox="1">
            <a:spLocks noChangeArrowheads="1"/>
          </p:cNvSpPr>
          <p:nvPr/>
        </p:nvSpPr>
        <p:spPr bwMode="auto">
          <a:xfrm>
            <a:off x="5938838" y="2638425"/>
            <a:ext cx="7921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34" name="Text Box 106"/>
          <p:cNvSpPr txBox="1">
            <a:spLocks noChangeArrowheads="1"/>
          </p:cNvSpPr>
          <p:nvPr/>
        </p:nvSpPr>
        <p:spPr bwMode="auto">
          <a:xfrm>
            <a:off x="6804025" y="2638425"/>
            <a:ext cx="792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graphicFrame>
        <p:nvGraphicFramePr>
          <p:cNvPr id="99435" name="Group 107"/>
          <p:cNvGraphicFramePr>
            <a:graphicFrameLocks noGrp="1"/>
          </p:cNvGraphicFramePr>
          <p:nvPr/>
        </p:nvGraphicFramePr>
        <p:xfrm>
          <a:off x="3419475" y="2636838"/>
          <a:ext cx="4205288" cy="431800"/>
        </p:xfrm>
        <a:graphic>
          <a:graphicData uri="http://schemas.openxmlformats.org/drawingml/2006/table">
            <a:tbl>
              <a:tblPr/>
              <a:tblGrid>
                <a:gridCol w="850900"/>
                <a:gridCol w="852488"/>
                <a:gridCol w="808037"/>
                <a:gridCol w="847725"/>
                <a:gridCol w="8461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9449" name="Text Box 121"/>
          <p:cNvSpPr txBox="1">
            <a:spLocks noChangeArrowheads="1"/>
          </p:cNvSpPr>
          <p:nvPr/>
        </p:nvSpPr>
        <p:spPr bwMode="auto">
          <a:xfrm>
            <a:off x="7021513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0" name="Rectangle 122"/>
          <p:cNvSpPr>
            <a:spLocks noChangeArrowheads="1"/>
          </p:cNvSpPr>
          <p:nvPr/>
        </p:nvSpPr>
        <p:spPr bwMode="auto">
          <a:xfrm>
            <a:off x="3490913" y="838200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1" name="Rectangle 123"/>
          <p:cNvSpPr>
            <a:spLocks noChangeArrowheads="1"/>
          </p:cNvSpPr>
          <p:nvPr/>
        </p:nvSpPr>
        <p:spPr bwMode="auto">
          <a:xfrm>
            <a:off x="4427538" y="8382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2" name="Text Box 124"/>
          <p:cNvSpPr txBox="1">
            <a:spLocks noChangeArrowheads="1"/>
          </p:cNvSpPr>
          <p:nvPr/>
        </p:nvSpPr>
        <p:spPr bwMode="auto">
          <a:xfrm>
            <a:off x="3492500" y="1341438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3" name="Text Box 125"/>
          <p:cNvSpPr txBox="1">
            <a:spLocks noChangeArrowheads="1"/>
          </p:cNvSpPr>
          <p:nvPr/>
        </p:nvSpPr>
        <p:spPr bwMode="auto">
          <a:xfrm>
            <a:off x="4356100" y="1341438"/>
            <a:ext cx="62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4" name="Text Box 126"/>
          <p:cNvSpPr txBox="1">
            <a:spLocks noChangeArrowheads="1"/>
          </p:cNvSpPr>
          <p:nvPr/>
        </p:nvSpPr>
        <p:spPr bwMode="auto">
          <a:xfrm>
            <a:off x="5364163" y="13414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5" name="Text Box 127"/>
          <p:cNvSpPr txBox="1">
            <a:spLocks noChangeArrowheads="1"/>
          </p:cNvSpPr>
          <p:nvPr/>
        </p:nvSpPr>
        <p:spPr bwMode="auto">
          <a:xfrm>
            <a:off x="6229350" y="13414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6" name="Text Box 128"/>
          <p:cNvSpPr txBox="1">
            <a:spLocks noChangeArrowheads="1"/>
          </p:cNvSpPr>
          <p:nvPr/>
        </p:nvSpPr>
        <p:spPr bwMode="auto">
          <a:xfrm>
            <a:off x="6229350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7" name="Text Box 129"/>
          <p:cNvSpPr txBox="1">
            <a:spLocks noChangeArrowheads="1"/>
          </p:cNvSpPr>
          <p:nvPr/>
        </p:nvSpPr>
        <p:spPr bwMode="auto">
          <a:xfrm>
            <a:off x="7021513" y="13414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8" name="Text Box 130"/>
          <p:cNvSpPr txBox="1">
            <a:spLocks noChangeArrowheads="1"/>
          </p:cNvSpPr>
          <p:nvPr/>
        </p:nvSpPr>
        <p:spPr bwMode="auto">
          <a:xfrm>
            <a:off x="5364163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59" name="Text Box 131"/>
          <p:cNvSpPr txBox="1">
            <a:spLocks noChangeArrowheads="1"/>
          </p:cNvSpPr>
          <p:nvPr/>
        </p:nvSpPr>
        <p:spPr bwMode="auto">
          <a:xfrm>
            <a:off x="4429125" y="1773238"/>
            <a:ext cx="501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0" name="Text Box 132"/>
          <p:cNvSpPr txBox="1">
            <a:spLocks noChangeArrowheads="1"/>
          </p:cNvSpPr>
          <p:nvPr/>
        </p:nvSpPr>
        <p:spPr bwMode="auto">
          <a:xfrm>
            <a:off x="3492500" y="1773238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1" name="Text Box 133"/>
          <p:cNvSpPr txBox="1">
            <a:spLocks noChangeArrowheads="1"/>
          </p:cNvSpPr>
          <p:nvPr/>
        </p:nvSpPr>
        <p:spPr bwMode="auto">
          <a:xfrm>
            <a:off x="7021513" y="22050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2" name="Text Box 134"/>
          <p:cNvSpPr txBox="1">
            <a:spLocks noChangeArrowheads="1"/>
          </p:cNvSpPr>
          <p:nvPr/>
        </p:nvSpPr>
        <p:spPr bwMode="auto">
          <a:xfrm>
            <a:off x="5364163" y="22050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3" name="Text Box 135"/>
          <p:cNvSpPr txBox="1">
            <a:spLocks noChangeArrowheads="1"/>
          </p:cNvSpPr>
          <p:nvPr/>
        </p:nvSpPr>
        <p:spPr bwMode="auto">
          <a:xfrm>
            <a:off x="4356100" y="2205038"/>
            <a:ext cx="62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4" name="Text Box 136"/>
          <p:cNvSpPr txBox="1">
            <a:spLocks noChangeArrowheads="1"/>
          </p:cNvSpPr>
          <p:nvPr/>
        </p:nvSpPr>
        <p:spPr bwMode="auto">
          <a:xfrm>
            <a:off x="6229350" y="22050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5" name="Text Box 137"/>
          <p:cNvSpPr txBox="1">
            <a:spLocks noChangeArrowheads="1"/>
          </p:cNvSpPr>
          <p:nvPr/>
        </p:nvSpPr>
        <p:spPr bwMode="auto">
          <a:xfrm>
            <a:off x="3563938" y="2205038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6" name="Text Box 138"/>
          <p:cNvSpPr txBox="1">
            <a:spLocks noChangeArrowheads="1"/>
          </p:cNvSpPr>
          <p:nvPr/>
        </p:nvSpPr>
        <p:spPr bwMode="auto">
          <a:xfrm>
            <a:off x="7019925" y="838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7" name="Text Box 139"/>
          <p:cNvSpPr txBox="1">
            <a:spLocks noChangeArrowheads="1"/>
          </p:cNvSpPr>
          <p:nvPr/>
        </p:nvSpPr>
        <p:spPr bwMode="auto">
          <a:xfrm>
            <a:off x="5362575" y="838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8" name="Text Box 140"/>
          <p:cNvSpPr txBox="1">
            <a:spLocks noChangeArrowheads="1"/>
          </p:cNvSpPr>
          <p:nvPr/>
        </p:nvSpPr>
        <p:spPr bwMode="auto">
          <a:xfrm>
            <a:off x="6154738" y="8382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69" name="Text Box 141"/>
          <p:cNvSpPr txBox="1">
            <a:spLocks noChangeArrowheads="1"/>
          </p:cNvSpPr>
          <p:nvPr/>
        </p:nvSpPr>
        <p:spPr bwMode="auto">
          <a:xfrm>
            <a:off x="2628900" y="1341438"/>
            <a:ext cx="935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1100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0" name="Text Box 142"/>
          <p:cNvSpPr txBox="1">
            <a:spLocks noChangeArrowheads="1"/>
          </p:cNvSpPr>
          <p:nvPr/>
        </p:nvSpPr>
        <p:spPr bwMode="auto">
          <a:xfrm>
            <a:off x="2628900" y="1773238"/>
            <a:ext cx="935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1800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1" name="Text Box 143"/>
          <p:cNvSpPr txBox="1">
            <a:spLocks noChangeArrowheads="1"/>
          </p:cNvSpPr>
          <p:nvPr/>
        </p:nvSpPr>
        <p:spPr bwMode="auto">
          <a:xfrm>
            <a:off x="2628900" y="2205038"/>
            <a:ext cx="935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2" name="Text Box 144"/>
          <p:cNvSpPr txBox="1">
            <a:spLocks noChangeArrowheads="1"/>
          </p:cNvSpPr>
          <p:nvPr/>
        </p:nvSpPr>
        <p:spPr bwMode="auto">
          <a:xfrm>
            <a:off x="7596188" y="1377950"/>
            <a:ext cx="11509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22000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3" name="Text Box 145"/>
          <p:cNvSpPr txBox="1">
            <a:spLocks noChangeArrowheads="1"/>
          </p:cNvSpPr>
          <p:nvPr/>
        </p:nvSpPr>
        <p:spPr bwMode="auto">
          <a:xfrm>
            <a:off x="7596188" y="1809750"/>
            <a:ext cx="11509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18000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4" name="Text Box 146"/>
          <p:cNvSpPr txBox="1">
            <a:spLocks noChangeArrowheads="1"/>
          </p:cNvSpPr>
          <p:nvPr/>
        </p:nvSpPr>
        <p:spPr bwMode="auto">
          <a:xfrm>
            <a:off x="7596188" y="2241550"/>
            <a:ext cx="11509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40000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5" name="Text Box 147"/>
          <p:cNvSpPr txBox="1">
            <a:spLocks noChangeArrowheads="1"/>
          </p:cNvSpPr>
          <p:nvPr/>
        </p:nvSpPr>
        <p:spPr bwMode="auto">
          <a:xfrm>
            <a:off x="1908175" y="13414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6" name="Text Box 148"/>
          <p:cNvSpPr txBox="1">
            <a:spLocks noChangeArrowheads="1"/>
          </p:cNvSpPr>
          <p:nvPr/>
        </p:nvSpPr>
        <p:spPr bwMode="auto">
          <a:xfrm>
            <a:off x="1908175" y="17732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7" name="Text Box 149"/>
          <p:cNvSpPr txBox="1">
            <a:spLocks noChangeArrowheads="1"/>
          </p:cNvSpPr>
          <p:nvPr/>
        </p:nvSpPr>
        <p:spPr bwMode="auto">
          <a:xfrm>
            <a:off x="1908175" y="2205038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8" name="Text Box 150"/>
          <p:cNvSpPr txBox="1">
            <a:spLocks noChangeArrowheads="1"/>
          </p:cNvSpPr>
          <p:nvPr/>
        </p:nvSpPr>
        <p:spPr bwMode="auto">
          <a:xfrm>
            <a:off x="1116013" y="13414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79" name="Text Box 151"/>
          <p:cNvSpPr txBox="1">
            <a:spLocks noChangeArrowheads="1"/>
          </p:cNvSpPr>
          <p:nvPr/>
        </p:nvSpPr>
        <p:spPr bwMode="auto">
          <a:xfrm>
            <a:off x="1116013" y="17732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80" name="Text Box 152"/>
          <p:cNvSpPr txBox="1">
            <a:spLocks noChangeArrowheads="1"/>
          </p:cNvSpPr>
          <p:nvPr/>
        </p:nvSpPr>
        <p:spPr bwMode="auto">
          <a:xfrm>
            <a:off x="1116013" y="22050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81" name="Text Box 153"/>
          <p:cNvSpPr txBox="1">
            <a:spLocks noChangeArrowheads="1"/>
          </p:cNvSpPr>
          <p:nvPr/>
        </p:nvSpPr>
        <p:spPr bwMode="auto">
          <a:xfrm>
            <a:off x="1908175" y="2708275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Z =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82" name="Text Box 154"/>
          <p:cNvSpPr txBox="1">
            <a:spLocks noChangeArrowheads="1"/>
          </p:cNvSpPr>
          <p:nvPr/>
        </p:nvSpPr>
        <p:spPr bwMode="auto">
          <a:xfrm>
            <a:off x="2555875" y="2708275"/>
            <a:ext cx="647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83" name="Text Box 155"/>
          <p:cNvSpPr txBox="1">
            <a:spLocks noChangeArrowheads="1"/>
          </p:cNvSpPr>
          <p:nvPr/>
        </p:nvSpPr>
        <p:spPr bwMode="auto">
          <a:xfrm>
            <a:off x="3492500" y="2636838"/>
            <a:ext cx="792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-18.5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484" name="Text Box 156"/>
          <p:cNvSpPr txBox="1">
            <a:spLocks noChangeArrowheads="1"/>
          </p:cNvSpPr>
          <p:nvPr/>
        </p:nvSpPr>
        <p:spPr bwMode="auto">
          <a:xfrm>
            <a:off x="4284663" y="2636838"/>
            <a:ext cx="7921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-20</a:t>
            </a:r>
            <a:endParaRPr lang="es-ES" sz="1800" u="none">
              <a:solidFill>
                <a:schemeClr val="tx1"/>
              </a:solidFill>
            </a:endParaRPr>
          </a:p>
        </p:txBody>
      </p:sp>
      <p:graphicFrame>
        <p:nvGraphicFramePr>
          <p:cNvPr id="99485" name="Group 157"/>
          <p:cNvGraphicFramePr>
            <a:graphicFrameLocks noGrp="1"/>
          </p:cNvGraphicFramePr>
          <p:nvPr/>
        </p:nvGraphicFramePr>
        <p:xfrm>
          <a:off x="900113" y="5516563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507" name="Group 179"/>
          <p:cNvGraphicFramePr>
            <a:graphicFrameLocks noGrp="1"/>
          </p:cNvGraphicFramePr>
          <p:nvPr/>
        </p:nvGraphicFramePr>
        <p:xfrm>
          <a:off x="900113" y="5084763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55663"/>
                <a:gridCol w="8509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529" name="Group 201"/>
          <p:cNvGraphicFramePr>
            <a:graphicFrameLocks noGrp="1"/>
          </p:cNvGraphicFramePr>
          <p:nvPr/>
        </p:nvGraphicFramePr>
        <p:xfrm>
          <a:off x="900113" y="4652963"/>
          <a:ext cx="7561262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2"/>
                <a:gridCol w="868363"/>
                <a:gridCol w="838200"/>
                <a:gridCol w="852487"/>
                <a:gridCol w="808038"/>
                <a:gridCol w="847725"/>
                <a:gridCol w="846137"/>
                <a:gridCol w="847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551" name="Group 223"/>
          <p:cNvGraphicFramePr>
            <a:graphicFrameLocks noGrp="1"/>
          </p:cNvGraphicFramePr>
          <p:nvPr/>
        </p:nvGraphicFramePr>
        <p:xfrm>
          <a:off x="898525" y="4149725"/>
          <a:ext cx="6713538" cy="431800"/>
        </p:xfrm>
        <a:graphic>
          <a:graphicData uri="http://schemas.openxmlformats.org/drawingml/2006/table">
            <a:tbl>
              <a:tblPr/>
              <a:tblGrid>
                <a:gridCol w="803275"/>
                <a:gridCol w="849313"/>
                <a:gridCol w="855662"/>
                <a:gridCol w="850900"/>
                <a:gridCol w="852488"/>
                <a:gridCol w="808037"/>
                <a:gridCol w="847725"/>
                <a:gridCol w="8461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571" name="Group 243"/>
          <p:cNvGraphicFramePr>
            <a:graphicFrameLocks noGrp="1"/>
          </p:cNvGraphicFramePr>
          <p:nvPr/>
        </p:nvGraphicFramePr>
        <p:xfrm>
          <a:off x="3419475" y="3644900"/>
          <a:ext cx="5037138" cy="396240"/>
        </p:xfrm>
        <a:graphic>
          <a:graphicData uri="http://schemas.openxmlformats.org/drawingml/2006/table">
            <a:tbl>
              <a:tblPr/>
              <a:tblGrid>
                <a:gridCol w="849313"/>
                <a:gridCol w="849312"/>
                <a:gridCol w="806450"/>
                <a:gridCol w="846138"/>
                <a:gridCol w="842962"/>
                <a:gridCol w="842963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s-ES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θ</a:t>
                      </a:r>
                      <a:r>
                        <a:rPr kumimoji="0" lang="es-ES_tradnl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j</a:t>
                      </a:r>
                      <a:endParaRPr kumimoji="0" lang="el-GR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9587" name="Text Box 259"/>
          <p:cNvSpPr txBox="1">
            <a:spLocks noChangeArrowheads="1"/>
          </p:cNvSpPr>
          <p:nvPr/>
        </p:nvSpPr>
        <p:spPr bwMode="auto">
          <a:xfrm>
            <a:off x="5146675" y="5949950"/>
            <a:ext cx="792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588" name="Text Box 260"/>
          <p:cNvSpPr txBox="1">
            <a:spLocks noChangeArrowheads="1"/>
          </p:cNvSpPr>
          <p:nvPr/>
        </p:nvSpPr>
        <p:spPr bwMode="auto">
          <a:xfrm>
            <a:off x="5938838" y="5949950"/>
            <a:ext cx="7921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589" name="Text Box 261"/>
          <p:cNvSpPr txBox="1">
            <a:spLocks noChangeArrowheads="1"/>
          </p:cNvSpPr>
          <p:nvPr/>
        </p:nvSpPr>
        <p:spPr bwMode="auto">
          <a:xfrm>
            <a:off x="6804025" y="5949950"/>
            <a:ext cx="792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graphicFrame>
        <p:nvGraphicFramePr>
          <p:cNvPr id="99590" name="Group 262"/>
          <p:cNvGraphicFramePr>
            <a:graphicFrameLocks noGrp="1"/>
          </p:cNvGraphicFramePr>
          <p:nvPr/>
        </p:nvGraphicFramePr>
        <p:xfrm>
          <a:off x="3419475" y="5949950"/>
          <a:ext cx="4205288" cy="404813"/>
        </p:xfrm>
        <a:graphic>
          <a:graphicData uri="http://schemas.openxmlformats.org/drawingml/2006/table">
            <a:tbl>
              <a:tblPr/>
              <a:tblGrid>
                <a:gridCol w="850900"/>
                <a:gridCol w="852488"/>
                <a:gridCol w="817562"/>
                <a:gridCol w="838200"/>
                <a:gridCol w="846138"/>
              </a:tblGrid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9604" name="Text Box 276"/>
          <p:cNvSpPr txBox="1">
            <a:spLocks noChangeArrowheads="1"/>
          </p:cNvSpPr>
          <p:nvPr/>
        </p:nvSpPr>
        <p:spPr bwMode="auto">
          <a:xfrm>
            <a:off x="7021513" y="50847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05" name="Rectangle 277"/>
          <p:cNvSpPr>
            <a:spLocks noChangeArrowheads="1"/>
          </p:cNvSpPr>
          <p:nvPr/>
        </p:nvSpPr>
        <p:spPr bwMode="auto">
          <a:xfrm>
            <a:off x="3490913" y="4149725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06" name="Rectangle 278"/>
          <p:cNvSpPr>
            <a:spLocks noChangeArrowheads="1"/>
          </p:cNvSpPr>
          <p:nvPr/>
        </p:nvSpPr>
        <p:spPr bwMode="auto">
          <a:xfrm>
            <a:off x="4427538" y="4149725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07" name="Text Box 279"/>
          <p:cNvSpPr txBox="1">
            <a:spLocks noChangeArrowheads="1"/>
          </p:cNvSpPr>
          <p:nvPr/>
        </p:nvSpPr>
        <p:spPr bwMode="auto">
          <a:xfrm>
            <a:off x="3492500" y="4652963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08" name="Text Box 280"/>
          <p:cNvSpPr txBox="1">
            <a:spLocks noChangeArrowheads="1"/>
          </p:cNvSpPr>
          <p:nvPr/>
        </p:nvSpPr>
        <p:spPr bwMode="auto">
          <a:xfrm>
            <a:off x="4356100" y="4652963"/>
            <a:ext cx="62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09" name="Text Box 281"/>
          <p:cNvSpPr txBox="1">
            <a:spLocks noChangeArrowheads="1"/>
          </p:cNvSpPr>
          <p:nvPr/>
        </p:nvSpPr>
        <p:spPr bwMode="auto">
          <a:xfrm>
            <a:off x="5364163" y="46529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0" name="Text Box 282"/>
          <p:cNvSpPr txBox="1">
            <a:spLocks noChangeArrowheads="1"/>
          </p:cNvSpPr>
          <p:nvPr/>
        </p:nvSpPr>
        <p:spPr bwMode="auto">
          <a:xfrm>
            <a:off x="6229350" y="46529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1" name="Text Box 283"/>
          <p:cNvSpPr txBox="1">
            <a:spLocks noChangeArrowheads="1"/>
          </p:cNvSpPr>
          <p:nvPr/>
        </p:nvSpPr>
        <p:spPr bwMode="auto">
          <a:xfrm>
            <a:off x="6229350" y="50847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2" name="Text Box 284"/>
          <p:cNvSpPr txBox="1">
            <a:spLocks noChangeArrowheads="1"/>
          </p:cNvSpPr>
          <p:nvPr/>
        </p:nvSpPr>
        <p:spPr bwMode="auto">
          <a:xfrm>
            <a:off x="7021513" y="46529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3" name="Text Box 285"/>
          <p:cNvSpPr txBox="1">
            <a:spLocks noChangeArrowheads="1"/>
          </p:cNvSpPr>
          <p:nvPr/>
        </p:nvSpPr>
        <p:spPr bwMode="auto">
          <a:xfrm>
            <a:off x="5364163" y="50847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4" name="Text Box 286"/>
          <p:cNvSpPr txBox="1">
            <a:spLocks noChangeArrowheads="1"/>
          </p:cNvSpPr>
          <p:nvPr/>
        </p:nvSpPr>
        <p:spPr bwMode="auto">
          <a:xfrm>
            <a:off x="4427538" y="5084763"/>
            <a:ext cx="501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5" name="Text Box 287"/>
          <p:cNvSpPr txBox="1">
            <a:spLocks noChangeArrowheads="1"/>
          </p:cNvSpPr>
          <p:nvPr/>
        </p:nvSpPr>
        <p:spPr bwMode="auto">
          <a:xfrm>
            <a:off x="3492500" y="5084763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6" name="Text Box 288"/>
          <p:cNvSpPr txBox="1">
            <a:spLocks noChangeArrowheads="1"/>
          </p:cNvSpPr>
          <p:nvPr/>
        </p:nvSpPr>
        <p:spPr bwMode="auto">
          <a:xfrm>
            <a:off x="7021513" y="55165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7" name="Text Box 289"/>
          <p:cNvSpPr txBox="1">
            <a:spLocks noChangeArrowheads="1"/>
          </p:cNvSpPr>
          <p:nvPr/>
        </p:nvSpPr>
        <p:spPr bwMode="auto">
          <a:xfrm>
            <a:off x="5364163" y="55165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8" name="Text Box 290"/>
          <p:cNvSpPr txBox="1">
            <a:spLocks noChangeArrowheads="1"/>
          </p:cNvSpPr>
          <p:nvPr/>
        </p:nvSpPr>
        <p:spPr bwMode="auto">
          <a:xfrm>
            <a:off x="4356100" y="5516563"/>
            <a:ext cx="62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0.05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19" name="Text Box 291"/>
          <p:cNvSpPr txBox="1">
            <a:spLocks noChangeArrowheads="1"/>
          </p:cNvSpPr>
          <p:nvPr/>
        </p:nvSpPr>
        <p:spPr bwMode="auto">
          <a:xfrm>
            <a:off x="6229350" y="55165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0" name="Text Box 292"/>
          <p:cNvSpPr txBox="1">
            <a:spLocks noChangeArrowheads="1"/>
          </p:cNvSpPr>
          <p:nvPr/>
        </p:nvSpPr>
        <p:spPr bwMode="auto">
          <a:xfrm>
            <a:off x="3563938" y="5516563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0.1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1" name="Text Box 293"/>
          <p:cNvSpPr txBox="1">
            <a:spLocks noChangeArrowheads="1"/>
          </p:cNvSpPr>
          <p:nvPr/>
        </p:nvSpPr>
        <p:spPr bwMode="auto">
          <a:xfrm>
            <a:off x="7019925" y="41497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2" name="Text Box 294"/>
          <p:cNvSpPr txBox="1">
            <a:spLocks noChangeArrowheads="1"/>
          </p:cNvSpPr>
          <p:nvPr/>
        </p:nvSpPr>
        <p:spPr bwMode="auto">
          <a:xfrm>
            <a:off x="5362575" y="41497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3" name="Text Box 295"/>
          <p:cNvSpPr txBox="1">
            <a:spLocks noChangeArrowheads="1"/>
          </p:cNvSpPr>
          <p:nvPr/>
        </p:nvSpPr>
        <p:spPr bwMode="auto">
          <a:xfrm>
            <a:off x="6154738" y="41497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4" name="Text Box 296"/>
          <p:cNvSpPr txBox="1">
            <a:spLocks noChangeArrowheads="1"/>
          </p:cNvSpPr>
          <p:nvPr/>
        </p:nvSpPr>
        <p:spPr bwMode="auto">
          <a:xfrm>
            <a:off x="2627313" y="4652963"/>
            <a:ext cx="935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1100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5" name="Text Box 297"/>
          <p:cNvSpPr txBox="1">
            <a:spLocks noChangeArrowheads="1"/>
          </p:cNvSpPr>
          <p:nvPr/>
        </p:nvSpPr>
        <p:spPr bwMode="auto">
          <a:xfrm>
            <a:off x="2627313" y="5084763"/>
            <a:ext cx="935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1800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6" name="Text Box 298"/>
          <p:cNvSpPr txBox="1">
            <a:spLocks noChangeArrowheads="1"/>
          </p:cNvSpPr>
          <p:nvPr/>
        </p:nvSpPr>
        <p:spPr bwMode="auto">
          <a:xfrm>
            <a:off x="2628900" y="5516563"/>
            <a:ext cx="935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2000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7" name="Text Box 299"/>
          <p:cNvSpPr txBox="1">
            <a:spLocks noChangeArrowheads="1"/>
          </p:cNvSpPr>
          <p:nvPr/>
        </p:nvSpPr>
        <p:spPr bwMode="auto">
          <a:xfrm>
            <a:off x="1908175" y="4652963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3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8" name="Text Box 300"/>
          <p:cNvSpPr txBox="1">
            <a:spLocks noChangeArrowheads="1"/>
          </p:cNvSpPr>
          <p:nvPr/>
        </p:nvSpPr>
        <p:spPr bwMode="auto">
          <a:xfrm>
            <a:off x="1908175" y="5084763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4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29" name="Text Box 301"/>
          <p:cNvSpPr txBox="1">
            <a:spLocks noChangeArrowheads="1"/>
          </p:cNvSpPr>
          <p:nvPr/>
        </p:nvSpPr>
        <p:spPr bwMode="auto">
          <a:xfrm>
            <a:off x="1908175" y="5516563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X</a:t>
            </a:r>
            <a:r>
              <a:rPr lang="es-ES_tradnl" sz="1800" u="none" baseline="-25000">
                <a:solidFill>
                  <a:schemeClr val="tx1"/>
                </a:solidFill>
              </a:rPr>
              <a:t>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30" name="Text Box 302"/>
          <p:cNvSpPr txBox="1">
            <a:spLocks noChangeArrowheads="1"/>
          </p:cNvSpPr>
          <p:nvPr/>
        </p:nvSpPr>
        <p:spPr bwMode="auto">
          <a:xfrm>
            <a:off x="1116013" y="46529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31" name="Text Box 303"/>
          <p:cNvSpPr txBox="1">
            <a:spLocks noChangeArrowheads="1"/>
          </p:cNvSpPr>
          <p:nvPr/>
        </p:nvSpPr>
        <p:spPr bwMode="auto">
          <a:xfrm>
            <a:off x="1116013" y="50847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32" name="Text Box 304"/>
          <p:cNvSpPr txBox="1">
            <a:spLocks noChangeArrowheads="1"/>
          </p:cNvSpPr>
          <p:nvPr/>
        </p:nvSpPr>
        <p:spPr bwMode="auto">
          <a:xfrm>
            <a:off x="1116013" y="55165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33" name="Text Box 305"/>
          <p:cNvSpPr txBox="1">
            <a:spLocks noChangeArrowheads="1"/>
          </p:cNvSpPr>
          <p:nvPr/>
        </p:nvSpPr>
        <p:spPr bwMode="auto">
          <a:xfrm>
            <a:off x="1979613" y="6021388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Z =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34" name="Text Box 306"/>
          <p:cNvSpPr txBox="1">
            <a:spLocks noChangeArrowheads="1"/>
          </p:cNvSpPr>
          <p:nvPr/>
        </p:nvSpPr>
        <p:spPr bwMode="auto">
          <a:xfrm>
            <a:off x="2555875" y="6021388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35" name="Text Box 307"/>
          <p:cNvSpPr txBox="1">
            <a:spLocks noChangeArrowheads="1"/>
          </p:cNvSpPr>
          <p:nvPr/>
        </p:nvSpPr>
        <p:spPr bwMode="auto">
          <a:xfrm>
            <a:off x="3492500" y="5948363"/>
            <a:ext cx="792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-18.5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36" name="Text Box 308"/>
          <p:cNvSpPr txBox="1">
            <a:spLocks noChangeArrowheads="1"/>
          </p:cNvSpPr>
          <p:nvPr/>
        </p:nvSpPr>
        <p:spPr bwMode="auto">
          <a:xfrm>
            <a:off x="4284663" y="5948363"/>
            <a:ext cx="7921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chemeClr val="tx1"/>
                </a:solidFill>
              </a:rPr>
              <a:t>-20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37" name="Text Box 309"/>
          <p:cNvSpPr txBox="1">
            <a:spLocks noChangeArrowheads="1"/>
          </p:cNvSpPr>
          <p:nvPr/>
        </p:nvSpPr>
        <p:spPr bwMode="auto">
          <a:xfrm>
            <a:off x="1908175" y="5084763"/>
            <a:ext cx="420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X</a:t>
            </a:r>
            <a:r>
              <a:rPr lang="es-ES_tradnl" sz="1800" u="none" baseline="-25000">
                <a:solidFill>
                  <a:srgbClr val="0000FF"/>
                </a:solidFill>
              </a:rPr>
              <a:t>2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38" name="Text Box 310"/>
          <p:cNvSpPr txBox="1">
            <a:spLocks noChangeArrowheads="1"/>
          </p:cNvSpPr>
          <p:nvPr/>
        </p:nvSpPr>
        <p:spPr bwMode="auto">
          <a:xfrm>
            <a:off x="4500563" y="5084763"/>
            <a:ext cx="501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1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39" name="Text Box 311"/>
          <p:cNvSpPr txBox="1">
            <a:spLocks noChangeArrowheads="1"/>
          </p:cNvSpPr>
          <p:nvPr/>
        </p:nvSpPr>
        <p:spPr bwMode="auto">
          <a:xfrm>
            <a:off x="2555875" y="5084763"/>
            <a:ext cx="9350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18000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40" name="Text Box 312"/>
          <p:cNvSpPr txBox="1">
            <a:spLocks noChangeArrowheads="1"/>
          </p:cNvSpPr>
          <p:nvPr/>
        </p:nvSpPr>
        <p:spPr bwMode="auto">
          <a:xfrm>
            <a:off x="3563938" y="5084763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ES_tradnl" sz="1800" u="none">
                <a:solidFill>
                  <a:srgbClr val="0000FF"/>
                </a:solidFill>
              </a:rPr>
              <a:t>0.5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41" name="Text Box 313"/>
          <p:cNvSpPr txBox="1">
            <a:spLocks noChangeArrowheads="1"/>
          </p:cNvSpPr>
          <p:nvPr/>
        </p:nvSpPr>
        <p:spPr bwMode="auto">
          <a:xfrm>
            <a:off x="6011863" y="5084763"/>
            <a:ext cx="647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10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42" name="Text Box 314"/>
          <p:cNvSpPr txBox="1">
            <a:spLocks noChangeArrowheads="1"/>
          </p:cNvSpPr>
          <p:nvPr/>
        </p:nvSpPr>
        <p:spPr bwMode="auto">
          <a:xfrm>
            <a:off x="4427538" y="5516563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rgbClr val="0000FF"/>
                </a:solidFill>
              </a:rPr>
              <a:t>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43" name="Text Box 315"/>
          <p:cNvSpPr txBox="1">
            <a:spLocks noChangeArrowheads="1"/>
          </p:cNvSpPr>
          <p:nvPr/>
        </p:nvSpPr>
        <p:spPr bwMode="auto">
          <a:xfrm>
            <a:off x="4427538" y="4652963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rgbClr val="0000FF"/>
                </a:solidFill>
              </a:rPr>
              <a:t>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44" name="Text Box 316"/>
          <p:cNvSpPr txBox="1">
            <a:spLocks noChangeArrowheads="1"/>
          </p:cNvSpPr>
          <p:nvPr/>
        </p:nvSpPr>
        <p:spPr bwMode="auto">
          <a:xfrm>
            <a:off x="4427538" y="5949950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1800" u="none">
                <a:solidFill>
                  <a:srgbClr val="0000FF"/>
                </a:solidFill>
              </a:rPr>
              <a:t>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45" name="Text Box 317"/>
          <p:cNvSpPr txBox="1">
            <a:spLocks noChangeArrowheads="1"/>
          </p:cNvSpPr>
          <p:nvPr/>
        </p:nvSpPr>
        <p:spPr bwMode="auto">
          <a:xfrm>
            <a:off x="2700338" y="4652963"/>
            <a:ext cx="574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200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46" name="Text Box 318"/>
          <p:cNvSpPr txBox="1">
            <a:spLocks noChangeArrowheads="1"/>
          </p:cNvSpPr>
          <p:nvPr/>
        </p:nvSpPr>
        <p:spPr bwMode="auto">
          <a:xfrm>
            <a:off x="3419475" y="4652963"/>
            <a:ext cx="792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0.025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47" name="Text Box 319"/>
          <p:cNvSpPr txBox="1">
            <a:spLocks noChangeArrowheads="1"/>
          </p:cNvSpPr>
          <p:nvPr/>
        </p:nvSpPr>
        <p:spPr bwMode="auto">
          <a:xfrm>
            <a:off x="5940425" y="4652963"/>
            <a:ext cx="792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-0.5</a:t>
            </a:r>
            <a:endParaRPr lang="es-ES" sz="1800" u="none">
              <a:solidFill>
                <a:schemeClr val="tx1"/>
              </a:solidFill>
            </a:endParaRPr>
          </a:p>
        </p:txBody>
      </p:sp>
      <p:sp>
        <p:nvSpPr>
          <p:cNvPr id="99648" name="Text Box 320"/>
          <p:cNvSpPr txBox="1">
            <a:spLocks noChangeArrowheads="1"/>
          </p:cNvSpPr>
          <p:nvPr/>
        </p:nvSpPr>
        <p:spPr bwMode="auto">
          <a:xfrm>
            <a:off x="2555875" y="5516563"/>
            <a:ext cx="692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1100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49" name="Text Box 321"/>
          <p:cNvSpPr txBox="1">
            <a:spLocks noChangeArrowheads="1"/>
          </p:cNvSpPr>
          <p:nvPr/>
        </p:nvSpPr>
        <p:spPr bwMode="auto">
          <a:xfrm>
            <a:off x="3419475" y="5516563"/>
            <a:ext cx="755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0.075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0" name="Text Box 322"/>
          <p:cNvSpPr txBox="1">
            <a:spLocks noChangeArrowheads="1"/>
          </p:cNvSpPr>
          <p:nvPr/>
        </p:nvSpPr>
        <p:spPr bwMode="auto">
          <a:xfrm>
            <a:off x="6011863" y="5516563"/>
            <a:ext cx="577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-0.5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1" name="Text Box 323"/>
          <p:cNvSpPr txBox="1">
            <a:spLocks noChangeArrowheads="1"/>
          </p:cNvSpPr>
          <p:nvPr/>
        </p:nvSpPr>
        <p:spPr bwMode="auto">
          <a:xfrm>
            <a:off x="6084888" y="594995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20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2" name="Text Box 324"/>
          <p:cNvSpPr txBox="1">
            <a:spLocks noChangeArrowheads="1"/>
          </p:cNvSpPr>
          <p:nvPr/>
        </p:nvSpPr>
        <p:spPr bwMode="auto">
          <a:xfrm>
            <a:off x="3492500" y="5949950"/>
            <a:ext cx="577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-8.5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3" name="Text Box 325"/>
          <p:cNvSpPr txBox="1">
            <a:spLocks noChangeArrowheads="1"/>
          </p:cNvSpPr>
          <p:nvPr/>
        </p:nvSpPr>
        <p:spPr bwMode="auto">
          <a:xfrm>
            <a:off x="1042988" y="5084763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20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4" name="Text Box 326"/>
          <p:cNvSpPr txBox="1">
            <a:spLocks noChangeArrowheads="1"/>
          </p:cNvSpPr>
          <p:nvPr/>
        </p:nvSpPr>
        <p:spPr bwMode="auto">
          <a:xfrm>
            <a:off x="1116013" y="55165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5" name="Text Box 327"/>
          <p:cNvSpPr txBox="1">
            <a:spLocks noChangeArrowheads="1"/>
          </p:cNvSpPr>
          <p:nvPr/>
        </p:nvSpPr>
        <p:spPr bwMode="auto">
          <a:xfrm>
            <a:off x="2484438" y="6021388"/>
            <a:ext cx="946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360000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6" name="Text Box 328"/>
          <p:cNvSpPr txBox="1">
            <a:spLocks noChangeArrowheads="1"/>
          </p:cNvSpPr>
          <p:nvPr/>
        </p:nvSpPr>
        <p:spPr bwMode="auto">
          <a:xfrm>
            <a:off x="7694613" y="4652963"/>
            <a:ext cx="692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8000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7" name="Text Box 329"/>
          <p:cNvSpPr txBox="1">
            <a:spLocks noChangeArrowheads="1"/>
          </p:cNvSpPr>
          <p:nvPr/>
        </p:nvSpPr>
        <p:spPr bwMode="auto">
          <a:xfrm>
            <a:off x="7604125" y="5084763"/>
            <a:ext cx="819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36000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8" name="Text Box 330"/>
          <p:cNvSpPr txBox="1">
            <a:spLocks noChangeArrowheads="1"/>
          </p:cNvSpPr>
          <p:nvPr/>
        </p:nvSpPr>
        <p:spPr bwMode="auto">
          <a:xfrm>
            <a:off x="7508875" y="5516563"/>
            <a:ext cx="1009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s-ES_tradnl" sz="1800" u="none">
                <a:solidFill>
                  <a:srgbClr val="0000FF"/>
                </a:solidFill>
              </a:rPr>
              <a:t>14666.6</a:t>
            </a:r>
            <a:endParaRPr lang="es-ES" sz="1800" u="none">
              <a:solidFill>
                <a:srgbClr val="0000FF"/>
              </a:solidFill>
            </a:endParaRPr>
          </a:p>
        </p:txBody>
      </p:sp>
      <p:sp>
        <p:nvSpPr>
          <p:cNvPr id="99659" name="AutoShape 331"/>
          <p:cNvSpPr>
            <a:spLocks noChangeArrowheads="1"/>
          </p:cNvSpPr>
          <p:nvPr/>
        </p:nvSpPr>
        <p:spPr bwMode="auto">
          <a:xfrm>
            <a:off x="3708400" y="6426200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99660" name="AutoShape 332"/>
          <p:cNvSpPr>
            <a:spLocks noChangeArrowheads="1"/>
          </p:cNvSpPr>
          <p:nvPr/>
        </p:nvSpPr>
        <p:spPr bwMode="auto">
          <a:xfrm rot="5400000">
            <a:off x="8748713" y="4616450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2000"/>
                                        <p:tgtEl>
                                          <p:spTgt spid="99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000"/>
                                        <p:tgtEl>
                                          <p:spTgt spid="9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000" fill="hold"/>
                                        <p:tgtEl>
                                          <p:spTgt spid="996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" presetClass="emph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996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2" dur="2000"/>
                                        <p:tgtEl>
                                          <p:spTgt spid="996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31" dur="2000"/>
                                        <p:tgtEl>
                                          <p:spTgt spid="99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9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40" dur="2000"/>
                                        <p:tgtEl>
                                          <p:spTgt spid="996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9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" dur="2000" fill="hold"/>
                                        <p:tgtEl>
                                          <p:spTgt spid="996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000" fill="hold"/>
                                        <p:tgtEl>
                                          <p:spTgt spid="99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55" dur="2000"/>
                                        <p:tgtEl>
                                          <p:spTgt spid="996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9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4" dur="2000" fill="hold"/>
                                        <p:tgtEl>
                                          <p:spTgt spid="996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000" fill="hold"/>
                                        <p:tgtEl>
                                          <p:spTgt spid="996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70" dur="2000"/>
                                        <p:tgtEl>
                                          <p:spTgt spid="996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9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79" dur="2000"/>
                                        <p:tgtEl>
                                          <p:spTgt spid="996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9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88" dur="2000"/>
                                        <p:tgtEl>
                                          <p:spTgt spid="99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9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7" dur="2000" fill="hold"/>
                                        <p:tgtEl>
                                          <p:spTgt spid="996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2000" fill="hold"/>
                                        <p:tgtEl>
                                          <p:spTgt spid="996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3" dur="2000" fill="hold"/>
                                        <p:tgtEl>
                                          <p:spTgt spid="996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2000" fill="hold"/>
                                        <p:tgtEl>
                                          <p:spTgt spid="996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9" dur="2000" fill="hold"/>
                                        <p:tgtEl>
                                          <p:spTgt spid="995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2000" fill="hold"/>
                                        <p:tgtEl>
                                          <p:spTgt spid="995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5" dur="2000" fill="hold"/>
                                        <p:tgtEl>
                                          <p:spTgt spid="996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2000" fill="hold"/>
                                        <p:tgtEl>
                                          <p:spTgt spid="996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1" dur="2000" fill="hold"/>
                                        <p:tgtEl>
                                          <p:spTgt spid="996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2000" fill="hold"/>
                                        <p:tgtEl>
                                          <p:spTgt spid="99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7" dur="2000" fill="hold"/>
                                        <p:tgtEl>
                                          <p:spTgt spid="995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2000" fill="hold"/>
                                        <p:tgtEl>
                                          <p:spTgt spid="995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3" dur="1000"/>
                                        <p:tgtEl>
                                          <p:spTgt spid="996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1000"/>
                                        <p:tgtEl>
                                          <p:spTgt spid="9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2" dur="500"/>
                                        <p:tgtEl>
                                          <p:spTgt spid="99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9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0" dur="1000"/>
                                        <p:tgtEl>
                                          <p:spTgt spid="996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9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0" dur="500"/>
                                        <p:tgtEl>
                                          <p:spTgt spid="996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9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9" dur="500"/>
                                        <p:tgtEl>
                                          <p:spTgt spid="99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9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8" dur="500"/>
                                        <p:tgtEl>
                                          <p:spTgt spid="996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9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7" dur="500"/>
                                        <p:tgtEl>
                                          <p:spTgt spid="996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9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6" dur="500"/>
                                        <p:tgtEl>
                                          <p:spTgt spid="995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9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2000" fill="hold"/>
                                        <p:tgtEl>
                                          <p:spTgt spid="996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9" dur="500"/>
                                        <p:tgtEl>
                                          <p:spTgt spid="996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9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9" dur="500"/>
                                        <p:tgtEl>
                                          <p:spTgt spid="99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9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8" dur="500"/>
                                        <p:tgtEl>
                                          <p:spTgt spid="99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9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99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99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0" dur="1000"/>
                                        <p:tgtEl>
                                          <p:spTgt spid="9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9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587" grpId="0"/>
      <p:bldP spid="99587" grpId="1"/>
      <p:bldP spid="99588" grpId="0"/>
      <p:bldP spid="99589" grpId="0"/>
      <p:bldP spid="99589" grpId="1"/>
      <p:bldP spid="99604" grpId="0"/>
      <p:bldP spid="99604" grpId="1"/>
      <p:bldP spid="99607" grpId="0"/>
      <p:bldP spid="99608" grpId="0"/>
      <p:bldP spid="99609" grpId="0"/>
      <p:bldP spid="99609" grpId="1"/>
      <p:bldP spid="99610" grpId="0"/>
      <p:bldP spid="99611" grpId="0"/>
      <p:bldP spid="99612" grpId="0"/>
      <p:bldP spid="99612" grpId="1"/>
      <p:bldP spid="99613" grpId="0"/>
      <p:bldP spid="99613" grpId="1"/>
      <p:bldP spid="99614" grpId="0"/>
      <p:bldP spid="99615" grpId="0"/>
      <p:bldP spid="99616" grpId="0"/>
      <p:bldP spid="99616" grpId="1"/>
      <p:bldP spid="99617" grpId="0"/>
      <p:bldP spid="99617" grpId="1"/>
      <p:bldP spid="99618" grpId="0"/>
      <p:bldP spid="99619" grpId="0"/>
      <p:bldP spid="99620" grpId="0"/>
      <p:bldP spid="99624" grpId="0"/>
      <p:bldP spid="99625" grpId="0"/>
      <p:bldP spid="99626" grpId="0"/>
      <p:bldP spid="99627" grpId="0"/>
      <p:bldP spid="99628" grpId="0"/>
      <p:bldP spid="99629" grpId="0"/>
      <p:bldP spid="99630" grpId="0"/>
      <p:bldP spid="99631" grpId="0"/>
      <p:bldP spid="99632" grpId="0" build="allAtOnce"/>
      <p:bldP spid="99634" grpId="0"/>
      <p:bldP spid="99635" grpId="0"/>
      <p:bldP spid="99636" grpId="0"/>
      <p:bldP spid="99637" grpId="0"/>
      <p:bldP spid="99638" grpId="0"/>
      <p:bldP spid="99639" grpId="0"/>
      <p:bldP spid="99640" grpId="0"/>
      <p:bldP spid="99641" grpId="0"/>
      <p:bldP spid="99642" grpId="0"/>
      <p:bldP spid="99643" grpId="0"/>
      <p:bldP spid="99644" grpId="0"/>
      <p:bldP spid="99645" grpId="0"/>
      <p:bldP spid="99646" grpId="0"/>
      <p:bldP spid="99647" grpId="0"/>
      <p:bldP spid="99648" grpId="0"/>
      <p:bldP spid="99649" grpId="0"/>
      <p:bldP spid="99650" grpId="0"/>
      <p:bldP spid="99651" grpId="0"/>
      <p:bldP spid="99652" grpId="0"/>
      <p:bldP spid="99653" grpId="0"/>
      <p:bldP spid="99654" grpId="0"/>
      <p:bldP spid="99655" grpId="0"/>
      <p:bldP spid="99659" grpId="0" animBg="1"/>
      <p:bldP spid="9966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78" name="Group 2"/>
          <p:cNvGraphicFramePr>
            <a:graphicFrameLocks noGrp="1"/>
          </p:cNvGraphicFramePr>
          <p:nvPr/>
        </p:nvGraphicFramePr>
        <p:xfrm>
          <a:off x="1692275" y="4149725"/>
          <a:ext cx="6529388" cy="431800"/>
        </p:xfrm>
        <a:graphic>
          <a:graphicData uri="http://schemas.openxmlformats.org/drawingml/2006/table">
            <a:tbl>
              <a:tblPr/>
              <a:tblGrid>
                <a:gridCol w="1882775"/>
                <a:gridCol w="941388"/>
                <a:gridCol w="941387"/>
                <a:gridCol w="892175"/>
                <a:gridCol w="936625"/>
                <a:gridCol w="9350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 = 428000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394" name="Group 18"/>
          <p:cNvGraphicFramePr>
            <a:graphicFrameLocks noGrp="1"/>
          </p:cNvGraphicFramePr>
          <p:nvPr/>
        </p:nvGraphicFramePr>
        <p:xfrm>
          <a:off x="827088" y="3573463"/>
          <a:ext cx="7416800" cy="431800"/>
        </p:xfrm>
        <a:graphic>
          <a:graphicData uri="http://schemas.openxmlformats.org/drawingml/2006/table">
            <a:tbl>
              <a:tblPr/>
              <a:tblGrid>
                <a:gridCol w="887412"/>
                <a:gridCol w="938213"/>
                <a:gridCol w="944562"/>
                <a:gridCol w="941388"/>
                <a:gridCol w="941387"/>
                <a:gridCol w="892175"/>
                <a:gridCol w="936625"/>
                <a:gridCol w="9350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X5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14" name="Group 38"/>
          <p:cNvGraphicFramePr>
            <a:graphicFrameLocks noGrp="1"/>
          </p:cNvGraphicFramePr>
          <p:nvPr/>
        </p:nvGraphicFramePr>
        <p:xfrm>
          <a:off x="827088" y="3141663"/>
          <a:ext cx="7416800" cy="431800"/>
        </p:xfrm>
        <a:graphic>
          <a:graphicData uri="http://schemas.openxmlformats.org/drawingml/2006/table">
            <a:tbl>
              <a:tblPr/>
              <a:tblGrid>
                <a:gridCol w="887412"/>
                <a:gridCol w="938213"/>
                <a:gridCol w="944562"/>
                <a:gridCol w="941388"/>
                <a:gridCol w="941387"/>
                <a:gridCol w="892175"/>
                <a:gridCol w="936625"/>
                <a:gridCol w="9350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X2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14000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34" name="Group 58"/>
          <p:cNvGraphicFramePr>
            <a:graphicFrameLocks noGrp="1"/>
          </p:cNvGraphicFramePr>
          <p:nvPr/>
        </p:nvGraphicFramePr>
        <p:xfrm>
          <a:off x="827088" y="2708275"/>
          <a:ext cx="7416800" cy="431800"/>
        </p:xfrm>
        <a:graphic>
          <a:graphicData uri="http://schemas.openxmlformats.org/drawingml/2006/table">
            <a:tbl>
              <a:tblPr/>
              <a:tblGrid>
                <a:gridCol w="887412"/>
                <a:gridCol w="938213"/>
                <a:gridCol w="944562"/>
                <a:gridCol w="941388"/>
                <a:gridCol w="941387"/>
                <a:gridCol w="892175"/>
                <a:gridCol w="936625"/>
                <a:gridCol w="9350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18.5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X1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8000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54" name="Group 78"/>
          <p:cNvGraphicFramePr>
            <a:graphicFrameLocks noGrp="1"/>
          </p:cNvGraphicFramePr>
          <p:nvPr/>
        </p:nvGraphicFramePr>
        <p:xfrm>
          <a:off x="827088" y="2060575"/>
          <a:ext cx="7416800" cy="431800"/>
        </p:xfrm>
        <a:graphic>
          <a:graphicData uri="http://schemas.openxmlformats.org/drawingml/2006/table">
            <a:tbl>
              <a:tblPr/>
              <a:tblGrid>
                <a:gridCol w="887412"/>
                <a:gridCol w="938213"/>
                <a:gridCol w="944562"/>
                <a:gridCol w="941388"/>
                <a:gridCol w="941387"/>
                <a:gridCol w="892175"/>
                <a:gridCol w="936625"/>
                <a:gridCol w="9350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Ck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Xk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Bk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18.5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74" name="Group 98"/>
          <p:cNvGraphicFramePr>
            <a:graphicFrameLocks noGrp="1"/>
          </p:cNvGraphicFramePr>
          <p:nvPr/>
        </p:nvGraphicFramePr>
        <p:xfrm>
          <a:off x="3563938" y="1484313"/>
          <a:ext cx="4646612" cy="431800"/>
        </p:xfrm>
        <a:graphic>
          <a:graphicData uri="http://schemas.openxmlformats.org/drawingml/2006/table">
            <a:tbl>
              <a:tblPr/>
              <a:tblGrid>
                <a:gridCol w="941387"/>
                <a:gridCol w="941388"/>
                <a:gridCol w="892175"/>
                <a:gridCol w="936625"/>
                <a:gridCol w="93503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C1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C2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C3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C4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C5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1488" name="Text Box 112"/>
          <p:cNvSpPr txBox="1">
            <a:spLocks noChangeArrowheads="1"/>
          </p:cNvSpPr>
          <p:nvPr/>
        </p:nvSpPr>
        <p:spPr bwMode="auto">
          <a:xfrm>
            <a:off x="2484438" y="404813"/>
            <a:ext cx="3671887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_tradnl" sz="2800" u="none"/>
              <a:t>Tabla final</a:t>
            </a:r>
            <a:endParaRPr lang="es-ES" sz="2800" u="none"/>
          </a:p>
        </p:txBody>
      </p:sp>
      <p:graphicFrame>
        <p:nvGraphicFramePr>
          <p:cNvPr id="101489" name="Group 113"/>
          <p:cNvGraphicFramePr>
            <a:graphicFrameLocks noGrp="1"/>
          </p:cNvGraphicFramePr>
          <p:nvPr/>
        </p:nvGraphicFramePr>
        <p:xfrm>
          <a:off x="3563938" y="4724400"/>
          <a:ext cx="4646612" cy="640080"/>
        </p:xfrm>
        <a:graphic>
          <a:graphicData uri="http://schemas.openxmlformats.org/drawingml/2006/table">
            <a:tbl>
              <a:tblPr/>
              <a:tblGrid>
                <a:gridCol w="1882775"/>
                <a:gridCol w="276383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Costos de oportunidad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Valores marginales</a:t>
                      </a:r>
                      <a:endParaRPr kumimoji="0" lang="es-E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4">
      <a:dk1>
        <a:srgbClr val="000000"/>
      </a:dk1>
      <a:lt1>
        <a:srgbClr val="CC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E2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55000"/>
          </a:spcBef>
          <a:spcAft>
            <a:spcPct val="0"/>
          </a:spcAft>
          <a:buClrTx/>
          <a:buSzTx/>
          <a:buFontTx/>
          <a:buNone/>
          <a:tabLst/>
          <a:defRPr kumimoji="0" lang="es-ES" sz="4000" b="0" i="0" u="sng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55000"/>
          </a:spcBef>
          <a:spcAft>
            <a:spcPct val="0"/>
          </a:spcAft>
          <a:buClrTx/>
          <a:buSzTx/>
          <a:buFontTx/>
          <a:buNone/>
          <a:tabLst/>
          <a:defRPr kumimoji="0" lang="es-ES" sz="4000" b="0" i="0" u="sng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3">
        <a:dk1>
          <a:srgbClr val="000000"/>
        </a:dk1>
        <a:lt1>
          <a:srgbClr val="CC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2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14">
        <a:dk1>
          <a:srgbClr val="000000"/>
        </a:dk1>
        <a:lt1>
          <a:srgbClr val="CC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2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3891</TotalTime>
  <Words>742</Words>
  <Application>Microsoft Office PowerPoint</Application>
  <PresentationFormat>Presentación en pantalla (4:3)</PresentationFormat>
  <Paragraphs>429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Diseño predeterminado</vt:lpstr>
      <vt:lpstr>Caso :  Socratin. SA Modelización (1) </vt:lpstr>
      <vt:lpstr>Caso :  Socratin. SA Modelización (2)</vt:lpstr>
      <vt:lpstr>Caso :  Socratin. SA Modelización (3)</vt:lpstr>
      <vt:lpstr>Caso :  Socratin. SA Modelización (4)</vt:lpstr>
      <vt:lpstr>Diapositiva 5</vt:lpstr>
      <vt:lpstr>Diapositiva 6</vt:lpstr>
      <vt:lpstr>Diapositiva 7</vt:lpstr>
      <vt:lpstr>Diapositiva 8</vt:lpstr>
    </vt:vector>
  </TitlesOfParts>
  <Company>Hugo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alumno</cp:lastModifiedBy>
  <cp:revision>49</cp:revision>
  <dcterms:created xsi:type="dcterms:W3CDTF">2006-05-01T20:51:30Z</dcterms:created>
  <dcterms:modified xsi:type="dcterms:W3CDTF">2013-09-03T00:28:16Z</dcterms:modified>
</cp:coreProperties>
</file>