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p:regular r:id="rId27"/>
      <p:bold r:id="rId28"/>
      <p:italic r:id="rId29"/>
      <p:boldItalic r:id="rId30"/>
    </p:embeddedFont>
    <p:embeddedFont>
      <p:font typeface="Montserrat"/>
      <p:regular r:id="rId31"/>
      <p:bold r:id="rId32"/>
      <p:italic r:id="rId33"/>
      <p:boldItalic r:id="rId34"/>
    </p:embeddedFont>
    <p:embeddedFont>
      <p:font typeface="Lato"/>
      <p:regular r:id="rId35"/>
      <p:bold r:id="rId36"/>
      <p:italic r:id="rId37"/>
      <p:boldItalic r:id="rId38"/>
    </p:embeddedFont>
    <p:embeddedFont>
      <p:font typeface="Average"/>
      <p:regular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Montserrat-italic.fntdata"/><Relationship Id="rId10" Type="http://schemas.openxmlformats.org/officeDocument/2006/relationships/slide" Target="slides/slide5.xml"/><Relationship Id="rId32" Type="http://schemas.openxmlformats.org/officeDocument/2006/relationships/font" Target="fonts/Montserrat-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Montserrat-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39" Type="http://schemas.openxmlformats.org/officeDocument/2006/relationships/font" Target="fonts/Average-regular.fntdata"/><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f87997393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f87997393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f87997393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f87997393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f87997393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f87997393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f87997393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f87997393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f87997393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f87997393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f87997393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f87997393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f87997393_0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f87997393_0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f96f5393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f96f539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f87997393_0_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f87997393_0_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f87997393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f87997393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f87997393_0_1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1f87997393_0_1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f87997393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f87997393_0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f87997393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f87997393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f87997393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f87997393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f87997393_0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f87997393_0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f87997393_0_1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f87997393_0_1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1f87997393_0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1f87997393_0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1f87997393_0_1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1f87997393_0_1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f87997393_0_1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1f87997393_0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1f87997393_0_1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1f87997393_0_1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1f87997393_0_1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1f87997393_0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descr="offset_comp_406605.jpg" id="10" name="Google Shape;10;p2"/>
          <p:cNvPicPr preferRelativeResize="0"/>
          <p:nvPr/>
        </p:nvPicPr>
        <p:blipFill rotWithShape="1">
          <a:blip r:embed="rId2">
            <a:alphaModFix amt="66000"/>
          </a:blip>
          <a:srcRect b="39566" l="20992" r="40113" t="2691"/>
          <a:stretch/>
        </p:blipFill>
        <p:spPr>
          <a:xfrm>
            <a:off x="0" y="0"/>
            <a:ext cx="5157900" cy="5143500"/>
          </a:xfrm>
          <a:prstGeom prst="rtTriangle">
            <a:avLst/>
          </a:prstGeom>
          <a:noFill/>
          <a:ln>
            <a:noFill/>
          </a:ln>
        </p:spPr>
      </p:pic>
      <p:pic>
        <p:nvPicPr>
          <p:cNvPr descr="offset_comp_342327_edtied.jpg" id="11" name="Google Shape;11;p2"/>
          <p:cNvPicPr preferRelativeResize="0"/>
          <p:nvPr/>
        </p:nvPicPr>
        <p:blipFill rotWithShape="1">
          <a:blip r:embed="rId3">
            <a:alphaModFix amt="31000"/>
          </a:blip>
          <a:srcRect b="11298" l="14010" r="43290" t="35834"/>
          <a:stretch/>
        </p:blipFill>
        <p:spPr>
          <a:xfrm rot="10800000">
            <a:off x="6976800" y="-25"/>
            <a:ext cx="2167200" cy="2012700"/>
          </a:xfrm>
          <a:prstGeom prst="rtTriangle">
            <a:avLst/>
          </a:prstGeom>
          <a:noFill/>
          <a:ln>
            <a:noFill/>
          </a:ln>
        </p:spPr>
      </p:pic>
      <p:sp>
        <p:nvSpPr>
          <p:cNvPr id="12" name="Google Shape;12;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3" name="Google Shape;13;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5" name="Google Shape;15;p2"/>
          <p:cNvSpPr/>
          <p:nvPr/>
        </p:nvSpPr>
        <p:spPr>
          <a:xfrm rot="-5400000">
            <a:off x="5846" y="-4836"/>
            <a:ext cx="22914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flipH="1">
            <a:off x="652821" y="576768"/>
            <a:ext cx="2300100" cy="22914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grpSp>
        <p:nvGrpSpPr>
          <p:cNvPr id="18" name="Google Shape;18;p3"/>
          <p:cNvGrpSpPr/>
          <p:nvPr/>
        </p:nvGrpSpPr>
        <p:grpSpPr>
          <a:xfrm>
            <a:off x="4406400" y="0"/>
            <a:ext cx="4737600" cy="5143065"/>
            <a:chOff x="4406400" y="0"/>
            <a:chExt cx="4737600" cy="5143065"/>
          </a:xfrm>
        </p:grpSpPr>
        <p:sp>
          <p:nvSpPr>
            <p:cNvPr id="19" name="Google Shape;19;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39" name="Google Shape;39;p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43" name="Shape 43"/>
        <p:cNvGrpSpPr/>
        <p:nvPr/>
      </p:nvGrpSpPr>
      <p:grpSpPr>
        <a:xfrm>
          <a:off x="0" y="0"/>
          <a:ext cx="0" cy="0"/>
          <a:chOff x="0" y="0"/>
          <a:chExt cx="0" cy="0"/>
        </a:xfrm>
      </p:grpSpPr>
      <p:grpSp>
        <p:nvGrpSpPr>
          <p:cNvPr id="44" name="Google Shape;44;p4"/>
          <p:cNvGrpSpPr/>
          <p:nvPr/>
        </p:nvGrpSpPr>
        <p:grpSpPr>
          <a:xfrm>
            <a:off x="4406400" y="0"/>
            <a:ext cx="4737600" cy="5143065"/>
            <a:chOff x="4406400" y="0"/>
            <a:chExt cx="4737600" cy="5143065"/>
          </a:xfrm>
        </p:grpSpPr>
        <p:sp>
          <p:nvSpPr>
            <p:cNvPr id="45" name="Google Shape;45;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5">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5"/>
          <p:cNvGrpSpPr/>
          <p:nvPr/>
        </p:nvGrpSpPr>
        <p:grpSpPr>
          <a:xfrm>
            <a:off x="0" y="381001"/>
            <a:ext cx="1037850" cy="1016287"/>
            <a:chOff x="0" y="381001"/>
            <a:chExt cx="1037850" cy="1016287"/>
          </a:xfrm>
        </p:grpSpPr>
        <p:sp>
          <p:nvSpPr>
            <p:cNvPr id="71" name="Google Shape;71;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4" name="Google Shape;74;p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5" name="Google Shape;7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1">
  <p:cSld name="TITLE_AND_BODY_2">
    <p:spTree>
      <p:nvGrpSpPr>
        <p:cNvPr id="76" name="Shape 76"/>
        <p:cNvGrpSpPr/>
        <p:nvPr/>
      </p:nvGrpSpPr>
      <p:grpSpPr>
        <a:xfrm>
          <a:off x="0" y="0"/>
          <a:ext cx="0" cy="0"/>
          <a:chOff x="0" y="0"/>
          <a:chExt cx="0" cy="0"/>
        </a:xfrm>
      </p:grpSpPr>
      <p:sp>
        <p:nvSpPr>
          <p:cNvPr id="77" name="Google Shape;77;p6"/>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8" name="Google Shape;78;p6"/>
          <p:cNvSpPr/>
          <p:nvPr/>
        </p:nvSpPr>
        <p:spPr>
          <a:xfrm>
            <a:off x="4564200" y="0"/>
            <a:ext cx="45798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
        <p:nvSpPr>
          <p:cNvPr id="80" name="Google Shape;80;p6">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6"/>
          <p:cNvGrpSpPr/>
          <p:nvPr/>
        </p:nvGrpSpPr>
        <p:grpSpPr>
          <a:xfrm>
            <a:off x="0" y="381001"/>
            <a:ext cx="1037850" cy="1016287"/>
            <a:chOff x="0" y="381001"/>
            <a:chExt cx="1037850" cy="1016287"/>
          </a:xfrm>
        </p:grpSpPr>
        <p:sp>
          <p:nvSpPr>
            <p:cNvPr id="85" name="Google Shape;85;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 name="Google Shape;87;p6"/>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88" name="Google Shape;8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2">
  <p:cSld name="TITLE_AND_BODY_2_1">
    <p:spTree>
      <p:nvGrpSpPr>
        <p:cNvPr id="89" name="Shape 89"/>
        <p:cNvGrpSpPr/>
        <p:nvPr/>
      </p:nvGrpSpPr>
      <p:grpSpPr>
        <a:xfrm>
          <a:off x="0" y="0"/>
          <a:ext cx="0" cy="0"/>
          <a:chOff x="0" y="0"/>
          <a:chExt cx="0" cy="0"/>
        </a:xfrm>
      </p:grpSpPr>
      <p:sp>
        <p:nvSpPr>
          <p:cNvPr id="90" name="Google Shape;90;p7"/>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1" name="Google Shape;91;p7"/>
          <p:cNvSpPr/>
          <p:nvPr/>
        </p:nvSpPr>
        <p:spPr>
          <a:xfrm>
            <a:off x="0" y="3486600"/>
            <a:ext cx="9144000" cy="165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7"/>
          <p:cNvGrpSpPr/>
          <p:nvPr/>
        </p:nvGrpSpPr>
        <p:grpSpPr>
          <a:xfrm>
            <a:off x="0" y="381001"/>
            <a:ext cx="1037850" cy="1016287"/>
            <a:chOff x="0" y="381001"/>
            <a:chExt cx="1037850" cy="1016287"/>
          </a:xfrm>
        </p:grpSpPr>
        <p:sp>
          <p:nvSpPr>
            <p:cNvPr id="97" name="Google Shape;97;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7"/>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100" name="Google Shape;100;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101" name="Google Shape;101;p7"/>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2" name="Shape 102"/>
        <p:cNvGrpSpPr/>
        <p:nvPr/>
      </p:nvGrpSpPr>
      <p:grpSpPr>
        <a:xfrm>
          <a:off x="0" y="0"/>
          <a:ext cx="0" cy="0"/>
          <a:chOff x="0" y="0"/>
          <a:chExt cx="0" cy="0"/>
        </a:xfrm>
      </p:grpSpPr>
      <p:sp>
        <p:nvSpPr>
          <p:cNvPr id="103" name="Google Shape;103;p8">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 name="Google Shape;107;p8"/>
          <p:cNvGrpSpPr/>
          <p:nvPr/>
        </p:nvGrpSpPr>
        <p:grpSpPr>
          <a:xfrm>
            <a:off x="0" y="381001"/>
            <a:ext cx="1037850" cy="1016287"/>
            <a:chOff x="0" y="381001"/>
            <a:chExt cx="1037850" cy="1016287"/>
          </a:xfrm>
        </p:grpSpPr>
        <p:sp>
          <p:nvSpPr>
            <p:cNvPr id="108" name="Google Shape;108;p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1" name="Google Shape;111;p8"/>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2" name="Google Shape;112;p8"/>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3" name="Google Shape;11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9">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9"/>
          <p:cNvGrpSpPr/>
          <p:nvPr/>
        </p:nvGrpSpPr>
        <p:grpSpPr>
          <a:xfrm>
            <a:off x="0" y="381001"/>
            <a:ext cx="1037850" cy="1016287"/>
            <a:chOff x="0" y="381001"/>
            <a:chExt cx="1037850" cy="1016287"/>
          </a:xfrm>
        </p:grpSpPr>
        <p:sp>
          <p:nvSpPr>
            <p:cNvPr id="120" name="Google Shape;120;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3" name="Google Shape;12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0">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0">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10"/>
          <p:cNvGrpSpPr/>
          <p:nvPr/>
        </p:nvGrpSpPr>
        <p:grpSpPr>
          <a:xfrm>
            <a:off x="0" y="381001"/>
            <a:ext cx="1037850" cy="1016287"/>
            <a:chOff x="0" y="381001"/>
            <a:chExt cx="1037850" cy="1016287"/>
          </a:xfrm>
        </p:grpSpPr>
        <p:sp>
          <p:nvSpPr>
            <p:cNvPr id="130" name="Google Shape;130;p1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10"/>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3" name="Google Shape;133;p10"/>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4" name="Google Shape;13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5" name="Shape 135"/>
        <p:cNvGrpSpPr/>
        <p:nvPr/>
      </p:nvGrpSpPr>
      <p:grpSpPr>
        <a:xfrm>
          <a:off x="0" y="0"/>
          <a:ext cx="0" cy="0"/>
          <a:chOff x="0" y="0"/>
          <a:chExt cx="0" cy="0"/>
        </a:xfrm>
      </p:grpSpPr>
      <p:sp>
        <p:nvSpPr>
          <p:cNvPr id="136" name="Google Shape;136;p11">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1">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11"/>
          <p:cNvGrpSpPr/>
          <p:nvPr/>
        </p:nvGrpSpPr>
        <p:grpSpPr>
          <a:xfrm>
            <a:off x="4406400" y="0"/>
            <a:ext cx="4737600" cy="5143500"/>
            <a:chOff x="4406400" y="0"/>
            <a:chExt cx="4737600" cy="5143500"/>
          </a:xfrm>
        </p:grpSpPr>
        <p:sp>
          <p:nvSpPr>
            <p:cNvPr id="141" name="Google Shape;141;p11"/>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 name="Google Shape;159;p11"/>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0" name="Google Shape;160;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1" name="Shape 161"/>
        <p:cNvGrpSpPr/>
        <p:nvPr/>
      </p:nvGrpSpPr>
      <p:grpSpPr>
        <a:xfrm>
          <a:off x="0" y="0"/>
          <a:ext cx="0" cy="0"/>
          <a:chOff x="0" y="0"/>
          <a:chExt cx="0" cy="0"/>
        </a:xfrm>
      </p:grpSpPr>
      <p:sp>
        <p:nvSpPr>
          <p:cNvPr id="162" name="Google Shape;162;p12">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2">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2">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2">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12"/>
          <p:cNvGrpSpPr/>
          <p:nvPr/>
        </p:nvGrpSpPr>
        <p:grpSpPr>
          <a:xfrm>
            <a:off x="0" y="381001"/>
            <a:ext cx="1037850" cy="1016287"/>
            <a:chOff x="0" y="381001"/>
            <a:chExt cx="1037850" cy="1016287"/>
          </a:xfrm>
        </p:grpSpPr>
        <p:sp>
          <p:nvSpPr>
            <p:cNvPr id="167" name="Google Shape;167;p1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12"/>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70" name="Google Shape;170;p12"/>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71" name="Google Shape;171;p12"/>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72" name="Google Shape;172;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3" name="Shape 173"/>
        <p:cNvGrpSpPr/>
        <p:nvPr/>
      </p:nvGrpSpPr>
      <p:grpSpPr>
        <a:xfrm>
          <a:off x="0" y="0"/>
          <a:ext cx="0" cy="0"/>
          <a:chOff x="0" y="0"/>
          <a:chExt cx="0" cy="0"/>
        </a:xfrm>
      </p:grpSpPr>
      <p:grpSp>
        <p:nvGrpSpPr>
          <p:cNvPr id="174" name="Google Shape;174;p13"/>
          <p:cNvGrpSpPr/>
          <p:nvPr/>
        </p:nvGrpSpPr>
        <p:grpSpPr>
          <a:xfrm>
            <a:off x="0" y="4128572"/>
            <a:ext cx="698925" cy="684657"/>
            <a:chOff x="0" y="3785672"/>
            <a:chExt cx="698925" cy="684657"/>
          </a:xfrm>
        </p:grpSpPr>
        <p:sp>
          <p:nvSpPr>
            <p:cNvPr id="175" name="Google Shape;175;p13"/>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13"/>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78" name="Google Shape;178;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79" name="Google Shape;179;p1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3" name="Shape 183"/>
        <p:cNvGrpSpPr/>
        <p:nvPr/>
      </p:nvGrpSpPr>
      <p:grpSpPr>
        <a:xfrm>
          <a:off x="0" y="0"/>
          <a:ext cx="0" cy="0"/>
          <a:chOff x="0" y="0"/>
          <a:chExt cx="0" cy="0"/>
        </a:xfrm>
      </p:grpSpPr>
      <p:grpSp>
        <p:nvGrpSpPr>
          <p:cNvPr id="184" name="Google Shape;184;p14"/>
          <p:cNvGrpSpPr/>
          <p:nvPr/>
        </p:nvGrpSpPr>
        <p:grpSpPr>
          <a:xfrm>
            <a:off x="4406400" y="0"/>
            <a:ext cx="4737600" cy="5143065"/>
            <a:chOff x="4406400" y="0"/>
            <a:chExt cx="4737600" cy="5143065"/>
          </a:xfrm>
        </p:grpSpPr>
        <p:sp>
          <p:nvSpPr>
            <p:cNvPr id="185" name="Google Shape;185;p1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 name="Google Shape;203;p14"/>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204" name="Google Shape;204;p14"/>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5" name="Google Shape;20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206" name="Google Shape;206;p14">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0" name="Shape 210"/>
        <p:cNvGrpSpPr/>
        <p:nvPr/>
      </p:nvGrpSpPr>
      <p:grpSpPr>
        <a:xfrm>
          <a:off x="0" y="0"/>
          <a:ext cx="0" cy="0"/>
          <a:chOff x="0" y="0"/>
          <a:chExt cx="0" cy="0"/>
        </a:xfrm>
      </p:grpSpPr>
      <p:sp>
        <p:nvSpPr>
          <p:cNvPr id="211" name="Google Shape;21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3">
  <p:cSld name="TITLE_AND_BODY_1">
    <p:spTree>
      <p:nvGrpSpPr>
        <p:cNvPr id="212" name="Shape 212"/>
        <p:cNvGrpSpPr/>
        <p:nvPr/>
      </p:nvGrpSpPr>
      <p:grpSpPr>
        <a:xfrm>
          <a:off x="0" y="0"/>
          <a:ext cx="0" cy="0"/>
          <a:chOff x="0" y="0"/>
          <a:chExt cx="0" cy="0"/>
        </a:xfrm>
      </p:grpSpPr>
      <p:pic>
        <p:nvPicPr>
          <p:cNvPr descr="offset_comp_343059.jpg" id="213" name="Google Shape;213;p16"/>
          <p:cNvPicPr preferRelativeResize="0"/>
          <p:nvPr/>
        </p:nvPicPr>
        <p:blipFill rotWithShape="1">
          <a:blip r:embed="rId2">
            <a:alphaModFix amt="80000"/>
          </a:blip>
          <a:srcRect b="25870" l="30475" r="30475" t="11956"/>
          <a:stretch/>
        </p:blipFill>
        <p:spPr>
          <a:xfrm rot="-5400000">
            <a:off x="113630" y="-105700"/>
            <a:ext cx="5142300" cy="5364300"/>
          </a:xfrm>
          <a:prstGeom prst="diagStripe">
            <a:avLst>
              <a:gd fmla="val 50343" name="adj"/>
            </a:avLst>
          </a:prstGeom>
          <a:noFill/>
          <a:ln>
            <a:noFill/>
          </a:ln>
        </p:spPr>
      </p:pic>
      <p:sp>
        <p:nvSpPr>
          <p:cNvPr id="214" name="Google Shape;214;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15" name="Google Shape;215;p16"/>
          <p:cNvSpPr txBox="1"/>
          <p:nvPr>
            <p:ph idx="1" type="body"/>
          </p:nvPr>
        </p:nvSpPr>
        <p:spPr>
          <a:xfrm>
            <a:off x="4018025" y="1567550"/>
            <a:ext cx="4318500" cy="17667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dk2"/>
              </a:buClr>
              <a:buSzPts val="1300"/>
              <a:buChar char="●"/>
              <a:defRPr>
                <a:solidFill>
                  <a:schemeClr val="dk2"/>
                </a:solidFill>
              </a:defRPr>
            </a:lvl1pPr>
            <a:lvl2pPr indent="-298450" lvl="1" marL="914400" rtl="0">
              <a:spcBef>
                <a:spcPts val="1600"/>
              </a:spcBef>
              <a:spcAft>
                <a:spcPts val="0"/>
              </a:spcAft>
              <a:buClr>
                <a:schemeClr val="dk2"/>
              </a:buClr>
              <a:buSzPts val="1100"/>
              <a:buChar char="○"/>
              <a:defRPr>
                <a:solidFill>
                  <a:schemeClr val="dk2"/>
                </a:solidFill>
              </a:defRPr>
            </a:lvl2pPr>
            <a:lvl3pPr indent="-298450" lvl="2" marL="1371600" rtl="0">
              <a:spcBef>
                <a:spcPts val="1600"/>
              </a:spcBef>
              <a:spcAft>
                <a:spcPts val="0"/>
              </a:spcAft>
              <a:buClr>
                <a:schemeClr val="dk2"/>
              </a:buClr>
              <a:buSzPts val="1100"/>
              <a:buChar char="■"/>
              <a:defRPr>
                <a:solidFill>
                  <a:schemeClr val="dk2"/>
                </a:solidFill>
              </a:defRPr>
            </a:lvl3pPr>
            <a:lvl4pPr indent="-298450" lvl="3" marL="1828800" rtl="0">
              <a:spcBef>
                <a:spcPts val="1600"/>
              </a:spcBef>
              <a:spcAft>
                <a:spcPts val="0"/>
              </a:spcAft>
              <a:buClr>
                <a:schemeClr val="dk2"/>
              </a:buClr>
              <a:buSzPts val="1100"/>
              <a:buChar char="●"/>
              <a:defRPr>
                <a:solidFill>
                  <a:schemeClr val="dk2"/>
                </a:solidFill>
              </a:defRPr>
            </a:lvl4pPr>
            <a:lvl5pPr indent="-298450" lvl="4" marL="2286000" rtl="0">
              <a:spcBef>
                <a:spcPts val="1600"/>
              </a:spcBef>
              <a:spcAft>
                <a:spcPts val="0"/>
              </a:spcAft>
              <a:buClr>
                <a:schemeClr val="dk2"/>
              </a:buClr>
              <a:buSzPts val="1100"/>
              <a:buChar char="○"/>
              <a:defRPr>
                <a:solidFill>
                  <a:schemeClr val="dk2"/>
                </a:solidFill>
              </a:defRPr>
            </a:lvl5pPr>
            <a:lvl6pPr indent="-298450" lvl="5" marL="2743200" rtl="0">
              <a:spcBef>
                <a:spcPts val="1600"/>
              </a:spcBef>
              <a:spcAft>
                <a:spcPts val="0"/>
              </a:spcAft>
              <a:buClr>
                <a:schemeClr val="dk2"/>
              </a:buClr>
              <a:buSzPts val="1100"/>
              <a:buChar char="■"/>
              <a:defRPr>
                <a:solidFill>
                  <a:schemeClr val="dk2"/>
                </a:solidFill>
              </a:defRPr>
            </a:lvl6pPr>
            <a:lvl7pPr indent="-298450" lvl="6" marL="3200400" rtl="0">
              <a:spcBef>
                <a:spcPts val="1600"/>
              </a:spcBef>
              <a:spcAft>
                <a:spcPts val="0"/>
              </a:spcAft>
              <a:buClr>
                <a:schemeClr val="dk2"/>
              </a:buClr>
              <a:buSzPts val="1100"/>
              <a:buChar char="●"/>
              <a:defRPr>
                <a:solidFill>
                  <a:schemeClr val="dk2"/>
                </a:solidFill>
              </a:defRPr>
            </a:lvl7pPr>
            <a:lvl8pPr indent="-298450" lvl="7" marL="3657600" rtl="0">
              <a:spcBef>
                <a:spcPts val="1600"/>
              </a:spcBef>
              <a:spcAft>
                <a:spcPts val="0"/>
              </a:spcAft>
              <a:buClr>
                <a:schemeClr val="dk2"/>
              </a:buClr>
              <a:buSzPts val="1100"/>
              <a:buChar char="○"/>
              <a:defRPr>
                <a:solidFill>
                  <a:schemeClr val="dk2"/>
                </a:solidFill>
              </a:defRPr>
            </a:lvl8pPr>
            <a:lvl9pPr indent="-298450" lvl="8" marL="4114800" rtl="0">
              <a:spcBef>
                <a:spcPts val="1600"/>
              </a:spcBef>
              <a:spcAft>
                <a:spcPts val="1600"/>
              </a:spcAft>
              <a:buClr>
                <a:schemeClr val="dk2"/>
              </a:buClr>
              <a:buSzPts val="1100"/>
              <a:buChar char="■"/>
              <a:defRPr>
                <a:solidFill>
                  <a:schemeClr val="dk2"/>
                </a:solidFill>
              </a:defRPr>
            </a:lvl9pPr>
          </a:lstStyle>
          <a:p/>
        </p:txBody>
      </p:sp>
      <p:sp>
        <p:nvSpPr>
          <p:cNvPr id="216" name="Google Shape;21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217" name="Google Shape;217;p16">
            <a:hlinkClick action="ppaction://hlinksldjump" r:id="rId3"/>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a:hlinkClick action="ppaction://hlinksldjump" r:id="rId4"/>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a:hlinkClick action="ppaction://hlinksldjump" r:id="rId5"/>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a:hlinkClick action="ppaction://hlinksldjump" r:id="rId6"/>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 name="Google Shape;221;p16"/>
          <p:cNvGrpSpPr/>
          <p:nvPr/>
        </p:nvGrpSpPr>
        <p:grpSpPr>
          <a:xfrm>
            <a:off x="0" y="381001"/>
            <a:ext cx="1037850" cy="1016287"/>
            <a:chOff x="0" y="381001"/>
            <a:chExt cx="1037850" cy="1016287"/>
          </a:xfrm>
        </p:grpSpPr>
        <p:sp>
          <p:nvSpPr>
            <p:cNvPr id="222" name="Google Shape;222;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slide" Target="/ppt/slides/slide20.xml"/><Relationship Id="rId10" Type="http://schemas.openxmlformats.org/officeDocument/2006/relationships/slide" Target="/ppt/slides/slide19.xml"/><Relationship Id="rId13" Type="http://schemas.openxmlformats.org/officeDocument/2006/relationships/slide" Target="/ppt/slides/slide4.xml"/><Relationship Id="rId12" Type="http://schemas.openxmlformats.org/officeDocument/2006/relationships/slide" Target="/ppt/slides/slide3.xm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slide" Target="/ppt/slides/slide11.xml"/><Relationship Id="rId4" Type="http://schemas.openxmlformats.org/officeDocument/2006/relationships/slide" Target="/ppt/slides/slide12.xml"/><Relationship Id="rId9" Type="http://schemas.openxmlformats.org/officeDocument/2006/relationships/slide" Target="/ppt/slides/slide17.xml"/><Relationship Id="rId15" Type="http://schemas.openxmlformats.org/officeDocument/2006/relationships/slide" Target="/ppt/slides/slide6.xml"/><Relationship Id="rId14" Type="http://schemas.openxmlformats.org/officeDocument/2006/relationships/slide" Target="/ppt/slides/slide5.xml"/><Relationship Id="rId17" Type="http://schemas.openxmlformats.org/officeDocument/2006/relationships/slide" Target="/ppt/slides/slide10.xml"/><Relationship Id="rId16" Type="http://schemas.openxmlformats.org/officeDocument/2006/relationships/slide" Target="/ppt/slides/slide9.xml"/><Relationship Id="rId5" Type="http://schemas.openxmlformats.org/officeDocument/2006/relationships/slide" Target="/ppt/slides/slide13.xml"/><Relationship Id="rId6" Type="http://schemas.openxmlformats.org/officeDocument/2006/relationships/slide" Target="/ppt/slides/slide14.xml"/><Relationship Id="rId7" Type="http://schemas.openxmlformats.org/officeDocument/2006/relationships/slide" Target="/ppt/slides/slide15.xml"/><Relationship Id="rId8" Type="http://schemas.openxmlformats.org/officeDocument/2006/relationships/slide" Target="/ppt/slides/slide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Presentación de prototipos</a:t>
            </a:r>
            <a:endParaRPr/>
          </a:p>
        </p:txBody>
      </p:sp>
      <p:sp>
        <p:nvSpPr>
          <p:cNvPr id="229" name="Google Shape;229;p17"/>
          <p:cNvSpPr txBox="1"/>
          <p:nvPr>
            <p:ph idx="1" type="subTitle"/>
          </p:nvPr>
        </p:nvSpPr>
        <p:spPr>
          <a:xfrm>
            <a:off x="5083950" y="3924925"/>
            <a:ext cx="3989400" cy="506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La mejor herramienta de marketing para tu negocio.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8"/>
          <p:cNvSpPr txBox="1"/>
          <p:nvPr/>
        </p:nvSpPr>
        <p:spPr>
          <a:xfrm>
            <a:off x="1297500" y="1132625"/>
            <a:ext cx="70389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Índice</a:t>
            </a:r>
            <a:endParaRPr sz="2400">
              <a:solidFill>
                <a:srgbClr val="FFFFFF"/>
              </a:solidFill>
              <a:latin typeface="Montserrat"/>
              <a:ea typeface="Montserrat"/>
              <a:cs typeface="Montserrat"/>
              <a:sym typeface="Montserrat"/>
            </a:endParaRPr>
          </a:p>
        </p:txBody>
      </p:sp>
      <p:sp>
        <p:nvSpPr>
          <p:cNvPr id="235" name="Google Shape;235;p18"/>
          <p:cNvSpPr txBox="1"/>
          <p:nvPr/>
        </p:nvSpPr>
        <p:spPr>
          <a:xfrm>
            <a:off x="4443275" y="2064600"/>
            <a:ext cx="2796600" cy="20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uFill>
                  <a:noFill/>
                </a:uFill>
                <a:latin typeface="Montserrat"/>
                <a:ea typeface="Montserrat"/>
                <a:cs typeface="Montserrat"/>
                <a:sym typeface="Montserrat"/>
                <a:hlinkClick action="ppaction://hlinksldjump" r:id="rId3">
                  <a:extLst>
                    <a:ext uri="{A12FA001-AC4F-418D-AE19-62706E023703}">
                      <ahyp:hlinkClr val="tx"/>
                    </a:ext>
                  </a:extLst>
                </a:hlinkClick>
              </a:rPr>
              <a:t>Presentación de Escribe aquí tu texto</a:t>
            </a:r>
            <a:endParaRPr sz="1800">
              <a:solidFill>
                <a:srgbClr val="FFFFFF"/>
              </a:solidFill>
              <a:latin typeface="Average"/>
              <a:ea typeface="Average"/>
              <a:cs typeface="Average"/>
              <a:sym typeface="Average"/>
            </a:endParaRPr>
          </a:p>
          <a:p>
            <a:pPr indent="0" lvl="0" marL="0" rtl="0" algn="l">
              <a:lnSpc>
                <a:spcPct val="150000"/>
              </a:lnSpc>
              <a:spcBef>
                <a:spcPts val="900"/>
              </a:spcBef>
              <a:spcAft>
                <a:spcPts val="0"/>
              </a:spcAft>
              <a:buNone/>
            </a:pPr>
            <a:r>
              <a:rPr lang="es" sz="700">
                <a:solidFill>
                  <a:srgbClr val="FFFFFF"/>
                </a:solidFill>
                <a:uFill>
                  <a:noFill/>
                </a:uFill>
                <a:latin typeface="Montserrat"/>
                <a:ea typeface="Montserrat"/>
                <a:cs typeface="Montserrat"/>
                <a:sym typeface="Montserrat"/>
                <a:hlinkClick action="ppaction://hlinksldjump" r:id="rId4">
                  <a:extLst>
                    <a:ext uri="{A12FA001-AC4F-418D-AE19-62706E023703}">
                      <ahyp:hlinkClr val="tx"/>
                    </a:ext>
                  </a:extLst>
                </a:hlinkClick>
              </a:rPr>
              <a:t> Foco en ordenadores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5">
                  <a:extLst>
                    <a:ext uri="{A12FA001-AC4F-418D-AE19-62706E023703}">
                      <ahyp:hlinkClr val="tx"/>
                    </a:ext>
                  </a:extLst>
                </a:hlinkClick>
              </a:rPr>
              <a:t> Foco en móviles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6">
                  <a:extLst>
                    <a:ext uri="{A12FA001-AC4F-418D-AE19-62706E023703}">
                      <ahyp:hlinkClr val="tx"/>
                    </a:ext>
                  </a:extLst>
                </a:hlinkClick>
              </a:rPr>
              <a:t> Foco en móviles en vista horizontal</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7">
                  <a:extLst>
                    <a:ext uri="{A12FA001-AC4F-418D-AE19-62706E023703}">
                      <ahyp:hlinkClr val="tx"/>
                    </a:ext>
                  </a:extLst>
                </a:hlinkClick>
              </a:rPr>
              <a:t> Foco en wearables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8">
                  <a:extLst>
                    <a:ext uri="{A12FA001-AC4F-418D-AE19-62706E023703}">
                      <ahyp:hlinkClr val="tx"/>
                    </a:ext>
                  </a:extLst>
                </a:hlinkClick>
              </a:rPr>
              <a:t> Foco en tablets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9">
                  <a:extLst>
                    <a:ext uri="{A12FA001-AC4F-418D-AE19-62706E023703}">
                      <ahyp:hlinkClr val="tx"/>
                    </a:ext>
                  </a:extLst>
                </a:hlinkClick>
              </a:rPr>
              <a:t> Foco en tablets en vista horizontal</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10">
                  <a:extLst>
                    <a:ext uri="{A12FA001-AC4F-418D-AE19-62706E023703}">
                      <ahyp:hlinkClr val="tx"/>
                    </a:ext>
                  </a:extLst>
                </a:hlinkClick>
              </a:rPr>
              <a:t> Foco en wearables</a:t>
            </a:r>
            <a:endParaRPr sz="1800">
              <a:solidFill>
                <a:srgbClr val="FFFFFF"/>
              </a:solidFill>
              <a:latin typeface="Average"/>
              <a:ea typeface="Average"/>
              <a:cs typeface="Average"/>
              <a:sym typeface="Average"/>
            </a:endParaRPr>
          </a:p>
          <a:p>
            <a:pPr indent="0" lvl="0" marL="0" rtl="0" algn="l">
              <a:spcBef>
                <a:spcPts val="1300"/>
              </a:spcBef>
              <a:spcAft>
                <a:spcPts val="0"/>
              </a:spcAft>
              <a:buNone/>
            </a:pPr>
            <a:r>
              <a:rPr lang="es">
                <a:solidFill>
                  <a:srgbClr val="FFFFFF"/>
                </a:solidFill>
                <a:uFill>
                  <a:noFill/>
                </a:uFill>
                <a:latin typeface="Montserrat"/>
                <a:ea typeface="Montserrat"/>
                <a:cs typeface="Montserrat"/>
                <a:sym typeface="Montserrat"/>
                <a:hlinkClick action="ppaction://hlinksldjump" r:id="rId11">
                  <a:extLst>
                    <a:ext uri="{A12FA001-AC4F-418D-AE19-62706E023703}">
                      <ahyp:hlinkClr val="tx"/>
                    </a:ext>
                  </a:extLst>
                </a:hlinkClick>
              </a:rPr>
              <a:t>Cronología del proyecto</a:t>
            </a:r>
            <a:endParaRPr sz="1800">
              <a:solidFill>
                <a:srgbClr val="FFFFFF"/>
              </a:solidFill>
              <a:latin typeface="Average"/>
              <a:ea typeface="Average"/>
              <a:cs typeface="Average"/>
              <a:sym typeface="Average"/>
            </a:endParaRPr>
          </a:p>
        </p:txBody>
      </p:sp>
      <p:sp>
        <p:nvSpPr>
          <p:cNvPr id="236" name="Google Shape;236;p18"/>
          <p:cNvSpPr txBox="1"/>
          <p:nvPr/>
        </p:nvSpPr>
        <p:spPr>
          <a:xfrm>
            <a:off x="1294300" y="2064601"/>
            <a:ext cx="3018300" cy="202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solidFill>
                  <a:srgbClr val="FFFFFF"/>
                </a:solidFill>
                <a:uFill>
                  <a:noFill/>
                </a:uFill>
                <a:latin typeface="Montserrat"/>
                <a:ea typeface="Montserrat"/>
                <a:cs typeface="Montserrat"/>
                <a:sym typeface="Montserrat"/>
                <a:hlinkClick action="ppaction://hlinksldjump" r:id="rId12">
                  <a:extLst>
                    <a:ext uri="{A12FA001-AC4F-418D-AE19-62706E023703}">
                      <ahyp:hlinkClr val="tx"/>
                    </a:ext>
                  </a:extLst>
                </a:hlinkClick>
              </a:rPr>
              <a:t>Visión general</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3">
                  <a:extLst>
                    <a:ext uri="{A12FA001-AC4F-418D-AE19-62706E023703}">
                      <ahyp:hlinkClr val="tx"/>
                    </a:ext>
                  </a:extLst>
                </a:hlinkClick>
              </a:rPr>
              <a:t>Análisis de los problemas</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4">
                  <a:extLst>
                    <a:ext uri="{A12FA001-AC4F-418D-AE19-62706E023703}">
                      <ahyp:hlinkClr val="tx"/>
                    </a:ext>
                  </a:extLst>
                </a:hlinkClick>
              </a:rPr>
              <a:t>Objetivo del proyecto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5">
                  <a:extLst>
                    <a:ext uri="{A12FA001-AC4F-418D-AE19-62706E023703}">
                      <ahyp:hlinkClr val="tx"/>
                    </a:ext>
                  </a:extLst>
                </a:hlinkClick>
              </a:rPr>
              <a:t>Audiencia objetivo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6">
                  <a:extLst>
                    <a:ext uri="{A12FA001-AC4F-418D-AE19-62706E023703}">
                      <ahyp:hlinkClr val="tx"/>
                    </a:ext>
                  </a:extLst>
                </a:hlinkClick>
              </a:rPr>
              <a:t>Tendencias de mercado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900"/>
              </a:spcAft>
              <a:buNone/>
            </a:pPr>
            <a:r>
              <a:rPr lang="es">
                <a:solidFill>
                  <a:srgbClr val="FFFFFF"/>
                </a:solidFill>
                <a:uFill>
                  <a:noFill/>
                </a:uFill>
                <a:latin typeface="Montserrat"/>
                <a:ea typeface="Montserrat"/>
                <a:cs typeface="Montserrat"/>
                <a:sym typeface="Montserrat"/>
                <a:hlinkClick action="ppaction://hlinksldjump" r:id="rId17">
                  <a:extLst>
                    <a:ext uri="{A12FA001-AC4F-418D-AE19-62706E023703}">
                      <ahyp:hlinkClr val="tx"/>
                    </a:ext>
                  </a:extLst>
                </a:hlinkClick>
              </a:rPr>
              <a:t>Diagrama de ciclo</a:t>
            </a:r>
            <a:endParaRPr sz="1800">
              <a:solidFill>
                <a:srgbClr val="FFFFFF"/>
              </a:solidFill>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Visión general</a:t>
            </a:r>
            <a:endParaRPr/>
          </a:p>
        </p:txBody>
      </p:sp>
      <p:sp>
        <p:nvSpPr>
          <p:cNvPr id="242" name="Google Shape;242;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a:t>
            </a:r>
            <a:r>
              <a:rPr lang="es"/>
              <a:t>. </a:t>
            </a:r>
            <a:endParaRPr/>
          </a:p>
          <a:p>
            <a:pPr indent="0" lvl="0" marL="0" rtl="0" algn="l">
              <a:spcBef>
                <a:spcPts val="1600"/>
              </a:spcBef>
              <a:spcAft>
                <a:spcPts val="0"/>
              </a:spcAft>
              <a:buNone/>
            </a:pPr>
            <a:r>
              <a:rPr lang="es"/>
              <a:t>Escribe aquí tu texto </a:t>
            </a: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r>
              <a:rPr lang="es"/>
              <a:t>.</a:t>
            </a:r>
            <a:endParaRPr>
              <a:latin typeface="Arial"/>
              <a:ea typeface="Arial"/>
              <a:cs typeface="Arial"/>
              <a:sym typeface="Arial"/>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Análisis de los problemas</a:t>
            </a:r>
            <a:endParaRPr/>
          </a:p>
        </p:txBody>
      </p:sp>
      <p:sp>
        <p:nvSpPr>
          <p:cNvPr id="248" name="Google Shape;248;p20"/>
          <p:cNvSpPr txBox="1"/>
          <p:nvPr/>
        </p:nvSpPr>
        <p:spPr>
          <a:xfrm>
            <a:off x="1297500" y="1743644"/>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01</a:t>
            </a:r>
            <a:endParaRPr>
              <a:solidFill>
                <a:srgbClr val="FFFFFF"/>
              </a:solidFill>
            </a:endParaRPr>
          </a:p>
          <a:p>
            <a:pPr indent="0" lvl="0" marL="0" rtl="0" algn="l">
              <a:spcBef>
                <a:spcPts val="0"/>
              </a:spcBef>
              <a:spcAft>
                <a:spcPts val="0"/>
              </a:spcAft>
              <a:buNone/>
            </a:pPr>
            <a:r>
              <a:t/>
            </a:r>
            <a:endParaRPr sz="1300">
              <a:solidFill>
                <a:srgbClr val="FFFFFF"/>
              </a:solidFill>
            </a:endParaRPr>
          </a:p>
        </p:txBody>
      </p:sp>
      <p:sp>
        <p:nvSpPr>
          <p:cNvPr id="249" name="Google Shape;249;p20"/>
          <p:cNvSpPr txBox="1"/>
          <p:nvPr>
            <p:ph idx="1" type="body"/>
          </p:nvPr>
        </p:nvSpPr>
        <p:spPr>
          <a:xfrm>
            <a:off x="2030400" y="1743675"/>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a:t>
            </a:r>
            <a:r>
              <a:rPr lang="es"/>
              <a:t>Escribe aquí tu texto Escribe aquí tu texto Escribe aquí tu texto Escribe aquí tu texto Escribe aquí tu texto Escribe aquí tu texto Escribe aquí tu texto</a:t>
            </a:r>
            <a:r>
              <a:rPr lang="es">
                <a:solidFill>
                  <a:srgbClr val="FFFFFF"/>
                </a:solidFill>
              </a:rPr>
              <a:t>.</a:t>
            </a:r>
            <a:endParaRPr>
              <a:solidFill>
                <a:srgbClr val="FFFFFF"/>
              </a:solidFill>
            </a:endParaRPr>
          </a:p>
        </p:txBody>
      </p:sp>
      <p:sp>
        <p:nvSpPr>
          <p:cNvPr id="250" name="Google Shape;250;p20"/>
          <p:cNvSpPr txBox="1"/>
          <p:nvPr/>
        </p:nvSpPr>
        <p:spPr>
          <a:xfrm>
            <a:off x="1297500" y="2658481"/>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02</a:t>
            </a:r>
            <a:endParaRPr>
              <a:solidFill>
                <a:srgbClr val="FFFFFF"/>
              </a:solidFill>
            </a:endParaRPr>
          </a:p>
          <a:p>
            <a:pPr indent="0" lvl="0" marL="0" rtl="0" algn="l">
              <a:spcBef>
                <a:spcPts val="0"/>
              </a:spcBef>
              <a:spcAft>
                <a:spcPts val="0"/>
              </a:spcAft>
              <a:buNone/>
            </a:pPr>
            <a:r>
              <a:t/>
            </a:r>
            <a:endParaRPr sz="1300">
              <a:solidFill>
                <a:srgbClr val="FFFFFF"/>
              </a:solidFill>
            </a:endParaRPr>
          </a:p>
        </p:txBody>
      </p:sp>
      <p:sp>
        <p:nvSpPr>
          <p:cNvPr id="251" name="Google Shape;251;p20"/>
          <p:cNvSpPr txBox="1"/>
          <p:nvPr>
            <p:ph idx="1" type="body"/>
          </p:nvPr>
        </p:nvSpPr>
        <p:spPr>
          <a:xfrm>
            <a:off x="2030400" y="2658513"/>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a:t>
            </a:r>
            <a:endParaRPr>
              <a:solidFill>
                <a:srgbClr val="FFFFFF"/>
              </a:solidFill>
            </a:endParaRPr>
          </a:p>
        </p:txBody>
      </p:sp>
      <p:sp>
        <p:nvSpPr>
          <p:cNvPr id="252" name="Google Shape;252;p20"/>
          <p:cNvSpPr txBox="1"/>
          <p:nvPr/>
        </p:nvSpPr>
        <p:spPr>
          <a:xfrm>
            <a:off x="1297500" y="3573344"/>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03</a:t>
            </a:r>
            <a:endParaRPr sz="1300">
              <a:solidFill>
                <a:srgbClr val="FFFFFF"/>
              </a:solidFill>
            </a:endParaRPr>
          </a:p>
        </p:txBody>
      </p:sp>
      <p:sp>
        <p:nvSpPr>
          <p:cNvPr id="253" name="Google Shape;253;p20"/>
          <p:cNvSpPr txBox="1"/>
          <p:nvPr>
            <p:ph idx="1" type="body"/>
          </p:nvPr>
        </p:nvSpPr>
        <p:spPr>
          <a:xfrm>
            <a:off x="2030400" y="3573363"/>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a:t>
            </a:r>
            <a:endParaRPr>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Objetivo del proyecto</a:t>
            </a:r>
            <a:endParaRPr/>
          </a:p>
        </p:txBody>
      </p:sp>
      <p:sp>
        <p:nvSpPr>
          <p:cNvPr id="259" name="Google Shape;259;p21"/>
          <p:cNvSpPr txBox="1"/>
          <p:nvPr>
            <p:ph idx="1" type="body"/>
          </p:nvPr>
        </p:nvSpPr>
        <p:spPr>
          <a:xfrm>
            <a:off x="4018025" y="1567550"/>
            <a:ext cx="4318500" cy="1766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endParaRPr>
              <a:latin typeface="Arial"/>
              <a:ea typeface="Arial"/>
              <a:cs typeface="Arial"/>
              <a:sym typeface="Arial"/>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2"/>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Audiencia objetivo</a:t>
            </a:r>
            <a:endParaRPr/>
          </a:p>
        </p:txBody>
      </p:sp>
      <p:sp>
        <p:nvSpPr>
          <p:cNvPr id="265" name="Google Shape;265;p22"/>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endParaRPr/>
          </a:p>
        </p:txBody>
      </p:sp>
      <p:pic>
        <p:nvPicPr>
          <p:cNvPr descr="offset_comp_267026.jpg" id="266" name="Google Shape;266;p22"/>
          <p:cNvPicPr preferRelativeResize="0"/>
          <p:nvPr/>
        </p:nvPicPr>
        <p:blipFill rotWithShape="1">
          <a:blip r:embed="rId3">
            <a:alphaModFix/>
          </a:blip>
          <a:srcRect b="-6208" l="39741" r="17180" t="41471"/>
          <a:stretch/>
        </p:blipFill>
        <p:spPr>
          <a:xfrm rot="-5400000">
            <a:off x="5710147" y="2704980"/>
            <a:ext cx="2431500" cy="2436000"/>
          </a:xfrm>
          <a:prstGeom prst="diagStripe">
            <a:avLst>
              <a:gd fmla="val 50445" name="adj"/>
            </a:avLst>
          </a:prstGeom>
          <a:noFill/>
          <a:ln>
            <a:noFill/>
          </a:ln>
        </p:spPr>
      </p:pic>
      <p:pic>
        <p:nvPicPr>
          <p:cNvPr descr="offset_comp_457517_edited2.jpg" id="267" name="Google Shape;267;p22"/>
          <p:cNvPicPr preferRelativeResize="0"/>
          <p:nvPr/>
        </p:nvPicPr>
        <p:blipFill rotWithShape="1">
          <a:blip r:embed="rId4">
            <a:alphaModFix/>
          </a:blip>
          <a:srcRect b="-10134" l="28500" r="21978" t="35784"/>
          <a:stretch/>
        </p:blipFill>
        <p:spPr>
          <a:xfrm rot="-5400000">
            <a:off x="5718946" y="1338207"/>
            <a:ext cx="2504700" cy="2509500"/>
          </a:xfrm>
          <a:prstGeom prst="diagStripe">
            <a:avLst>
              <a:gd fmla="val 50445" name="adj"/>
            </a:avLst>
          </a:prstGeom>
          <a:noFill/>
          <a:ln>
            <a:noFill/>
          </a:ln>
        </p:spPr>
      </p:pic>
      <p:pic>
        <p:nvPicPr>
          <p:cNvPr descr="offset_comp_442889_edtied2.jpg" id="268" name="Google Shape;268;p22"/>
          <p:cNvPicPr preferRelativeResize="0"/>
          <p:nvPr/>
        </p:nvPicPr>
        <p:blipFill rotWithShape="1">
          <a:blip r:embed="rId5">
            <a:alphaModFix/>
          </a:blip>
          <a:srcRect b="15477" l="23926" r="30743" t="16464"/>
          <a:stretch/>
        </p:blipFill>
        <p:spPr>
          <a:xfrm rot="5400000">
            <a:off x="6637386" y="2137210"/>
            <a:ext cx="2504700" cy="2509500"/>
          </a:xfrm>
          <a:prstGeom prst="diagStripe">
            <a:avLst>
              <a:gd fmla="val 50445" name="adj"/>
            </a:avLst>
          </a:prstGeom>
          <a:noFill/>
          <a:ln>
            <a:noFill/>
          </a:ln>
        </p:spPr>
      </p:pic>
      <p:sp>
        <p:nvSpPr>
          <p:cNvPr id="269" name="Google Shape;269;p22"/>
          <p:cNvSpPr/>
          <p:nvPr/>
        </p:nvSpPr>
        <p:spPr>
          <a:xfrm>
            <a:off x="7040600" y="3923575"/>
            <a:ext cx="2106350" cy="1222450"/>
          </a:xfrm>
          <a:custGeom>
            <a:rect b="b" l="l" r="r" t="t"/>
            <a:pathLst>
              <a:path extrusionOk="0" h="48898" w="84254">
                <a:moveTo>
                  <a:pt x="0" y="0"/>
                </a:moveTo>
                <a:lnTo>
                  <a:pt x="50319" y="0"/>
                </a:lnTo>
                <a:lnTo>
                  <a:pt x="84254" y="33935"/>
                </a:lnTo>
                <a:lnTo>
                  <a:pt x="84254" y="48898"/>
                </a:lnTo>
                <a:lnTo>
                  <a:pt x="48798" y="48898"/>
                </a:lnTo>
                <a:close/>
              </a:path>
            </a:pathLst>
          </a:custGeom>
          <a:solidFill>
            <a:schemeClr val="accent3"/>
          </a:solid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3"/>
          <p:cNvSpPr txBox="1"/>
          <p:nvPr>
            <p:ph idx="4294967295" type="subTitle"/>
          </p:nvPr>
        </p:nvSpPr>
        <p:spPr>
          <a:xfrm>
            <a:off x="1297500" y="472775"/>
            <a:ext cx="3511200" cy="320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000"/>
              <a:t>Persona 1</a:t>
            </a:r>
            <a:endParaRPr sz="1000"/>
          </a:p>
        </p:txBody>
      </p:sp>
      <p:sp>
        <p:nvSpPr>
          <p:cNvPr id="275" name="Google Shape;275;p23"/>
          <p:cNvSpPr txBox="1"/>
          <p:nvPr>
            <p:ph type="title"/>
          </p:nvPr>
        </p:nvSpPr>
        <p:spPr>
          <a:xfrm>
            <a:off x="1297500" y="842025"/>
            <a:ext cx="5609700" cy="598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Nombre de la persona</a:t>
            </a:r>
            <a:endParaRPr/>
          </a:p>
        </p:txBody>
      </p:sp>
      <p:sp>
        <p:nvSpPr>
          <p:cNvPr id="276" name="Google Shape;276;p23"/>
          <p:cNvSpPr txBox="1"/>
          <p:nvPr>
            <p:ph idx="1" type="body"/>
          </p:nvPr>
        </p:nvSpPr>
        <p:spPr>
          <a:xfrm>
            <a:off x="1297500" y="1567550"/>
            <a:ext cx="5609700" cy="125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a:t>
            </a:r>
            <a:endParaRPr/>
          </a:p>
        </p:txBody>
      </p:sp>
      <p:grpSp>
        <p:nvGrpSpPr>
          <p:cNvPr id="277" name="Google Shape;277;p23"/>
          <p:cNvGrpSpPr/>
          <p:nvPr/>
        </p:nvGrpSpPr>
        <p:grpSpPr>
          <a:xfrm>
            <a:off x="1359550" y="3154500"/>
            <a:ext cx="1018200" cy="1018200"/>
            <a:chOff x="1359550" y="3154500"/>
            <a:chExt cx="1018200" cy="1018200"/>
          </a:xfrm>
        </p:grpSpPr>
        <p:sp>
          <p:nvSpPr>
            <p:cNvPr id="278" name="Google Shape;278;p23"/>
            <p:cNvSpPr/>
            <p:nvPr/>
          </p:nvSpPr>
          <p:spPr>
            <a:xfrm>
              <a:off x="1359550"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3"/>
            <p:cNvSpPr/>
            <p:nvPr/>
          </p:nvSpPr>
          <p:spPr>
            <a:xfrm>
              <a:off x="1409800"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3"/>
            <p:cNvSpPr/>
            <p:nvPr/>
          </p:nvSpPr>
          <p:spPr>
            <a:xfrm>
              <a:off x="1409800" y="3204750"/>
              <a:ext cx="917700" cy="917700"/>
            </a:xfrm>
            <a:prstGeom prst="pie">
              <a:avLst>
                <a:gd fmla="val 0"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3"/>
            <p:cNvSpPr/>
            <p:nvPr/>
          </p:nvSpPr>
          <p:spPr>
            <a:xfrm>
              <a:off x="1540600"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 name="Google Shape;282;p23"/>
          <p:cNvSpPr txBox="1"/>
          <p:nvPr/>
        </p:nvSpPr>
        <p:spPr>
          <a:xfrm>
            <a:off x="1303225"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83" name="Google Shape;283;p23"/>
          <p:cNvSpPr txBox="1"/>
          <p:nvPr/>
        </p:nvSpPr>
        <p:spPr>
          <a:xfrm>
            <a:off x="1634217"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75%</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84" name="Google Shape;284;p23"/>
          <p:cNvSpPr/>
          <p:nvPr/>
        </p:nvSpPr>
        <p:spPr>
          <a:xfrm>
            <a:off x="3207425"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3"/>
          <p:cNvSpPr/>
          <p:nvPr/>
        </p:nvSpPr>
        <p:spPr>
          <a:xfrm>
            <a:off x="3257675"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3"/>
          <p:cNvSpPr/>
          <p:nvPr/>
        </p:nvSpPr>
        <p:spPr>
          <a:xfrm>
            <a:off x="3257675" y="3204750"/>
            <a:ext cx="917700" cy="917700"/>
          </a:xfrm>
          <a:prstGeom prst="pie">
            <a:avLst>
              <a:gd fmla="val 19410436"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3"/>
          <p:cNvSpPr/>
          <p:nvPr/>
        </p:nvSpPr>
        <p:spPr>
          <a:xfrm>
            <a:off x="3388475"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3"/>
          <p:cNvSpPr txBox="1"/>
          <p:nvPr/>
        </p:nvSpPr>
        <p:spPr>
          <a:xfrm>
            <a:off x="3152738"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89" name="Google Shape;289;p23"/>
          <p:cNvSpPr txBox="1"/>
          <p:nvPr/>
        </p:nvSpPr>
        <p:spPr>
          <a:xfrm>
            <a:off x="348372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83%</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90" name="Google Shape;290;p23"/>
          <p:cNvSpPr/>
          <p:nvPr/>
        </p:nvSpPr>
        <p:spPr>
          <a:xfrm>
            <a:off x="5058251"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3"/>
          <p:cNvSpPr/>
          <p:nvPr/>
        </p:nvSpPr>
        <p:spPr>
          <a:xfrm>
            <a:off x="5108501"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
          <p:cNvSpPr/>
          <p:nvPr/>
        </p:nvSpPr>
        <p:spPr>
          <a:xfrm>
            <a:off x="5108501" y="3204750"/>
            <a:ext cx="917700" cy="917700"/>
          </a:xfrm>
          <a:prstGeom prst="pie">
            <a:avLst>
              <a:gd fmla="val 7181818"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3"/>
          <p:cNvSpPr/>
          <p:nvPr/>
        </p:nvSpPr>
        <p:spPr>
          <a:xfrm>
            <a:off x="5239301"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3"/>
          <p:cNvSpPr txBox="1"/>
          <p:nvPr/>
        </p:nvSpPr>
        <p:spPr>
          <a:xfrm>
            <a:off x="50060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95" name="Google Shape;295;p23"/>
          <p:cNvSpPr txBox="1"/>
          <p:nvPr/>
        </p:nvSpPr>
        <p:spPr>
          <a:xfrm>
            <a:off x="534224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42%</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96" name="Google Shape;296;p23"/>
          <p:cNvSpPr/>
          <p:nvPr/>
        </p:nvSpPr>
        <p:spPr>
          <a:xfrm>
            <a:off x="6907209"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3"/>
          <p:cNvSpPr/>
          <p:nvPr/>
        </p:nvSpPr>
        <p:spPr>
          <a:xfrm>
            <a:off x="6957459"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3"/>
          <p:cNvSpPr/>
          <p:nvPr/>
        </p:nvSpPr>
        <p:spPr>
          <a:xfrm>
            <a:off x="6957459" y="3204750"/>
            <a:ext cx="917700" cy="917700"/>
          </a:xfrm>
          <a:prstGeom prst="pie">
            <a:avLst>
              <a:gd fmla="val 11912349"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
          <p:cNvSpPr/>
          <p:nvPr/>
        </p:nvSpPr>
        <p:spPr>
          <a:xfrm>
            <a:off x="7088259"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3"/>
          <p:cNvSpPr txBox="1"/>
          <p:nvPr/>
        </p:nvSpPr>
        <p:spPr>
          <a:xfrm>
            <a:off x="68542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01" name="Google Shape;301;p23"/>
          <p:cNvSpPr txBox="1"/>
          <p:nvPr/>
        </p:nvSpPr>
        <p:spPr>
          <a:xfrm>
            <a:off x="7185192"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17%</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pic>
        <p:nvPicPr>
          <p:cNvPr descr="offset_comp_442889_edtied2.jpg" id="302" name="Google Shape;302;p23"/>
          <p:cNvPicPr preferRelativeResize="0"/>
          <p:nvPr/>
        </p:nvPicPr>
        <p:blipFill rotWithShape="1">
          <a:blip r:embed="rId3">
            <a:alphaModFix/>
          </a:blip>
          <a:srcRect b="12950" l="40835" r="22818" t="36463"/>
          <a:stretch/>
        </p:blipFill>
        <p:spPr>
          <a:xfrm rot="10800000">
            <a:off x="6240280" y="5276"/>
            <a:ext cx="2898000" cy="2691600"/>
          </a:xfrm>
          <a:prstGeom prst="rtTriangle">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4"/>
          <p:cNvSpPr txBox="1"/>
          <p:nvPr>
            <p:ph idx="4294967295" type="subTitle"/>
          </p:nvPr>
        </p:nvSpPr>
        <p:spPr>
          <a:xfrm>
            <a:off x="1297500" y="472775"/>
            <a:ext cx="3511200" cy="320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000"/>
              <a:t>Persona 2</a:t>
            </a:r>
            <a:endParaRPr sz="1000"/>
          </a:p>
        </p:txBody>
      </p:sp>
      <p:sp>
        <p:nvSpPr>
          <p:cNvPr id="308" name="Google Shape;308;p24"/>
          <p:cNvSpPr txBox="1"/>
          <p:nvPr>
            <p:ph type="title"/>
          </p:nvPr>
        </p:nvSpPr>
        <p:spPr>
          <a:xfrm>
            <a:off x="1297500" y="842025"/>
            <a:ext cx="5609700" cy="598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Nombre de la persona</a:t>
            </a:r>
            <a:endParaRPr/>
          </a:p>
        </p:txBody>
      </p:sp>
      <p:sp>
        <p:nvSpPr>
          <p:cNvPr id="309" name="Google Shape;309;p24"/>
          <p:cNvSpPr txBox="1"/>
          <p:nvPr>
            <p:ph idx="1" type="body"/>
          </p:nvPr>
        </p:nvSpPr>
        <p:spPr>
          <a:xfrm>
            <a:off x="1297500" y="1567550"/>
            <a:ext cx="5609700" cy="125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a:t>
            </a:r>
            <a:endParaRPr/>
          </a:p>
        </p:txBody>
      </p:sp>
      <p:grpSp>
        <p:nvGrpSpPr>
          <p:cNvPr id="310" name="Google Shape;310;p24"/>
          <p:cNvGrpSpPr/>
          <p:nvPr/>
        </p:nvGrpSpPr>
        <p:grpSpPr>
          <a:xfrm>
            <a:off x="1359550" y="3154500"/>
            <a:ext cx="1018200" cy="1018200"/>
            <a:chOff x="1359550" y="3154500"/>
            <a:chExt cx="1018200" cy="1018200"/>
          </a:xfrm>
        </p:grpSpPr>
        <p:sp>
          <p:nvSpPr>
            <p:cNvPr id="311" name="Google Shape;311;p24"/>
            <p:cNvSpPr/>
            <p:nvPr/>
          </p:nvSpPr>
          <p:spPr>
            <a:xfrm>
              <a:off x="1359550"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4"/>
            <p:cNvSpPr/>
            <p:nvPr/>
          </p:nvSpPr>
          <p:spPr>
            <a:xfrm>
              <a:off x="1409800"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4"/>
            <p:cNvSpPr/>
            <p:nvPr/>
          </p:nvSpPr>
          <p:spPr>
            <a:xfrm>
              <a:off x="1409800" y="3204750"/>
              <a:ext cx="917700" cy="917700"/>
            </a:xfrm>
            <a:prstGeom prst="pie">
              <a:avLst>
                <a:gd fmla="val 0"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4"/>
            <p:cNvSpPr/>
            <p:nvPr/>
          </p:nvSpPr>
          <p:spPr>
            <a:xfrm>
              <a:off x="1540600"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5" name="Google Shape;315;p24"/>
          <p:cNvSpPr txBox="1"/>
          <p:nvPr/>
        </p:nvSpPr>
        <p:spPr>
          <a:xfrm>
            <a:off x="1303275"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16" name="Google Shape;316;p24"/>
          <p:cNvSpPr txBox="1"/>
          <p:nvPr/>
        </p:nvSpPr>
        <p:spPr>
          <a:xfrm>
            <a:off x="1634217"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75%</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17" name="Google Shape;317;p24"/>
          <p:cNvSpPr/>
          <p:nvPr/>
        </p:nvSpPr>
        <p:spPr>
          <a:xfrm>
            <a:off x="3207425"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4"/>
          <p:cNvSpPr/>
          <p:nvPr/>
        </p:nvSpPr>
        <p:spPr>
          <a:xfrm>
            <a:off x="3257675"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4"/>
          <p:cNvSpPr/>
          <p:nvPr/>
        </p:nvSpPr>
        <p:spPr>
          <a:xfrm>
            <a:off x="3257675" y="3204750"/>
            <a:ext cx="917700" cy="917700"/>
          </a:xfrm>
          <a:prstGeom prst="pie">
            <a:avLst>
              <a:gd fmla="val 19410436"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4"/>
          <p:cNvSpPr/>
          <p:nvPr/>
        </p:nvSpPr>
        <p:spPr>
          <a:xfrm>
            <a:off x="3388475"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4"/>
          <p:cNvSpPr txBox="1"/>
          <p:nvPr/>
        </p:nvSpPr>
        <p:spPr>
          <a:xfrm>
            <a:off x="3152738"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22" name="Google Shape;322;p24"/>
          <p:cNvSpPr txBox="1"/>
          <p:nvPr/>
        </p:nvSpPr>
        <p:spPr>
          <a:xfrm>
            <a:off x="348372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83%</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23" name="Google Shape;323;p24"/>
          <p:cNvSpPr/>
          <p:nvPr/>
        </p:nvSpPr>
        <p:spPr>
          <a:xfrm>
            <a:off x="5058251"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4"/>
          <p:cNvSpPr/>
          <p:nvPr/>
        </p:nvSpPr>
        <p:spPr>
          <a:xfrm>
            <a:off x="5108501"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4"/>
          <p:cNvSpPr/>
          <p:nvPr/>
        </p:nvSpPr>
        <p:spPr>
          <a:xfrm>
            <a:off x="5108501" y="3204750"/>
            <a:ext cx="917700" cy="917700"/>
          </a:xfrm>
          <a:prstGeom prst="pie">
            <a:avLst>
              <a:gd fmla="val 7181818"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4"/>
          <p:cNvSpPr/>
          <p:nvPr/>
        </p:nvSpPr>
        <p:spPr>
          <a:xfrm>
            <a:off x="5239301"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4"/>
          <p:cNvSpPr txBox="1"/>
          <p:nvPr/>
        </p:nvSpPr>
        <p:spPr>
          <a:xfrm>
            <a:off x="50060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28" name="Google Shape;328;p24"/>
          <p:cNvSpPr txBox="1"/>
          <p:nvPr/>
        </p:nvSpPr>
        <p:spPr>
          <a:xfrm>
            <a:off x="534224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42%</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29" name="Google Shape;329;p24"/>
          <p:cNvSpPr/>
          <p:nvPr/>
        </p:nvSpPr>
        <p:spPr>
          <a:xfrm>
            <a:off x="6907209"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4"/>
          <p:cNvSpPr/>
          <p:nvPr/>
        </p:nvSpPr>
        <p:spPr>
          <a:xfrm>
            <a:off x="6957459"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4"/>
          <p:cNvSpPr/>
          <p:nvPr/>
        </p:nvSpPr>
        <p:spPr>
          <a:xfrm>
            <a:off x="6957459" y="3204750"/>
            <a:ext cx="917700" cy="917700"/>
          </a:xfrm>
          <a:prstGeom prst="pie">
            <a:avLst>
              <a:gd fmla="val 11912349"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4"/>
          <p:cNvSpPr/>
          <p:nvPr/>
        </p:nvSpPr>
        <p:spPr>
          <a:xfrm>
            <a:off x="7088259"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4"/>
          <p:cNvSpPr txBox="1"/>
          <p:nvPr/>
        </p:nvSpPr>
        <p:spPr>
          <a:xfrm>
            <a:off x="68542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34" name="Google Shape;334;p24"/>
          <p:cNvSpPr txBox="1"/>
          <p:nvPr/>
        </p:nvSpPr>
        <p:spPr>
          <a:xfrm>
            <a:off x="7185192"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17%</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pic>
        <p:nvPicPr>
          <p:cNvPr descr="offset_comp_267026.jpg" id="335" name="Google Shape;335;p24"/>
          <p:cNvPicPr preferRelativeResize="0"/>
          <p:nvPr/>
        </p:nvPicPr>
        <p:blipFill rotWithShape="1">
          <a:blip r:embed="rId3">
            <a:alphaModFix/>
          </a:blip>
          <a:srcRect b="8201" l="26515" r="26313" t="26083"/>
          <a:stretch/>
        </p:blipFill>
        <p:spPr>
          <a:xfrm rot="10800000">
            <a:off x="6238025" y="7367"/>
            <a:ext cx="2898000" cy="2691600"/>
          </a:xfrm>
          <a:prstGeom prst="rtTriangl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Tendencias de mercado</a:t>
            </a:r>
            <a:endParaRPr/>
          </a:p>
        </p:txBody>
      </p:sp>
      <p:sp>
        <p:nvSpPr>
          <p:cNvPr id="341" name="Google Shape;341;p25"/>
          <p:cNvSpPr txBox="1"/>
          <p:nvPr>
            <p:ph idx="1" type="body"/>
          </p:nvPr>
        </p:nvSpPr>
        <p:spPr>
          <a:xfrm>
            <a:off x="1297500" y="1567550"/>
            <a:ext cx="7038900" cy="1107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a:t>
            </a:r>
            <a:r>
              <a:rPr lang="es"/>
              <a:t>Escribe aquí tu texto Escribe aquí tu texto Escribe aquí tu texto Escribe aquí tu texto Escribe aquí tu texto Escribe aquí tu texto</a:t>
            </a:r>
            <a:r>
              <a:rPr lang="es">
                <a:solidFill>
                  <a:srgbClr val="FFFFFF"/>
                </a:solidFill>
              </a:rPr>
              <a:t>.</a:t>
            </a:r>
            <a:endParaRPr/>
          </a:p>
        </p:txBody>
      </p:sp>
      <p:grpSp>
        <p:nvGrpSpPr>
          <p:cNvPr id="342" name="Google Shape;342;p25"/>
          <p:cNvGrpSpPr/>
          <p:nvPr/>
        </p:nvGrpSpPr>
        <p:grpSpPr>
          <a:xfrm>
            <a:off x="1291075" y="2784155"/>
            <a:ext cx="2080082" cy="2043771"/>
            <a:chOff x="1291075" y="2784155"/>
            <a:chExt cx="2080082" cy="2043771"/>
          </a:xfrm>
        </p:grpSpPr>
        <p:sp>
          <p:nvSpPr>
            <p:cNvPr id="343" name="Google Shape;343;p25"/>
            <p:cNvSpPr txBox="1"/>
            <p:nvPr/>
          </p:nvSpPr>
          <p:spPr>
            <a:xfrm>
              <a:off x="1729257"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44" name="Google Shape;344;p25"/>
            <p:cNvSpPr txBox="1"/>
            <p:nvPr/>
          </p:nvSpPr>
          <p:spPr>
            <a:xfrm>
              <a:off x="21636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45" name="Google Shape;345;p25"/>
            <p:cNvSpPr txBox="1"/>
            <p:nvPr/>
          </p:nvSpPr>
          <p:spPr>
            <a:xfrm>
              <a:off x="25980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346" name="Google Shape;346;p25"/>
            <p:cNvSpPr txBox="1"/>
            <p:nvPr/>
          </p:nvSpPr>
          <p:spPr>
            <a:xfrm>
              <a:off x="30324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347" name="Google Shape;347;p25"/>
            <p:cNvSpPr txBox="1"/>
            <p:nvPr/>
          </p:nvSpPr>
          <p:spPr>
            <a:xfrm>
              <a:off x="1291075" y="406388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348" name="Google Shape;348;p25"/>
            <p:cNvSpPr txBox="1"/>
            <p:nvPr/>
          </p:nvSpPr>
          <p:spPr>
            <a:xfrm>
              <a:off x="1291075" y="380793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349" name="Google Shape;349;p25"/>
            <p:cNvSpPr txBox="1"/>
            <p:nvPr/>
          </p:nvSpPr>
          <p:spPr>
            <a:xfrm>
              <a:off x="1291075" y="355199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350" name="Google Shape;350;p25"/>
            <p:cNvSpPr txBox="1"/>
            <p:nvPr/>
          </p:nvSpPr>
          <p:spPr>
            <a:xfrm>
              <a:off x="1291075" y="329604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351" name="Google Shape;351;p25"/>
            <p:cNvSpPr txBox="1"/>
            <p:nvPr/>
          </p:nvSpPr>
          <p:spPr>
            <a:xfrm>
              <a:off x="1291075" y="304010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352" name="Google Shape;352;p25"/>
            <p:cNvSpPr txBox="1"/>
            <p:nvPr/>
          </p:nvSpPr>
          <p:spPr>
            <a:xfrm>
              <a:off x="1291075" y="278415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sp>
          <p:nvSpPr>
            <p:cNvPr id="353" name="Google Shape;353;p25"/>
            <p:cNvSpPr txBox="1"/>
            <p:nvPr/>
          </p:nvSpPr>
          <p:spPr>
            <a:xfrm>
              <a:off x="2206299" y="4511726"/>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2015</a:t>
              </a:r>
              <a:endParaRPr sz="800">
                <a:solidFill>
                  <a:srgbClr val="D9D9D9"/>
                </a:solidFill>
              </a:endParaRPr>
            </a:p>
          </p:txBody>
        </p:sp>
        <p:cxnSp>
          <p:nvCxnSpPr>
            <p:cNvPr id="354" name="Google Shape;354;p25"/>
            <p:cNvCxnSpPr>
              <a:stCxn id="355" idx="7"/>
              <a:endCxn id="356" idx="6"/>
            </p:cNvCxnSpPr>
            <p:nvPr/>
          </p:nvCxnSpPr>
          <p:spPr>
            <a:xfrm flipH="1">
              <a:off x="1953668" y="3664288"/>
              <a:ext cx="414600" cy="282600"/>
            </a:xfrm>
            <a:prstGeom prst="straightConnector1">
              <a:avLst/>
            </a:prstGeom>
            <a:noFill/>
            <a:ln cap="flat" cmpd="sng" w="19050">
              <a:solidFill>
                <a:srgbClr val="D9D9D9"/>
              </a:solidFill>
              <a:prstDash val="solid"/>
              <a:round/>
              <a:headEnd len="med" w="med" type="none"/>
              <a:tailEnd len="med" w="med" type="none"/>
            </a:ln>
          </p:spPr>
        </p:cxnSp>
        <p:cxnSp>
          <p:nvCxnSpPr>
            <p:cNvPr id="357" name="Google Shape;357;p25"/>
            <p:cNvCxnSpPr/>
            <p:nvPr/>
          </p:nvCxnSpPr>
          <p:spPr>
            <a:xfrm>
              <a:off x="1729245"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58" name="Google Shape;358;p25"/>
            <p:cNvCxnSpPr/>
            <p:nvPr/>
          </p:nvCxnSpPr>
          <p:spPr>
            <a:xfrm>
              <a:off x="1729245"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59" name="Google Shape;359;p25"/>
            <p:cNvCxnSpPr/>
            <p:nvPr/>
          </p:nvCxnSpPr>
          <p:spPr>
            <a:xfrm>
              <a:off x="1729245"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0" name="Google Shape;360;p25"/>
            <p:cNvCxnSpPr/>
            <p:nvPr/>
          </p:nvCxnSpPr>
          <p:spPr>
            <a:xfrm>
              <a:off x="1729245"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1" name="Google Shape;361;p25"/>
            <p:cNvCxnSpPr/>
            <p:nvPr/>
          </p:nvCxnSpPr>
          <p:spPr>
            <a:xfrm>
              <a:off x="1729245"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2" name="Google Shape;362;p25"/>
            <p:cNvCxnSpPr>
              <a:stCxn id="349" idx="3"/>
              <a:endCxn id="356" idx="5"/>
            </p:cNvCxnSpPr>
            <p:nvPr/>
          </p:nvCxnSpPr>
          <p:spPr>
            <a:xfrm>
              <a:off x="1735075" y="3648740"/>
              <a:ext cx="206100" cy="328200"/>
            </a:xfrm>
            <a:prstGeom prst="straightConnector1">
              <a:avLst/>
            </a:prstGeom>
            <a:noFill/>
            <a:ln cap="flat" cmpd="sng" w="19050">
              <a:solidFill>
                <a:srgbClr val="D9D9D9"/>
              </a:solidFill>
              <a:prstDash val="solid"/>
              <a:round/>
              <a:headEnd len="med" w="med" type="none"/>
              <a:tailEnd len="med" w="med" type="none"/>
            </a:ln>
          </p:spPr>
        </p:cxnSp>
        <p:cxnSp>
          <p:nvCxnSpPr>
            <p:cNvPr id="363" name="Google Shape;363;p25"/>
            <p:cNvCxnSpPr>
              <a:stCxn id="355" idx="3"/>
              <a:endCxn id="364" idx="7"/>
            </p:cNvCxnSpPr>
            <p:nvPr/>
          </p:nvCxnSpPr>
          <p:spPr>
            <a:xfrm flipH="1" rot="10800000">
              <a:off x="2307811" y="3249546"/>
              <a:ext cx="499500" cy="475200"/>
            </a:xfrm>
            <a:prstGeom prst="straightConnector1">
              <a:avLst/>
            </a:prstGeom>
            <a:noFill/>
            <a:ln cap="flat" cmpd="sng" w="19050">
              <a:solidFill>
                <a:srgbClr val="D9D9D9"/>
              </a:solidFill>
              <a:prstDash val="solid"/>
              <a:round/>
              <a:headEnd len="med" w="med" type="none"/>
              <a:tailEnd len="med" w="med" type="none"/>
            </a:ln>
          </p:spPr>
        </p:cxnSp>
        <p:cxnSp>
          <p:nvCxnSpPr>
            <p:cNvPr id="365" name="Google Shape;365;p25"/>
            <p:cNvCxnSpPr>
              <a:stCxn id="364" idx="5"/>
              <a:endCxn id="366" idx="5"/>
            </p:cNvCxnSpPr>
            <p:nvPr/>
          </p:nvCxnSpPr>
          <p:spPr>
            <a:xfrm>
              <a:off x="2807412" y="3309933"/>
              <a:ext cx="424500" cy="414900"/>
            </a:xfrm>
            <a:prstGeom prst="straightConnector1">
              <a:avLst/>
            </a:prstGeom>
            <a:noFill/>
            <a:ln cap="flat" cmpd="sng" w="19050">
              <a:solidFill>
                <a:srgbClr val="D9D9D9"/>
              </a:solidFill>
              <a:prstDash val="solid"/>
              <a:round/>
              <a:headEnd len="med" w="med" type="none"/>
              <a:tailEnd len="med" w="med" type="none"/>
            </a:ln>
          </p:spPr>
        </p:cxnSp>
        <p:cxnSp>
          <p:nvCxnSpPr>
            <p:cNvPr id="367" name="Google Shape;367;p25"/>
            <p:cNvCxnSpPr/>
            <p:nvPr/>
          </p:nvCxnSpPr>
          <p:spPr>
            <a:xfrm>
              <a:off x="1729245"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364" name="Google Shape;364;p25"/>
            <p:cNvSpPr/>
            <p:nvPr/>
          </p:nvSpPr>
          <p:spPr>
            <a:xfrm>
              <a:off x="2734433" y="3236955"/>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5"/>
            <p:cNvSpPr/>
            <p:nvPr/>
          </p:nvSpPr>
          <p:spPr>
            <a:xfrm>
              <a:off x="2295290" y="3651767"/>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p:nvPr/>
          </p:nvSpPr>
          <p:spPr>
            <a:xfrm>
              <a:off x="1868080" y="3904111"/>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5"/>
            <p:cNvSpPr/>
            <p:nvPr/>
          </p:nvSpPr>
          <p:spPr>
            <a:xfrm>
              <a:off x="3159046" y="365178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 name="Google Shape;368;p25"/>
          <p:cNvGrpSpPr/>
          <p:nvPr/>
        </p:nvGrpSpPr>
        <p:grpSpPr>
          <a:xfrm>
            <a:off x="3737550" y="2784155"/>
            <a:ext cx="2121833" cy="2057296"/>
            <a:chOff x="3737550" y="2784155"/>
            <a:chExt cx="2121833" cy="2057296"/>
          </a:xfrm>
        </p:grpSpPr>
        <p:grpSp>
          <p:nvGrpSpPr>
            <p:cNvPr id="369" name="Google Shape;369;p25"/>
            <p:cNvGrpSpPr/>
            <p:nvPr/>
          </p:nvGrpSpPr>
          <p:grpSpPr>
            <a:xfrm>
              <a:off x="3737550" y="2784155"/>
              <a:ext cx="2121833" cy="2057296"/>
              <a:chOff x="3737550" y="2784155"/>
              <a:chExt cx="2121833" cy="2057296"/>
            </a:xfrm>
          </p:grpSpPr>
          <p:sp>
            <p:nvSpPr>
              <p:cNvPr id="370" name="Google Shape;370;p25"/>
              <p:cNvSpPr txBox="1"/>
              <p:nvPr/>
            </p:nvSpPr>
            <p:spPr>
              <a:xfrm>
                <a:off x="4217482"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71" name="Google Shape;371;p25"/>
              <p:cNvSpPr txBox="1"/>
              <p:nvPr/>
            </p:nvSpPr>
            <p:spPr>
              <a:xfrm>
                <a:off x="4710374" y="4525251"/>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2016</a:t>
                </a:r>
                <a:endParaRPr sz="800">
                  <a:solidFill>
                    <a:srgbClr val="D9D9D9"/>
                  </a:solidFill>
                </a:endParaRPr>
              </a:p>
            </p:txBody>
          </p:sp>
          <p:sp>
            <p:nvSpPr>
              <p:cNvPr id="372" name="Google Shape;372;p25"/>
              <p:cNvSpPr txBox="1"/>
              <p:nvPr/>
            </p:nvSpPr>
            <p:spPr>
              <a:xfrm>
                <a:off x="46518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73" name="Google Shape;373;p25"/>
              <p:cNvSpPr txBox="1"/>
              <p:nvPr/>
            </p:nvSpPr>
            <p:spPr>
              <a:xfrm>
                <a:off x="50862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374" name="Google Shape;374;p25"/>
              <p:cNvSpPr txBox="1"/>
              <p:nvPr/>
            </p:nvSpPr>
            <p:spPr>
              <a:xfrm>
                <a:off x="55206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375" name="Google Shape;375;p25"/>
              <p:cNvSpPr txBox="1"/>
              <p:nvPr/>
            </p:nvSpPr>
            <p:spPr>
              <a:xfrm>
                <a:off x="3737550" y="406388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376" name="Google Shape;376;p25"/>
              <p:cNvSpPr txBox="1"/>
              <p:nvPr/>
            </p:nvSpPr>
            <p:spPr>
              <a:xfrm>
                <a:off x="3737550" y="380793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377" name="Google Shape;377;p25"/>
              <p:cNvSpPr txBox="1"/>
              <p:nvPr/>
            </p:nvSpPr>
            <p:spPr>
              <a:xfrm>
                <a:off x="3745239" y="355199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378" name="Google Shape;378;p25"/>
              <p:cNvSpPr txBox="1"/>
              <p:nvPr/>
            </p:nvSpPr>
            <p:spPr>
              <a:xfrm>
                <a:off x="3737550" y="329604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379" name="Google Shape;379;p25"/>
              <p:cNvSpPr txBox="1"/>
              <p:nvPr/>
            </p:nvSpPr>
            <p:spPr>
              <a:xfrm>
                <a:off x="3737550" y="304010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380" name="Google Shape;380;p25"/>
              <p:cNvSpPr txBox="1"/>
              <p:nvPr/>
            </p:nvSpPr>
            <p:spPr>
              <a:xfrm>
                <a:off x="3737550" y="278415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cxnSp>
            <p:nvCxnSpPr>
              <p:cNvPr id="381" name="Google Shape;381;p25"/>
              <p:cNvCxnSpPr>
                <a:stCxn id="382" idx="6"/>
                <a:endCxn id="383" idx="6"/>
              </p:cNvCxnSpPr>
              <p:nvPr/>
            </p:nvCxnSpPr>
            <p:spPr>
              <a:xfrm flipH="1">
                <a:off x="4433905" y="3904692"/>
                <a:ext cx="431400" cy="57300"/>
              </a:xfrm>
              <a:prstGeom prst="straightConnector1">
                <a:avLst/>
              </a:prstGeom>
              <a:noFill/>
              <a:ln cap="flat" cmpd="sng" w="19050">
                <a:solidFill>
                  <a:srgbClr val="D9D9D9"/>
                </a:solidFill>
                <a:prstDash val="solid"/>
                <a:round/>
                <a:headEnd len="med" w="med" type="none"/>
                <a:tailEnd len="med" w="med" type="none"/>
              </a:ln>
            </p:spPr>
          </p:cxnSp>
          <p:cxnSp>
            <p:nvCxnSpPr>
              <p:cNvPr id="384" name="Google Shape;384;p25"/>
              <p:cNvCxnSpPr/>
              <p:nvPr/>
            </p:nvCxnSpPr>
            <p:spPr>
              <a:xfrm>
                <a:off x="4217470"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5" name="Google Shape;385;p25"/>
              <p:cNvCxnSpPr/>
              <p:nvPr/>
            </p:nvCxnSpPr>
            <p:spPr>
              <a:xfrm>
                <a:off x="4217470"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6" name="Google Shape;386;p25"/>
              <p:cNvCxnSpPr/>
              <p:nvPr/>
            </p:nvCxnSpPr>
            <p:spPr>
              <a:xfrm>
                <a:off x="4217470"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7" name="Google Shape;387;p25"/>
              <p:cNvCxnSpPr/>
              <p:nvPr/>
            </p:nvCxnSpPr>
            <p:spPr>
              <a:xfrm>
                <a:off x="4217470"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8" name="Google Shape;388;p25"/>
              <p:cNvCxnSpPr/>
              <p:nvPr/>
            </p:nvCxnSpPr>
            <p:spPr>
              <a:xfrm>
                <a:off x="4217470"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9" name="Google Shape;389;p25"/>
              <p:cNvCxnSpPr>
                <a:stCxn id="377" idx="3"/>
              </p:cNvCxnSpPr>
              <p:nvPr/>
            </p:nvCxnSpPr>
            <p:spPr>
              <a:xfrm>
                <a:off x="4230039" y="3648740"/>
                <a:ext cx="150600" cy="276600"/>
              </a:xfrm>
              <a:prstGeom prst="straightConnector1">
                <a:avLst/>
              </a:prstGeom>
              <a:noFill/>
              <a:ln cap="flat" cmpd="sng" w="19050">
                <a:solidFill>
                  <a:srgbClr val="D9D9D9"/>
                </a:solidFill>
                <a:prstDash val="solid"/>
                <a:round/>
                <a:headEnd len="med" w="med" type="none"/>
                <a:tailEnd len="med" w="med" type="none"/>
              </a:ln>
            </p:spPr>
          </p:cxnSp>
          <p:cxnSp>
            <p:nvCxnSpPr>
              <p:cNvPr id="390" name="Google Shape;390;p25"/>
              <p:cNvCxnSpPr>
                <a:stCxn id="382" idx="3"/>
                <a:endCxn id="391" idx="7"/>
              </p:cNvCxnSpPr>
              <p:nvPr/>
            </p:nvCxnSpPr>
            <p:spPr>
              <a:xfrm flipH="1" rot="10800000">
                <a:off x="4792327" y="3664321"/>
                <a:ext cx="492600" cy="270600"/>
              </a:xfrm>
              <a:prstGeom prst="straightConnector1">
                <a:avLst/>
              </a:prstGeom>
              <a:noFill/>
              <a:ln cap="flat" cmpd="sng" w="19050">
                <a:solidFill>
                  <a:srgbClr val="D9D9D9"/>
                </a:solidFill>
                <a:prstDash val="solid"/>
                <a:round/>
                <a:headEnd len="med" w="med" type="none"/>
                <a:tailEnd len="med" w="med" type="none"/>
              </a:ln>
            </p:spPr>
          </p:cxnSp>
          <p:cxnSp>
            <p:nvCxnSpPr>
              <p:cNvPr id="392" name="Google Shape;392;p25"/>
              <p:cNvCxnSpPr>
                <a:stCxn id="391" idx="2"/>
                <a:endCxn id="393" idx="6"/>
              </p:cNvCxnSpPr>
              <p:nvPr/>
            </p:nvCxnSpPr>
            <p:spPr>
              <a:xfrm flipH="1" rot="10800000">
                <a:off x="5211997" y="3584730"/>
                <a:ext cx="528600" cy="109800"/>
              </a:xfrm>
              <a:prstGeom prst="straightConnector1">
                <a:avLst/>
              </a:prstGeom>
              <a:noFill/>
              <a:ln cap="flat" cmpd="sng" w="19050">
                <a:solidFill>
                  <a:srgbClr val="D9D9D9"/>
                </a:solidFill>
                <a:prstDash val="solid"/>
                <a:round/>
                <a:headEnd len="med" w="med" type="none"/>
                <a:tailEnd len="med" w="med" type="none"/>
              </a:ln>
            </p:spPr>
          </p:cxnSp>
          <p:cxnSp>
            <p:nvCxnSpPr>
              <p:cNvPr id="394" name="Google Shape;394;p25"/>
              <p:cNvCxnSpPr/>
              <p:nvPr/>
            </p:nvCxnSpPr>
            <p:spPr>
              <a:xfrm>
                <a:off x="4217470"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391" name="Google Shape;391;p25"/>
              <p:cNvSpPr/>
              <p:nvPr/>
            </p:nvSpPr>
            <p:spPr>
              <a:xfrm>
                <a:off x="5211997" y="365178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5"/>
              <p:cNvSpPr/>
              <p:nvPr/>
            </p:nvSpPr>
            <p:spPr>
              <a:xfrm>
                <a:off x="4779805" y="3861942"/>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5"/>
              <p:cNvSpPr/>
              <p:nvPr/>
            </p:nvSpPr>
            <p:spPr>
              <a:xfrm>
                <a:off x="4348371" y="391917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3" name="Google Shape;393;p25"/>
            <p:cNvSpPr/>
            <p:nvPr/>
          </p:nvSpPr>
          <p:spPr>
            <a:xfrm>
              <a:off x="5654980" y="3541972"/>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25"/>
          <p:cNvGrpSpPr/>
          <p:nvPr/>
        </p:nvGrpSpPr>
        <p:grpSpPr>
          <a:xfrm>
            <a:off x="6043904" y="2784155"/>
            <a:ext cx="2079978" cy="2036296"/>
            <a:chOff x="6043904" y="2784155"/>
            <a:chExt cx="2079978" cy="2036296"/>
          </a:xfrm>
        </p:grpSpPr>
        <p:sp>
          <p:nvSpPr>
            <p:cNvPr id="396" name="Google Shape;396;p25"/>
            <p:cNvSpPr txBox="1"/>
            <p:nvPr/>
          </p:nvSpPr>
          <p:spPr>
            <a:xfrm>
              <a:off x="6974887" y="4504251"/>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2017</a:t>
              </a:r>
              <a:endParaRPr sz="800">
                <a:solidFill>
                  <a:srgbClr val="D9D9D9"/>
                </a:solidFill>
              </a:endParaRPr>
            </a:p>
          </p:txBody>
        </p:sp>
        <p:sp>
          <p:nvSpPr>
            <p:cNvPr id="397" name="Google Shape;397;p25"/>
            <p:cNvSpPr txBox="1"/>
            <p:nvPr/>
          </p:nvSpPr>
          <p:spPr>
            <a:xfrm>
              <a:off x="6481982"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98" name="Google Shape;398;p25"/>
            <p:cNvSpPr txBox="1"/>
            <p:nvPr/>
          </p:nvSpPr>
          <p:spPr>
            <a:xfrm>
              <a:off x="69163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99" name="Google Shape;399;p25"/>
            <p:cNvSpPr txBox="1"/>
            <p:nvPr/>
          </p:nvSpPr>
          <p:spPr>
            <a:xfrm>
              <a:off x="7350775" y="4293175"/>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400" name="Google Shape;400;p25"/>
            <p:cNvSpPr txBox="1"/>
            <p:nvPr/>
          </p:nvSpPr>
          <p:spPr>
            <a:xfrm>
              <a:off x="77851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401" name="Google Shape;401;p25"/>
            <p:cNvSpPr txBox="1"/>
            <p:nvPr/>
          </p:nvSpPr>
          <p:spPr>
            <a:xfrm>
              <a:off x="6043904" y="406388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402" name="Google Shape;402;p25"/>
            <p:cNvSpPr txBox="1"/>
            <p:nvPr/>
          </p:nvSpPr>
          <p:spPr>
            <a:xfrm>
              <a:off x="6043904" y="380793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403" name="Google Shape;403;p25"/>
            <p:cNvSpPr txBox="1"/>
            <p:nvPr/>
          </p:nvSpPr>
          <p:spPr>
            <a:xfrm>
              <a:off x="6043904" y="355199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404" name="Google Shape;404;p25"/>
            <p:cNvSpPr txBox="1"/>
            <p:nvPr/>
          </p:nvSpPr>
          <p:spPr>
            <a:xfrm>
              <a:off x="6043904" y="329604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405" name="Google Shape;405;p25"/>
            <p:cNvSpPr txBox="1"/>
            <p:nvPr/>
          </p:nvSpPr>
          <p:spPr>
            <a:xfrm>
              <a:off x="6043904" y="304010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406" name="Google Shape;406;p25"/>
            <p:cNvSpPr txBox="1"/>
            <p:nvPr/>
          </p:nvSpPr>
          <p:spPr>
            <a:xfrm>
              <a:off x="6043904" y="278415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cxnSp>
          <p:nvCxnSpPr>
            <p:cNvPr id="407" name="Google Shape;407;p25"/>
            <p:cNvCxnSpPr>
              <a:stCxn id="408" idx="7"/>
              <a:endCxn id="409" idx="6"/>
            </p:cNvCxnSpPr>
            <p:nvPr/>
          </p:nvCxnSpPr>
          <p:spPr>
            <a:xfrm flipH="1" rot="10800000">
              <a:off x="7552796" y="3180176"/>
              <a:ext cx="440700" cy="69300"/>
            </a:xfrm>
            <a:prstGeom prst="straightConnector1">
              <a:avLst/>
            </a:prstGeom>
            <a:noFill/>
            <a:ln cap="flat" cmpd="sng" w="19050">
              <a:solidFill>
                <a:schemeClr val="accent5"/>
              </a:solidFill>
              <a:prstDash val="solid"/>
              <a:round/>
              <a:headEnd len="med" w="med" type="none"/>
              <a:tailEnd len="med" w="med" type="none"/>
            </a:ln>
          </p:spPr>
        </p:cxnSp>
        <p:sp>
          <p:nvSpPr>
            <p:cNvPr id="409" name="Google Shape;409;p25"/>
            <p:cNvSpPr/>
            <p:nvPr/>
          </p:nvSpPr>
          <p:spPr>
            <a:xfrm>
              <a:off x="7908123" y="3137292"/>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0" name="Google Shape;410;p25"/>
            <p:cNvCxnSpPr>
              <a:stCxn id="411" idx="3"/>
              <a:endCxn id="412" idx="3"/>
            </p:cNvCxnSpPr>
            <p:nvPr/>
          </p:nvCxnSpPr>
          <p:spPr>
            <a:xfrm flipH="1">
              <a:off x="6611201" y="3724746"/>
              <a:ext cx="437100" cy="240000"/>
            </a:xfrm>
            <a:prstGeom prst="straightConnector1">
              <a:avLst/>
            </a:prstGeom>
            <a:noFill/>
            <a:ln cap="flat" cmpd="sng" w="19050">
              <a:solidFill>
                <a:schemeClr val="accent5"/>
              </a:solidFill>
              <a:prstDash val="solid"/>
              <a:round/>
              <a:headEnd len="med" w="med" type="none"/>
              <a:tailEnd len="med" w="med" type="none"/>
            </a:ln>
          </p:spPr>
        </p:cxnSp>
        <p:cxnSp>
          <p:nvCxnSpPr>
            <p:cNvPr id="413" name="Google Shape;413;p25"/>
            <p:cNvCxnSpPr/>
            <p:nvPr/>
          </p:nvCxnSpPr>
          <p:spPr>
            <a:xfrm>
              <a:off x="6481970"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4" name="Google Shape;414;p25"/>
            <p:cNvCxnSpPr/>
            <p:nvPr/>
          </p:nvCxnSpPr>
          <p:spPr>
            <a:xfrm>
              <a:off x="6481970"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5" name="Google Shape;415;p25"/>
            <p:cNvCxnSpPr/>
            <p:nvPr/>
          </p:nvCxnSpPr>
          <p:spPr>
            <a:xfrm>
              <a:off x="6481970"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6" name="Google Shape;416;p25"/>
            <p:cNvCxnSpPr/>
            <p:nvPr/>
          </p:nvCxnSpPr>
          <p:spPr>
            <a:xfrm>
              <a:off x="6481970"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7" name="Google Shape;417;p25"/>
            <p:cNvCxnSpPr/>
            <p:nvPr/>
          </p:nvCxnSpPr>
          <p:spPr>
            <a:xfrm>
              <a:off x="6481970"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8" name="Google Shape;418;p25"/>
            <p:cNvCxnSpPr/>
            <p:nvPr/>
          </p:nvCxnSpPr>
          <p:spPr>
            <a:xfrm>
              <a:off x="6462950" y="3565030"/>
              <a:ext cx="178500" cy="377100"/>
            </a:xfrm>
            <a:prstGeom prst="straightConnector1">
              <a:avLst/>
            </a:prstGeom>
            <a:noFill/>
            <a:ln cap="flat" cmpd="sng" w="19050">
              <a:solidFill>
                <a:schemeClr val="accent5"/>
              </a:solidFill>
              <a:prstDash val="solid"/>
              <a:round/>
              <a:headEnd len="med" w="med" type="none"/>
              <a:tailEnd len="med" w="med" type="none"/>
            </a:ln>
          </p:spPr>
        </p:cxnSp>
        <p:cxnSp>
          <p:nvCxnSpPr>
            <p:cNvPr id="419" name="Google Shape;419;p25"/>
            <p:cNvCxnSpPr>
              <a:stCxn id="411" idx="7"/>
              <a:endCxn id="408" idx="7"/>
            </p:cNvCxnSpPr>
            <p:nvPr/>
          </p:nvCxnSpPr>
          <p:spPr>
            <a:xfrm flipH="1" rot="10800000">
              <a:off x="7108759" y="3249388"/>
              <a:ext cx="444000" cy="414900"/>
            </a:xfrm>
            <a:prstGeom prst="straightConnector1">
              <a:avLst/>
            </a:prstGeom>
            <a:noFill/>
            <a:ln cap="flat" cmpd="sng" w="19050">
              <a:solidFill>
                <a:schemeClr val="accent5"/>
              </a:solidFill>
              <a:prstDash val="solid"/>
              <a:round/>
              <a:headEnd len="med" w="med" type="none"/>
              <a:tailEnd len="med" w="med" type="none"/>
            </a:ln>
          </p:spPr>
        </p:cxnSp>
        <p:cxnSp>
          <p:nvCxnSpPr>
            <p:cNvPr id="420" name="Google Shape;420;p25"/>
            <p:cNvCxnSpPr/>
            <p:nvPr/>
          </p:nvCxnSpPr>
          <p:spPr>
            <a:xfrm>
              <a:off x="6481970"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408" name="Google Shape;408;p25"/>
            <p:cNvSpPr/>
            <p:nvPr/>
          </p:nvSpPr>
          <p:spPr>
            <a:xfrm>
              <a:off x="7479818" y="3236955"/>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5"/>
            <p:cNvSpPr/>
            <p:nvPr/>
          </p:nvSpPr>
          <p:spPr>
            <a:xfrm>
              <a:off x="7035780" y="3651767"/>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5"/>
            <p:cNvSpPr/>
            <p:nvPr/>
          </p:nvSpPr>
          <p:spPr>
            <a:xfrm>
              <a:off x="6598816" y="3891809"/>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Diagrama de ciclo</a:t>
            </a:r>
            <a:endParaRPr/>
          </a:p>
        </p:txBody>
      </p:sp>
      <p:sp>
        <p:nvSpPr>
          <p:cNvPr id="426" name="Google Shape;426;p26"/>
          <p:cNvSpPr txBox="1"/>
          <p:nvPr/>
        </p:nvSpPr>
        <p:spPr>
          <a:xfrm>
            <a:off x="812750" y="1907325"/>
            <a:ext cx="22755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Crear el prototipo</a:t>
            </a:r>
            <a:endParaRPr/>
          </a:p>
        </p:txBody>
      </p:sp>
      <p:sp>
        <p:nvSpPr>
          <p:cNvPr id="427" name="Google Shape;427;p26"/>
          <p:cNvSpPr txBox="1"/>
          <p:nvPr/>
        </p:nvSpPr>
        <p:spPr>
          <a:xfrm>
            <a:off x="812750" y="3320125"/>
            <a:ext cx="22755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Compartirlo</a:t>
            </a:r>
            <a:endParaRPr/>
          </a:p>
        </p:txBody>
      </p:sp>
      <p:sp>
        <p:nvSpPr>
          <p:cNvPr id="428" name="Google Shape;428;p26"/>
          <p:cNvSpPr txBox="1"/>
          <p:nvPr/>
        </p:nvSpPr>
        <p:spPr>
          <a:xfrm>
            <a:off x="6548585" y="1907325"/>
            <a:ext cx="22284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Perfeccionarlo</a:t>
            </a:r>
            <a:endParaRPr/>
          </a:p>
        </p:txBody>
      </p:sp>
      <p:sp>
        <p:nvSpPr>
          <p:cNvPr id="429" name="Google Shape;429;p26"/>
          <p:cNvSpPr txBox="1"/>
          <p:nvPr/>
        </p:nvSpPr>
        <p:spPr>
          <a:xfrm>
            <a:off x="6548578" y="3320125"/>
            <a:ext cx="15159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Recibir comentarios</a:t>
            </a:r>
            <a:endParaRPr/>
          </a:p>
        </p:txBody>
      </p:sp>
      <p:grpSp>
        <p:nvGrpSpPr>
          <p:cNvPr id="430" name="Google Shape;430;p26"/>
          <p:cNvGrpSpPr/>
          <p:nvPr/>
        </p:nvGrpSpPr>
        <p:grpSpPr>
          <a:xfrm>
            <a:off x="812750" y="2328678"/>
            <a:ext cx="7727235" cy="2104600"/>
            <a:chOff x="812750" y="2350575"/>
            <a:chExt cx="7727235" cy="2104600"/>
          </a:xfrm>
        </p:grpSpPr>
        <p:sp>
          <p:nvSpPr>
            <p:cNvPr id="431" name="Google Shape;431;p26"/>
            <p:cNvSpPr txBox="1"/>
            <p:nvPr/>
          </p:nvSpPr>
          <p:spPr>
            <a:xfrm>
              <a:off x="812750" y="23505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r>
                <a:rPr lang="es" sz="1000">
                  <a:solidFill>
                    <a:srgbClr val="D9D9D9"/>
                  </a:solidFill>
                  <a:latin typeface="Lato"/>
                  <a:ea typeface="Lato"/>
                  <a:cs typeface="Lato"/>
                  <a:sym typeface="Lato"/>
                </a:rPr>
                <a:t>.</a:t>
              </a:r>
              <a:endParaRPr sz="1000">
                <a:solidFill>
                  <a:srgbClr val="D9D9D9"/>
                </a:solidFill>
                <a:latin typeface="Lato"/>
                <a:ea typeface="Lato"/>
                <a:cs typeface="Lato"/>
                <a:sym typeface="Lato"/>
              </a:endParaRPr>
            </a:p>
          </p:txBody>
        </p:sp>
        <p:sp>
          <p:nvSpPr>
            <p:cNvPr id="432" name="Google Shape;432;p26"/>
            <p:cNvSpPr txBox="1"/>
            <p:nvPr/>
          </p:nvSpPr>
          <p:spPr>
            <a:xfrm>
              <a:off x="812750" y="37633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sp>
          <p:nvSpPr>
            <p:cNvPr id="433" name="Google Shape;433;p26"/>
            <p:cNvSpPr txBox="1"/>
            <p:nvPr/>
          </p:nvSpPr>
          <p:spPr>
            <a:xfrm>
              <a:off x="6548585" y="23505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sp>
          <p:nvSpPr>
            <p:cNvPr id="434" name="Google Shape;434;p26"/>
            <p:cNvSpPr txBox="1"/>
            <p:nvPr/>
          </p:nvSpPr>
          <p:spPr>
            <a:xfrm>
              <a:off x="6548585" y="37633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grpSp>
      <p:cxnSp>
        <p:nvCxnSpPr>
          <p:cNvPr id="435" name="Google Shape;435;p26"/>
          <p:cNvCxnSpPr/>
          <p:nvPr/>
        </p:nvCxnSpPr>
        <p:spPr>
          <a:xfrm flipH="1">
            <a:off x="780745" y="1641850"/>
            <a:ext cx="7596300" cy="10500"/>
          </a:xfrm>
          <a:prstGeom prst="straightConnector1">
            <a:avLst/>
          </a:prstGeom>
          <a:noFill/>
          <a:ln cap="flat" cmpd="sng" w="9525">
            <a:solidFill>
              <a:srgbClr val="B7B7B7"/>
            </a:solidFill>
            <a:prstDash val="solid"/>
            <a:round/>
            <a:headEnd len="med" w="med" type="none"/>
            <a:tailEnd len="med" w="med" type="none"/>
          </a:ln>
        </p:spPr>
      </p:cxnSp>
      <p:cxnSp>
        <p:nvCxnSpPr>
          <p:cNvPr id="436" name="Google Shape;436;p26"/>
          <p:cNvCxnSpPr/>
          <p:nvPr/>
        </p:nvCxnSpPr>
        <p:spPr>
          <a:xfrm flipH="1">
            <a:off x="7808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437" name="Google Shape;437;p26"/>
          <p:cNvCxnSpPr/>
          <p:nvPr/>
        </p:nvCxnSpPr>
        <p:spPr>
          <a:xfrm flipH="1">
            <a:off x="61015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438" name="Google Shape;438;p26"/>
          <p:cNvCxnSpPr/>
          <p:nvPr/>
        </p:nvCxnSpPr>
        <p:spPr>
          <a:xfrm flipH="1">
            <a:off x="780745" y="4455175"/>
            <a:ext cx="7596300" cy="10500"/>
          </a:xfrm>
          <a:prstGeom prst="straightConnector1">
            <a:avLst/>
          </a:prstGeom>
          <a:noFill/>
          <a:ln cap="flat" cmpd="sng" w="9525">
            <a:solidFill>
              <a:srgbClr val="B7B7B7"/>
            </a:solidFill>
            <a:prstDash val="solid"/>
            <a:round/>
            <a:headEnd len="med" w="med" type="none"/>
            <a:tailEnd len="med" w="med" type="none"/>
          </a:ln>
        </p:spPr>
      </p:cxnSp>
      <p:sp>
        <p:nvSpPr>
          <p:cNvPr id="439" name="Google Shape;439;p26"/>
          <p:cNvSpPr/>
          <p:nvPr/>
        </p:nvSpPr>
        <p:spPr>
          <a:xfrm>
            <a:off x="3171573" y="1660783"/>
            <a:ext cx="2787300" cy="2787300"/>
          </a:xfrm>
          <a:prstGeom prst="pie">
            <a:avLst>
              <a:gd fmla="val 10795717" name="adj1"/>
              <a:gd fmla="val 16201261"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6"/>
          <p:cNvSpPr/>
          <p:nvPr/>
        </p:nvSpPr>
        <p:spPr>
          <a:xfrm rot="5400000">
            <a:off x="3171560" y="1660783"/>
            <a:ext cx="2787300" cy="2787300"/>
          </a:xfrm>
          <a:prstGeom prst="pie">
            <a:avLst>
              <a:gd fmla="val 10795717" name="adj1"/>
              <a:gd fmla="val 16201261"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6"/>
          <p:cNvSpPr/>
          <p:nvPr/>
        </p:nvSpPr>
        <p:spPr>
          <a:xfrm rot="10800000">
            <a:off x="3171560" y="1660768"/>
            <a:ext cx="2787300" cy="2787300"/>
          </a:xfrm>
          <a:prstGeom prst="pie">
            <a:avLst>
              <a:gd fmla="val 10795717" name="adj1"/>
              <a:gd fmla="val 16201261"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6"/>
          <p:cNvSpPr/>
          <p:nvPr/>
        </p:nvSpPr>
        <p:spPr>
          <a:xfrm rot="-5400000">
            <a:off x="3171573" y="1660768"/>
            <a:ext cx="2787300" cy="2787300"/>
          </a:xfrm>
          <a:prstGeom prst="pie">
            <a:avLst>
              <a:gd fmla="val 10795717" name="adj1"/>
              <a:gd fmla="val 16201261"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 name="Google Shape;443;p26"/>
          <p:cNvGrpSpPr/>
          <p:nvPr/>
        </p:nvGrpSpPr>
        <p:grpSpPr>
          <a:xfrm>
            <a:off x="3078687" y="2700858"/>
            <a:ext cx="737729" cy="737729"/>
            <a:chOff x="2920647" y="2157958"/>
            <a:chExt cx="827700" cy="827700"/>
          </a:xfrm>
        </p:grpSpPr>
        <p:sp>
          <p:nvSpPr>
            <p:cNvPr id="444" name="Google Shape;444;p26"/>
            <p:cNvSpPr/>
            <p:nvPr/>
          </p:nvSpPr>
          <p:spPr>
            <a:xfrm rot="2368348">
              <a:off x="3040494" y="2277805"/>
              <a:ext cx="588007" cy="588007"/>
            </a:xfrm>
            <a:prstGeom prst="pie">
              <a:avLst>
                <a:gd fmla="val 18953478" name="adj1"/>
                <a:gd fmla="val 8381030" name="adj2"/>
              </a:avLst>
            </a:prstGeom>
            <a:solidFill>
              <a:srgbClr val="9BC5E9"/>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6"/>
            <p:cNvSpPr/>
            <p:nvPr/>
          </p:nvSpPr>
          <p:spPr>
            <a:xfrm rot="248723">
              <a:off x="3023158" y="2234335"/>
              <a:ext cx="655715" cy="655993"/>
            </a:xfrm>
            <a:prstGeom prst="chord">
              <a:avLst>
                <a:gd fmla="val 2500565" name="adj1"/>
                <a:gd fmla="val 1811979"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6" name="Google Shape;446;p26"/>
          <p:cNvSpPr txBox="1"/>
          <p:nvPr/>
        </p:nvSpPr>
        <p:spPr>
          <a:xfrm>
            <a:off x="3199194" y="2882857"/>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grpSp>
        <p:nvGrpSpPr>
          <p:cNvPr id="447" name="Google Shape;447;p26"/>
          <p:cNvGrpSpPr/>
          <p:nvPr/>
        </p:nvGrpSpPr>
        <p:grpSpPr>
          <a:xfrm rot="-5400000">
            <a:off x="4225338" y="3802929"/>
            <a:ext cx="737729" cy="737729"/>
            <a:chOff x="2920647" y="2157958"/>
            <a:chExt cx="827700" cy="827700"/>
          </a:xfrm>
        </p:grpSpPr>
        <p:sp>
          <p:nvSpPr>
            <p:cNvPr id="448" name="Google Shape;448;p26"/>
            <p:cNvSpPr/>
            <p:nvPr/>
          </p:nvSpPr>
          <p:spPr>
            <a:xfrm rot="2368348">
              <a:off x="3040494" y="2277805"/>
              <a:ext cx="588007" cy="588007"/>
            </a:xfrm>
            <a:prstGeom prst="pie">
              <a:avLst>
                <a:gd fmla="val 18953478" name="adj1"/>
                <a:gd fmla="val 8381030" name="adj2"/>
              </a:avLst>
            </a:prstGeom>
            <a:solidFill>
              <a:srgbClr val="2196F3"/>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6"/>
            <p:cNvSpPr/>
            <p:nvPr/>
          </p:nvSpPr>
          <p:spPr>
            <a:xfrm rot="248723">
              <a:off x="3023158" y="2234335"/>
              <a:ext cx="655715" cy="655993"/>
            </a:xfrm>
            <a:prstGeom prst="chord">
              <a:avLst>
                <a:gd fmla="val 2500565" name="adj1"/>
                <a:gd fmla="val 1811979"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0" name="Google Shape;450;p26"/>
          <p:cNvSpPr txBox="1"/>
          <p:nvPr/>
        </p:nvSpPr>
        <p:spPr>
          <a:xfrm>
            <a:off x="4320431" y="3970948"/>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grpSp>
        <p:nvGrpSpPr>
          <p:cNvPr id="451" name="Google Shape;451;p26"/>
          <p:cNvGrpSpPr/>
          <p:nvPr/>
        </p:nvGrpSpPr>
        <p:grpSpPr>
          <a:xfrm>
            <a:off x="5313093" y="2700655"/>
            <a:ext cx="737804" cy="737804"/>
            <a:chOff x="5428888" y="2158023"/>
            <a:chExt cx="828900" cy="828900"/>
          </a:xfrm>
        </p:grpSpPr>
        <p:sp>
          <p:nvSpPr>
            <p:cNvPr id="452" name="Google Shape;452;p26"/>
            <p:cNvSpPr/>
            <p:nvPr/>
          </p:nvSpPr>
          <p:spPr>
            <a:xfrm rot="-8431175">
              <a:off x="5548912" y="2278047"/>
              <a:ext cx="588851" cy="588851"/>
            </a:xfrm>
            <a:prstGeom prst="pie">
              <a:avLst>
                <a:gd fmla="val 19686997" name="adj1"/>
                <a:gd fmla="val 7771013" name="adj2"/>
              </a:avLst>
            </a:prstGeom>
            <a:solidFill>
              <a:srgbClr val="1976D2"/>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6"/>
            <p:cNvSpPr/>
            <p:nvPr/>
          </p:nvSpPr>
          <p:spPr>
            <a:xfrm rot="-10551618">
              <a:off x="5498383" y="2253584"/>
              <a:ext cx="656613" cy="656891"/>
            </a:xfrm>
            <a:prstGeom prst="chord">
              <a:avLst>
                <a:gd fmla="val 2500565" name="adj1"/>
                <a:gd fmla="val 1811979"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 name="Google Shape;454;p26"/>
          <p:cNvSpPr txBox="1"/>
          <p:nvPr/>
        </p:nvSpPr>
        <p:spPr>
          <a:xfrm>
            <a:off x="5404083" y="2882857"/>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grpSp>
        <p:nvGrpSpPr>
          <p:cNvPr id="455" name="Google Shape;455;p26"/>
          <p:cNvGrpSpPr/>
          <p:nvPr/>
        </p:nvGrpSpPr>
        <p:grpSpPr>
          <a:xfrm rot="5400000">
            <a:off x="4193370" y="1569752"/>
            <a:ext cx="737729" cy="737729"/>
            <a:chOff x="2920647" y="2157958"/>
            <a:chExt cx="827700" cy="827700"/>
          </a:xfrm>
        </p:grpSpPr>
        <p:sp>
          <p:nvSpPr>
            <p:cNvPr id="456" name="Google Shape;456;p26"/>
            <p:cNvSpPr/>
            <p:nvPr/>
          </p:nvSpPr>
          <p:spPr>
            <a:xfrm rot="2368348">
              <a:off x="3040494" y="2277805"/>
              <a:ext cx="588007" cy="588007"/>
            </a:xfrm>
            <a:prstGeom prst="pie">
              <a:avLst>
                <a:gd fmla="val 18953478" name="adj1"/>
                <a:gd fmla="val 8381030" name="adj2"/>
              </a:avLst>
            </a:prstGeom>
            <a:solidFill>
              <a:srgbClr val="0D47A1"/>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6"/>
            <p:cNvSpPr/>
            <p:nvPr/>
          </p:nvSpPr>
          <p:spPr>
            <a:xfrm rot="248723">
              <a:off x="3023158" y="2234335"/>
              <a:ext cx="655715" cy="655993"/>
            </a:xfrm>
            <a:prstGeom prst="chord">
              <a:avLst>
                <a:gd fmla="val 2500565" name="adj1"/>
                <a:gd fmla="val 1811979"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8" name="Google Shape;458;p26"/>
          <p:cNvSpPr txBox="1"/>
          <p:nvPr/>
        </p:nvSpPr>
        <p:spPr>
          <a:xfrm>
            <a:off x="4320431" y="1765093"/>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p:txBody>
      </p:sp>
      <p:sp>
        <p:nvSpPr>
          <p:cNvPr id="459" name="Google Shape;459;p26"/>
          <p:cNvSpPr/>
          <p:nvPr/>
        </p:nvSpPr>
        <p:spPr>
          <a:xfrm>
            <a:off x="3753714" y="2242913"/>
            <a:ext cx="1623000" cy="1623000"/>
          </a:xfrm>
          <a:prstGeom prst="ellipse">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7"/>
          <p:cNvSpPr txBox="1"/>
          <p:nvPr>
            <p:ph type="title"/>
          </p:nvPr>
        </p:nvSpPr>
        <p:spPr>
          <a:xfrm>
            <a:off x="1297500" y="393750"/>
            <a:ext cx="7038900" cy="5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Presentación de Escribe aquí tu texto</a:t>
            </a:r>
            <a:endParaRPr/>
          </a:p>
        </p:txBody>
      </p:sp>
      <p:sp>
        <p:nvSpPr>
          <p:cNvPr id="465" name="Google Shape;465;p27"/>
          <p:cNvSpPr txBox="1"/>
          <p:nvPr>
            <p:ph idx="1" type="subTitle"/>
          </p:nvPr>
        </p:nvSpPr>
        <p:spPr>
          <a:xfrm>
            <a:off x="1297500" y="934650"/>
            <a:ext cx="6750600" cy="437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latin typeface="Montserrat"/>
                <a:ea typeface="Montserrat"/>
                <a:cs typeface="Montserrat"/>
                <a:sym typeface="Montserrat"/>
              </a:rPr>
              <a:t>Mostrar cómo funcionan tus herramientas en varios dispositivos</a:t>
            </a:r>
            <a:endParaRPr/>
          </a:p>
        </p:txBody>
      </p:sp>
      <p:sp>
        <p:nvSpPr>
          <p:cNvPr id="466" name="Google Shape;466;p27"/>
          <p:cNvSpPr txBox="1"/>
          <p:nvPr>
            <p:ph idx="2" type="body"/>
          </p:nvPr>
        </p:nvSpPr>
        <p:spPr>
          <a:xfrm>
            <a:off x="1297500" y="1656775"/>
            <a:ext cx="1991100" cy="275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latin typeface="Arial"/>
                <a:ea typeface="Arial"/>
                <a:cs typeface="Arial"/>
                <a:sym typeface="Arial"/>
              </a:rPr>
              <a:t>Escribe aquí tu texto Escribe aquí tu texto Escribe aquí tu texto Escribe aquí tu texto Escribe aquí tu texto Escribe aquí tu texto Escribe aquí tu texto Escribe aquí tu texto</a:t>
            </a:r>
            <a:r>
              <a:rPr lang="es">
                <a:latin typeface="Arial"/>
                <a:ea typeface="Arial"/>
                <a:cs typeface="Arial"/>
                <a:sym typeface="Arial"/>
              </a:rPr>
              <a:t>.</a:t>
            </a:r>
            <a:endParaRPr/>
          </a:p>
        </p:txBody>
      </p:sp>
      <p:grpSp>
        <p:nvGrpSpPr>
          <p:cNvPr id="467" name="Google Shape;467;p27"/>
          <p:cNvGrpSpPr/>
          <p:nvPr/>
        </p:nvGrpSpPr>
        <p:grpSpPr>
          <a:xfrm>
            <a:off x="6884050" y="1716000"/>
            <a:ext cx="2259900" cy="1103400"/>
            <a:chOff x="6884050" y="1716000"/>
            <a:chExt cx="2259900" cy="1103400"/>
          </a:xfrm>
        </p:grpSpPr>
        <p:sp>
          <p:nvSpPr>
            <p:cNvPr id="468" name="Google Shape;468;p27"/>
            <p:cNvSpPr/>
            <p:nvPr/>
          </p:nvSpPr>
          <p:spPr>
            <a:xfrm>
              <a:off x="6884050" y="1716000"/>
              <a:ext cx="2259900" cy="1103400"/>
            </a:xfrm>
            <a:prstGeom prst="rect">
              <a:avLst/>
            </a:prstGeom>
            <a:solidFill>
              <a:srgbClr val="008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69" name="Google Shape;469;p27"/>
            <p:cNvSpPr txBox="1"/>
            <p:nvPr/>
          </p:nvSpPr>
          <p:spPr>
            <a:xfrm>
              <a:off x="7354784" y="1840351"/>
              <a:ext cx="15504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b="1" sz="1200">
                <a:solidFill>
                  <a:srgbClr val="FFFFFF"/>
                </a:solidFill>
              </a:endParaRPr>
            </a:p>
            <a:p>
              <a:pPr indent="0" lvl="0" marL="0" rtl="0" algn="l">
                <a:lnSpc>
                  <a:spcPct val="115000"/>
                </a:lnSpc>
                <a:spcBef>
                  <a:spcPts val="0"/>
                </a:spcBef>
                <a:spcAft>
                  <a:spcPts val="0"/>
                </a:spcAft>
                <a:buNone/>
              </a:pPr>
              <a:r>
                <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crear tu prototipo, haz clic con el botón derecho en una foto y selecciona Sustituir imagen.</a:t>
              </a:r>
              <a:endParaRPr sz="700">
                <a:solidFill>
                  <a:srgbClr val="D9F0FF"/>
                </a:solidFill>
              </a:endParaRPr>
            </a:p>
          </p:txBody>
        </p:sp>
        <p:pic>
          <p:nvPicPr>
            <p:cNvPr id="470" name="Google Shape;470;p27"/>
            <p:cNvPicPr preferRelativeResize="0"/>
            <p:nvPr/>
          </p:nvPicPr>
          <p:blipFill>
            <a:blip r:embed="rId3">
              <a:alphaModFix/>
            </a:blip>
            <a:stretch>
              <a:fillRect/>
            </a:stretch>
          </p:blipFill>
          <p:spPr>
            <a:xfrm>
              <a:off x="7138828" y="1908568"/>
              <a:ext cx="212825" cy="212825"/>
            </a:xfrm>
            <a:prstGeom prst="rect">
              <a:avLst/>
            </a:prstGeom>
            <a:noFill/>
            <a:ln>
              <a:noFill/>
            </a:ln>
          </p:spPr>
        </p:pic>
      </p:grpSp>
      <p:grpSp>
        <p:nvGrpSpPr>
          <p:cNvPr id="471" name="Google Shape;471;p27"/>
          <p:cNvGrpSpPr/>
          <p:nvPr/>
        </p:nvGrpSpPr>
        <p:grpSpPr>
          <a:xfrm>
            <a:off x="3517188" y="1656777"/>
            <a:ext cx="3462484" cy="2672600"/>
            <a:chOff x="3553042" y="1657806"/>
            <a:chExt cx="3461100" cy="2671532"/>
          </a:xfrm>
        </p:grpSpPr>
        <p:sp>
          <p:nvSpPr>
            <p:cNvPr id="472" name="Google Shape;472;p27"/>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7"/>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7"/>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7"/>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7"/>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7"/>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7"/>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7"/>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QuickTip.jpg" id="480" name="Google Shape;480;p27"/>
          <p:cNvPicPr preferRelativeResize="0"/>
          <p:nvPr/>
        </p:nvPicPr>
        <p:blipFill rotWithShape="1">
          <a:blip r:embed="rId4">
            <a:alphaModFix/>
          </a:blip>
          <a:srcRect b="7265" l="0" r="0" t="7265"/>
          <a:stretch/>
        </p:blipFill>
        <p:spPr>
          <a:xfrm>
            <a:off x="3570069" y="1713899"/>
            <a:ext cx="3356400" cy="1912500"/>
          </a:xfrm>
          <a:prstGeom prst="rect">
            <a:avLst/>
          </a:prstGeom>
          <a:noFill/>
          <a:ln>
            <a:noFill/>
          </a:ln>
        </p:spPr>
      </p:pic>
      <p:sp>
        <p:nvSpPr>
          <p:cNvPr id="481" name="Google Shape;481;p27"/>
          <p:cNvSpPr/>
          <p:nvPr/>
        </p:nvSpPr>
        <p:spPr>
          <a:xfrm flipH="1">
            <a:off x="3569929" y="1714948"/>
            <a:ext cx="3356400" cy="19101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 name="Google Shape;482;p27"/>
          <p:cNvGrpSpPr/>
          <p:nvPr/>
        </p:nvGrpSpPr>
        <p:grpSpPr>
          <a:xfrm>
            <a:off x="6470900" y="2744576"/>
            <a:ext cx="1122449" cy="1668667"/>
            <a:chOff x="6505573" y="2745170"/>
            <a:chExt cx="1122000" cy="1668000"/>
          </a:xfrm>
        </p:grpSpPr>
        <p:sp>
          <p:nvSpPr>
            <p:cNvPr id="483" name="Google Shape;483;p27"/>
            <p:cNvSpPr/>
            <p:nvPr/>
          </p:nvSpPr>
          <p:spPr>
            <a:xfrm>
              <a:off x="6517841" y="2745170"/>
              <a:ext cx="1109700" cy="16680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7"/>
            <p:cNvSpPr/>
            <p:nvPr/>
          </p:nvSpPr>
          <p:spPr>
            <a:xfrm rot="-5400000">
              <a:off x="6238873" y="3024453"/>
              <a:ext cx="1655400" cy="1122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7"/>
            <p:cNvSpPr/>
            <p:nvPr/>
          </p:nvSpPr>
          <p:spPr>
            <a:xfrm rot="-5400000">
              <a:off x="6238873" y="3012061"/>
              <a:ext cx="1655400" cy="1122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7"/>
            <p:cNvSpPr/>
            <p:nvPr/>
          </p:nvSpPr>
          <p:spPr>
            <a:xfrm>
              <a:off x="6954127" y="4329594"/>
              <a:ext cx="224700" cy="315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487" name="Google Shape;487;p27"/>
          <p:cNvPicPr preferRelativeResize="0"/>
          <p:nvPr/>
        </p:nvPicPr>
        <p:blipFill rotWithShape="1">
          <a:blip r:embed="rId5">
            <a:alphaModFix/>
          </a:blip>
          <a:srcRect b="16020" l="53168" r="26238" t="53058"/>
          <a:stretch/>
        </p:blipFill>
        <p:spPr>
          <a:xfrm>
            <a:off x="6470381" y="2818527"/>
            <a:ext cx="1122300" cy="1461000"/>
          </a:xfrm>
          <a:prstGeom prst="rect">
            <a:avLst/>
          </a:prstGeom>
          <a:noFill/>
          <a:ln>
            <a:noFill/>
          </a:ln>
        </p:spPr>
      </p:pic>
      <p:sp>
        <p:nvSpPr>
          <p:cNvPr id="488" name="Google Shape;488;p27"/>
          <p:cNvSpPr/>
          <p:nvPr/>
        </p:nvSpPr>
        <p:spPr>
          <a:xfrm flipH="1">
            <a:off x="6470215" y="2818767"/>
            <a:ext cx="1122300" cy="1461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27"/>
          <p:cNvGrpSpPr/>
          <p:nvPr/>
        </p:nvGrpSpPr>
        <p:grpSpPr>
          <a:xfrm>
            <a:off x="6080176" y="3375336"/>
            <a:ext cx="570528" cy="1135689"/>
            <a:chOff x="9543736" y="4486132"/>
            <a:chExt cx="570300" cy="1135235"/>
          </a:xfrm>
        </p:grpSpPr>
        <p:sp>
          <p:nvSpPr>
            <p:cNvPr id="490" name="Google Shape;490;p27"/>
            <p:cNvSpPr/>
            <p:nvPr/>
          </p:nvSpPr>
          <p:spPr>
            <a:xfrm>
              <a:off x="9543736" y="4487212"/>
              <a:ext cx="570300" cy="11328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7"/>
            <p:cNvSpPr/>
            <p:nvPr/>
          </p:nvSpPr>
          <p:spPr>
            <a:xfrm rot="-5400000">
              <a:off x="9265568" y="4772968"/>
              <a:ext cx="1126800" cy="570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7"/>
            <p:cNvSpPr/>
            <p:nvPr/>
          </p:nvSpPr>
          <p:spPr>
            <a:xfrm rot="-5400000">
              <a:off x="9265568" y="4764532"/>
              <a:ext cx="1126800" cy="570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7"/>
            <p:cNvSpPr/>
            <p:nvPr/>
          </p:nvSpPr>
          <p:spPr>
            <a:xfrm>
              <a:off x="9736876" y="5519757"/>
              <a:ext cx="186300" cy="303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494" name="Google Shape;494;p27"/>
          <p:cNvPicPr preferRelativeResize="0"/>
          <p:nvPr/>
        </p:nvPicPr>
        <p:blipFill rotWithShape="1">
          <a:blip r:embed="rId5">
            <a:alphaModFix/>
          </a:blip>
          <a:srcRect b="36734" l="41330" r="47980" t="42212"/>
          <a:stretch/>
        </p:blipFill>
        <p:spPr>
          <a:xfrm>
            <a:off x="6079557" y="3374919"/>
            <a:ext cx="570300" cy="973800"/>
          </a:xfrm>
          <a:prstGeom prst="round2SameRect">
            <a:avLst>
              <a:gd fmla="val 4129" name="adj1"/>
              <a:gd fmla="val 0" name="adj2"/>
            </a:avLst>
          </a:prstGeom>
          <a:noFill/>
          <a:ln>
            <a:noFill/>
          </a:ln>
        </p:spPr>
      </p:pic>
      <p:sp>
        <p:nvSpPr>
          <p:cNvPr id="495" name="Google Shape;495;p27"/>
          <p:cNvSpPr/>
          <p:nvPr/>
        </p:nvSpPr>
        <p:spPr>
          <a:xfrm flipH="1">
            <a:off x="6079436" y="3398094"/>
            <a:ext cx="570300" cy="9507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6" name="Google Shape;496;p27"/>
          <p:cNvGrpSpPr/>
          <p:nvPr/>
        </p:nvGrpSpPr>
        <p:grpSpPr>
          <a:xfrm>
            <a:off x="7350028" y="3727561"/>
            <a:ext cx="499100" cy="758547"/>
            <a:chOff x="7384375" y="3728000"/>
            <a:chExt cx="498900" cy="758244"/>
          </a:xfrm>
        </p:grpSpPr>
        <p:sp>
          <p:nvSpPr>
            <p:cNvPr id="497" name="Google Shape;497;p27"/>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7"/>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7"/>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7"/>
            <p:cNvSpPr/>
            <p:nvPr/>
          </p:nvSpPr>
          <p:spPr>
            <a:xfrm>
              <a:off x="7384375" y="3860325"/>
              <a:ext cx="498900" cy="498900"/>
            </a:xfrm>
            <a:prstGeom prst="ellipse">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27"/>
          <p:cNvGrpSpPr/>
          <p:nvPr/>
        </p:nvGrpSpPr>
        <p:grpSpPr>
          <a:xfrm>
            <a:off x="7350063" y="3857292"/>
            <a:ext cx="523846" cy="507077"/>
            <a:chOff x="7384385" y="3857442"/>
            <a:chExt cx="523637" cy="506874"/>
          </a:xfrm>
        </p:grpSpPr>
        <p:sp>
          <p:nvSpPr>
            <p:cNvPr id="502" name="Google Shape;502;p27"/>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3" name="Google Shape;503;p27"/>
            <p:cNvGrpSpPr/>
            <p:nvPr/>
          </p:nvGrpSpPr>
          <p:grpSpPr>
            <a:xfrm>
              <a:off x="7384385" y="3857442"/>
              <a:ext cx="523637" cy="498900"/>
              <a:chOff x="7384385" y="3857442"/>
              <a:chExt cx="523637" cy="498900"/>
            </a:xfrm>
          </p:grpSpPr>
          <p:sp>
            <p:nvSpPr>
              <p:cNvPr id="504" name="Google Shape;504;p27"/>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7"/>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506" name="Google Shape;506;p27"/>
          <p:cNvPicPr preferRelativeResize="0"/>
          <p:nvPr/>
        </p:nvPicPr>
        <p:blipFill rotWithShape="1">
          <a:blip r:embed="rId5">
            <a:alphaModFix/>
          </a:blip>
          <a:srcRect b="36558" l="48584" r="37425" t="47335"/>
          <a:stretch/>
        </p:blipFill>
        <p:spPr>
          <a:xfrm>
            <a:off x="7379612" y="3888791"/>
            <a:ext cx="438600" cy="437700"/>
          </a:xfrm>
          <a:prstGeom prst="ellipse">
            <a:avLst/>
          </a:prstGeom>
          <a:noFill/>
          <a:ln cap="flat" cmpd="sng" w="9525">
            <a:solidFill>
              <a:srgbClr val="FFFFFF"/>
            </a:solidFill>
            <a:prstDash val="solid"/>
            <a:round/>
            <a:headEnd len="sm" w="sm" type="none"/>
            <a:tailEnd len="sm" w="sm" type="none"/>
          </a:ln>
        </p:spPr>
      </p:pic>
      <p:grpSp>
        <p:nvGrpSpPr>
          <p:cNvPr id="507" name="Google Shape;507;p27"/>
          <p:cNvGrpSpPr/>
          <p:nvPr/>
        </p:nvGrpSpPr>
        <p:grpSpPr>
          <a:xfrm>
            <a:off x="7948338" y="3727561"/>
            <a:ext cx="477502" cy="758547"/>
            <a:chOff x="7982421" y="3727763"/>
            <a:chExt cx="477311" cy="758244"/>
          </a:xfrm>
        </p:grpSpPr>
        <p:sp>
          <p:nvSpPr>
            <p:cNvPr id="508" name="Google Shape;508;p27"/>
            <p:cNvSpPr/>
            <p:nvPr/>
          </p:nvSpPr>
          <p:spPr>
            <a:xfrm>
              <a:off x="8054507" y="3728825"/>
              <a:ext cx="316500" cy="756600"/>
            </a:xfrm>
            <a:prstGeom prst="roundRect">
              <a:avLst>
                <a:gd fmla="val 15418"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7"/>
            <p:cNvSpPr/>
            <p:nvPr/>
          </p:nvSpPr>
          <p:spPr>
            <a:xfrm rot="10800000">
              <a:off x="8054264" y="4233407"/>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7"/>
            <p:cNvSpPr/>
            <p:nvPr/>
          </p:nvSpPr>
          <p:spPr>
            <a:xfrm rot="5400000">
              <a:off x="8085300" y="4276650"/>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7"/>
            <p:cNvSpPr/>
            <p:nvPr/>
          </p:nvSpPr>
          <p:spPr>
            <a:xfrm>
              <a:off x="8054261" y="3727763"/>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7"/>
            <p:cNvSpPr/>
            <p:nvPr/>
          </p:nvSpPr>
          <p:spPr>
            <a:xfrm>
              <a:off x="7991115" y="3866003"/>
              <a:ext cx="434400" cy="486900"/>
            </a:xfrm>
            <a:prstGeom prst="roundRect">
              <a:avLst>
                <a:gd fmla="val 12273"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7"/>
            <p:cNvSpPr/>
            <p:nvPr/>
          </p:nvSpPr>
          <p:spPr>
            <a:xfrm>
              <a:off x="7982425" y="3884047"/>
              <a:ext cx="451800" cy="499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7"/>
            <p:cNvSpPr/>
            <p:nvPr/>
          </p:nvSpPr>
          <p:spPr>
            <a:xfrm>
              <a:off x="8408132" y="4081081"/>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7"/>
            <p:cNvSpPr/>
            <p:nvPr/>
          </p:nvSpPr>
          <p:spPr>
            <a:xfrm>
              <a:off x="7982421" y="3863888"/>
              <a:ext cx="451800" cy="5139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16" name="Google Shape;516;p27"/>
          <p:cNvPicPr preferRelativeResize="0"/>
          <p:nvPr/>
        </p:nvPicPr>
        <p:blipFill rotWithShape="1">
          <a:blip r:embed="rId5">
            <a:alphaModFix/>
          </a:blip>
          <a:srcRect b="27092" l="49668" r="37352" t="55916"/>
          <a:stretch/>
        </p:blipFill>
        <p:spPr>
          <a:xfrm>
            <a:off x="7966179" y="3884431"/>
            <a:ext cx="415200" cy="471300"/>
          </a:xfrm>
          <a:prstGeom prst="roundRect">
            <a:avLst>
              <a:gd fmla="val 7794" name="adj"/>
            </a:avLst>
          </a:prstGeom>
          <a:noFill/>
          <a:ln cap="flat" cmpd="sng" w="9525">
            <a:solidFill>
              <a:srgbClr val="FFFFFF"/>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8"/>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ordenadores</a:t>
            </a:r>
            <a:endParaRPr sz="1000"/>
          </a:p>
        </p:txBody>
      </p:sp>
      <p:sp>
        <p:nvSpPr>
          <p:cNvPr id="522" name="Google Shape;522;p28"/>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solidFill>
                  <a:srgbClr val="FFFFFF"/>
                </a:solidFill>
              </a:rPr>
              <a:t>Escribe aquí tu texto Escribe aquí tu texto Escribe aquí tu texto</a:t>
            </a:r>
            <a:endParaRPr/>
          </a:p>
        </p:txBody>
      </p:sp>
      <p:sp>
        <p:nvSpPr>
          <p:cNvPr id="523" name="Google Shape;523;p28"/>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a:p>
            <a:pPr indent="0" lvl="0" marL="0" rtl="0" algn="l">
              <a:spcBef>
                <a:spcPts val="1600"/>
              </a:spcBef>
              <a:spcAft>
                <a:spcPts val="1600"/>
              </a:spcAft>
              <a:buNone/>
            </a:pPr>
            <a:r>
              <a:t/>
            </a:r>
            <a:endParaRPr/>
          </a:p>
        </p:txBody>
      </p:sp>
      <p:grpSp>
        <p:nvGrpSpPr>
          <p:cNvPr id="524" name="Google Shape;524;p28"/>
          <p:cNvGrpSpPr/>
          <p:nvPr/>
        </p:nvGrpSpPr>
        <p:grpSpPr>
          <a:xfrm>
            <a:off x="2833760" y="1272110"/>
            <a:ext cx="3461100" cy="2671532"/>
            <a:chOff x="3553042" y="1657806"/>
            <a:chExt cx="3461100" cy="2671532"/>
          </a:xfrm>
        </p:grpSpPr>
        <p:sp>
          <p:nvSpPr>
            <p:cNvPr id="525" name="Google Shape;525;p28"/>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8"/>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8"/>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8"/>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8"/>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8"/>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8"/>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8"/>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33" name="Google Shape;533;p28"/>
          <p:cNvPicPr preferRelativeResize="0"/>
          <p:nvPr/>
        </p:nvPicPr>
        <p:blipFill rotWithShape="1">
          <a:blip r:embed="rId3">
            <a:alphaModFix/>
          </a:blip>
          <a:srcRect b="9439" l="38930" r="9677" t="56777"/>
          <a:stretch/>
        </p:blipFill>
        <p:spPr>
          <a:xfrm>
            <a:off x="2886903" y="1329319"/>
            <a:ext cx="3355200" cy="1911900"/>
          </a:xfrm>
          <a:prstGeom prst="rect">
            <a:avLst/>
          </a:prstGeom>
          <a:noFill/>
          <a:ln>
            <a:noFill/>
          </a:ln>
        </p:spPr>
      </p:pic>
      <p:sp>
        <p:nvSpPr>
          <p:cNvPr id="534" name="Google Shape;534;p28"/>
          <p:cNvSpPr/>
          <p:nvPr/>
        </p:nvSpPr>
        <p:spPr>
          <a:xfrm flipH="1">
            <a:off x="2886886" y="1330368"/>
            <a:ext cx="3355200" cy="19098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29"/>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móviles</a:t>
            </a:r>
            <a:endParaRPr sz="1000"/>
          </a:p>
        </p:txBody>
      </p:sp>
      <p:sp>
        <p:nvSpPr>
          <p:cNvPr id="540" name="Google Shape;540;p29"/>
          <p:cNvSpPr txBox="1"/>
          <p:nvPr>
            <p:ph type="title"/>
          </p:nvPr>
        </p:nvSpPr>
        <p:spPr>
          <a:xfrm>
            <a:off x="434700" y="1924850"/>
            <a:ext cx="284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41" name="Google Shape;541;p29"/>
          <p:cNvSpPr txBox="1"/>
          <p:nvPr>
            <p:ph idx="1" type="body"/>
          </p:nvPr>
        </p:nvSpPr>
        <p:spPr>
          <a:xfrm>
            <a:off x="5874275" y="1924850"/>
            <a:ext cx="284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42" name="Google Shape;542;p29"/>
          <p:cNvGrpSpPr/>
          <p:nvPr/>
        </p:nvGrpSpPr>
        <p:grpSpPr>
          <a:xfrm>
            <a:off x="3735320" y="1050307"/>
            <a:ext cx="1662185" cy="3304690"/>
            <a:chOff x="3983627" y="1676395"/>
            <a:chExt cx="1449538" cy="2881914"/>
          </a:xfrm>
        </p:grpSpPr>
        <p:sp>
          <p:nvSpPr>
            <p:cNvPr id="543" name="Google Shape;543;p29"/>
            <p:cNvSpPr/>
            <p:nvPr/>
          </p:nvSpPr>
          <p:spPr>
            <a:xfrm rot="-5400000">
              <a:off x="3276827" y="2404608"/>
              <a:ext cx="2860500" cy="14469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9"/>
            <p:cNvSpPr/>
            <p:nvPr/>
          </p:nvSpPr>
          <p:spPr>
            <a:xfrm rot="-5400000">
              <a:off x="3279465" y="2383195"/>
              <a:ext cx="2860500" cy="14469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9"/>
            <p:cNvSpPr/>
            <p:nvPr/>
          </p:nvSpPr>
          <p:spPr>
            <a:xfrm>
              <a:off x="4473243" y="4300359"/>
              <a:ext cx="472800" cy="76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46" name="Google Shape;546;p29"/>
          <p:cNvPicPr preferRelativeResize="0"/>
          <p:nvPr/>
        </p:nvPicPr>
        <p:blipFill rotWithShape="1">
          <a:blip r:embed="rId3">
            <a:alphaModFix/>
          </a:blip>
          <a:srcRect b="24456" l="37035" r="37030" t="24456"/>
          <a:stretch/>
        </p:blipFill>
        <p:spPr>
          <a:xfrm>
            <a:off x="3735424" y="1050131"/>
            <a:ext cx="1659300" cy="2833500"/>
          </a:xfrm>
          <a:prstGeom prst="round2SameRect">
            <a:avLst>
              <a:gd fmla="val 4129" name="adj1"/>
              <a:gd fmla="val 0" name="adj2"/>
            </a:avLst>
          </a:prstGeom>
          <a:noFill/>
          <a:ln>
            <a:noFill/>
          </a:ln>
        </p:spPr>
      </p:pic>
      <p:sp>
        <p:nvSpPr>
          <p:cNvPr id="547" name="Google Shape;547;p29"/>
          <p:cNvSpPr/>
          <p:nvPr/>
        </p:nvSpPr>
        <p:spPr>
          <a:xfrm flipH="1">
            <a:off x="3735442" y="1117572"/>
            <a:ext cx="1659300" cy="27657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30"/>
          <p:cNvSpPr txBox="1"/>
          <p:nvPr>
            <p:ph idx="2" type="title"/>
          </p:nvPr>
        </p:nvSpPr>
        <p:spPr>
          <a:xfrm>
            <a:off x="1297500" y="459500"/>
            <a:ext cx="33333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móviles en vista horizontal</a:t>
            </a:r>
            <a:endParaRPr sz="1000"/>
          </a:p>
        </p:txBody>
      </p:sp>
      <p:sp>
        <p:nvSpPr>
          <p:cNvPr id="553" name="Google Shape;553;p30"/>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54" name="Google Shape;554;p30"/>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55" name="Google Shape;555;p30"/>
          <p:cNvGrpSpPr/>
          <p:nvPr/>
        </p:nvGrpSpPr>
        <p:grpSpPr>
          <a:xfrm>
            <a:off x="4654186" y="1785178"/>
            <a:ext cx="4042004" cy="2072175"/>
            <a:chOff x="4654186" y="1785178"/>
            <a:chExt cx="4042004" cy="2072175"/>
          </a:xfrm>
        </p:grpSpPr>
        <p:sp>
          <p:nvSpPr>
            <p:cNvPr id="556" name="Google Shape;556;p30"/>
            <p:cNvSpPr/>
            <p:nvPr/>
          </p:nvSpPr>
          <p:spPr>
            <a:xfrm>
              <a:off x="4657290" y="1813753"/>
              <a:ext cx="4038900" cy="20436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0"/>
            <p:cNvSpPr/>
            <p:nvPr/>
          </p:nvSpPr>
          <p:spPr>
            <a:xfrm>
              <a:off x="4654186" y="1785178"/>
              <a:ext cx="4038900" cy="20436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0"/>
            <p:cNvSpPr/>
            <p:nvPr/>
          </p:nvSpPr>
          <p:spPr>
            <a:xfrm rot="5400000">
              <a:off x="4590717" y="2763677"/>
              <a:ext cx="667200" cy="108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59" name="Google Shape;559;p30"/>
          <p:cNvPicPr preferRelativeResize="0"/>
          <p:nvPr/>
        </p:nvPicPr>
        <p:blipFill rotWithShape="1">
          <a:blip r:embed="rId3">
            <a:alphaModFix/>
          </a:blip>
          <a:srcRect b="23234" l="37906" r="30828" t="15186"/>
          <a:stretch/>
        </p:blipFill>
        <p:spPr>
          <a:xfrm rot="5400000">
            <a:off x="5926988" y="1062492"/>
            <a:ext cx="2043600" cy="3489000"/>
          </a:xfrm>
          <a:prstGeom prst="round2SameRect">
            <a:avLst>
              <a:gd fmla="val 4129" name="adj1"/>
              <a:gd fmla="val 0" name="adj2"/>
            </a:avLst>
          </a:prstGeom>
          <a:noFill/>
          <a:ln>
            <a:noFill/>
          </a:ln>
        </p:spPr>
      </p:pic>
      <p:sp>
        <p:nvSpPr>
          <p:cNvPr id="560" name="Google Shape;560;p30"/>
          <p:cNvSpPr/>
          <p:nvPr/>
        </p:nvSpPr>
        <p:spPr>
          <a:xfrm flipH="1" rot="5400000">
            <a:off x="5885954" y="1103724"/>
            <a:ext cx="2043600" cy="3405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1"/>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566" name="Google Shape;566;p31"/>
          <p:cNvSpPr txBox="1"/>
          <p:nvPr>
            <p:ph idx="1" type="body"/>
          </p:nvPr>
        </p:nvSpPr>
        <p:spPr>
          <a:xfrm>
            <a:off x="5532750" y="2907875"/>
            <a:ext cx="2642700" cy="1049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67" name="Google Shape;567;p31"/>
          <p:cNvGrpSpPr/>
          <p:nvPr/>
        </p:nvGrpSpPr>
        <p:grpSpPr>
          <a:xfrm>
            <a:off x="596402" y="1727943"/>
            <a:ext cx="1387497" cy="2767214"/>
            <a:chOff x="3983627" y="1676395"/>
            <a:chExt cx="1449538" cy="2881914"/>
          </a:xfrm>
        </p:grpSpPr>
        <p:sp>
          <p:nvSpPr>
            <p:cNvPr id="568" name="Google Shape;568;p31"/>
            <p:cNvSpPr/>
            <p:nvPr/>
          </p:nvSpPr>
          <p:spPr>
            <a:xfrm rot="-5400000">
              <a:off x="3276827" y="2404608"/>
              <a:ext cx="2860500" cy="14469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1"/>
            <p:cNvSpPr/>
            <p:nvPr/>
          </p:nvSpPr>
          <p:spPr>
            <a:xfrm rot="-5400000">
              <a:off x="3279465" y="2383195"/>
              <a:ext cx="2860500" cy="14469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1"/>
            <p:cNvSpPr/>
            <p:nvPr/>
          </p:nvSpPr>
          <p:spPr>
            <a:xfrm>
              <a:off x="4473243" y="4300359"/>
              <a:ext cx="472800" cy="76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71" name="Google Shape;571;p31"/>
          <p:cNvPicPr preferRelativeResize="0"/>
          <p:nvPr/>
        </p:nvPicPr>
        <p:blipFill rotWithShape="1">
          <a:blip r:embed="rId3">
            <a:alphaModFix/>
          </a:blip>
          <a:srcRect b="24456" l="37035" r="37030" t="24456"/>
          <a:stretch/>
        </p:blipFill>
        <p:spPr>
          <a:xfrm>
            <a:off x="595000" y="1728137"/>
            <a:ext cx="1389300" cy="2372700"/>
          </a:xfrm>
          <a:prstGeom prst="round2SameRect">
            <a:avLst>
              <a:gd fmla="val 4129" name="adj1"/>
              <a:gd fmla="val 0" name="adj2"/>
            </a:avLst>
          </a:prstGeom>
          <a:noFill/>
          <a:ln>
            <a:noFill/>
          </a:ln>
        </p:spPr>
      </p:pic>
      <p:sp>
        <p:nvSpPr>
          <p:cNvPr id="572" name="Google Shape;572;p31"/>
          <p:cNvSpPr/>
          <p:nvPr/>
        </p:nvSpPr>
        <p:spPr>
          <a:xfrm flipH="1">
            <a:off x="595102" y="1784207"/>
            <a:ext cx="1389300" cy="2316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3" name="Google Shape;573;p31"/>
          <p:cNvGrpSpPr/>
          <p:nvPr/>
        </p:nvGrpSpPr>
        <p:grpSpPr>
          <a:xfrm>
            <a:off x="2339662" y="3136884"/>
            <a:ext cx="559040" cy="1339287"/>
            <a:chOff x="7475548" y="3728000"/>
            <a:chExt cx="316503" cy="758244"/>
          </a:xfrm>
        </p:grpSpPr>
        <p:sp>
          <p:nvSpPr>
            <p:cNvPr id="574" name="Google Shape;574;p31"/>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1"/>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1"/>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 name="Google Shape;577;p31"/>
          <p:cNvGrpSpPr/>
          <p:nvPr/>
        </p:nvGrpSpPr>
        <p:grpSpPr>
          <a:xfrm>
            <a:off x="2178640" y="3365517"/>
            <a:ext cx="924900" cy="895292"/>
            <a:chOff x="7384385" y="3857442"/>
            <a:chExt cx="523637" cy="506874"/>
          </a:xfrm>
        </p:grpSpPr>
        <p:sp>
          <p:nvSpPr>
            <p:cNvPr id="578" name="Google Shape;578;p31"/>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9" name="Google Shape;579;p31"/>
            <p:cNvGrpSpPr/>
            <p:nvPr/>
          </p:nvGrpSpPr>
          <p:grpSpPr>
            <a:xfrm>
              <a:off x="7384385" y="3857442"/>
              <a:ext cx="523637" cy="498900"/>
              <a:chOff x="7384385" y="3857442"/>
              <a:chExt cx="523637" cy="498900"/>
            </a:xfrm>
          </p:grpSpPr>
          <p:sp>
            <p:nvSpPr>
              <p:cNvPr id="580" name="Google Shape;580;p31"/>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1"/>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582" name="Google Shape;582;p31"/>
          <p:cNvPicPr preferRelativeResize="0"/>
          <p:nvPr/>
        </p:nvPicPr>
        <p:blipFill rotWithShape="1">
          <a:blip r:embed="rId3">
            <a:alphaModFix/>
          </a:blip>
          <a:srcRect b="26641" l="46579" r="31859" t="48531"/>
          <a:stretch/>
        </p:blipFill>
        <p:spPr>
          <a:xfrm>
            <a:off x="2231987" y="3421570"/>
            <a:ext cx="774600" cy="773100"/>
          </a:xfrm>
          <a:prstGeom prst="ellipse">
            <a:avLst/>
          </a:prstGeom>
          <a:noFill/>
          <a:ln cap="flat" cmpd="sng" w="28575">
            <a:solidFill>
              <a:srgbClr val="FFFFFF"/>
            </a:solidFill>
            <a:prstDash val="solid"/>
            <a:round/>
            <a:headEnd len="sm" w="sm" type="none"/>
            <a:tailEnd len="sm" w="sm" type="none"/>
          </a:ln>
        </p:spPr>
      </p:pic>
      <p:grpSp>
        <p:nvGrpSpPr>
          <p:cNvPr id="583" name="Google Shape;583;p31"/>
          <p:cNvGrpSpPr/>
          <p:nvPr/>
        </p:nvGrpSpPr>
        <p:grpSpPr>
          <a:xfrm>
            <a:off x="3213842" y="3136833"/>
            <a:ext cx="843152" cy="1339537"/>
            <a:chOff x="-5144606" y="890490"/>
            <a:chExt cx="2115815" cy="3361448"/>
          </a:xfrm>
        </p:grpSpPr>
        <p:sp>
          <p:nvSpPr>
            <p:cNvPr id="584" name="Google Shape;584;p31"/>
            <p:cNvSpPr/>
            <p:nvPr/>
          </p:nvSpPr>
          <p:spPr>
            <a:xfrm rot="10800000">
              <a:off x="-4844756" y="3132037"/>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1"/>
            <p:cNvSpPr/>
            <p:nvPr/>
          </p:nvSpPr>
          <p:spPr>
            <a:xfrm rot="5400000">
              <a:off x="-4709156" y="3323872"/>
              <a:ext cx="623700" cy="894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1"/>
            <p:cNvSpPr/>
            <p:nvPr/>
          </p:nvSpPr>
          <p:spPr>
            <a:xfrm>
              <a:off x="-4844756" y="890490"/>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1"/>
            <p:cNvSpPr/>
            <p:nvPr/>
          </p:nvSpPr>
          <p:spPr>
            <a:xfrm>
              <a:off x="-5144606" y="1591975"/>
              <a:ext cx="2002800" cy="2215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1"/>
            <p:cNvSpPr/>
            <p:nvPr/>
          </p:nvSpPr>
          <p:spPr>
            <a:xfrm>
              <a:off x="-3257390" y="2509293"/>
              <a:ext cx="228600" cy="2289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1"/>
            <p:cNvSpPr/>
            <p:nvPr/>
          </p:nvSpPr>
          <p:spPr>
            <a:xfrm>
              <a:off x="-5144606" y="1493958"/>
              <a:ext cx="2002800" cy="22782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90" name="Google Shape;590;p31"/>
          <p:cNvPicPr preferRelativeResize="0"/>
          <p:nvPr/>
        </p:nvPicPr>
        <p:blipFill rotWithShape="1">
          <a:blip r:embed="rId3">
            <a:alphaModFix/>
          </a:blip>
          <a:srcRect b="31657" l="47792" r="32559" t="42079"/>
          <a:stretch/>
        </p:blipFill>
        <p:spPr>
          <a:xfrm>
            <a:off x="3246895" y="3410328"/>
            <a:ext cx="732600" cy="849000"/>
          </a:xfrm>
          <a:prstGeom prst="roundRect">
            <a:avLst>
              <a:gd fmla="val 7794" name="adj"/>
            </a:avLst>
          </a:prstGeom>
          <a:noFill/>
          <a:ln cap="flat" cmpd="sng" w="28575">
            <a:solidFill>
              <a:srgbClr val="FFFFFF"/>
            </a:solidFill>
            <a:prstDash val="solid"/>
            <a:round/>
            <a:headEnd len="sm" w="sm" type="none"/>
            <a:tailEnd len="sm" w="sm" type="none"/>
          </a:ln>
        </p:spPr>
      </p:pic>
      <p:sp>
        <p:nvSpPr>
          <p:cNvPr id="591" name="Google Shape;591;p31"/>
          <p:cNvSpPr txBox="1"/>
          <p:nvPr/>
        </p:nvSpPr>
        <p:spPr>
          <a:xfrm>
            <a:off x="5532750" y="1337385"/>
            <a:ext cx="2642700" cy="160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800">
                <a:solidFill>
                  <a:srgbClr val="1B212C"/>
                </a:solidFill>
                <a:latin typeface="Montserrat"/>
                <a:ea typeface="Montserrat"/>
                <a:cs typeface="Montserrat"/>
                <a:sym typeface="Montserrat"/>
              </a:rPr>
              <a:t>Escribe aquí tu texto Escribe aquí tu texto Escribe aquí tu texto</a:t>
            </a:r>
            <a:endParaRPr sz="1800">
              <a:solidFill>
                <a:srgbClr val="1B212C"/>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2"/>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tablets</a:t>
            </a:r>
            <a:endParaRPr sz="1000"/>
          </a:p>
        </p:txBody>
      </p:sp>
      <p:sp>
        <p:nvSpPr>
          <p:cNvPr id="597" name="Google Shape;597;p32"/>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98" name="Google Shape;598;p32"/>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grpSp>
        <p:nvGrpSpPr>
          <p:cNvPr id="599" name="Google Shape;599;p32"/>
          <p:cNvGrpSpPr/>
          <p:nvPr/>
        </p:nvGrpSpPr>
        <p:grpSpPr>
          <a:xfrm>
            <a:off x="3409722" y="824063"/>
            <a:ext cx="2351902" cy="3495474"/>
            <a:chOff x="3409722" y="824063"/>
            <a:chExt cx="2351902" cy="3495474"/>
          </a:xfrm>
        </p:grpSpPr>
        <p:sp>
          <p:nvSpPr>
            <p:cNvPr id="600" name="Google Shape;600;p32"/>
            <p:cNvSpPr/>
            <p:nvPr/>
          </p:nvSpPr>
          <p:spPr>
            <a:xfrm rot="-5400000">
              <a:off x="2850822" y="1408938"/>
              <a:ext cx="3469500" cy="23517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2"/>
            <p:cNvSpPr/>
            <p:nvPr/>
          </p:nvSpPr>
          <p:spPr>
            <a:xfrm rot="-5400000">
              <a:off x="2851024" y="1382963"/>
              <a:ext cx="3469500" cy="23517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2"/>
            <p:cNvSpPr/>
            <p:nvPr/>
          </p:nvSpPr>
          <p:spPr>
            <a:xfrm>
              <a:off x="4349865" y="4144403"/>
              <a:ext cx="471000" cy="657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03" name="Google Shape;603;p32"/>
          <p:cNvPicPr preferRelativeResize="0"/>
          <p:nvPr/>
        </p:nvPicPr>
        <p:blipFill rotWithShape="1">
          <a:blip r:embed="rId3">
            <a:alphaModFix/>
          </a:blip>
          <a:srcRect b="21738" l="55043" r="26200" t="50090"/>
          <a:stretch/>
        </p:blipFill>
        <p:spPr>
          <a:xfrm>
            <a:off x="3409739" y="978859"/>
            <a:ext cx="2351700" cy="3061800"/>
          </a:xfrm>
          <a:prstGeom prst="rect">
            <a:avLst/>
          </a:prstGeom>
          <a:noFill/>
          <a:ln>
            <a:noFill/>
          </a:ln>
        </p:spPr>
      </p:pic>
      <p:sp>
        <p:nvSpPr>
          <p:cNvPr id="604" name="Google Shape;604;p32"/>
          <p:cNvSpPr/>
          <p:nvPr/>
        </p:nvSpPr>
        <p:spPr>
          <a:xfrm flipH="1">
            <a:off x="3409382" y="979361"/>
            <a:ext cx="2351700" cy="30618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33"/>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tablets en vista horizontal</a:t>
            </a:r>
            <a:endParaRPr sz="1000"/>
          </a:p>
        </p:txBody>
      </p:sp>
      <p:sp>
        <p:nvSpPr>
          <p:cNvPr id="610" name="Google Shape;610;p33"/>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11" name="Google Shape;611;p33"/>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12" name="Google Shape;612;p33"/>
          <p:cNvGrpSpPr/>
          <p:nvPr/>
        </p:nvGrpSpPr>
        <p:grpSpPr>
          <a:xfrm>
            <a:off x="4547087" y="1535165"/>
            <a:ext cx="4273653" cy="2923926"/>
            <a:chOff x="4547087" y="1535165"/>
            <a:chExt cx="4273653" cy="2923926"/>
          </a:xfrm>
        </p:grpSpPr>
        <p:sp>
          <p:nvSpPr>
            <p:cNvPr id="613" name="Google Shape;613;p33"/>
            <p:cNvSpPr/>
            <p:nvPr/>
          </p:nvSpPr>
          <p:spPr>
            <a:xfrm>
              <a:off x="4548440" y="1563490"/>
              <a:ext cx="4272300" cy="28956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3"/>
            <p:cNvSpPr/>
            <p:nvPr/>
          </p:nvSpPr>
          <p:spPr>
            <a:xfrm>
              <a:off x="4547087" y="1535165"/>
              <a:ext cx="4272300" cy="28956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3"/>
            <p:cNvSpPr/>
            <p:nvPr/>
          </p:nvSpPr>
          <p:spPr>
            <a:xfrm rot="5400000">
              <a:off x="4414596" y="2956316"/>
              <a:ext cx="579900" cy="810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16" name="Google Shape;616;p33"/>
          <p:cNvPicPr preferRelativeResize="0"/>
          <p:nvPr/>
        </p:nvPicPr>
        <p:blipFill rotWithShape="1">
          <a:blip r:embed="rId3">
            <a:alphaModFix/>
          </a:blip>
          <a:srcRect b="22551" l="42865" r="29045" t="35259"/>
          <a:stretch/>
        </p:blipFill>
        <p:spPr>
          <a:xfrm rot="5400000">
            <a:off x="5295271" y="1097449"/>
            <a:ext cx="2895600" cy="3770100"/>
          </a:xfrm>
          <a:prstGeom prst="rect">
            <a:avLst/>
          </a:prstGeom>
          <a:noFill/>
          <a:ln>
            <a:noFill/>
          </a:ln>
        </p:spPr>
      </p:pic>
      <p:sp>
        <p:nvSpPr>
          <p:cNvPr id="617" name="Google Shape;617;p33"/>
          <p:cNvSpPr/>
          <p:nvPr/>
        </p:nvSpPr>
        <p:spPr>
          <a:xfrm flipH="1" rot="5400000">
            <a:off x="5295241" y="1097457"/>
            <a:ext cx="2895600" cy="37701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34"/>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623" name="Google Shape;623;p34"/>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24" name="Google Shape;624;p34"/>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25" name="Google Shape;625;p34"/>
          <p:cNvGrpSpPr/>
          <p:nvPr/>
        </p:nvGrpSpPr>
        <p:grpSpPr>
          <a:xfrm>
            <a:off x="3895497" y="891542"/>
            <a:ext cx="1403091" cy="3361448"/>
            <a:chOff x="7475548" y="3728000"/>
            <a:chExt cx="316503" cy="758244"/>
          </a:xfrm>
        </p:grpSpPr>
        <p:sp>
          <p:nvSpPr>
            <p:cNvPr id="626" name="Google Shape;626;p34"/>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4"/>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4"/>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34"/>
          <p:cNvGrpSpPr/>
          <p:nvPr/>
        </p:nvGrpSpPr>
        <p:grpSpPr>
          <a:xfrm>
            <a:off x="3491361" y="1465383"/>
            <a:ext cx="2321335" cy="2247075"/>
            <a:chOff x="7384385" y="3857442"/>
            <a:chExt cx="523637" cy="506874"/>
          </a:xfrm>
        </p:grpSpPr>
        <p:sp>
          <p:nvSpPr>
            <p:cNvPr id="630" name="Google Shape;630;p34"/>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1" name="Google Shape;631;p34"/>
            <p:cNvGrpSpPr/>
            <p:nvPr/>
          </p:nvGrpSpPr>
          <p:grpSpPr>
            <a:xfrm>
              <a:off x="7384385" y="3857442"/>
              <a:ext cx="523637" cy="498900"/>
              <a:chOff x="7384385" y="3857442"/>
              <a:chExt cx="523637" cy="498900"/>
            </a:xfrm>
          </p:grpSpPr>
          <p:sp>
            <p:nvSpPr>
              <p:cNvPr id="632" name="Google Shape;632;p34"/>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4"/>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634" name="Google Shape;634;p34"/>
          <p:cNvPicPr preferRelativeResize="0"/>
          <p:nvPr/>
        </p:nvPicPr>
        <p:blipFill rotWithShape="1">
          <a:blip r:embed="rId3">
            <a:alphaModFix/>
          </a:blip>
          <a:srcRect b="26641" l="46579" r="31859" t="48531"/>
          <a:stretch/>
        </p:blipFill>
        <p:spPr>
          <a:xfrm>
            <a:off x="3625513" y="1605774"/>
            <a:ext cx="1944300" cy="1940700"/>
          </a:xfrm>
          <a:prstGeom prst="ellipse">
            <a:avLst/>
          </a:prstGeom>
          <a:noFill/>
          <a:ln cap="flat" cmpd="sng" w="28575">
            <a:solidFill>
              <a:srgbClr val="FFFFFF"/>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35"/>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640" name="Google Shape;640;p35"/>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41" name="Google Shape;641;p35"/>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42" name="Google Shape;642;p35"/>
          <p:cNvGrpSpPr/>
          <p:nvPr/>
        </p:nvGrpSpPr>
        <p:grpSpPr>
          <a:xfrm>
            <a:off x="3593432" y="890490"/>
            <a:ext cx="2115815" cy="3361448"/>
            <a:chOff x="-5144606" y="890490"/>
            <a:chExt cx="2115815" cy="3361448"/>
          </a:xfrm>
        </p:grpSpPr>
        <p:sp>
          <p:nvSpPr>
            <p:cNvPr id="643" name="Google Shape;643;p35"/>
            <p:cNvSpPr/>
            <p:nvPr/>
          </p:nvSpPr>
          <p:spPr>
            <a:xfrm rot="10800000">
              <a:off x="-4844756" y="3132037"/>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5"/>
            <p:cNvSpPr/>
            <p:nvPr/>
          </p:nvSpPr>
          <p:spPr>
            <a:xfrm rot="5400000">
              <a:off x="-4709156" y="3323872"/>
              <a:ext cx="623700" cy="894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5"/>
            <p:cNvSpPr/>
            <p:nvPr/>
          </p:nvSpPr>
          <p:spPr>
            <a:xfrm>
              <a:off x="-4844756" y="890490"/>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5"/>
            <p:cNvSpPr/>
            <p:nvPr/>
          </p:nvSpPr>
          <p:spPr>
            <a:xfrm>
              <a:off x="-5144606" y="1591975"/>
              <a:ext cx="2002800" cy="2215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5"/>
            <p:cNvSpPr/>
            <p:nvPr/>
          </p:nvSpPr>
          <p:spPr>
            <a:xfrm>
              <a:off x="-3257390" y="2509293"/>
              <a:ext cx="228600" cy="2289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5"/>
            <p:cNvSpPr/>
            <p:nvPr/>
          </p:nvSpPr>
          <p:spPr>
            <a:xfrm>
              <a:off x="-5144606" y="1493958"/>
              <a:ext cx="2002800" cy="22782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49" name="Google Shape;649;p35"/>
          <p:cNvPicPr preferRelativeResize="0"/>
          <p:nvPr/>
        </p:nvPicPr>
        <p:blipFill rotWithShape="1">
          <a:blip r:embed="rId3">
            <a:alphaModFix/>
          </a:blip>
          <a:srcRect b="31657" l="47792" r="32559" t="42079"/>
          <a:stretch/>
        </p:blipFill>
        <p:spPr>
          <a:xfrm>
            <a:off x="3675963" y="1576938"/>
            <a:ext cx="1838700" cy="2130600"/>
          </a:xfrm>
          <a:prstGeom prst="roundRect">
            <a:avLst>
              <a:gd fmla="val 7794" name="adj"/>
            </a:avLst>
          </a:prstGeom>
          <a:noFill/>
          <a:ln cap="flat" cmpd="sng" w="28575">
            <a:solidFill>
              <a:srgbClr val="FFFFFF"/>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Cronología del proyecto</a:t>
            </a:r>
            <a:endParaRPr/>
          </a:p>
        </p:txBody>
      </p:sp>
      <p:sp>
        <p:nvSpPr>
          <p:cNvPr id="655" name="Google Shape;655;p36"/>
          <p:cNvSpPr txBox="1"/>
          <p:nvPr/>
        </p:nvSpPr>
        <p:spPr>
          <a:xfrm>
            <a:off x="1158086" y="3307024"/>
            <a:ext cx="11667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rgbClr val="FFFFFF"/>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6" name="Google Shape;656;p36"/>
          <p:cNvSpPr txBox="1"/>
          <p:nvPr/>
        </p:nvSpPr>
        <p:spPr>
          <a:xfrm>
            <a:off x="2302396"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7" name="Google Shape;657;p36"/>
          <p:cNvSpPr txBox="1"/>
          <p:nvPr/>
        </p:nvSpPr>
        <p:spPr>
          <a:xfrm>
            <a:off x="3438904" y="3307022"/>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8" name="Google Shape;658;p36"/>
          <p:cNvSpPr txBox="1"/>
          <p:nvPr/>
        </p:nvSpPr>
        <p:spPr>
          <a:xfrm>
            <a:off x="4572659"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9" name="Google Shape;659;p36"/>
          <p:cNvSpPr txBox="1"/>
          <p:nvPr/>
        </p:nvSpPr>
        <p:spPr>
          <a:xfrm>
            <a:off x="5703047"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60" name="Google Shape;660;p36"/>
          <p:cNvSpPr txBox="1"/>
          <p:nvPr/>
        </p:nvSpPr>
        <p:spPr>
          <a:xfrm>
            <a:off x="1158086" y="2928564"/>
            <a:ext cx="11667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rgbClr val="FFFFFF"/>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1" name="Google Shape;661;p36"/>
          <p:cNvSpPr txBox="1"/>
          <p:nvPr/>
        </p:nvSpPr>
        <p:spPr>
          <a:xfrm>
            <a:off x="2302396"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2" name="Google Shape;662;p36"/>
          <p:cNvSpPr txBox="1"/>
          <p:nvPr/>
        </p:nvSpPr>
        <p:spPr>
          <a:xfrm>
            <a:off x="3438904"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3" name="Google Shape;663;p36"/>
          <p:cNvSpPr txBox="1"/>
          <p:nvPr/>
        </p:nvSpPr>
        <p:spPr>
          <a:xfrm>
            <a:off x="4572659"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4" name="Google Shape;664;p36"/>
          <p:cNvSpPr txBox="1"/>
          <p:nvPr/>
        </p:nvSpPr>
        <p:spPr>
          <a:xfrm>
            <a:off x="5703047"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5" name="Google Shape;665;p36"/>
          <p:cNvSpPr txBox="1"/>
          <p:nvPr/>
        </p:nvSpPr>
        <p:spPr>
          <a:xfrm>
            <a:off x="6837184"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6" name="Google Shape;666;p36"/>
          <p:cNvSpPr txBox="1"/>
          <p:nvPr/>
        </p:nvSpPr>
        <p:spPr>
          <a:xfrm>
            <a:off x="6837184"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cxnSp>
        <p:nvCxnSpPr>
          <p:cNvPr id="667" name="Google Shape;667;p36"/>
          <p:cNvCxnSpPr/>
          <p:nvPr/>
        </p:nvCxnSpPr>
        <p:spPr>
          <a:xfrm>
            <a:off x="1761628"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68" name="Google Shape;668;p36"/>
          <p:cNvSpPr/>
          <p:nvPr/>
        </p:nvSpPr>
        <p:spPr>
          <a:xfrm flipH="1">
            <a:off x="1228048"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69" name="Google Shape;669;p36"/>
          <p:cNvSpPr/>
          <p:nvPr/>
        </p:nvSpPr>
        <p:spPr>
          <a:xfrm>
            <a:off x="1227675"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0" name="Google Shape;670;p36"/>
          <p:cNvCxnSpPr/>
          <p:nvPr/>
        </p:nvCxnSpPr>
        <p:spPr>
          <a:xfrm>
            <a:off x="2855284"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71" name="Google Shape;671;p36"/>
          <p:cNvSpPr/>
          <p:nvPr/>
        </p:nvSpPr>
        <p:spPr>
          <a:xfrm flipH="1">
            <a:off x="2321705"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a:solidFill>
                  <a:srgbClr val="999999"/>
                </a:solidFill>
              </a:rPr>
              <a:t>  </a:t>
            </a:r>
            <a:endParaRPr>
              <a:solidFill>
                <a:srgbClr val="999999"/>
              </a:solidFill>
            </a:endParaRPr>
          </a:p>
        </p:txBody>
      </p:sp>
      <p:sp>
        <p:nvSpPr>
          <p:cNvPr id="672" name="Google Shape;672;p36"/>
          <p:cNvSpPr/>
          <p:nvPr/>
        </p:nvSpPr>
        <p:spPr>
          <a:xfrm>
            <a:off x="2321332"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3" name="Google Shape;673;p36"/>
          <p:cNvCxnSpPr/>
          <p:nvPr/>
        </p:nvCxnSpPr>
        <p:spPr>
          <a:xfrm>
            <a:off x="3949490"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74" name="Google Shape;674;p36"/>
          <p:cNvSpPr/>
          <p:nvPr/>
        </p:nvSpPr>
        <p:spPr>
          <a:xfrm flipH="1">
            <a:off x="3415911"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75" name="Google Shape;675;p36"/>
          <p:cNvSpPr/>
          <p:nvPr/>
        </p:nvSpPr>
        <p:spPr>
          <a:xfrm>
            <a:off x="3415538"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6" name="Google Shape;676;p36"/>
          <p:cNvCxnSpPr/>
          <p:nvPr/>
        </p:nvCxnSpPr>
        <p:spPr>
          <a:xfrm>
            <a:off x="5041054"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77" name="Google Shape;677;p36"/>
          <p:cNvSpPr/>
          <p:nvPr/>
        </p:nvSpPr>
        <p:spPr>
          <a:xfrm flipH="1">
            <a:off x="4507474"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78" name="Google Shape;678;p36"/>
          <p:cNvSpPr/>
          <p:nvPr/>
        </p:nvSpPr>
        <p:spPr>
          <a:xfrm>
            <a:off x="4507101"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9" name="Google Shape;679;p36"/>
          <p:cNvCxnSpPr/>
          <p:nvPr/>
        </p:nvCxnSpPr>
        <p:spPr>
          <a:xfrm>
            <a:off x="6129352"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80" name="Google Shape;680;p36"/>
          <p:cNvSpPr/>
          <p:nvPr/>
        </p:nvSpPr>
        <p:spPr>
          <a:xfrm flipH="1">
            <a:off x="5595772"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1" name="Google Shape;681;p36"/>
          <p:cNvSpPr/>
          <p:nvPr/>
        </p:nvSpPr>
        <p:spPr>
          <a:xfrm>
            <a:off x="5595400"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82" name="Google Shape;682;p36"/>
          <p:cNvCxnSpPr/>
          <p:nvPr/>
        </p:nvCxnSpPr>
        <p:spPr>
          <a:xfrm>
            <a:off x="7221273"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83" name="Google Shape;683;p36"/>
          <p:cNvSpPr/>
          <p:nvPr/>
        </p:nvSpPr>
        <p:spPr>
          <a:xfrm flipH="1">
            <a:off x="6687693"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4" name="Google Shape;684;p36"/>
          <p:cNvSpPr/>
          <p:nvPr/>
        </p:nvSpPr>
        <p:spPr>
          <a:xfrm>
            <a:off x="6687320"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5" name="Google Shape;685;p36"/>
          <p:cNvSpPr txBox="1"/>
          <p:nvPr/>
        </p:nvSpPr>
        <p:spPr>
          <a:xfrm>
            <a:off x="1195078"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ENE</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6" name="Google Shape;686;p36"/>
          <p:cNvSpPr txBox="1"/>
          <p:nvPr/>
        </p:nvSpPr>
        <p:spPr>
          <a:xfrm>
            <a:off x="2275607"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FEB</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7" name="Google Shape;687;p36"/>
          <p:cNvSpPr txBox="1"/>
          <p:nvPr/>
        </p:nvSpPr>
        <p:spPr>
          <a:xfrm>
            <a:off x="3412146"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MAR</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8" name="Google Shape;688;p36"/>
          <p:cNvSpPr txBox="1"/>
          <p:nvPr/>
        </p:nvSpPr>
        <p:spPr>
          <a:xfrm>
            <a:off x="4482543"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ABR</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9" name="Google Shape;689;p36"/>
          <p:cNvSpPr txBox="1"/>
          <p:nvPr/>
        </p:nvSpPr>
        <p:spPr>
          <a:xfrm>
            <a:off x="5584953"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MAY</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90" name="Google Shape;690;p36"/>
          <p:cNvSpPr txBox="1"/>
          <p:nvPr/>
        </p:nvSpPr>
        <p:spPr>
          <a:xfrm>
            <a:off x="6662762"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JUN</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37"/>
          <p:cNvSpPr txBox="1"/>
          <p:nvPr>
            <p:ph type="title"/>
          </p:nvPr>
        </p:nvSpPr>
        <p:spPr>
          <a:xfrm>
            <a:off x="645300" y="1833775"/>
            <a:ext cx="3063300" cy="69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¡Gracias!</a:t>
            </a:r>
            <a:endParaRPr/>
          </a:p>
        </p:txBody>
      </p:sp>
      <p:sp>
        <p:nvSpPr>
          <p:cNvPr id="696" name="Google Shape;696;p37"/>
          <p:cNvSpPr txBox="1"/>
          <p:nvPr>
            <p:ph idx="1" type="body"/>
          </p:nvPr>
        </p:nvSpPr>
        <p:spPr>
          <a:xfrm>
            <a:off x="645300" y="2644025"/>
            <a:ext cx="3063300" cy="970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latin typeface="Arial"/>
                <a:ea typeface="Arial"/>
                <a:cs typeface="Arial"/>
                <a:sym typeface="Arial"/>
              </a:rPr>
              <a:t>Escribe aquí tu texto Escribe aquí tu texto Escribe aquí tu texto Escribe aquí tu texto Escribe aquí tu texto.</a:t>
            </a:r>
            <a:endParaRPr/>
          </a:p>
        </p:txBody>
      </p:sp>
      <p:grpSp>
        <p:nvGrpSpPr>
          <p:cNvPr id="697" name="Google Shape;697;p37"/>
          <p:cNvGrpSpPr/>
          <p:nvPr/>
        </p:nvGrpSpPr>
        <p:grpSpPr>
          <a:xfrm>
            <a:off x="4066820" y="1553491"/>
            <a:ext cx="3159984" cy="2439109"/>
            <a:chOff x="3553042" y="1657806"/>
            <a:chExt cx="3461100" cy="2671532"/>
          </a:xfrm>
        </p:grpSpPr>
        <p:sp>
          <p:nvSpPr>
            <p:cNvPr id="698" name="Google Shape;698;p37"/>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7"/>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7"/>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7"/>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7"/>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7"/>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7"/>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7"/>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06" name="Google Shape;706;p37"/>
          <p:cNvPicPr preferRelativeResize="0"/>
          <p:nvPr/>
        </p:nvPicPr>
        <p:blipFill rotWithShape="1">
          <a:blip r:embed="rId3">
            <a:alphaModFix/>
          </a:blip>
          <a:srcRect b="26215" l="45356" r="19582" t="50734"/>
          <a:stretch/>
        </p:blipFill>
        <p:spPr>
          <a:xfrm>
            <a:off x="4115130" y="1605638"/>
            <a:ext cx="3063300" cy="1745700"/>
          </a:xfrm>
          <a:prstGeom prst="rect">
            <a:avLst/>
          </a:prstGeom>
          <a:noFill/>
          <a:ln>
            <a:noFill/>
          </a:ln>
        </p:spPr>
      </p:pic>
      <p:sp>
        <p:nvSpPr>
          <p:cNvPr id="707" name="Google Shape;707;p37"/>
          <p:cNvSpPr/>
          <p:nvPr/>
        </p:nvSpPr>
        <p:spPr>
          <a:xfrm flipH="1">
            <a:off x="4114917" y="1606596"/>
            <a:ext cx="3063300" cy="17433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 name="Google Shape;708;p37"/>
          <p:cNvGrpSpPr/>
          <p:nvPr/>
        </p:nvGrpSpPr>
        <p:grpSpPr>
          <a:xfrm>
            <a:off x="6762480" y="2546254"/>
            <a:ext cx="1024386" cy="1522884"/>
            <a:chOff x="6505573" y="2745170"/>
            <a:chExt cx="1122000" cy="1668000"/>
          </a:xfrm>
        </p:grpSpPr>
        <p:sp>
          <p:nvSpPr>
            <p:cNvPr id="709" name="Google Shape;709;p37"/>
            <p:cNvSpPr/>
            <p:nvPr/>
          </p:nvSpPr>
          <p:spPr>
            <a:xfrm>
              <a:off x="6517841" y="2745170"/>
              <a:ext cx="1109700" cy="16680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7"/>
            <p:cNvSpPr/>
            <p:nvPr/>
          </p:nvSpPr>
          <p:spPr>
            <a:xfrm rot="-5400000">
              <a:off x="6238873" y="3024453"/>
              <a:ext cx="1655400" cy="1122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7"/>
            <p:cNvSpPr/>
            <p:nvPr/>
          </p:nvSpPr>
          <p:spPr>
            <a:xfrm rot="-5400000">
              <a:off x="6238873" y="3012061"/>
              <a:ext cx="1655400" cy="1122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7"/>
            <p:cNvSpPr/>
            <p:nvPr/>
          </p:nvSpPr>
          <p:spPr>
            <a:xfrm>
              <a:off x="6954127" y="4329594"/>
              <a:ext cx="224700" cy="315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13" name="Google Shape;713;p37"/>
          <p:cNvPicPr preferRelativeResize="0"/>
          <p:nvPr/>
        </p:nvPicPr>
        <p:blipFill rotWithShape="1">
          <a:blip r:embed="rId3">
            <a:alphaModFix/>
          </a:blip>
          <a:srcRect b="16020" l="53168" r="26238" t="53058"/>
          <a:stretch/>
        </p:blipFill>
        <p:spPr>
          <a:xfrm>
            <a:off x="6762097" y="2613771"/>
            <a:ext cx="1024200" cy="1333200"/>
          </a:xfrm>
          <a:prstGeom prst="rect">
            <a:avLst/>
          </a:prstGeom>
          <a:noFill/>
          <a:ln>
            <a:noFill/>
          </a:ln>
        </p:spPr>
      </p:pic>
      <p:sp>
        <p:nvSpPr>
          <p:cNvPr id="714" name="Google Shape;714;p37"/>
          <p:cNvSpPr/>
          <p:nvPr/>
        </p:nvSpPr>
        <p:spPr>
          <a:xfrm flipH="1">
            <a:off x="6762011" y="2613990"/>
            <a:ext cx="1024200" cy="13332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5" name="Google Shape;715;p37"/>
          <p:cNvGrpSpPr/>
          <p:nvPr/>
        </p:nvGrpSpPr>
        <p:grpSpPr>
          <a:xfrm>
            <a:off x="6405845" y="3121897"/>
            <a:ext cx="520684" cy="1036470"/>
            <a:chOff x="9543736" y="4486132"/>
            <a:chExt cx="570300" cy="1135235"/>
          </a:xfrm>
        </p:grpSpPr>
        <p:sp>
          <p:nvSpPr>
            <p:cNvPr id="716" name="Google Shape;716;p37"/>
            <p:cNvSpPr/>
            <p:nvPr/>
          </p:nvSpPr>
          <p:spPr>
            <a:xfrm>
              <a:off x="9543736" y="4487212"/>
              <a:ext cx="570300" cy="1132800"/>
            </a:xfrm>
            <a:prstGeom prst="roundRect">
              <a:avLst>
                <a:gd fmla="val 5402"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7"/>
            <p:cNvSpPr/>
            <p:nvPr/>
          </p:nvSpPr>
          <p:spPr>
            <a:xfrm rot="-5400000">
              <a:off x="9265568" y="4772968"/>
              <a:ext cx="1126800" cy="570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7"/>
            <p:cNvSpPr/>
            <p:nvPr/>
          </p:nvSpPr>
          <p:spPr>
            <a:xfrm rot="-5400000">
              <a:off x="9265568" y="4764532"/>
              <a:ext cx="1126800" cy="570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7"/>
            <p:cNvSpPr/>
            <p:nvPr/>
          </p:nvSpPr>
          <p:spPr>
            <a:xfrm>
              <a:off x="9736876" y="5519757"/>
              <a:ext cx="186300" cy="303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20" name="Google Shape;720;p37"/>
          <p:cNvPicPr preferRelativeResize="0"/>
          <p:nvPr/>
        </p:nvPicPr>
        <p:blipFill rotWithShape="1">
          <a:blip r:embed="rId3">
            <a:alphaModFix/>
          </a:blip>
          <a:srcRect b="36734" l="41330" r="47980" t="42212"/>
          <a:stretch/>
        </p:blipFill>
        <p:spPr>
          <a:xfrm>
            <a:off x="6405412" y="3121559"/>
            <a:ext cx="520500" cy="888900"/>
          </a:xfrm>
          <a:prstGeom prst="round2SameRect">
            <a:avLst>
              <a:gd fmla="val 4129" name="adj1"/>
              <a:gd fmla="val 0" name="adj2"/>
            </a:avLst>
          </a:prstGeom>
          <a:noFill/>
          <a:ln>
            <a:noFill/>
          </a:ln>
        </p:spPr>
      </p:pic>
      <p:sp>
        <p:nvSpPr>
          <p:cNvPr id="721" name="Google Shape;721;p37"/>
          <p:cNvSpPr/>
          <p:nvPr/>
        </p:nvSpPr>
        <p:spPr>
          <a:xfrm flipH="1">
            <a:off x="6405284" y="3142709"/>
            <a:ext cx="520500" cy="8679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2" name="Google Shape;722;p37"/>
          <p:cNvGrpSpPr/>
          <p:nvPr/>
        </p:nvGrpSpPr>
        <p:grpSpPr>
          <a:xfrm>
            <a:off x="7564804" y="3443361"/>
            <a:ext cx="455496" cy="692277"/>
            <a:chOff x="7384375" y="3728000"/>
            <a:chExt cx="498900" cy="758244"/>
          </a:xfrm>
        </p:grpSpPr>
        <p:sp>
          <p:nvSpPr>
            <p:cNvPr id="723" name="Google Shape;723;p37"/>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7"/>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7"/>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7"/>
            <p:cNvSpPr/>
            <p:nvPr/>
          </p:nvSpPr>
          <p:spPr>
            <a:xfrm>
              <a:off x="7384375" y="3860325"/>
              <a:ext cx="498900" cy="498900"/>
            </a:xfrm>
            <a:prstGeom prst="ellipse">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 name="Google Shape;727;p37"/>
          <p:cNvGrpSpPr/>
          <p:nvPr/>
        </p:nvGrpSpPr>
        <p:grpSpPr>
          <a:xfrm>
            <a:off x="7564836" y="3561758"/>
            <a:ext cx="478081" cy="462776"/>
            <a:chOff x="7384385" y="3857442"/>
            <a:chExt cx="523637" cy="506874"/>
          </a:xfrm>
        </p:grpSpPr>
        <p:sp>
          <p:nvSpPr>
            <p:cNvPr id="728" name="Google Shape;728;p37"/>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9" name="Google Shape;729;p37"/>
            <p:cNvGrpSpPr/>
            <p:nvPr/>
          </p:nvGrpSpPr>
          <p:grpSpPr>
            <a:xfrm>
              <a:off x="7384385" y="3857442"/>
              <a:ext cx="523637" cy="498900"/>
              <a:chOff x="7384385" y="3857442"/>
              <a:chExt cx="523637" cy="498900"/>
            </a:xfrm>
          </p:grpSpPr>
          <p:sp>
            <p:nvSpPr>
              <p:cNvPr id="730" name="Google Shape;730;p37"/>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7"/>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732" name="Google Shape;732;p37"/>
          <p:cNvPicPr preferRelativeResize="0"/>
          <p:nvPr/>
        </p:nvPicPr>
        <p:blipFill rotWithShape="1">
          <a:blip r:embed="rId3">
            <a:alphaModFix/>
          </a:blip>
          <a:srcRect b="36558" l="48584" r="37425" t="47335"/>
          <a:stretch/>
        </p:blipFill>
        <p:spPr>
          <a:xfrm>
            <a:off x="7591905" y="3590541"/>
            <a:ext cx="400500" cy="399300"/>
          </a:xfrm>
          <a:prstGeom prst="ellipse">
            <a:avLst/>
          </a:prstGeom>
          <a:noFill/>
          <a:ln cap="flat" cmpd="sng" w="9525">
            <a:solidFill>
              <a:srgbClr val="FFFFFF"/>
            </a:solidFill>
            <a:prstDash val="solid"/>
            <a:round/>
            <a:headEnd len="sm" w="sm" type="none"/>
            <a:tailEnd len="sm" w="sm" type="none"/>
          </a:ln>
        </p:spPr>
      </p:pic>
      <p:grpSp>
        <p:nvGrpSpPr>
          <p:cNvPr id="733" name="Google Shape;733;p37"/>
          <p:cNvGrpSpPr/>
          <p:nvPr/>
        </p:nvGrpSpPr>
        <p:grpSpPr>
          <a:xfrm>
            <a:off x="8110843" y="3443361"/>
            <a:ext cx="435785" cy="692277"/>
            <a:chOff x="7982421" y="3727763"/>
            <a:chExt cx="477311" cy="758244"/>
          </a:xfrm>
        </p:grpSpPr>
        <p:sp>
          <p:nvSpPr>
            <p:cNvPr id="734" name="Google Shape;734;p37"/>
            <p:cNvSpPr/>
            <p:nvPr/>
          </p:nvSpPr>
          <p:spPr>
            <a:xfrm>
              <a:off x="8054507" y="3728825"/>
              <a:ext cx="316500" cy="756600"/>
            </a:xfrm>
            <a:prstGeom prst="roundRect">
              <a:avLst>
                <a:gd fmla="val 15418"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7"/>
            <p:cNvSpPr/>
            <p:nvPr/>
          </p:nvSpPr>
          <p:spPr>
            <a:xfrm rot="10800000">
              <a:off x="8054264" y="4233407"/>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7"/>
            <p:cNvSpPr/>
            <p:nvPr/>
          </p:nvSpPr>
          <p:spPr>
            <a:xfrm rot="5400000">
              <a:off x="8085300" y="4276650"/>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7"/>
            <p:cNvSpPr/>
            <p:nvPr/>
          </p:nvSpPr>
          <p:spPr>
            <a:xfrm>
              <a:off x="8054261" y="3727763"/>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7"/>
            <p:cNvSpPr/>
            <p:nvPr/>
          </p:nvSpPr>
          <p:spPr>
            <a:xfrm>
              <a:off x="7991115" y="3866003"/>
              <a:ext cx="434400" cy="486900"/>
            </a:xfrm>
            <a:prstGeom prst="roundRect">
              <a:avLst>
                <a:gd fmla="val 12273" name="adj"/>
              </a:avLst>
            </a:prstGeom>
            <a:solidFill>
              <a:srgbClr val="1B212C"/>
            </a:solidFill>
            <a:ln>
              <a:noFill/>
            </a:ln>
            <a:effectLst>
              <a:outerShdw blurRad="387350" sx="107000" rotWithShape="0" algn="tr" dir="8100000" dist="38100" sy="107000">
                <a:srgbClr val="000000">
                  <a:alpha val="498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7"/>
            <p:cNvSpPr/>
            <p:nvPr/>
          </p:nvSpPr>
          <p:spPr>
            <a:xfrm>
              <a:off x="7982425" y="3884047"/>
              <a:ext cx="451800" cy="499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7"/>
            <p:cNvSpPr/>
            <p:nvPr/>
          </p:nvSpPr>
          <p:spPr>
            <a:xfrm>
              <a:off x="8408132" y="4081081"/>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7"/>
            <p:cNvSpPr/>
            <p:nvPr/>
          </p:nvSpPr>
          <p:spPr>
            <a:xfrm>
              <a:off x="7982421" y="3863888"/>
              <a:ext cx="451800" cy="5139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42" name="Google Shape;742;p37"/>
          <p:cNvPicPr preferRelativeResize="0"/>
          <p:nvPr/>
        </p:nvPicPr>
        <p:blipFill rotWithShape="1">
          <a:blip r:embed="rId3">
            <a:alphaModFix/>
          </a:blip>
          <a:srcRect b="27092" l="49668" r="37352" t="55916"/>
          <a:stretch/>
        </p:blipFill>
        <p:spPr>
          <a:xfrm>
            <a:off x="8127235" y="3586562"/>
            <a:ext cx="379200" cy="429900"/>
          </a:xfrm>
          <a:prstGeom prst="roundRect">
            <a:avLst>
              <a:gd fmla="val 7794" name="adj"/>
            </a:avLst>
          </a:prstGeom>
          <a:noFill/>
          <a:ln cap="flat" cmpd="sng" w="9525">
            <a:solidFill>
              <a:srgbClr val="FFFFFF"/>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