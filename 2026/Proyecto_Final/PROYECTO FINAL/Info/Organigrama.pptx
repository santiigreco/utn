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unito-boldItalic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957100" y="363125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CEO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586325" y="120915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Gerente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11594" y="203260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Lider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70725" y="3458582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586325" y="3502669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TT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603600" y="1964200"/>
            <a:ext cx="1261500" cy="6075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Jefe de Mantemiento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38725" y="3008458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Supervisor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