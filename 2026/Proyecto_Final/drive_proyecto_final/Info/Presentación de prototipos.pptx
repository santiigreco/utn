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3"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Lst>
  <p:sldSz cy="5143500" cx="9144000"/>
  <p:notesSz cx="6858000" cy="9144000"/>
  <p:embeddedFontLst>
    <p:embeddedFont>
      <p:font typeface="Roboto"/>
      <p:regular r:id="rId27"/>
      <p:bold r:id="rId28"/>
      <p:italic r:id="rId29"/>
      <p:boldItalic r:id="rId30"/>
    </p:embeddedFont>
    <p:embeddedFont>
      <p:font typeface="Montserrat"/>
      <p:regular r:id="rId31"/>
      <p:bold r:id="rId32"/>
      <p:italic r:id="rId33"/>
      <p:boldItalic r:id="rId34"/>
    </p:embeddedFont>
    <p:embeddedFont>
      <p:font typeface="Lato"/>
      <p:regular r:id="rId35"/>
      <p:bold r:id="rId36"/>
      <p:italic r:id="rId37"/>
      <p:boldItalic r:id="rId38"/>
    </p:embeddedFont>
    <p:embeddedFont>
      <p:font typeface="Average"/>
      <p:regular r:id="rId3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font" Target="fonts/Roboto-bold.fntdata"/><Relationship Id="rId27" Type="http://schemas.openxmlformats.org/officeDocument/2006/relationships/font" Target="fonts/Roboto-regular.fntdata"/><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Roboto-italic.fntdata"/><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Montserrat-regular.fntdata"/><Relationship Id="rId30" Type="http://schemas.openxmlformats.org/officeDocument/2006/relationships/font" Target="fonts/Roboto-boldItalic.fntdata"/><Relationship Id="rId11" Type="http://schemas.openxmlformats.org/officeDocument/2006/relationships/slide" Target="slides/slide6.xml"/><Relationship Id="rId33" Type="http://schemas.openxmlformats.org/officeDocument/2006/relationships/font" Target="fonts/Montserrat-italic.fntdata"/><Relationship Id="rId10" Type="http://schemas.openxmlformats.org/officeDocument/2006/relationships/slide" Target="slides/slide5.xml"/><Relationship Id="rId32" Type="http://schemas.openxmlformats.org/officeDocument/2006/relationships/font" Target="fonts/Montserrat-bold.fntdata"/><Relationship Id="rId13" Type="http://schemas.openxmlformats.org/officeDocument/2006/relationships/slide" Target="slides/slide8.xml"/><Relationship Id="rId35" Type="http://schemas.openxmlformats.org/officeDocument/2006/relationships/font" Target="fonts/Lato-regular.fntdata"/><Relationship Id="rId12" Type="http://schemas.openxmlformats.org/officeDocument/2006/relationships/slide" Target="slides/slide7.xml"/><Relationship Id="rId34" Type="http://schemas.openxmlformats.org/officeDocument/2006/relationships/font" Target="fonts/Montserrat-boldItalic.fntdata"/><Relationship Id="rId15" Type="http://schemas.openxmlformats.org/officeDocument/2006/relationships/slide" Target="slides/slide10.xml"/><Relationship Id="rId37" Type="http://schemas.openxmlformats.org/officeDocument/2006/relationships/font" Target="fonts/Lato-italic.fntdata"/><Relationship Id="rId14" Type="http://schemas.openxmlformats.org/officeDocument/2006/relationships/slide" Target="slides/slide9.xml"/><Relationship Id="rId36" Type="http://schemas.openxmlformats.org/officeDocument/2006/relationships/font" Target="fonts/Lato-bold.fntdata"/><Relationship Id="rId17" Type="http://schemas.openxmlformats.org/officeDocument/2006/relationships/slide" Target="slides/slide12.xml"/><Relationship Id="rId39" Type="http://schemas.openxmlformats.org/officeDocument/2006/relationships/font" Target="fonts/Average-regular.fntdata"/><Relationship Id="rId16" Type="http://schemas.openxmlformats.org/officeDocument/2006/relationships/slide" Target="slides/slide11.xml"/><Relationship Id="rId38" Type="http://schemas.openxmlformats.org/officeDocument/2006/relationships/font" Target="fonts/Lato-boldItalic.fntdata"/><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317500" lvl="0" marL="457200">
              <a:spcBef>
                <a:spcPts val="0"/>
              </a:spcBef>
              <a:spcAft>
                <a:spcPts val="0"/>
              </a:spcAft>
              <a:buSzPts val="1400"/>
              <a:buChar char="●"/>
              <a:defRPr sz="1100"/>
            </a:lvl1pPr>
            <a:lvl2pPr indent="-317500" lvl="1" marL="914400">
              <a:spcBef>
                <a:spcPts val="0"/>
              </a:spcBef>
              <a:spcAft>
                <a:spcPts val="0"/>
              </a:spcAft>
              <a:buSzPts val="1400"/>
              <a:buChar char="○"/>
              <a:defRPr sz="1100"/>
            </a:lvl2pPr>
            <a:lvl3pPr indent="-317500" lvl="2" marL="1371600">
              <a:spcBef>
                <a:spcPts val="0"/>
              </a:spcBef>
              <a:spcAft>
                <a:spcPts val="0"/>
              </a:spcAft>
              <a:buSzPts val="1400"/>
              <a:buChar char="■"/>
              <a:defRPr sz="1100"/>
            </a:lvl3pPr>
            <a:lvl4pPr indent="-317500" lvl="3" marL="1828800">
              <a:spcBef>
                <a:spcPts val="0"/>
              </a:spcBef>
              <a:spcAft>
                <a:spcPts val="0"/>
              </a:spcAft>
              <a:buSzPts val="1400"/>
              <a:buChar char="●"/>
              <a:defRPr sz="1100"/>
            </a:lvl4pPr>
            <a:lvl5pPr indent="-317500" lvl="4" marL="2286000">
              <a:spcBef>
                <a:spcPts val="0"/>
              </a:spcBef>
              <a:spcAft>
                <a:spcPts val="0"/>
              </a:spcAft>
              <a:buSzPts val="1400"/>
              <a:buChar char="○"/>
              <a:defRPr sz="1100"/>
            </a:lvl5pPr>
            <a:lvl6pPr indent="-317500" lvl="5" marL="2743200">
              <a:spcBef>
                <a:spcPts val="0"/>
              </a:spcBef>
              <a:spcAft>
                <a:spcPts val="0"/>
              </a:spcAft>
              <a:buSzPts val="1400"/>
              <a:buChar char="■"/>
              <a:defRPr sz="1100"/>
            </a:lvl6pPr>
            <a:lvl7pPr indent="-317500" lvl="6" marL="3200400">
              <a:spcBef>
                <a:spcPts val="0"/>
              </a:spcBef>
              <a:spcAft>
                <a:spcPts val="0"/>
              </a:spcAft>
              <a:buSzPts val="1400"/>
              <a:buChar char="●"/>
              <a:defRPr sz="1100"/>
            </a:lvl7pPr>
            <a:lvl8pPr indent="-317500" lvl="7" marL="3657600">
              <a:spcBef>
                <a:spcPts val="0"/>
              </a:spcBef>
              <a:spcAft>
                <a:spcPts val="0"/>
              </a:spcAft>
              <a:buSzPts val="1400"/>
              <a:buChar char="○"/>
              <a:defRPr sz="1100"/>
            </a:lvl8pPr>
            <a:lvl9pPr indent="-317500" lvl="8" marL="4114800">
              <a:spcBef>
                <a:spcPts val="0"/>
              </a:spcBef>
              <a:spcAft>
                <a:spcPts val="0"/>
              </a:spcAft>
              <a:buSzPts val="14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1f87997393_0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6" name="Google Shape;226;g1f87997393_0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 name="Shape 230"/>
        <p:cNvGrpSpPr/>
        <p:nvPr/>
      </p:nvGrpSpPr>
      <p:grpSpPr>
        <a:xfrm>
          <a:off x="0" y="0"/>
          <a:ext cx="0" cy="0"/>
          <a:chOff x="0" y="0"/>
          <a:chExt cx="0" cy="0"/>
        </a:xfrm>
      </p:grpSpPr>
      <p:sp>
        <p:nvSpPr>
          <p:cNvPr id="231" name="Google Shape;231;g1f87997393_0_7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2" name="Google Shape;232;g1f87997393_0_7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g1f87997393_0_8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9" name="Google Shape;239;g1f87997393_0_8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 name="Shape 243"/>
        <p:cNvGrpSpPr/>
        <p:nvPr/>
      </p:nvGrpSpPr>
      <p:grpSpPr>
        <a:xfrm>
          <a:off x="0" y="0"/>
          <a:ext cx="0" cy="0"/>
          <a:chOff x="0" y="0"/>
          <a:chExt cx="0" cy="0"/>
        </a:xfrm>
      </p:grpSpPr>
      <p:sp>
        <p:nvSpPr>
          <p:cNvPr id="244" name="Google Shape;244;g1f87997393_0_8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5" name="Google Shape;245;g1f87997393_0_8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g1f87997393_0_8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6" name="Google Shape;256;g1f87997393_0_8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 name="Shape 260"/>
        <p:cNvGrpSpPr/>
        <p:nvPr/>
      </p:nvGrpSpPr>
      <p:grpSpPr>
        <a:xfrm>
          <a:off x="0" y="0"/>
          <a:ext cx="0" cy="0"/>
          <a:chOff x="0" y="0"/>
          <a:chExt cx="0" cy="0"/>
        </a:xfrm>
      </p:grpSpPr>
      <p:sp>
        <p:nvSpPr>
          <p:cNvPr id="261" name="Google Shape;261;g1f87997393_0_8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2" name="Google Shape;262;g1f87997393_0_8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g1f87997393_0_8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2" name="Google Shape;272;g1f87997393_0_8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g1f96f5393d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5" name="Google Shape;305;g1f96f5393d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6" name="Shape 336"/>
        <p:cNvGrpSpPr/>
        <p:nvPr/>
      </p:nvGrpSpPr>
      <p:grpSpPr>
        <a:xfrm>
          <a:off x="0" y="0"/>
          <a:ext cx="0" cy="0"/>
          <a:chOff x="0" y="0"/>
          <a:chExt cx="0" cy="0"/>
        </a:xfrm>
      </p:grpSpPr>
      <p:sp>
        <p:nvSpPr>
          <p:cNvPr id="337" name="Google Shape;337;g1f87997393_0_9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8" name="Google Shape;338;g1f87997393_0_9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 name="Shape 421"/>
        <p:cNvGrpSpPr/>
        <p:nvPr/>
      </p:nvGrpSpPr>
      <p:grpSpPr>
        <a:xfrm>
          <a:off x="0" y="0"/>
          <a:ext cx="0" cy="0"/>
          <a:chOff x="0" y="0"/>
          <a:chExt cx="0" cy="0"/>
        </a:xfrm>
      </p:grpSpPr>
      <p:sp>
        <p:nvSpPr>
          <p:cNvPr id="422" name="Google Shape;422;g1f87997393_0_10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3" name="Google Shape;423;g1f87997393_0_10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0" name="Shape 460"/>
        <p:cNvGrpSpPr/>
        <p:nvPr/>
      </p:nvGrpSpPr>
      <p:grpSpPr>
        <a:xfrm>
          <a:off x="0" y="0"/>
          <a:ext cx="0" cy="0"/>
          <a:chOff x="0" y="0"/>
          <a:chExt cx="0" cy="0"/>
        </a:xfrm>
      </p:grpSpPr>
      <p:sp>
        <p:nvSpPr>
          <p:cNvPr id="461" name="Google Shape;461;g1f87997393_0_11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2" name="Google Shape;462;g1f87997393_0_11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7" name="Shape 517"/>
        <p:cNvGrpSpPr/>
        <p:nvPr/>
      </p:nvGrpSpPr>
      <p:grpSpPr>
        <a:xfrm>
          <a:off x="0" y="0"/>
          <a:ext cx="0" cy="0"/>
          <a:chOff x="0" y="0"/>
          <a:chExt cx="0" cy="0"/>
        </a:xfrm>
      </p:grpSpPr>
      <p:sp>
        <p:nvSpPr>
          <p:cNvPr id="518" name="Google Shape;518;g1f87997393_0_12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9" name="Google Shape;519;g1f87997393_0_12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5" name="Shape 535"/>
        <p:cNvGrpSpPr/>
        <p:nvPr/>
      </p:nvGrpSpPr>
      <p:grpSpPr>
        <a:xfrm>
          <a:off x="0" y="0"/>
          <a:ext cx="0" cy="0"/>
          <a:chOff x="0" y="0"/>
          <a:chExt cx="0" cy="0"/>
        </a:xfrm>
      </p:grpSpPr>
      <p:sp>
        <p:nvSpPr>
          <p:cNvPr id="536" name="Google Shape;536;g1f87997393_0_12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37" name="Google Shape;537;g1f87997393_0_12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f87997393_0_12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f87997393_0_12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1" name="Shape 561"/>
        <p:cNvGrpSpPr/>
        <p:nvPr/>
      </p:nvGrpSpPr>
      <p:grpSpPr>
        <a:xfrm>
          <a:off x="0" y="0"/>
          <a:ext cx="0" cy="0"/>
          <a:chOff x="0" y="0"/>
          <a:chExt cx="0" cy="0"/>
        </a:xfrm>
      </p:grpSpPr>
      <p:sp>
        <p:nvSpPr>
          <p:cNvPr id="562" name="Google Shape;562;g1f87997393_0_13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63" name="Google Shape;563;g1f87997393_0_13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2" name="Shape 592"/>
        <p:cNvGrpSpPr/>
        <p:nvPr/>
      </p:nvGrpSpPr>
      <p:grpSpPr>
        <a:xfrm>
          <a:off x="0" y="0"/>
          <a:ext cx="0" cy="0"/>
          <a:chOff x="0" y="0"/>
          <a:chExt cx="0" cy="0"/>
        </a:xfrm>
      </p:grpSpPr>
      <p:sp>
        <p:nvSpPr>
          <p:cNvPr id="593" name="Google Shape;593;g1f87997393_0_14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4" name="Google Shape;594;g1f87997393_0_14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5" name="Shape 605"/>
        <p:cNvGrpSpPr/>
        <p:nvPr/>
      </p:nvGrpSpPr>
      <p:grpSpPr>
        <a:xfrm>
          <a:off x="0" y="0"/>
          <a:ext cx="0" cy="0"/>
          <a:chOff x="0" y="0"/>
          <a:chExt cx="0" cy="0"/>
        </a:xfrm>
      </p:grpSpPr>
      <p:sp>
        <p:nvSpPr>
          <p:cNvPr id="606" name="Google Shape;606;g1f87997393_0_14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7" name="Google Shape;607;g1f87997393_0_14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8" name="Shape 618"/>
        <p:cNvGrpSpPr/>
        <p:nvPr/>
      </p:nvGrpSpPr>
      <p:grpSpPr>
        <a:xfrm>
          <a:off x="0" y="0"/>
          <a:ext cx="0" cy="0"/>
          <a:chOff x="0" y="0"/>
          <a:chExt cx="0" cy="0"/>
        </a:xfrm>
      </p:grpSpPr>
      <p:sp>
        <p:nvSpPr>
          <p:cNvPr id="619" name="Google Shape;619;g1f87997393_0_14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0" name="Google Shape;620;g1f87997393_0_14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5" name="Shape 635"/>
        <p:cNvGrpSpPr/>
        <p:nvPr/>
      </p:nvGrpSpPr>
      <p:grpSpPr>
        <a:xfrm>
          <a:off x="0" y="0"/>
          <a:ext cx="0" cy="0"/>
          <a:chOff x="0" y="0"/>
          <a:chExt cx="0" cy="0"/>
        </a:xfrm>
      </p:grpSpPr>
      <p:sp>
        <p:nvSpPr>
          <p:cNvPr id="636" name="Google Shape;636;g1f87997393_0_14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7" name="Google Shape;637;g1f87997393_0_14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1f87997393_0_15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2" name="Google Shape;652;g1f87997393_0_15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1" name="Shape 691"/>
        <p:cNvGrpSpPr/>
        <p:nvPr/>
      </p:nvGrpSpPr>
      <p:grpSpPr>
        <a:xfrm>
          <a:off x="0" y="0"/>
          <a:ext cx="0" cy="0"/>
          <a:chOff x="0" y="0"/>
          <a:chExt cx="0" cy="0"/>
        </a:xfrm>
      </p:grpSpPr>
      <p:sp>
        <p:nvSpPr>
          <p:cNvPr id="692" name="Google Shape;692;g1f87997393_0_15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3" name="Google Shape;693;g1f87997393_0_15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0.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 Id="rId6" Type="http://schemas.openxmlformats.org/officeDocument/2006/relationships/slide" Target="/ppt/slides/slide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descr="offset_comp_406605.jpg" id="10" name="Google Shape;10;p2"/>
          <p:cNvPicPr preferRelativeResize="0"/>
          <p:nvPr/>
        </p:nvPicPr>
        <p:blipFill rotWithShape="1">
          <a:blip r:embed="rId2">
            <a:alphaModFix amt="66000"/>
          </a:blip>
          <a:srcRect b="39566" l="20992" r="40113" t="2691"/>
          <a:stretch/>
        </p:blipFill>
        <p:spPr>
          <a:xfrm>
            <a:off x="0" y="0"/>
            <a:ext cx="5157900" cy="5143500"/>
          </a:xfrm>
          <a:prstGeom prst="rtTriangle">
            <a:avLst/>
          </a:prstGeom>
          <a:noFill/>
          <a:ln>
            <a:noFill/>
          </a:ln>
        </p:spPr>
      </p:pic>
      <p:pic>
        <p:nvPicPr>
          <p:cNvPr descr="offset_comp_342327_edtied.jpg" id="11" name="Google Shape;11;p2"/>
          <p:cNvPicPr preferRelativeResize="0"/>
          <p:nvPr/>
        </p:nvPicPr>
        <p:blipFill rotWithShape="1">
          <a:blip r:embed="rId3">
            <a:alphaModFix amt="31000"/>
          </a:blip>
          <a:srcRect b="11298" l="14010" r="43290" t="35834"/>
          <a:stretch/>
        </p:blipFill>
        <p:spPr>
          <a:xfrm rot="10800000">
            <a:off x="6976800" y="-25"/>
            <a:ext cx="2167200" cy="2012700"/>
          </a:xfrm>
          <a:prstGeom prst="rtTriangle">
            <a:avLst/>
          </a:prstGeom>
          <a:noFill/>
          <a:ln>
            <a:noFill/>
          </a:ln>
        </p:spPr>
      </p:pic>
      <p:sp>
        <p:nvSpPr>
          <p:cNvPr id="12" name="Google Shape;12;p2"/>
          <p:cNvSpPr txBox="1"/>
          <p:nvPr>
            <p:ph type="ctrTitle"/>
          </p:nvPr>
        </p:nvSpPr>
        <p:spPr>
          <a:xfrm>
            <a:off x="3537150" y="1578400"/>
            <a:ext cx="5017500" cy="1578900"/>
          </a:xfrm>
          <a:prstGeom prst="rect">
            <a:avLst/>
          </a:prstGeom>
        </p:spPr>
        <p:txBody>
          <a:bodyPr anchorCtr="0" anchor="t" bIns="91425" lIns="91425" spcFirstLastPara="1" rIns="91425" wrap="square" tIns="91425">
            <a:noAutofit/>
          </a:bodyPr>
          <a:lstStyle>
            <a:lvl1pPr lvl="0">
              <a:spcBef>
                <a:spcPts val="0"/>
              </a:spcBef>
              <a:spcAft>
                <a:spcPts val="0"/>
              </a:spcAft>
              <a:buSzPts val="4000"/>
              <a:buNone/>
              <a:defRPr sz="4000"/>
            </a:lvl1pPr>
            <a:lvl2pPr lvl="1">
              <a:spcBef>
                <a:spcPts val="0"/>
              </a:spcBef>
              <a:spcAft>
                <a:spcPts val="0"/>
              </a:spcAft>
              <a:buSzPts val="4000"/>
              <a:buNone/>
              <a:defRPr sz="4000"/>
            </a:lvl2pPr>
            <a:lvl3pPr lvl="2">
              <a:spcBef>
                <a:spcPts val="0"/>
              </a:spcBef>
              <a:spcAft>
                <a:spcPts val="0"/>
              </a:spcAft>
              <a:buSzPts val="4000"/>
              <a:buNone/>
              <a:defRPr sz="4000"/>
            </a:lvl3pPr>
            <a:lvl4pPr lvl="3">
              <a:spcBef>
                <a:spcPts val="0"/>
              </a:spcBef>
              <a:spcAft>
                <a:spcPts val="0"/>
              </a:spcAft>
              <a:buSzPts val="4000"/>
              <a:buNone/>
              <a:defRPr sz="4000"/>
            </a:lvl4pPr>
            <a:lvl5pPr lvl="4">
              <a:spcBef>
                <a:spcPts val="0"/>
              </a:spcBef>
              <a:spcAft>
                <a:spcPts val="0"/>
              </a:spcAft>
              <a:buSzPts val="4000"/>
              <a:buNone/>
              <a:defRPr sz="4000"/>
            </a:lvl5pPr>
            <a:lvl6pPr lvl="5">
              <a:spcBef>
                <a:spcPts val="0"/>
              </a:spcBef>
              <a:spcAft>
                <a:spcPts val="0"/>
              </a:spcAft>
              <a:buSzPts val="4000"/>
              <a:buNone/>
              <a:defRPr sz="4000"/>
            </a:lvl6pPr>
            <a:lvl7pPr lvl="6">
              <a:spcBef>
                <a:spcPts val="0"/>
              </a:spcBef>
              <a:spcAft>
                <a:spcPts val="0"/>
              </a:spcAft>
              <a:buSzPts val="4000"/>
              <a:buNone/>
              <a:defRPr sz="4000"/>
            </a:lvl7pPr>
            <a:lvl8pPr lvl="7">
              <a:spcBef>
                <a:spcPts val="0"/>
              </a:spcBef>
              <a:spcAft>
                <a:spcPts val="0"/>
              </a:spcAft>
              <a:buSzPts val="4000"/>
              <a:buNone/>
              <a:defRPr sz="4000"/>
            </a:lvl8pPr>
            <a:lvl9pPr lvl="8">
              <a:spcBef>
                <a:spcPts val="0"/>
              </a:spcBef>
              <a:spcAft>
                <a:spcPts val="0"/>
              </a:spcAft>
              <a:buSzPts val="4000"/>
              <a:buNone/>
              <a:defRPr sz="4000"/>
            </a:lvl9pPr>
          </a:lstStyle>
          <a:p/>
        </p:txBody>
      </p:sp>
      <p:sp>
        <p:nvSpPr>
          <p:cNvPr id="13" name="Google Shape;13;p2"/>
          <p:cNvSpPr txBox="1"/>
          <p:nvPr>
            <p:ph idx="1" type="subTitle"/>
          </p:nvPr>
        </p:nvSpPr>
        <p:spPr>
          <a:xfrm>
            <a:off x="5083950" y="3924925"/>
            <a:ext cx="3470700" cy="5061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300"/>
              <a:buNone/>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p:txBody>
      </p:sp>
      <p:sp>
        <p:nvSpPr>
          <p:cNvPr id="14" name="Google Shape;14;p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
        <p:nvSpPr>
          <p:cNvPr id="15" name="Google Shape;15;p2"/>
          <p:cNvSpPr/>
          <p:nvPr/>
        </p:nvSpPr>
        <p:spPr>
          <a:xfrm rot="-5400000">
            <a:off x="5846" y="-4836"/>
            <a:ext cx="2291400" cy="23001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16;p2"/>
          <p:cNvSpPr/>
          <p:nvPr/>
        </p:nvSpPr>
        <p:spPr>
          <a:xfrm flipH="1">
            <a:off x="652821" y="576768"/>
            <a:ext cx="2300100" cy="22914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grpSp>
        <p:nvGrpSpPr>
          <p:cNvPr id="18" name="Google Shape;18;p3"/>
          <p:cNvGrpSpPr/>
          <p:nvPr/>
        </p:nvGrpSpPr>
        <p:grpSpPr>
          <a:xfrm>
            <a:off x="4406400" y="0"/>
            <a:ext cx="4737600" cy="5143065"/>
            <a:chOff x="4406400" y="0"/>
            <a:chExt cx="4737600" cy="5143065"/>
          </a:xfrm>
        </p:grpSpPr>
        <p:sp>
          <p:nvSpPr>
            <p:cNvPr id="19" name="Google Shape;19;p3"/>
            <p:cNvSpPr/>
            <p:nvPr/>
          </p:nvSpPr>
          <p:spPr>
            <a:xfrm rot="5400000">
              <a:off x="4408200" y="-1800"/>
              <a:ext cx="47340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3"/>
            <p:cNvSpPr/>
            <p:nvPr/>
          </p:nvSpPr>
          <p:spPr>
            <a:xfrm rot="5400000">
              <a:off x="4841125" y="5700"/>
              <a:ext cx="42981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3"/>
            <p:cNvSpPr/>
            <p:nvPr/>
          </p:nvSpPr>
          <p:spPr>
            <a:xfrm rot="-5400000">
              <a:off x="5618399" y="123646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flipH="1">
              <a:off x="5849857" y="14439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3"/>
            <p:cNvSpPr/>
            <p:nvPr/>
          </p:nvSpPr>
          <p:spPr>
            <a:xfrm rot="-5400000">
              <a:off x="5987081" y="24694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3"/>
            <p:cNvSpPr/>
            <p:nvPr/>
          </p:nvSpPr>
          <p:spPr>
            <a:xfrm flipH="1">
              <a:off x="6222115" y="267695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3"/>
            <p:cNvSpPr/>
            <p:nvPr/>
          </p:nvSpPr>
          <p:spPr>
            <a:xfrm rot="-5400000">
              <a:off x="6675341" y="186201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3"/>
            <p:cNvSpPr/>
            <p:nvPr/>
          </p:nvSpPr>
          <p:spPr>
            <a:xfrm flipH="1">
              <a:off x="6908099" y="2069505"/>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3"/>
            <p:cNvSpPr/>
            <p:nvPr/>
          </p:nvSpPr>
          <p:spPr>
            <a:xfrm rot="-5400000">
              <a:off x="6861141" y="247781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3"/>
            <p:cNvSpPr/>
            <p:nvPr/>
          </p:nvSpPr>
          <p:spPr>
            <a:xfrm flipH="1">
              <a:off x="7965266" y="269296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3"/>
            <p:cNvSpPr/>
            <p:nvPr/>
          </p:nvSpPr>
          <p:spPr>
            <a:xfrm flipH="1">
              <a:off x="8145082" y="330875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3"/>
            <p:cNvSpPr/>
            <p:nvPr/>
          </p:nvSpPr>
          <p:spPr>
            <a:xfrm rot="-5400000">
              <a:off x="7047599" y="309501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3"/>
            <p:cNvSpPr/>
            <p:nvPr/>
          </p:nvSpPr>
          <p:spPr>
            <a:xfrm flipH="1">
              <a:off x="7276649" y="330250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3"/>
            <p:cNvSpPr/>
            <p:nvPr/>
          </p:nvSpPr>
          <p:spPr>
            <a:xfrm rot="-5400000">
              <a:off x="7227414" y="3710807"/>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3"/>
            <p:cNvSpPr/>
            <p:nvPr/>
          </p:nvSpPr>
          <p:spPr>
            <a:xfrm flipH="1">
              <a:off x="7462448" y="391829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3"/>
            <p:cNvSpPr/>
            <p:nvPr/>
          </p:nvSpPr>
          <p:spPr>
            <a:xfrm rot="-5400000">
              <a:off x="8102491" y="371847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3"/>
            <p:cNvSpPr/>
            <p:nvPr/>
          </p:nvSpPr>
          <p:spPr>
            <a:xfrm flipH="1">
              <a:off x="8334533" y="392596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3"/>
            <p:cNvSpPr/>
            <p:nvPr/>
          </p:nvSpPr>
          <p:spPr>
            <a:xfrm rot="-5400000">
              <a:off x="8288290" y="43342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7" name="Google Shape;37;p3"/>
          <p:cNvSpPr txBox="1"/>
          <p:nvPr>
            <p:ph type="title"/>
          </p:nvPr>
        </p:nvSpPr>
        <p:spPr>
          <a:xfrm>
            <a:off x="823850" y="2053000"/>
            <a:ext cx="4587000" cy="1148700"/>
          </a:xfrm>
          <a:prstGeom prst="rect">
            <a:avLst/>
          </a:prstGeom>
        </p:spPr>
        <p:txBody>
          <a:bodyPr anchorCtr="0" anchor="ctr"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8" name="Google Shape;38;p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
        <p:nvSpPr>
          <p:cNvPr id="39" name="Google Shape;39;p3">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3">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3">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3">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C">
  <p:cSld name="SECTION_HEADER_1">
    <p:spTree>
      <p:nvGrpSpPr>
        <p:cNvPr id="43" name="Shape 43"/>
        <p:cNvGrpSpPr/>
        <p:nvPr/>
      </p:nvGrpSpPr>
      <p:grpSpPr>
        <a:xfrm>
          <a:off x="0" y="0"/>
          <a:ext cx="0" cy="0"/>
          <a:chOff x="0" y="0"/>
          <a:chExt cx="0" cy="0"/>
        </a:xfrm>
      </p:grpSpPr>
      <p:grpSp>
        <p:nvGrpSpPr>
          <p:cNvPr id="44" name="Google Shape;44;p4"/>
          <p:cNvGrpSpPr/>
          <p:nvPr/>
        </p:nvGrpSpPr>
        <p:grpSpPr>
          <a:xfrm>
            <a:off x="4406400" y="0"/>
            <a:ext cx="4737600" cy="5143065"/>
            <a:chOff x="4406400" y="0"/>
            <a:chExt cx="4737600" cy="5143065"/>
          </a:xfrm>
        </p:grpSpPr>
        <p:sp>
          <p:nvSpPr>
            <p:cNvPr id="45" name="Google Shape;45;p4"/>
            <p:cNvSpPr/>
            <p:nvPr/>
          </p:nvSpPr>
          <p:spPr>
            <a:xfrm rot="5400000">
              <a:off x="4408200" y="-1800"/>
              <a:ext cx="47340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4"/>
            <p:cNvSpPr/>
            <p:nvPr/>
          </p:nvSpPr>
          <p:spPr>
            <a:xfrm rot="5400000">
              <a:off x="4841125" y="5700"/>
              <a:ext cx="42981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4"/>
            <p:cNvSpPr/>
            <p:nvPr/>
          </p:nvSpPr>
          <p:spPr>
            <a:xfrm rot="-5400000">
              <a:off x="5618399" y="123646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4"/>
            <p:cNvSpPr/>
            <p:nvPr/>
          </p:nvSpPr>
          <p:spPr>
            <a:xfrm flipH="1">
              <a:off x="5849857" y="14439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4"/>
            <p:cNvSpPr/>
            <p:nvPr/>
          </p:nvSpPr>
          <p:spPr>
            <a:xfrm rot="-5400000">
              <a:off x="5987081" y="24694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4"/>
            <p:cNvSpPr/>
            <p:nvPr/>
          </p:nvSpPr>
          <p:spPr>
            <a:xfrm flipH="1">
              <a:off x="6222115" y="267695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4"/>
            <p:cNvSpPr/>
            <p:nvPr/>
          </p:nvSpPr>
          <p:spPr>
            <a:xfrm rot="-5400000">
              <a:off x="6675341" y="186201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p4"/>
            <p:cNvSpPr/>
            <p:nvPr/>
          </p:nvSpPr>
          <p:spPr>
            <a:xfrm flipH="1">
              <a:off x="6908099" y="2069505"/>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4"/>
            <p:cNvSpPr/>
            <p:nvPr/>
          </p:nvSpPr>
          <p:spPr>
            <a:xfrm rot="-5400000">
              <a:off x="6861141" y="247781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4"/>
            <p:cNvSpPr/>
            <p:nvPr/>
          </p:nvSpPr>
          <p:spPr>
            <a:xfrm flipH="1">
              <a:off x="7965266" y="269296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4"/>
            <p:cNvSpPr/>
            <p:nvPr/>
          </p:nvSpPr>
          <p:spPr>
            <a:xfrm flipH="1">
              <a:off x="8145082" y="330875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4"/>
            <p:cNvSpPr/>
            <p:nvPr/>
          </p:nvSpPr>
          <p:spPr>
            <a:xfrm rot="-5400000">
              <a:off x="7047599" y="309501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4"/>
            <p:cNvSpPr/>
            <p:nvPr/>
          </p:nvSpPr>
          <p:spPr>
            <a:xfrm flipH="1">
              <a:off x="7276649" y="330250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4"/>
            <p:cNvSpPr/>
            <p:nvPr/>
          </p:nvSpPr>
          <p:spPr>
            <a:xfrm rot="-5400000">
              <a:off x="7227414" y="3710807"/>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4"/>
            <p:cNvSpPr/>
            <p:nvPr/>
          </p:nvSpPr>
          <p:spPr>
            <a:xfrm flipH="1">
              <a:off x="7462448" y="391829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4"/>
            <p:cNvSpPr/>
            <p:nvPr/>
          </p:nvSpPr>
          <p:spPr>
            <a:xfrm rot="-5400000">
              <a:off x="8102491" y="371847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4"/>
            <p:cNvSpPr/>
            <p:nvPr/>
          </p:nvSpPr>
          <p:spPr>
            <a:xfrm flipH="1">
              <a:off x="8334533" y="392596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4"/>
            <p:cNvSpPr/>
            <p:nvPr/>
          </p:nvSpPr>
          <p:spPr>
            <a:xfrm rot="-5400000">
              <a:off x="8288290" y="43342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3" name="Google Shape;63;p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s"/>
              <a:t>‹#›</a:t>
            </a:fld>
            <a:endParaRPr/>
          </a:p>
        </p:txBody>
      </p:sp>
      <p:sp>
        <p:nvSpPr>
          <p:cNvPr id="64" name="Google Shape;64;p4"/>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5" name="Shape 65"/>
        <p:cNvGrpSpPr/>
        <p:nvPr/>
      </p:nvGrpSpPr>
      <p:grpSpPr>
        <a:xfrm>
          <a:off x="0" y="0"/>
          <a:ext cx="0" cy="0"/>
          <a:chOff x="0" y="0"/>
          <a:chExt cx="0" cy="0"/>
        </a:xfrm>
      </p:grpSpPr>
      <p:sp>
        <p:nvSpPr>
          <p:cNvPr id="66" name="Google Shape;66;p5">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5">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5">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5">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0" name="Google Shape;70;p5"/>
          <p:cNvGrpSpPr/>
          <p:nvPr/>
        </p:nvGrpSpPr>
        <p:grpSpPr>
          <a:xfrm>
            <a:off x="0" y="381001"/>
            <a:ext cx="1037850" cy="1016287"/>
            <a:chOff x="0" y="381001"/>
            <a:chExt cx="1037850" cy="1016287"/>
          </a:xfrm>
        </p:grpSpPr>
        <p:sp>
          <p:nvSpPr>
            <p:cNvPr id="71" name="Google Shape;71;p5"/>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5"/>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3" name="Google Shape;73;p5"/>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74" name="Google Shape;74;p5"/>
          <p:cNvSpPr txBox="1"/>
          <p:nvPr>
            <p:ph idx="1" type="body"/>
          </p:nvPr>
        </p:nvSpPr>
        <p:spPr>
          <a:xfrm>
            <a:off x="1297500" y="1567550"/>
            <a:ext cx="7038900" cy="29112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75" name="Google Shape;75;p5"/>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_alt1">
  <p:cSld name="TITLE_AND_BODY_2">
    <p:spTree>
      <p:nvGrpSpPr>
        <p:cNvPr id="76" name="Shape 76"/>
        <p:cNvGrpSpPr/>
        <p:nvPr/>
      </p:nvGrpSpPr>
      <p:grpSpPr>
        <a:xfrm>
          <a:off x="0" y="0"/>
          <a:ext cx="0" cy="0"/>
          <a:chOff x="0" y="0"/>
          <a:chExt cx="0" cy="0"/>
        </a:xfrm>
      </p:grpSpPr>
      <p:sp>
        <p:nvSpPr>
          <p:cNvPr id="77" name="Google Shape;77;p6"/>
          <p:cNvSpPr txBox="1"/>
          <p:nvPr>
            <p:ph type="title"/>
          </p:nvPr>
        </p:nvSpPr>
        <p:spPr>
          <a:xfrm>
            <a:off x="361071" y="1924852"/>
            <a:ext cx="2304900" cy="1797300"/>
          </a:xfrm>
          <a:prstGeom prst="rect">
            <a:avLst/>
          </a:prstGeom>
        </p:spPr>
        <p:txBody>
          <a:bodyPr anchorCtr="0" anchor="t" bIns="91425" lIns="91425" spcFirstLastPara="1" rIns="91425" wrap="square" tIns="91425">
            <a:noAutofit/>
          </a:bodyPr>
          <a:lstStyle>
            <a:lvl1pPr lvl="0" rtl="0">
              <a:spcBef>
                <a:spcPts val="0"/>
              </a:spcBef>
              <a:spcAft>
                <a:spcPts val="0"/>
              </a:spcAft>
              <a:buSzPts val="1800"/>
              <a:buNone/>
              <a:defRPr sz="1800"/>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78" name="Google Shape;78;p6"/>
          <p:cNvSpPr/>
          <p:nvPr/>
        </p:nvSpPr>
        <p:spPr>
          <a:xfrm>
            <a:off x="4564200" y="0"/>
            <a:ext cx="45798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6"/>
          <p:cNvSpPr txBox="1"/>
          <p:nvPr>
            <p:ph idx="1" type="body"/>
          </p:nvPr>
        </p:nvSpPr>
        <p:spPr>
          <a:xfrm>
            <a:off x="6451271" y="1924850"/>
            <a:ext cx="2304900" cy="1797300"/>
          </a:xfrm>
          <a:prstGeom prst="rect">
            <a:avLst/>
          </a:prstGeom>
        </p:spPr>
        <p:txBody>
          <a:bodyPr anchorCtr="0" anchor="t" bIns="91425" lIns="91425" spcFirstLastPara="1" rIns="91425" wrap="square" tIns="91425">
            <a:noAutofit/>
          </a:bodyPr>
          <a:lstStyle>
            <a:lvl1pPr indent="-298450" lvl="0" marL="457200" rtl="0">
              <a:spcBef>
                <a:spcPts val="0"/>
              </a:spcBef>
              <a:spcAft>
                <a:spcPts val="0"/>
              </a:spcAft>
              <a:buClr>
                <a:schemeClr val="dk1"/>
              </a:buClr>
              <a:buSzPts val="1100"/>
              <a:buChar char="●"/>
              <a:defRPr sz="1100">
                <a:solidFill>
                  <a:schemeClr val="dk1"/>
                </a:solidFill>
              </a:defRPr>
            </a:lvl1pPr>
            <a:lvl2pPr indent="-298450" lvl="1" marL="914400" rtl="0">
              <a:spcBef>
                <a:spcPts val="1600"/>
              </a:spcBef>
              <a:spcAft>
                <a:spcPts val="0"/>
              </a:spcAft>
              <a:buClr>
                <a:schemeClr val="dk1"/>
              </a:buClr>
              <a:buSzPts val="1100"/>
              <a:buChar char="○"/>
              <a:defRPr>
                <a:solidFill>
                  <a:schemeClr val="dk1"/>
                </a:solidFill>
              </a:defRPr>
            </a:lvl2pPr>
            <a:lvl3pPr indent="-298450" lvl="2" marL="1371600" rtl="0">
              <a:spcBef>
                <a:spcPts val="1600"/>
              </a:spcBef>
              <a:spcAft>
                <a:spcPts val="0"/>
              </a:spcAft>
              <a:buClr>
                <a:schemeClr val="dk1"/>
              </a:buClr>
              <a:buSzPts val="1100"/>
              <a:buChar char="■"/>
              <a:defRPr>
                <a:solidFill>
                  <a:schemeClr val="dk1"/>
                </a:solidFill>
              </a:defRPr>
            </a:lvl3pPr>
            <a:lvl4pPr indent="-298450" lvl="3" marL="1828800" rtl="0">
              <a:spcBef>
                <a:spcPts val="1600"/>
              </a:spcBef>
              <a:spcAft>
                <a:spcPts val="0"/>
              </a:spcAft>
              <a:buClr>
                <a:schemeClr val="dk1"/>
              </a:buClr>
              <a:buSzPts val="1100"/>
              <a:buChar char="●"/>
              <a:defRPr>
                <a:solidFill>
                  <a:schemeClr val="dk1"/>
                </a:solidFill>
              </a:defRPr>
            </a:lvl4pPr>
            <a:lvl5pPr indent="-298450" lvl="4" marL="2286000" rtl="0">
              <a:spcBef>
                <a:spcPts val="1600"/>
              </a:spcBef>
              <a:spcAft>
                <a:spcPts val="0"/>
              </a:spcAft>
              <a:buClr>
                <a:schemeClr val="dk1"/>
              </a:buClr>
              <a:buSzPts val="1100"/>
              <a:buChar char="○"/>
              <a:defRPr>
                <a:solidFill>
                  <a:schemeClr val="dk1"/>
                </a:solidFill>
              </a:defRPr>
            </a:lvl5pPr>
            <a:lvl6pPr indent="-298450" lvl="5" marL="2743200" rtl="0">
              <a:spcBef>
                <a:spcPts val="1600"/>
              </a:spcBef>
              <a:spcAft>
                <a:spcPts val="0"/>
              </a:spcAft>
              <a:buClr>
                <a:schemeClr val="dk1"/>
              </a:buClr>
              <a:buSzPts val="1100"/>
              <a:buChar char="■"/>
              <a:defRPr>
                <a:solidFill>
                  <a:schemeClr val="dk1"/>
                </a:solidFill>
              </a:defRPr>
            </a:lvl6pPr>
            <a:lvl7pPr indent="-298450" lvl="6" marL="3200400" rtl="0">
              <a:spcBef>
                <a:spcPts val="1600"/>
              </a:spcBef>
              <a:spcAft>
                <a:spcPts val="0"/>
              </a:spcAft>
              <a:buClr>
                <a:schemeClr val="dk1"/>
              </a:buClr>
              <a:buSzPts val="1100"/>
              <a:buChar char="●"/>
              <a:defRPr>
                <a:solidFill>
                  <a:schemeClr val="dk1"/>
                </a:solidFill>
              </a:defRPr>
            </a:lvl7pPr>
            <a:lvl8pPr indent="-298450" lvl="7" marL="3657600" rtl="0">
              <a:spcBef>
                <a:spcPts val="1600"/>
              </a:spcBef>
              <a:spcAft>
                <a:spcPts val="0"/>
              </a:spcAft>
              <a:buClr>
                <a:schemeClr val="dk1"/>
              </a:buClr>
              <a:buSzPts val="1100"/>
              <a:buChar char="○"/>
              <a:defRPr>
                <a:solidFill>
                  <a:schemeClr val="dk1"/>
                </a:solidFill>
              </a:defRPr>
            </a:lvl8pPr>
            <a:lvl9pPr indent="-298450" lvl="8" marL="4114800" rtl="0">
              <a:spcBef>
                <a:spcPts val="1600"/>
              </a:spcBef>
              <a:spcAft>
                <a:spcPts val="1600"/>
              </a:spcAft>
              <a:buClr>
                <a:schemeClr val="dk1"/>
              </a:buClr>
              <a:buSzPts val="1100"/>
              <a:buChar char="■"/>
              <a:defRPr>
                <a:solidFill>
                  <a:schemeClr val="dk1"/>
                </a:solidFill>
              </a:defRPr>
            </a:lvl9pPr>
          </a:lstStyle>
          <a:p/>
        </p:txBody>
      </p:sp>
      <p:sp>
        <p:nvSpPr>
          <p:cNvPr id="80" name="Google Shape;80;p6">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6">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6">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6">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4" name="Google Shape;84;p6"/>
          <p:cNvGrpSpPr/>
          <p:nvPr/>
        </p:nvGrpSpPr>
        <p:grpSpPr>
          <a:xfrm>
            <a:off x="0" y="381001"/>
            <a:ext cx="1037850" cy="1016287"/>
            <a:chOff x="0" y="381001"/>
            <a:chExt cx="1037850" cy="1016287"/>
          </a:xfrm>
        </p:grpSpPr>
        <p:sp>
          <p:nvSpPr>
            <p:cNvPr id="85" name="Google Shape;85;p6"/>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6"/>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7" name="Google Shape;87;p6"/>
          <p:cNvSpPr txBox="1"/>
          <p:nvPr>
            <p:ph idx="2" type="title"/>
          </p:nvPr>
        </p:nvSpPr>
        <p:spPr>
          <a:xfrm>
            <a:off x="1297500" y="459490"/>
            <a:ext cx="3005700" cy="510900"/>
          </a:xfrm>
          <a:prstGeom prst="rect">
            <a:avLst/>
          </a:prstGeom>
        </p:spPr>
        <p:txBody>
          <a:bodyPr anchorCtr="0" anchor="t" bIns="91425" lIns="91425" spcFirstLastPara="1" rIns="91425" wrap="square" tIns="91425">
            <a:noAutofit/>
          </a:bodyPr>
          <a:lstStyle>
            <a:lvl1pPr lvl="0" rtl="0">
              <a:spcBef>
                <a:spcPts val="0"/>
              </a:spcBef>
              <a:spcAft>
                <a:spcPts val="0"/>
              </a:spcAft>
              <a:buSzPts val="1000"/>
              <a:buNone/>
              <a:defRPr sz="1000"/>
            </a:lvl1pPr>
            <a:lvl2pPr lvl="1" rtl="0">
              <a:spcBef>
                <a:spcPts val="0"/>
              </a:spcBef>
              <a:spcAft>
                <a:spcPts val="0"/>
              </a:spcAft>
              <a:buSzPts val="1000"/>
              <a:buNone/>
              <a:defRPr sz="1000"/>
            </a:lvl2pPr>
            <a:lvl3pPr lvl="2" rtl="0">
              <a:spcBef>
                <a:spcPts val="0"/>
              </a:spcBef>
              <a:spcAft>
                <a:spcPts val="0"/>
              </a:spcAft>
              <a:buSzPts val="1000"/>
              <a:buNone/>
              <a:defRPr sz="1000"/>
            </a:lvl3pPr>
            <a:lvl4pPr lvl="3" rtl="0">
              <a:spcBef>
                <a:spcPts val="0"/>
              </a:spcBef>
              <a:spcAft>
                <a:spcPts val="0"/>
              </a:spcAft>
              <a:buSzPts val="1000"/>
              <a:buNone/>
              <a:defRPr sz="1000"/>
            </a:lvl4pPr>
            <a:lvl5pPr lvl="4" rtl="0">
              <a:spcBef>
                <a:spcPts val="0"/>
              </a:spcBef>
              <a:spcAft>
                <a:spcPts val="0"/>
              </a:spcAft>
              <a:buSzPts val="1000"/>
              <a:buNone/>
              <a:defRPr sz="1000"/>
            </a:lvl5pPr>
            <a:lvl6pPr lvl="5" rtl="0">
              <a:spcBef>
                <a:spcPts val="0"/>
              </a:spcBef>
              <a:spcAft>
                <a:spcPts val="0"/>
              </a:spcAft>
              <a:buSzPts val="1000"/>
              <a:buNone/>
              <a:defRPr sz="1000"/>
            </a:lvl6pPr>
            <a:lvl7pPr lvl="6" rtl="0">
              <a:spcBef>
                <a:spcPts val="0"/>
              </a:spcBef>
              <a:spcAft>
                <a:spcPts val="0"/>
              </a:spcAft>
              <a:buSzPts val="1000"/>
              <a:buNone/>
              <a:defRPr sz="1000"/>
            </a:lvl7pPr>
            <a:lvl8pPr lvl="7" rtl="0">
              <a:spcBef>
                <a:spcPts val="0"/>
              </a:spcBef>
              <a:spcAft>
                <a:spcPts val="0"/>
              </a:spcAft>
              <a:buSzPts val="1000"/>
              <a:buNone/>
              <a:defRPr sz="1000"/>
            </a:lvl8pPr>
            <a:lvl9pPr lvl="8" rtl="0">
              <a:spcBef>
                <a:spcPts val="0"/>
              </a:spcBef>
              <a:spcAft>
                <a:spcPts val="0"/>
              </a:spcAft>
              <a:buSzPts val="1000"/>
              <a:buNone/>
              <a:defRPr sz="1000"/>
            </a:lvl9pPr>
          </a:lstStyle>
          <a:p/>
        </p:txBody>
      </p:sp>
      <p:sp>
        <p:nvSpPr>
          <p:cNvPr id="88" name="Google Shape;88;p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_alt2">
  <p:cSld name="TITLE_AND_BODY_2_1">
    <p:spTree>
      <p:nvGrpSpPr>
        <p:cNvPr id="89" name="Shape 89"/>
        <p:cNvGrpSpPr/>
        <p:nvPr/>
      </p:nvGrpSpPr>
      <p:grpSpPr>
        <a:xfrm>
          <a:off x="0" y="0"/>
          <a:ext cx="0" cy="0"/>
          <a:chOff x="0" y="0"/>
          <a:chExt cx="0" cy="0"/>
        </a:xfrm>
      </p:grpSpPr>
      <p:sp>
        <p:nvSpPr>
          <p:cNvPr id="90" name="Google Shape;90;p7"/>
          <p:cNvSpPr txBox="1"/>
          <p:nvPr>
            <p:ph type="title"/>
          </p:nvPr>
        </p:nvSpPr>
        <p:spPr>
          <a:xfrm>
            <a:off x="702850" y="1708619"/>
            <a:ext cx="3333300" cy="1470900"/>
          </a:xfrm>
          <a:prstGeom prst="rect">
            <a:avLst/>
          </a:prstGeom>
        </p:spPr>
        <p:txBody>
          <a:bodyPr anchorCtr="0" anchor="t" bIns="91425" lIns="91425" spcFirstLastPara="1" rIns="91425" wrap="square" tIns="91425">
            <a:noAutofit/>
          </a:bodyPr>
          <a:lstStyle>
            <a:lvl1pPr lvl="0" rtl="0">
              <a:spcBef>
                <a:spcPts val="0"/>
              </a:spcBef>
              <a:spcAft>
                <a:spcPts val="0"/>
              </a:spcAft>
              <a:buSzPts val="1800"/>
              <a:buNone/>
              <a:defRPr sz="1800"/>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91" name="Google Shape;91;p7"/>
          <p:cNvSpPr/>
          <p:nvPr/>
        </p:nvSpPr>
        <p:spPr>
          <a:xfrm>
            <a:off x="0" y="3486600"/>
            <a:ext cx="9144000" cy="16569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7">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7">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7">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p7">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6" name="Google Shape;96;p7"/>
          <p:cNvGrpSpPr/>
          <p:nvPr/>
        </p:nvGrpSpPr>
        <p:grpSpPr>
          <a:xfrm>
            <a:off x="0" y="381001"/>
            <a:ext cx="1037850" cy="1016287"/>
            <a:chOff x="0" y="381001"/>
            <a:chExt cx="1037850" cy="1016287"/>
          </a:xfrm>
        </p:grpSpPr>
        <p:sp>
          <p:nvSpPr>
            <p:cNvPr id="97" name="Google Shape;97;p7"/>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7"/>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9" name="Google Shape;99;p7"/>
          <p:cNvSpPr txBox="1"/>
          <p:nvPr>
            <p:ph idx="2" type="title"/>
          </p:nvPr>
        </p:nvSpPr>
        <p:spPr>
          <a:xfrm>
            <a:off x="1297500" y="459490"/>
            <a:ext cx="3005700" cy="510900"/>
          </a:xfrm>
          <a:prstGeom prst="rect">
            <a:avLst/>
          </a:prstGeom>
        </p:spPr>
        <p:txBody>
          <a:bodyPr anchorCtr="0" anchor="t" bIns="91425" lIns="91425" spcFirstLastPara="1" rIns="91425" wrap="square" tIns="91425">
            <a:noAutofit/>
          </a:bodyPr>
          <a:lstStyle>
            <a:lvl1pPr lvl="0" rtl="0">
              <a:spcBef>
                <a:spcPts val="0"/>
              </a:spcBef>
              <a:spcAft>
                <a:spcPts val="0"/>
              </a:spcAft>
              <a:buSzPts val="1000"/>
              <a:buNone/>
              <a:defRPr sz="1000"/>
            </a:lvl1pPr>
            <a:lvl2pPr lvl="1" rtl="0">
              <a:spcBef>
                <a:spcPts val="0"/>
              </a:spcBef>
              <a:spcAft>
                <a:spcPts val="0"/>
              </a:spcAft>
              <a:buSzPts val="1000"/>
              <a:buNone/>
              <a:defRPr sz="1000"/>
            </a:lvl2pPr>
            <a:lvl3pPr lvl="2" rtl="0">
              <a:spcBef>
                <a:spcPts val="0"/>
              </a:spcBef>
              <a:spcAft>
                <a:spcPts val="0"/>
              </a:spcAft>
              <a:buSzPts val="1000"/>
              <a:buNone/>
              <a:defRPr sz="1000"/>
            </a:lvl3pPr>
            <a:lvl4pPr lvl="3" rtl="0">
              <a:spcBef>
                <a:spcPts val="0"/>
              </a:spcBef>
              <a:spcAft>
                <a:spcPts val="0"/>
              </a:spcAft>
              <a:buSzPts val="1000"/>
              <a:buNone/>
              <a:defRPr sz="1000"/>
            </a:lvl4pPr>
            <a:lvl5pPr lvl="4" rtl="0">
              <a:spcBef>
                <a:spcPts val="0"/>
              </a:spcBef>
              <a:spcAft>
                <a:spcPts val="0"/>
              </a:spcAft>
              <a:buSzPts val="1000"/>
              <a:buNone/>
              <a:defRPr sz="1000"/>
            </a:lvl5pPr>
            <a:lvl6pPr lvl="5" rtl="0">
              <a:spcBef>
                <a:spcPts val="0"/>
              </a:spcBef>
              <a:spcAft>
                <a:spcPts val="0"/>
              </a:spcAft>
              <a:buSzPts val="1000"/>
              <a:buNone/>
              <a:defRPr sz="1000"/>
            </a:lvl6pPr>
            <a:lvl7pPr lvl="6" rtl="0">
              <a:spcBef>
                <a:spcPts val="0"/>
              </a:spcBef>
              <a:spcAft>
                <a:spcPts val="0"/>
              </a:spcAft>
              <a:buSzPts val="1000"/>
              <a:buNone/>
              <a:defRPr sz="1000"/>
            </a:lvl7pPr>
            <a:lvl8pPr lvl="7" rtl="0">
              <a:spcBef>
                <a:spcPts val="0"/>
              </a:spcBef>
              <a:spcAft>
                <a:spcPts val="0"/>
              </a:spcAft>
              <a:buSzPts val="1000"/>
              <a:buNone/>
              <a:defRPr sz="1000"/>
            </a:lvl8pPr>
            <a:lvl9pPr lvl="8" rtl="0">
              <a:spcBef>
                <a:spcPts val="0"/>
              </a:spcBef>
              <a:spcAft>
                <a:spcPts val="0"/>
              </a:spcAft>
              <a:buSzPts val="1000"/>
              <a:buNone/>
              <a:defRPr sz="1000"/>
            </a:lvl9pPr>
          </a:lstStyle>
          <a:p/>
        </p:txBody>
      </p:sp>
      <p:sp>
        <p:nvSpPr>
          <p:cNvPr id="100" name="Google Shape;100;p7"/>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s"/>
              <a:t>‹#›</a:t>
            </a:fld>
            <a:endParaRPr/>
          </a:p>
        </p:txBody>
      </p:sp>
      <p:sp>
        <p:nvSpPr>
          <p:cNvPr id="101" name="Google Shape;101;p7"/>
          <p:cNvSpPr txBox="1"/>
          <p:nvPr>
            <p:ph idx="1" type="body"/>
          </p:nvPr>
        </p:nvSpPr>
        <p:spPr>
          <a:xfrm>
            <a:off x="702850" y="3625275"/>
            <a:ext cx="3333300" cy="765300"/>
          </a:xfrm>
          <a:prstGeom prst="rect">
            <a:avLst/>
          </a:prstGeom>
        </p:spPr>
        <p:txBody>
          <a:bodyPr anchorCtr="0" anchor="t" bIns="91425" lIns="91425" spcFirstLastPara="1" rIns="91425" wrap="square" tIns="91425">
            <a:noAutofit/>
          </a:bodyPr>
          <a:lstStyle>
            <a:lvl1pPr indent="-298450" lvl="0" marL="457200" rtl="0">
              <a:spcBef>
                <a:spcPts val="0"/>
              </a:spcBef>
              <a:spcAft>
                <a:spcPts val="0"/>
              </a:spcAft>
              <a:buClr>
                <a:schemeClr val="dk1"/>
              </a:buClr>
              <a:buSzPts val="1100"/>
              <a:buChar char="●"/>
              <a:defRPr sz="1100">
                <a:solidFill>
                  <a:schemeClr val="dk1"/>
                </a:solidFill>
              </a:defRPr>
            </a:lvl1pPr>
            <a:lvl2pPr indent="-298450" lvl="1" marL="914400" rtl="0">
              <a:spcBef>
                <a:spcPts val="1600"/>
              </a:spcBef>
              <a:spcAft>
                <a:spcPts val="0"/>
              </a:spcAft>
              <a:buClr>
                <a:schemeClr val="dk1"/>
              </a:buClr>
              <a:buSzPts val="1100"/>
              <a:buChar char="○"/>
              <a:defRPr>
                <a:solidFill>
                  <a:schemeClr val="dk1"/>
                </a:solidFill>
              </a:defRPr>
            </a:lvl2pPr>
            <a:lvl3pPr indent="-298450" lvl="2" marL="1371600" rtl="0">
              <a:spcBef>
                <a:spcPts val="1600"/>
              </a:spcBef>
              <a:spcAft>
                <a:spcPts val="0"/>
              </a:spcAft>
              <a:buClr>
                <a:schemeClr val="dk1"/>
              </a:buClr>
              <a:buSzPts val="1100"/>
              <a:buChar char="■"/>
              <a:defRPr>
                <a:solidFill>
                  <a:schemeClr val="dk1"/>
                </a:solidFill>
              </a:defRPr>
            </a:lvl3pPr>
            <a:lvl4pPr indent="-298450" lvl="3" marL="1828800" rtl="0">
              <a:spcBef>
                <a:spcPts val="1600"/>
              </a:spcBef>
              <a:spcAft>
                <a:spcPts val="0"/>
              </a:spcAft>
              <a:buClr>
                <a:schemeClr val="dk1"/>
              </a:buClr>
              <a:buSzPts val="1100"/>
              <a:buChar char="●"/>
              <a:defRPr>
                <a:solidFill>
                  <a:schemeClr val="dk1"/>
                </a:solidFill>
              </a:defRPr>
            </a:lvl4pPr>
            <a:lvl5pPr indent="-298450" lvl="4" marL="2286000" rtl="0">
              <a:spcBef>
                <a:spcPts val="1600"/>
              </a:spcBef>
              <a:spcAft>
                <a:spcPts val="0"/>
              </a:spcAft>
              <a:buClr>
                <a:schemeClr val="dk1"/>
              </a:buClr>
              <a:buSzPts val="1100"/>
              <a:buChar char="○"/>
              <a:defRPr>
                <a:solidFill>
                  <a:schemeClr val="dk1"/>
                </a:solidFill>
              </a:defRPr>
            </a:lvl5pPr>
            <a:lvl6pPr indent="-298450" lvl="5" marL="2743200" rtl="0">
              <a:spcBef>
                <a:spcPts val="1600"/>
              </a:spcBef>
              <a:spcAft>
                <a:spcPts val="0"/>
              </a:spcAft>
              <a:buClr>
                <a:schemeClr val="dk1"/>
              </a:buClr>
              <a:buSzPts val="1100"/>
              <a:buChar char="■"/>
              <a:defRPr>
                <a:solidFill>
                  <a:schemeClr val="dk1"/>
                </a:solidFill>
              </a:defRPr>
            </a:lvl6pPr>
            <a:lvl7pPr indent="-298450" lvl="6" marL="3200400" rtl="0">
              <a:spcBef>
                <a:spcPts val="1600"/>
              </a:spcBef>
              <a:spcAft>
                <a:spcPts val="0"/>
              </a:spcAft>
              <a:buClr>
                <a:schemeClr val="dk1"/>
              </a:buClr>
              <a:buSzPts val="1100"/>
              <a:buChar char="●"/>
              <a:defRPr>
                <a:solidFill>
                  <a:schemeClr val="dk1"/>
                </a:solidFill>
              </a:defRPr>
            </a:lvl7pPr>
            <a:lvl8pPr indent="-298450" lvl="7" marL="3657600" rtl="0">
              <a:spcBef>
                <a:spcPts val="1600"/>
              </a:spcBef>
              <a:spcAft>
                <a:spcPts val="0"/>
              </a:spcAft>
              <a:buClr>
                <a:schemeClr val="dk1"/>
              </a:buClr>
              <a:buSzPts val="1100"/>
              <a:buChar char="○"/>
              <a:defRPr>
                <a:solidFill>
                  <a:schemeClr val="dk1"/>
                </a:solidFill>
              </a:defRPr>
            </a:lvl8pPr>
            <a:lvl9pPr indent="-298450" lvl="8" marL="4114800" rtl="0">
              <a:spcBef>
                <a:spcPts val="1600"/>
              </a:spcBef>
              <a:spcAft>
                <a:spcPts val="1600"/>
              </a:spcAft>
              <a:buClr>
                <a:schemeClr val="dk1"/>
              </a:buClr>
              <a:buSzPts val="1100"/>
              <a:buChar char="■"/>
              <a:defRPr>
                <a:solidFill>
                  <a:schemeClr val="dk1"/>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02" name="Shape 102"/>
        <p:cNvGrpSpPr/>
        <p:nvPr/>
      </p:nvGrpSpPr>
      <p:grpSpPr>
        <a:xfrm>
          <a:off x="0" y="0"/>
          <a:ext cx="0" cy="0"/>
          <a:chOff x="0" y="0"/>
          <a:chExt cx="0" cy="0"/>
        </a:xfrm>
      </p:grpSpPr>
      <p:sp>
        <p:nvSpPr>
          <p:cNvPr id="103" name="Google Shape;103;p8">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8">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8">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8">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7" name="Google Shape;107;p8"/>
          <p:cNvGrpSpPr/>
          <p:nvPr/>
        </p:nvGrpSpPr>
        <p:grpSpPr>
          <a:xfrm>
            <a:off x="0" y="381001"/>
            <a:ext cx="1037850" cy="1016287"/>
            <a:chOff x="0" y="381001"/>
            <a:chExt cx="1037850" cy="1016287"/>
          </a:xfrm>
        </p:grpSpPr>
        <p:sp>
          <p:nvSpPr>
            <p:cNvPr id="108" name="Google Shape;108;p8"/>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8"/>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0" name="Google Shape;110;p8"/>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111" name="Google Shape;111;p8"/>
          <p:cNvSpPr txBox="1"/>
          <p:nvPr>
            <p:ph idx="1" type="body"/>
          </p:nvPr>
        </p:nvSpPr>
        <p:spPr>
          <a:xfrm>
            <a:off x="1297500" y="1567550"/>
            <a:ext cx="3403200" cy="29112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112" name="Google Shape;112;p8"/>
          <p:cNvSpPr txBox="1"/>
          <p:nvPr>
            <p:ph idx="2" type="body"/>
          </p:nvPr>
        </p:nvSpPr>
        <p:spPr>
          <a:xfrm>
            <a:off x="4933221" y="1567550"/>
            <a:ext cx="3403200" cy="29112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113" name="Google Shape;113;p8"/>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14" name="Shape 114"/>
        <p:cNvGrpSpPr/>
        <p:nvPr/>
      </p:nvGrpSpPr>
      <p:grpSpPr>
        <a:xfrm>
          <a:off x="0" y="0"/>
          <a:ext cx="0" cy="0"/>
          <a:chOff x="0" y="0"/>
          <a:chExt cx="0" cy="0"/>
        </a:xfrm>
      </p:grpSpPr>
      <p:sp>
        <p:nvSpPr>
          <p:cNvPr id="115" name="Google Shape;115;p9">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9">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9">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9">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9" name="Google Shape;119;p9"/>
          <p:cNvGrpSpPr/>
          <p:nvPr/>
        </p:nvGrpSpPr>
        <p:grpSpPr>
          <a:xfrm>
            <a:off x="0" y="381001"/>
            <a:ext cx="1037850" cy="1016287"/>
            <a:chOff x="0" y="381001"/>
            <a:chExt cx="1037850" cy="1016287"/>
          </a:xfrm>
        </p:grpSpPr>
        <p:sp>
          <p:nvSpPr>
            <p:cNvPr id="120" name="Google Shape;120;p9"/>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9"/>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2" name="Google Shape;122;p9"/>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123" name="Google Shape;123;p9"/>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24" name="Shape 124"/>
        <p:cNvGrpSpPr/>
        <p:nvPr/>
      </p:nvGrpSpPr>
      <p:grpSpPr>
        <a:xfrm>
          <a:off x="0" y="0"/>
          <a:ext cx="0" cy="0"/>
          <a:chOff x="0" y="0"/>
          <a:chExt cx="0" cy="0"/>
        </a:xfrm>
      </p:grpSpPr>
      <p:sp>
        <p:nvSpPr>
          <p:cNvPr id="125" name="Google Shape;125;p10">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10">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10">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10">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9" name="Google Shape;129;p10"/>
          <p:cNvGrpSpPr/>
          <p:nvPr/>
        </p:nvGrpSpPr>
        <p:grpSpPr>
          <a:xfrm>
            <a:off x="0" y="381001"/>
            <a:ext cx="1037850" cy="1016287"/>
            <a:chOff x="0" y="381001"/>
            <a:chExt cx="1037850" cy="1016287"/>
          </a:xfrm>
        </p:grpSpPr>
        <p:sp>
          <p:nvSpPr>
            <p:cNvPr id="130" name="Google Shape;130;p10"/>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10"/>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32" name="Google Shape;132;p10"/>
          <p:cNvSpPr txBox="1"/>
          <p:nvPr>
            <p:ph type="title"/>
          </p:nvPr>
        </p:nvSpPr>
        <p:spPr>
          <a:xfrm>
            <a:off x="1297500" y="393750"/>
            <a:ext cx="3798900" cy="1493100"/>
          </a:xfrm>
          <a:prstGeom prst="rect">
            <a:avLst/>
          </a:prstGeom>
        </p:spPr>
        <p:txBody>
          <a:bodyPr anchorCtr="0" anchor="t"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133" name="Google Shape;133;p10"/>
          <p:cNvSpPr txBox="1"/>
          <p:nvPr>
            <p:ph idx="1" type="body"/>
          </p:nvPr>
        </p:nvSpPr>
        <p:spPr>
          <a:xfrm>
            <a:off x="1297500" y="1972550"/>
            <a:ext cx="3798900" cy="24159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134" name="Google Shape;134;p10"/>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35" name="Shape 135"/>
        <p:cNvGrpSpPr/>
        <p:nvPr/>
      </p:nvGrpSpPr>
      <p:grpSpPr>
        <a:xfrm>
          <a:off x="0" y="0"/>
          <a:ext cx="0" cy="0"/>
          <a:chOff x="0" y="0"/>
          <a:chExt cx="0" cy="0"/>
        </a:xfrm>
      </p:grpSpPr>
      <p:sp>
        <p:nvSpPr>
          <p:cNvPr id="136" name="Google Shape;136;p11">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11">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11">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11">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0" name="Google Shape;140;p11"/>
          <p:cNvGrpSpPr/>
          <p:nvPr/>
        </p:nvGrpSpPr>
        <p:grpSpPr>
          <a:xfrm>
            <a:off x="4406400" y="0"/>
            <a:ext cx="4737600" cy="5143500"/>
            <a:chOff x="4406400" y="0"/>
            <a:chExt cx="4737600" cy="5143500"/>
          </a:xfrm>
        </p:grpSpPr>
        <p:sp>
          <p:nvSpPr>
            <p:cNvPr id="141" name="Google Shape;141;p11"/>
            <p:cNvSpPr/>
            <p:nvPr/>
          </p:nvSpPr>
          <p:spPr>
            <a:xfrm rot="5400000">
              <a:off x="4407900" y="-1500"/>
              <a:ext cx="47346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11"/>
            <p:cNvSpPr/>
            <p:nvPr/>
          </p:nvSpPr>
          <p:spPr>
            <a:xfrm rot="5400000">
              <a:off x="4840825" y="6000"/>
              <a:ext cx="42987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11"/>
            <p:cNvSpPr/>
            <p:nvPr/>
          </p:nvSpPr>
          <p:spPr>
            <a:xfrm rot="-5400000">
              <a:off x="5618399" y="123664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11"/>
            <p:cNvSpPr/>
            <p:nvPr/>
          </p:nvSpPr>
          <p:spPr>
            <a:xfrm flipH="1">
              <a:off x="5849857" y="144407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11"/>
            <p:cNvSpPr/>
            <p:nvPr/>
          </p:nvSpPr>
          <p:spPr>
            <a:xfrm rot="-5400000">
              <a:off x="5987081" y="246974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11"/>
            <p:cNvSpPr/>
            <p:nvPr/>
          </p:nvSpPr>
          <p:spPr>
            <a:xfrm flipH="1">
              <a:off x="6222115" y="2677179"/>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11"/>
            <p:cNvSpPr/>
            <p:nvPr/>
          </p:nvSpPr>
          <p:spPr>
            <a:xfrm rot="-5400000">
              <a:off x="6675341" y="186224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11"/>
            <p:cNvSpPr/>
            <p:nvPr/>
          </p:nvSpPr>
          <p:spPr>
            <a:xfrm flipH="1">
              <a:off x="6908099" y="2069680"/>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11"/>
            <p:cNvSpPr/>
            <p:nvPr/>
          </p:nvSpPr>
          <p:spPr>
            <a:xfrm rot="-5400000">
              <a:off x="6861141" y="247808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11"/>
            <p:cNvSpPr/>
            <p:nvPr/>
          </p:nvSpPr>
          <p:spPr>
            <a:xfrm flipH="1">
              <a:off x="7965266" y="269319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11"/>
            <p:cNvSpPr/>
            <p:nvPr/>
          </p:nvSpPr>
          <p:spPr>
            <a:xfrm flipH="1">
              <a:off x="8145082" y="330903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11"/>
            <p:cNvSpPr/>
            <p:nvPr/>
          </p:nvSpPr>
          <p:spPr>
            <a:xfrm rot="-5400000">
              <a:off x="7047599" y="309534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11"/>
            <p:cNvSpPr/>
            <p:nvPr/>
          </p:nvSpPr>
          <p:spPr>
            <a:xfrm flipH="1">
              <a:off x="7276649" y="330278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11"/>
            <p:cNvSpPr/>
            <p:nvPr/>
          </p:nvSpPr>
          <p:spPr>
            <a:xfrm rot="-5400000">
              <a:off x="7227414" y="3711189"/>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1"/>
            <p:cNvSpPr/>
            <p:nvPr/>
          </p:nvSpPr>
          <p:spPr>
            <a:xfrm flipH="1">
              <a:off x="7462448" y="391862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11"/>
            <p:cNvSpPr/>
            <p:nvPr/>
          </p:nvSpPr>
          <p:spPr>
            <a:xfrm rot="-5400000">
              <a:off x="8102491" y="37188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11"/>
            <p:cNvSpPr/>
            <p:nvPr/>
          </p:nvSpPr>
          <p:spPr>
            <a:xfrm flipH="1">
              <a:off x="8334533" y="392629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11"/>
            <p:cNvSpPr/>
            <p:nvPr/>
          </p:nvSpPr>
          <p:spPr>
            <a:xfrm rot="-5400000">
              <a:off x="8288290" y="433470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9" name="Google Shape;159;p11"/>
          <p:cNvSpPr txBox="1"/>
          <p:nvPr>
            <p:ph type="title"/>
          </p:nvPr>
        </p:nvSpPr>
        <p:spPr>
          <a:xfrm>
            <a:off x="823850" y="866775"/>
            <a:ext cx="4587000" cy="3521100"/>
          </a:xfrm>
          <a:prstGeom prst="rect">
            <a:avLst/>
          </a:prstGeom>
        </p:spPr>
        <p:txBody>
          <a:bodyPr anchorCtr="0" anchor="ctr"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60" name="Google Shape;160;p1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61" name="Shape 161"/>
        <p:cNvGrpSpPr/>
        <p:nvPr/>
      </p:nvGrpSpPr>
      <p:grpSpPr>
        <a:xfrm>
          <a:off x="0" y="0"/>
          <a:ext cx="0" cy="0"/>
          <a:chOff x="0" y="0"/>
          <a:chExt cx="0" cy="0"/>
        </a:xfrm>
      </p:grpSpPr>
      <p:sp>
        <p:nvSpPr>
          <p:cNvPr id="162" name="Google Shape;162;p12">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 name="Google Shape;163;p12">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12">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12">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66" name="Google Shape;166;p12"/>
          <p:cNvGrpSpPr/>
          <p:nvPr/>
        </p:nvGrpSpPr>
        <p:grpSpPr>
          <a:xfrm>
            <a:off x="0" y="381001"/>
            <a:ext cx="1037850" cy="1016287"/>
            <a:chOff x="0" y="381001"/>
            <a:chExt cx="1037850" cy="1016287"/>
          </a:xfrm>
        </p:grpSpPr>
        <p:sp>
          <p:nvSpPr>
            <p:cNvPr id="167" name="Google Shape;167;p12"/>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12"/>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9" name="Google Shape;169;p12"/>
          <p:cNvSpPr txBox="1"/>
          <p:nvPr>
            <p:ph type="title"/>
          </p:nvPr>
        </p:nvSpPr>
        <p:spPr>
          <a:xfrm>
            <a:off x="1297500" y="1658325"/>
            <a:ext cx="3036300" cy="1751700"/>
          </a:xfrm>
          <a:prstGeom prst="rect">
            <a:avLst/>
          </a:prstGeom>
        </p:spPr>
        <p:txBody>
          <a:bodyPr anchorCtr="0" anchor="t"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170" name="Google Shape;170;p12"/>
          <p:cNvSpPr txBox="1"/>
          <p:nvPr>
            <p:ph idx="1" type="subTitle"/>
          </p:nvPr>
        </p:nvSpPr>
        <p:spPr>
          <a:xfrm>
            <a:off x="1297500" y="3538000"/>
            <a:ext cx="3036300" cy="5061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300"/>
              <a:buNone/>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p:txBody>
      </p:sp>
      <p:sp>
        <p:nvSpPr>
          <p:cNvPr id="171" name="Google Shape;171;p12"/>
          <p:cNvSpPr txBox="1"/>
          <p:nvPr>
            <p:ph idx="2" type="body"/>
          </p:nvPr>
        </p:nvSpPr>
        <p:spPr>
          <a:xfrm>
            <a:off x="4648200" y="1696600"/>
            <a:ext cx="3676800" cy="23475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172" name="Google Shape;172;p1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3" name="Shape 173"/>
        <p:cNvGrpSpPr/>
        <p:nvPr/>
      </p:nvGrpSpPr>
      <p:grpSpPr>
        <a:xfrm>
          <a:off x="0" y="0"/>
          <a:ext cx="0" cy="0"/>
          <a:chOff x="0" y="0"/>
          <a:chExt cx="0" cy="0"/>
        </a:xfrm>
      </p:grpSpPr>
      <p:grpSp>
        <p:nvGrpSpPr>
          <p:cNvPr id="174" name="Google Shape;174;p13"/>
          <p:cNvGrpSpPr/>
          <p:nvPr/>
        </p:nvGrpSpPr>
        <p:grpSpPr>
          <a:xfrm>
            <a:off x="0" y="4128572"/>
            <a:ext cx="698925" cy="684657"/>
            <a:chOff x="0" y="3785672"/>
            <a:chExt cx="698925" cy="684657"/>
          </a:xfrm>
        </p:grpSpPr>
        <p:sp>
          <p:nvSpPr>
            <p:cNvPr id="175" name="Google Shape;175;p13"/>
            <p:cNvSpPr/>
            <p:nvPr/>
          </p:nvSpPr>
          <p:spPr>
            <a:xfrm rot="-5400000">
              <a:off x="0" y="3785672"/>
              <a:ext cx="544800" cy="544800"/>
            </a:xfrm>
            <a:prstGeom prst="diagStripe">
              <a:avLst>
                <a:gd fmla="val 50000" name="adj"/>
              </a:avLst>
            </a:prstGeom>
            <a:solidFill>
              <a:schemeClr val="lt1">
                <a:alpha val="96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13"/>
            <p:cNvSpPr/>
            <p:nvPr/>
          </p:nvSpPr>
          <p:spPr>
            <a:xfrm flipH="1">
              <a:off x="154125" y="3925529"/>
              <a:ext cx="544800" cy="544800"/>
            </a:xfrm>
            <a:prstGeom prst="diagStripe">
              <a:avLst>
                <a:gd fmla="val 50000" name="adj"/>
              </a:avLst>
            </a:prstGeom>
            <a:solidFill>
              <a:schemeClr val="lt1">
                <a:alpha val="96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77" name="Google Shape;177;p13"/>
          <p:cNvSpPr txBox="1"/>
          <p:nvPr>
            <p:ph idx="1" type="body"/>
          </p:nvPr>
        </p:nvSpPr>
        <p:spPr>
          <a:xfrm>
            <a:off x="812725" y="4305375"/>
            <a:ext cx="6936000" cy="523800"/>
          </a:xfrm>
          <a:prstGeom prst="rect">
            <a:avLst/>
          </a:prstGeom>
        </p:spPr>
        <p:txBody>
          <a:bodyPr anchorCtr="0" anchor="ctr" bIns="91425" lIns="91425" spcFirstLastPara="1" rIns="91425" wrap="square" tIns="91425">
            <a:noAutofit/>
          </a:bodyPr>
          <a:lstStyle>
            <a:lvl1pPr indent="-228600" lvl="0" marL="457200">
              <a:lnSpc>
                <a:spcPct val="100000"/>
              </a:lnSpc>
              <a:spcBef>
                <a:spcPts val="0"/>
              </a:spcBef>
              <a:spcAft>
                <a:spcPts val="0"/>
              </a:spcAft>
              <a:buSzPts val="1300"/>
              <a:buNone/>
              <a:defRPr/>
            </a:lvl1pPr>
          </a:lstStyle>
          <a:p/>
        </p:txBody>
      </p:sp>
      <p:sp>
        <p:nvSpPr>
          <p:cNvPr id="178" name="Google Shape;178;p1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
        <p:nvSpPr>
          <p:cNvPr id="179" name="Google Shape;179;p13">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13">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13">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p13">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83" name="Shape 183"/>
        <p:cNvGrpSpPr/>
        <p:nvPr/>
      </p:nvGrpSpPr>
      <p:grpSpPr>
        <a:xfrm>
          <a:off x="0" y="0"/>
          <a:ext cx="0" cy="0"/>
          <a:chOff x="0" y="0"/>
          <a:chExt cx="0" cy="0"/>
        </a:xfrm>
      </p:grpSpPr>
      <p:grpSp>
        <p:nvGrpSpPr>
          <p:cNvPr id="184" name="Google Shape;184;p14"/>
          <p:cNvGrpSpPr/>
          <p:nvPr/>
        </p:nvGrpSpPr>
        <p:grpSpPr>
          <a:xfrm>
            <a:off x="4406400" y="0"/>
            <a:ext cx="4737600" cy="5143065"/>
            <a:chOff x="4406400" y="0"/>
            <a:chExt cx="4737600" cy="5143065"/>
          </a:xfrm>
        </p:grpSpPr>
        <p:sp>
          <p:nvSpPr>
            <p:cNvPr id="185" name="Google Shape;185;p14"/>
            <p:cNvSpPr/>
            <p:nvPr/>
          </p:nvSpPr>
          <p:spPr>
            <a:xfrm rot="5400000">
              <a:off x="4408200" y="-1800"/>
              <a:ext cx="47340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14"/>
            <p:cNvSpPr/>
            <p:nvPr/>
          </p:nvSpPr>
          <p:spPr>
            <a:xfrm rot="5400000">
              <a:off x="4841125" y="5700"/>
              <a:ext cx="42981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14"/>
            <p:cNvSpPr/>
            <p:nvPr/>
          </p:nvSpPr>
          <p:spPr>
            <a:xfrm rot="-5400000">
              <a:off x="5618399" y="123646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14"/>
            <p:cNvSpPr/>
            <p:nvPr/>
          </p:nvSpPr>
          <p:spPr>
            <a:xfrm flipH="1">
              <a:off x="5849857" y="14439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4"/>
            <p:cNvSpPr/>
            <p:nvPr/>
          </p:nvSpPr>
          <p:spPr>
            <a:xfrm rot="-5400000">
              <a:off x="5987081" y="24694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14"/>
            <p:cNvSpPr/>
            <p:nvPr/>
          </p:nvSpPr>
          <p:spPr>
            <a:xfrm flipH="1">
              <a:off x="6222115" y="267695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14"/>
            <p:cNvSpPr/>
            <p:nvPr/>
          </p:nvSpPr>
          <p:spPr>
            <a:xfrm rot="-5400000">
              <a:off x="6675341" y="186201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14"/>
            <p:cNvSpPr/>
            <p:nvPr/>
          </p:nvSpPr>
          <p:spPr>
            <a:xfrm flipH="1">
              <a:off x="6908099" y="2069505"/>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14"/>
            <p:cNvSpPr/>
            <p:nvPr/>
          </p:nvSpPr>
          <p:spPr>
            <a:xfrm rot="-5400000">
              <a:off x="6861141" y="247781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14"/>
            <p:cNvSpPr/>
            <p:nvPr/>
          </p:nvSpPr>
          <p:spPr>
            <a:xfrm flipH="1">
              <a:off x="7965266" y="269296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14"/>
            <p:cNvSpPr/>
            <p:nvPr/>
          </p:nvSpPr>
          <p:spPr>
            <a:xfrm flipH="1">
              <a:off x="8145082" y="330875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14"/>
            <p:cNvSpPr/>
            <p:nvPr/>
          </p:nvSpPr>
          <p:spPr>
            <a:xfrm rot="-5400000">
              <a:off x="7047599" y="309501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 name="Google Shape;197;p14"/>
            <p:cNvSpPr/>
            <p:nvPr/>
          </p:nvSpPr>
          <p:spPr>
            <a:xfrm flipH="1">
              <a:off x="7276649" y="330250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14"/>
            <p:cNvSpPr/>
            <p:nvPr/>
          </p:nvSpPr>
          <p:spPr>
            <a:xfrm rot="-5400000">
              <a:off x="7227414" y="3710807"/>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 name="Google Shape;199;p14"/>
            <p:cNvSpPr/>
            <p:nvPr/>
          </p:nvSpPr>
          <p:spPr>
            <a:xfrm flipH="1">
              <a:off x="7462448" y="391829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 name="Google Shape;200;p14"/>
            <p:cNvSpPr/>
            <p:nvPr/>
          </p:nvSpPr>
          <p:spPr>
            <a:xfrm rot="-5400000">
              <a:off x="8102491" y="371847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14"/>
            <p:cNvSpPr/>
            <p:nvPr/>
          </p:nvSpPr>
          <p:spPr>
            <a:xfrm flipH="1">
              <a:off x="8334533" y="392596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14"/>
            <p:cNvSpPr/>
            <p:nvPr/>
          </p:nvSpPr>
          <p:spPr>
            <a:xfrm rot="-5400000">
              <a:off x="8288290" y="43342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03" name="Google Shape;203;p14"/>
          <p:cNvSpPr txBox="1"/>
          <p:nvPr>
            <p:ph hasCustomPrompt="1" type="title"/>
          </p:nvPr>
        </p:nvSpPr>
        <p:spPr>
          <a:xfrm>
            <a:off x="823850" y="1284675"/>
            <a:ext cx="4776000" cy="1300800"/>
          </a:xfrm>
          <a:prstGeom prst="rect">
            <a:avLst/>
          </a:prstGeom>
        </p:spPr>
        <p:txBody>
          <a:bodyPr anchorCtr="0" anchor="t" bIns="91425" lIns="91425" spcFirstLastPara="1" rIns="91425" wrap="square" tIns="91425">
            <a:noAutofit/>
          </a:bodyPr>
          <a:lstStyle>
            <a:lvl1pPr lvl="0">
              <a:spcBef>
                <a:spcPts val="0"/>
              </a:spcBef>
              <a:spcAft>
                <a:spcPts val="0"/>
              </a:spcAft>
              <a:buSzPts val="8000"/>
              <a:buNone/>
              <a:defRPr sz="8000"/>
            </a:lvl1pPr>
            <a:lvl2pPr lvl="1">
              <a:spcBef>
                <a:spcPts val="0"/>
              </a:spcBef>
              <a:spcAft>
                <a:spcPts val="0"/>
              </a:spcAft>
              <a:buSzPts val="8000"/>
              <a:buNone/>
              <a:defRPr sz="8000"/>
            </a:lvl2pPr>
            <a:lvl3pPr lvl="2">
              <a:spcBef>
                <a:spcPts val="0"/>
              </a:spcBef>
              <a:spcAft>
                <a:spcPts val="0"/>
              </a:spcAft>
              <a:buSzPts val="8000"/>
              <a:buNone/>
              <a:defRPr sz="8000"/>
            </a:lvl3pPr>
            <a:lvl4pPr lvl="3">
              <a:spcBef>
                <a:spcPts val="0"/>
              </a:spcBef>
              <a:spcAft>
                <a:spcPts val="0"/>
              </a:spcAft>
              <a:buSzPts val="8000"/>
              <a:buNone/>
              <a:defRPr sz="8000"/>
            </a:lvl4pPr>
            <a:lvl5pPr lvl="4">
              <a:spcBef>
                <a:spcPts val="0"/>
              </a:spcBef>
              <a:spcAft>
                <a:spcPts val="0"/>
              </a:spcAft>
              <a:buSzPts val="8000"/>
              <a:buNone/>
              <a:defRPr sz="8000"/>
            </a:lvl5pPr>
            <a:lvl6pPr lvl="5">
              <a:spcBef>
                <a:spcPts val="0"/>
              </a:spcBef>
              <a:spcAft>
                <a:spcPts val="0"/>
              </a:spcAft>
              <a:buSzPts val="8000"/>
              <a:buNone/>
              <a:defRPr sz="8000"/>
            </a:lvl6pPr>
            <a:lvl7pPr lvl="6">
              <a:spcBef>
                <a:spcPts val="0"/>
              </a:spcBef>
              <a:spcAft>
                <a:spcPts val="0"/>
              </a:spcAft>
              <a:buSzPts val="8000"/>
              <a:buNone/>
              <a:defRPr sz="8000"/>
            </a:lvl7pPr>
            <a:lvl8pPr lvl="7">
              <a:spcBef>
                <a:spcPts val="0"/>
              </a:spcBef>
              <a:spcAft>
                <a:spcPts val="0"/>
              </a:spcAft>
              <a:buSzPts val="8000"/>
              <a:buNone/>
              <a:defRPr sz="8000"/>
            </a:lvl8pPr>
            <a:lvl9pPr lvl="8">
              <a:spcBef>
                <a:spcPts val="0"/>
              </a:spcBef>
              <a:spcAft>
                <a:spcPts val="0"/>
              </a:spcAft>
              <a:buSzPts val="8000"/>
              <a:buNone/>
              <a:defRPr sz="8000"/>
            </a:lvl9pPr>
          </a:lstStyle>
          <a:p>
            <a:r>
              <a:t>xx%</a:t>
            </a:r>
          </a:p>
        </p:txBody>
      </p:sp>
      <p:sp>
        <p:nvSpPr>
          <p:cNvPr id="204" name="Google Shape;204;p14"/>
          <p:cNvSpPr txBox="1"/>
          <p:nvPr>
            <p:ph idx="1" type="body"/>
          </p:nvPr>
        </p:nvSpPr>
        <p:spPr>
          <a:xfrm>
            <a:off x="823850" y="2643124"/>
            <a:ext cx="4776000" cy="12189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205" name="Google Shape;205;p1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
        <p:nvSpPr>
          <p:cNvPr id="206" name="Google Shape;206;p14">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14">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p14">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 name="Google Shape;209;p14">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10" name="Shape 210"/>
        <p:cNvGrpSpPr/>
        <p:nvPr/>
      </p:nvGrpSpPr>
      <p:grpSpPr>
        <a:xfrm>
          <a:off x="0" y="0"/>
          <a:ext cx="0" cy="0"/>
          <a:chOff x="0" y="0"/>
          <a:chExt cx="0" cy="0"/>
        </a:xfrm>
      </p:grpSpPr>
      <p:sp>
        <p:nvSpPr>
          <p:cNvPr id="211" name="Google Shape;211;p15"/>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_alt3">
  <p:cSld name="TITLE_AND_BODY_1">
    <p:spTree>
      <p:nvGrpSpPr>
        <p:cNvPr id="212" name="Shape 212"/>
        <p:cNvGrpSpPr/>
        <p:nvPr/>
      </p:nvGrpSpPr>
      <p:grpSpPr>
        <a:xfrm>
          <a:off x="0" y="0"/>
          <a:ext cx="0" cy="0"/>
          <a:chOff x="0" y="0"/>
          <a:chExt cx="0" cy="0"/>
        </a:xfrm>
      </p:grpSpPr>
      <p:pic>
        <p:nvPicPr>
          <p:cNvPr descr="offset_comp_343059.jpg" id="213" name="Google Shape;213;p16"/>
          <p:cNvPicPr preferRelativeResize="0"/>
          <p:nvPr/>
        </p:nvPicPr>
        <p:blipFill rotWithShape="1">
          <a:blip r:embed="rId2">
            <a:alphaModFix amt="80000"/>
          </a:blip>
          <a:srcRect b="25870" l="30475" r="30475" t="11956"/>
          <a:stretch/>
        </p:blipFill>
        <p:spPr>
          <a:xfrm rot="-5400000">
            <a:off x="113630" y="-105700"/>
            <a:ext cx="5142300" cy="5364300"/>
          </a:xfrm>
          <a:prstGeom prst="diagStripe">
            <a:avLst>
              <a:gd fmla="val 50343" name="adj"/>
            </a:avLst>
          </a:prstGeom>
          <a:noFill/>
          <a:ln>
            <a:noFill/>
          </a:ln>
        </p:spPr>
      </p:pic>
      <p:sp>
        <p:nvSpPr>
          <p:cNvPr id="214" name="Google Shape;214;p16"/>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215" name="Google Shape;215;p16"/>
          <p:cNvSpPr txBox="1"/>
          <p:nvPr>
            <p:ph idx="1" type="body"/>
          </p:nvPr>
        </p:nvSpPr>
        <p:spPr>
          <a:xfrm>
            <a:off x="4018025" y="1567550"/>
            <a:ext cx="4318500" cy="1766700"/>
          </a:xfrm>
          <a:prstGeom prst="rect">
            <a:avLst/>
          </a:prstGeom>
        </p:spPr>
        <p:txBody>
          <a:bodyPr anchorCtr="0" anchor="t" bIns="91425" lIns="91425" spcFirstLastPara="1" rIns="91425" wrap="square" tIns="91425">
            <a:noAutofit/>
          </a:bodyPr>
          <a:lstStyle>
            <a:lvl1pPr indent="-311150" lvl="0" marL="457200" rtl="0">
              <a:spcBef>
                <a:spcPts val="0"/>
              </a:spcBef>
              <a:spcAft>
                <a:spcPts val="0"/>
              </a:spcAft>
              <a:buClr>
                <a:schemeClr val="dk2"/>
              </a:buClr>
              <a:buSzPts val="1300"/>
              <a:buChar char="●"/>
              <a:defRPr>
                <a:solidFill>
                  <a:schemeClr val="dk2"/>
                </a:solidFill>
              </a:defRPr>
            </a:lvl1pPr>
            <a:lvl2pPr indent="-298450" lvl="1" marL="914400" rtl="0">
              <a:spcBef>
                <a:spcPts val="1600"/>
              </a:spcBef>
              <a:spcAft>
                <a:spcPts val="0"/>
              </a:spcAft>
              <a:buClr>
                <a:schemeClr val="dk2"/>
              </a:buClr>
              <a:buSzPts val="1100"/>
              <a:buChar char="○"/>
              <a:defRPr>
                <a:solidFill>
                  <a:schemeClr val="dk2"/>
                </a:solidFill>
              </a:defRPr>
            </a:lvl2pPr>
            <a:lvl3pPr indent="-298450" lvl="2" marL="1371600" rtl="0">
              <a:spcBef>
                <a:spcPts val="1600"/>
              </a:spcBef>
              <a:spcAft>
                <a:spcPts val="0"/>
              </a:spcAft>
              <a:buClr>
                <a:schemeClr val="dk2"/>
              </a:buClr>
              <a:buSzPts val="1100"/>
              <a:buChar char="■"/>
              <a:defRPr>
                <a:solidFill>
                  <a:schemeClr val="dk2"/>
                </a:solidFill>
              </a:defRPr>
            </a:lvl3pPr>
            <a:lvl4pPr indent="-298450" lvl="3" marL="1828800" rtl="0">
              <a:spcBef>
                <a:spcPts val="1600"/>
              </a:spcBef>
              <a:spcAft>
                <a:spcPts val="0"/>
              </a:spcAft>
              <a:buClr>
                <a:schemeClr val="dk2"/>
              </a:buClr>
              <a:buSzPts val="1100"/>
              <a:buChar char="●"/>
              <a:defRPr>
                <a:solidFill>
                  <a:schemeClr val="dk2"/>
                </a:solidFill>
              </a:defRPr>
            </a:lvl4pPr>
            <a:lvl5pPr indent="-298450" lvl="4" marL="2286000" rtl="0">
              <a:spcBef>
                <a:spcPts val="1600"/>
              </a:spcBef>
              <a:spcAft>
                <a:spcPts val="0"/>
              </a:spcAft>
              <a:buClr>
                <a:schemeClr val="dk2"/>
              </a:buClr>
              <a:buSzPts val="1100"/>
              <a:buChar char="○"/>
              <a:defRPr>
                <a:solidFill>
                  <a:schemeClr val="dk2"/>
                </a:solidFill>
              </a:defRPr>
            </a:lvl5pPr>
            <a:lvl6pPr indent="-298450" lvl="5" marL="2743200" rtl="0">
              <a:spcBef>
                <a:spcPts val="1600"/>
              </a:spcBef>
              <a:spcAft>
                <a:spcPts val="0"/>
              </a:spcAft>
              <a:buClr>
                <a:schemeClr val="dk2"/>
              </a:buClr>
              <a:buSzPts val="1100"/>
              <a:buChar char="■"/>
              <a:defRPr>
                <a:solidFill>
                  <a:schemeClr val="dk2"/>
                </a:solidFill>
              </a:defRPr>
            </a:lvl6pPr>
            <a:lvl7pPr indent="-298450" lvl="6" marL="3200400" rtl="0">
              <a:spcBef>
                <a:spcPts val="1600"/>
              </a:spcBef>
              <a:spcAft>
                <a:spcPts val="0"/>
              </a:spcAft>
              <a:buClr>
                <a:schemeClr val="dk2"/>
              </a:buClr>
              <a:buSzPts val="1100"/>
              <a:buChar char="●"/>
              <a:defRPr>
                <a:solidFill>
                  <a:schemeClr val="dk2"/>
                </a:solidFill>
              </a:defRPr>
            </a:lvl7pPr>
            <a:lvl8pPr indent="-298450" lvl="7" marL="3657600" rtl="0">
              <a:spcBef>
                <a:spcPts val="1600"/>
              </a:spcBef>
              <a:spcAft>
                <a:spcPts val="0"/>
              </a:spcAft>
              <a:buClr>
                <a:schemeClr val="dk2"/>
              </a:buClr>
              <a:buSzPts val="1100"/>
              <a:buChar char="○"/>
              <a:defRPr>
                <a:solidFill>
                  <a:schemeClr val="dk2"/>
                </a:solidFill>
              </a:defRPr>
            </a:lvl8pPr>
            <a:lvl9pPr indent="-298450" lvl="8" marL="4114800" rtl="0">
              <a:spcBef>
                <a:spcPts val="1600"/>
              </a:spcBef>
              <a:spcAft>
                <a:spcPts val="1600"/>
              </a:spcAft>
              <a:buClr>
                <a:schemeClr val="dk2"/>
              </a:buClr>
              <a:buSzPts val="1100"/>
              <a:buChar char="■"/>
              <a:defRPr>
                <a:solidFill>
                  <a:schemeClr val="dk2"/>
                </a:solidFill>
              </a:defRPr>
            </a:lvl9pPr>
          </a:lstStyle>
          <a:p/>
        </p:txBody>
      </p:sp>
      <p:sp>
        <p:nvSpPr>
          <p:cNvPr id="216" name="Google Shape;216;p1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s"/>
              <a:t>‹#›</a:t>
            </a:fld>
            <a:endParaRPr/>
          </a:p>
        </p:txBody>
      </p:sp>
      <p:sp>
        <p:nvSpPr>
          <p:cNvPr id="217" name="Google Shape;217;p16">
            <a:hlinkClick action="ppaction://hlinksldjump" r:id="rId3"/>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p16">
            <a:hlinkClick action="ppaction://hlinksldjump" r:id="rId4"/>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16">
            <a:hlinkClick action="ppaction://hlinksldjump" r:id="rId5"/>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16">
            <a:hlinkClick action="ppaction://hlinksldjump" r:id="rId6"/>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21" name="Google Shape;221;p16"/>
          <p:cNvGrpSpPr/>
          <p:nvPr/>
        </p:nvGrpSpPr>
        <p:grpSpPr>
          <a:xfrm>
            <a:off x="0" y="381001"/>
            <a:ext cx="1037850" cy="1016287"/>
            <a:chOff x="0" y="381001"/>
            <a:chExt cx="1037850" cy="1016287"/>
          </a:xfrm>
        </p:grpSpPr>
        <p:sp>
          <p:nvSpPr>
            <p:cNvPr id="222" name="Google Shape;222;p16"/>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16"/>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focus">
    <p:bg>
      <p:bgPr>
        <a:solidFill>
          <a:schemeClr val="dk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1pPr>
            <a:lvl2pPr lvl="1">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2pPr>
            <a:lvl3pPr lvl="2">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3pPr>
            <a:lvl4pPr lvl="3">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4pPr>
            <a:lvl5pPr lvl="4">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5pPr>
            <a:lvl6pPr lvl="5">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6pPr>
            <a:lvl7pPr lvl="6">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7pPr>
            <a:lvl8pPr lvl="7">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8pPr>
            <a:lvl9pPr lvl="8">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Autofit/>
          </a:bodyPr>
          <a:lstStyle>
            <a:lvl1pPr indent="-311150" lvl="0" marL="457200">
              <a:lnSpc>
                <a:spcPct val="115000"/>
              </a:lnSpc>
              <a:spcBef>
                <a:spcPts val="0"/>
              </a:spcBef>
              <a:spcAft>
                <a:spcPts val="0"/>
              </a:spcAft>
              <a:buClr>
                <a:schemeClr val="lt1"/>
              </a:buClr>
              <a:buSzPts val="1300"/>
              <a:buFont typeface="Lato"/>
              <a:buChar char="●"/>
              <a:defRPr sz="1300">
                <a:solidFill>
                  <a:schemeClr val="lt1"/>
                </a:solidFill>
                <a:latin typeface="Lato"/>
                <a:ea typeface="Lato"/>
                <a:cs typeface="Lato"/>
                <a:sym typeface="Lato"/>
              </a:defRPr>
            </a:lvl1pPr>
            <a:lvl2pPr indent="-298450" lvl="1" marL="914400">
              <a:lnSpc>
                <a:spcPct val="115000"/>
              </a:lnSpc>
              <a:spcBef>
                <a:spcPts val="1600"/>
              </a:spcBef>
              <a:spcAft>
                <a:spcPts val="0"/>
              </a:spcAft>
              <a:buClr>
                <a:schemeClr val="lt1"/>
              </a:buClr>
              <a:buSzPts val="1100"/>
              <a:buFont typeface="Lato"/>
              <a:buChar char="○"/>
              <a:defRPr sz="1100">
                <a:solidFill>
                  <a:schemeClr val="lt1"/>
                </a:solidFill>
                <a:latin typeface="Lato"/>
                <a:ea typeface="Lato"/>
                <a:cs typeface="Lato"/>
                <a:sym typeface="Lato"/>
              </a:defRPr>
            </a:lvl2pPr>
            <a:lvl3pPr indent="-298450" lvl="2" marL="1371600">
              <a:lnSpc>
                <a:spcPct val="115000"/>
              </a:lnSpc>
              <a:spcBef>
                <a:spcPts val="1600"/>
              </a:spcBef>
              <a:spcAft>
                <a:spcPts val="0"/>
              </a:spcAft>
              <a:buClr>
                <a:schemeClr val="lt1"/>
              </a:buClr>
              <a:buSzPts val="1100"/>
              <a:buFont typeface="Lato"/>
              <a:buChar char="■"/>
              <a:defRPr sz="1100">
                <a:solidFill>
                  <a:schemeClr val="lt1"/>
                </a:solidFill>
                <a:latin typeface="Lato"/>
                <a:ea typeface="Lato"/>
                <a:cs typeface="Lato"/>
                <a:sym typeface="Lato"/>
              </a:defRPr>
            </a:lvl3pPr>
            <a:lvl4pPr indent="-298450" lvl="3" marL="1828800">
              <a:lnSpc>
                <a:spcPct val="115000"/>
              </a:lnSpc>
              <a:spcBef>
                <a:spcPts val="1600"/>
              </a:spcBef>
              <a:spcAft>
                <a:spcPts val="0"/>
              </a:spcAft>
              <a:buClr>
                <a:schemeClr val="lt1"/>
              </a:buClr>
              <a:buSzPts val="1100"/>
              <a:buFont typeface="Lato"/>
              <a:buChar char="●"/>
              <a:defRPr sz="1100">
                <a:solidFill>
                  <a:schemeClr val="lt1"/>
                </a:solidFill>
                <a:latin typeface="Lato"/>
                <a:ea typeface="Lato"/>
                <a:cs typeface="Lato"/>
                <a:sym typeface="Lato"/>
              </a:defRPr>
            </a:lvl4pPr>
            <a:lvl5pPr indent="-298450" lvl="4" marL="2286000">
              <a:lnSpc>
                <a:spcPct val="115000"/>
              </a:lnSpc>
              <a:spcBef>
                <a:spcPts val="1600"/>
              </a:spcBef>
              <a:spcAft>
                <a:spcPts val="0"/>
              </a:spcAft>
              <a:buClr>
                <a:schemeClr val="lt1"/>
              </a:buClr>
              <a:buSzPts val="1100"/>
              <a:buFont typeface="Lato"/>
              <a:buChar char="○"/>
              <a:defRPr sz="1100">
                <a:solidFill>
                  <a:schemeClr val="lt1"/>
                </a:solidFill>
                <a:latin typeface="Lato"/>
                <a:ea typeface="Lato"/>
                <a:cs typeface="Lato"/>
                <a:sym typeface="Lato"/>
              </a:defRPr>
            </a:lvl5pPr>
            <a:lvl6pPr indent="-298450" lvl="5" marL="2743200">
              <a:lnSpc>
                <a:spcPct val="115000"/>
              </a:lnSpc>
              <a:spcBef>
                <a:spcPts val="1600"/>
              </a:spcBef>
              <a:spcAft>
                <a:spcPts val="0"/>
              </a:spcAft>
              <a:buClr>
                <a:schemeClr val="lt1"/>
              </a:buClr>
              <a:buSzPts val="1100"/>
              <a:buFont typeface="Lato"/>
              <a:buChar char="■"/>
              <a:defRPr sz="1100">
                <a:solidFill>
                  <a:schemeClr val="lt1"/>
                </a:solidFill>
                <a:latin typeface="Lato"/>
                <a:ea typeface="Lato"/>
                <a:cs typeface="Lato"/>
                <a:sym typeface="Lato"/>
              </a:defRPr>
            </a:lvl6pPr>
            <a:lvl7pPr indent="-298450" lvl="6" marL="3200400">
              <a:lnSpc>
                <a:spcPct val="115000"/>
              </a:lnSpc>
              <a:spcBef>
                <a:spcPts val="1600"/>
              </a:spcBef>
              <a:spcAft>
                <a:spcPts val="0"/>
              </a:spcAft>
              <a:buClr>
                <a:schemeClr val="lt1"/>
              </a:buClr>
              <a:buSzPts val="1100"/>
              <a:buFont typeface="Lato"/>
              <a:buChar char="●"/>
              <a:defRPr sz="1100">
                <a:solidFill>
                  <a:schemeClr val="lt1"/>
                </a:solidFill>
                <a:latin typeface="Lato"/>
                <a:ea typeface="Lato"/>
                <a:cs typeface="Lato"/>
                <a:sym typeface="Lato"/>
              </a:defRPr>
            </a:lvl7pPr>
            <a:lvl8pPr indent="-298450" lvl="7" marL="3657600">
              <a:lnSpc>
                <a:spcPct val="115000"/>
              </a:lnSpc>
              <a:spcBef>
                <a:spcPts val="1600"/>
              </a:spcBef>
              <a:spcAft>
                <a:spcPts val="0"/>
              </a:spcAft>
              <a:buClr>
                <a:schemeClr val="lt1"/>
              </a:buClr>
              <a:buSzPts val="1100"/>
              <a:buFont typeface="Lato"/>
              <a:buChar char="○"/>
              <a:defRPr sz="1100">
                <a:solidFill>
                  <a:schemeClr val="lt1"/>
                </a:solidFill>
                <a:latin typeface="Lato"/>
                <a:ea typeface="Lato"/>
                <a:cs typeface="Lato"/>
                <a:sym typeface="Lato"/>
              </a:defRPr>
            </a:lvl8pPr>
            <a:lvl9pPr indent="-298450" lvl="8" marL="4114800">
              <a:lnSpc>
                <a:spcPct val="115000"/>
              </a:lnSpc>
              <a:spcBef>
                <a:spcPts val="1600"/>
              </a:spcBef>
              <a:spcAft>
                <a:spcPts val="1600"/>
              </a:spcAft>
              <a:buClr>
                <a:schemeClr val="lt1"/>
              </a:buClr>
              <a:buSzPts val="1100"/>
              <a:buFont typeface="Lato"/>
              <a:buChar char="■"/>
              <a:defRPr sz="1100">
                <a:solidFill>
                  <a:schemeClr val="lt1"/>
                </a:solidFill>
                <a:latin typeface="Lato"/>
                <a:ea typeface="Lato"/>
                <a:cs typeface="Lato"/>
                <a:sym typeface="Lato"/>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lgn="r">
              <a:buNone/>
              <a:defRPr sz="1000">
                <a:solidFill>
                  <a:schemeClr val="lt1"/>
                </a:solidFill>
                <a:latin typeface="Lato"/>
                <a:ea typeface="Lato"/>
                <a:cs typeface="Lato"/>
                <a:sym typeface="Lato"/>
              </a:defRPr>
            </a:lvl1pPr>
            <a:lvl2pPr lvl="1" algn="r">
              <a:buNone/>
              <a:defRPr sz="1000">
                <a:solidFill>
                  <a:schemeClr val="lt1"/>
                </a:solidFill>
                <a:latin typeface="Lato"/>
                <a:ea typeface="Lato"/>
                <a:cs typeface="Lato"/>
                <a:sym typeface="Lato"/>
              </a:defRPr>
            </a:lvl2pPr>
            <a:lvl3pPr lvl="2" algn="r">
              <a:buNone/>
              <a:defRPr sz="1000">
                <a:solidFill>
                  <a:schemeClr val="lt1"/>
                </a:solidFill>
                <a:latin typeface="Lato"/>
                <a:ea typeface="Lato"/>
                <a:cs typeface="Lato"/>
                <a:sym typeface="Lato"/>
              </a:defRPr>
            </a:lvl3pPr>
            <a:lvl4pPr lvl="3" algn="r">
              <a:buNone/>
              <a:defRPr sz="1000">
                <a:solidFill>
                  <a:schemeClr val="lt1"/>
                </a:solidFill>
                <a:latin typeface="Lato"/>
                <a:ea typeface="Lato"/>
                <a:cs typeface="Lato"/>
                <a:sym typeface="Lato"/>
              </a:defRPr>
            </a:lvl4pPr>
            <a:lvl5pPr lvl="4" algn="r">
              <a:buNone/>
              <a:defRPr sz="1000">
                <a:solidFill>
                  <a:schemeClr val="lt1"/>
                </a:solidFill>
                <a:latin typeface="Lato"/>
                <a:ea typeface="Lato"/>
                <a:cs typeface="Lato"/>
                <a:sym typeface="Lato"/>
              </a:defRPr>
            </a:lvl5pPr>
            <a:lvl6pPr lvl="5" algn="r">
              <a:buNone/>
              <a:defRPr sz="1000">
                <a:solidFill>
                  <a:schemeClr val="lt1"/>
                </a:solidFill>
                <a:latin typeface="Lato"/>
                <a:ea typeface="Lato"/>
                <a:cs typeface="Lato"/>
                <a:sym typeface="Lato"/>
              </a:defRPr>
            </a:lvl6pPr>
            <a:lvl7pPr lvl="6" algn="r">
              <a:buNone/>
              <a:defRPr sz="1000">
                <a:solidFill>
                  <a:schemeClr val="lt1"/>
                </a:solidFill>
                <a:latin typeface="Lato"/>
                <a:ea typeface="Lato"/>
                <a:cs typeface="Lato"/>
                <a:sym typeface="Lato"/>
              </a:defRPr>
            </a:lvl7pPr>
            <a:lvl8pPr lvl="7" algn="r">
              <a:buNone/>
              <a:defRPr sz="1000">
                <a:solidFill>
                  <a:schemeClr val="lt1"/>
                </a:solidFill>
                <a:latin typeface="Lato"/>
                <a:ea typeface="Lato"/>
                <a:cs typeface="Lato"/>
                <a:sym typeface="Lato"/>
              </a:defRPr>
            </a:lvl8pPr>
            <a:lvl9pPr lvl="8" algn="r">
              <a:buNone/>
              <a:defRPr sz="1000">
                <a:solidFill>
                  <a:schemeClr val="l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1" Type="http://schemas.openxmlformats.org/officeDocument/2006/relationships/slide" Target="/ppt/slides/slide20.xml"/><Relationship Id="rId10" Type="http://schemas.openxmlformats.org/officeDocument/2006/relationships/slide" Target="/ppt/slides/slide19.xml"/><Relationship Id="rId13" Type="http://schemas.openxmlformats.org/officeDocument/2006/relationships/slide" Target="/ppt/slides/slide4.xml"/><Relationship Id="rId12" Type="http://schemas.openxmlformats.org/officeDocument/2006/relationships/slide" Target="/ppt/slides/slide3.xml"/><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slide" Target="/ppt/slides/slide11.xml"/><Relationship Id="rId4" Type="http://schemas.openxmlformats.org/officeDocument/2006/relationships/slide" Target="/ppt/slides/slide12.xml"/><Relationship Id="rId9" Type="http://schemas.openxmlformats.org/officeDocument/2006/relationships/slide" Target="/ppt/slides/slide17.xml"/><Relationship Id="rId15" Type="http://schemas.openxmlformats.org/officeDocument/2006/relationships/slide" Target="/ppt/slides/slide6.xml"/><Relationship Id="rId14" Type="http://schemas.openxmlformats.org/officeDocument/2006/relationships/slide" Target="/ppt/slides/slide5.xml"/><Relationship Id="rId17" Type="http://schemas.openxmlformats.org/officeDocument/2006/relationships/slide" Target="/ppt/slides/slide10.xml"/><Relationship Id="rId16" Type="http://schemas.openxmlformats.org/officeDocument/2006/relationships/slide" Target="/ppt/slides/slide9.xml"/><Relationship Id="rId5" Type="http://schemas.openxmlformats.org/officeDocument/2006/relationships/slide" Target="/ppt/slides/slide13.xml"/><Relationship Id="rId6" Type="http://schemas.openxmlformats.org/officeDocument/2006/relationships/slide" Target="/ppt/slides/slide14.xml"/><Relationship Id="rId7" Type="http://schemas.openxmlformats.org/officeDocument/2006/relationships/slide" Target="/ppt/slides/slide15.xml"/><Relationship Id="rId8" Type="http://schemas.openxmlformats.org/officeDocument/2006/relationships/slide" Target="/ppt/slides/slide1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19.png"/><Relationship Id="rId4" Type="http://schemas.openxmlformats.org/officeDocument/2006/relationships/image" Target="../media/image17.png"/><Relationship Id="rId5"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7.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 Id="rId3" Type="http://schemas.openxmlformats.org/officeDocument/2006/relationships/image" Target="../media/image7.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7.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7.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7.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7.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7.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 Id="rId3" Type="http://schemas.openxmlformats.org/officeDocument/2006/relationships/image" Target="../media/image7.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7.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7.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17"/>
          <p:cNvSpPr txBox="1"/>
          <p:nvPr>
            <p:ph type="ctrTitle"/>
          </p:nvPr>
        </p:nvSpPr>
        <p:spPr>
          <a:xfrm>
            <a:off x="3537150" y="1578400"/>
            <a:ext cx="5017500" cy="1578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Presentación de prototipos</a:t>
            </a:r>
            <a:endParaRPr/>
          </a:p>
        </p:txBody>
      </p:sp>
      <p:sp>
        <p:nvSpPr>
          <p:cNvPr id="229" name="Google Shape;229;p17"/>
          <p:cNvSpPr txBox="1"/>
          <p:nvPr>
            <p:ph idx="1" type="subTitle"/>
          </p:nvPr>
        </p:nvSpPr>
        <p:spPr>
          <a:xfrm>
            <a:off x="5083950" y="3924925"/>
            <a:ext cx="3989400" cy="5061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t>La mejor herramienta de marketing para tu negocio.</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3" name="Shape 233"/>
        <p:cNvGrpSpPr/>
        <p:nvPr/>
      </p:nvGrpSpPr>
      <p:grpSpPr>
        <a:xfrm>
          <a:off x="0" y="0"/>
          <a:ext cx="0" cy="0"/>
          <a:chOff x="0" y="0"/>
          <a:chExt cx="0" cy="0"/>
        </a:xfrm>
      </p:grpSpPr>
      <p:sp>
        <p:nvSpPr>
          <p:cNvPr id="234" name="Google Shape;234;p18"/>
          <p:cNvSpPr txBox="1"/>
          <p:nvPr/>
        </p:nvSpPr>
        <p:spPr>
          <a:xfrm>
            <a:off x="1297500" y="1132625"/>
            <a:ext cx="7038900" cy="48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2400">
                <a:solidFill>
                  <a:srgbClr val="FFFFFF"/>
                </a:solidFill>
                <a:latin typeface="Montserrat"/>
                <a:ea typeface="Montserrat"/>
                <a:cs typeface="Montserrat"/>
                <a:sym typeface="Montserrat"/>
              </a:rPr>
              <a:t>Índice</a:t>
            </a:r>
            <a:endParaRPr sz="2400">
              <a:solidFill>
                <a:srgbClr val="FFFFFF"/>
              </a:solidFill>
              <a:latin typeface="Montserrat"/>
              <a:ea typeface="Montserrat"/>
              <a:cs typeface="Montserrat"/>
              <a:sym typeface="Montserrat"/>
            </a:endParaRPr>
          </a:p>
        </p:txBody>
      </p:sp>
      <p:sp>
        <p:nvSpPr>
          <p:cNvPr id="235" name="Google Shape;235;p18"/>
          <p:cNvSpPr txBox="1"/>
          <p:nvPr/>
        </p:nvSpPr>
        <p:spPr>
          <a:xfrm>
            <a:off x="4443275" y="2064600"/>
            <a:ext cx="2796600" cy="2020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a:solidFill>
                  <a:srgbClr val="FFFFFF"/>
                </a:solidFill>
                <a:uFill>
                  <a:noFill/>
                </a:uFill>
                <a:latin typeface="Montserrat"/>
                <a:ea typeface="Montserrat"/>
                <a:cs typeface="Montserrat"/>
                <a:sym typeface="Montserrat"/>
                <a:hlinkClick action="ppaction://hlinksldjump" r:id="rId3">
                  <a:extLst>
                    <a:ext uri="{A12FA001-AC4F-418D-AE19-62706E023703}">
                      <ahyp:hlinkClr val="tx"/>
                    </a:ext>
                  </a:extLst>
                </a:hlinkClick>
              </a:rPr>
              <a:t>Presentación de Escribe aquí tu texto</a:t>
            </a:r>
            <a:endParaRPr sz="1800">
              <a:solidFill>
                <a:srgbClr val="FFFFFF"/>
              </a:solidFill>
              <a:latin typeface="Average"/>
              <a:ea typeface="Average"/>
              <a:cs typeface="Average"/>
              <a:sym typeface="Average"/>
            </a:endParaRPr>
          </a:p>
          <a:p>
            <a:pPr indent="0" lvl="0" marL="0" rtl="0" algn="l">
              <a:lnSpc>
                <a:spcPct val="150000"/>
              </a:lnSpc>
              <a:spcBef>
                <a:spcPts val="900"/>
              </a:spcBef>
              <a:spcAft>
                <a:spcPts val="0"/>
              </a:spcAft>
              <a:buNone/>
            </a:pPr>
            <a:r>
              <a:rPr lang="es" sz="700">
                <a:solidFill>
                  <a:srgbClr val="FFFFFF"/>
                </a:solidFill>
                <a:uFill>
                  <a:noFill/>
                </a:uFill>
                <a:latin typeface="Montserrat"/>
                <a:ea typeface="Montserrat"/>
                <a:cs typeface="Montserrat"/>
                <a:sym typeface="Montserrat"/>
                <a:hlinkClick action="ppaction://hlinksldjump" r:id="rId4">
                  <a:extLst>
                    <a:ext uri="{A12FA001-AC4F-418D-AE19-62706E023703}">
                      <ahyp:hlinkClr val="tx"/>
                    </a:ext>
                  </a:extLst>
                </a:hlinkClick>
              </a:rPr>
              <a:t> Foco en ordenadores</a:t>
            </a:r>
            <a:endParaRPr sz="700">
              <a:solidFill>
                <a:srgbClr val="FFFFFF"/>
              </a:solidFill>
              <a:latin typeface="Montserrat"/>
              <a:ea typeface="Montserrat"/>
              <a:cs typeface="Montserrat"/>
              <a:sym typeface="Montserrat"/>
            </a:endParaRPr>
          </a:p>
          <a:p>
            <a:pPr indent="0" lvl="0" marL="0" rtl="0" algn="l">
              <a:lnSpc>
                <a:spcPct val="150000"/>
              </a:lnSpc>
              <a:spcBef>
                <a:spcPts val="0"/>
              </a:spcBef>
              <a:spcAft>
                <a:spcPts val="0"/>
              </a:spcAft>
              <a:buNone/>
            </a:pPr>
            <a:r>
              <a:rPr lang="es" sz="700">
                <a:solidFill>
                  <a:srgbClr val="FFFFFF"/>
                </a:solidFill>
                <a:uFill>
                  <a:noFill/>
                </a:uFill>
                <a:latin typeface="Montserrat"/>
                <a:ea typeface="Montserrat"/>
                <a:cs typeface="Montserrat"/>
                <a:sym typeface="Montserrat"/>
                <a:hlinkClick action="ppaction://hlinksldjump" r:id="rId5">
                  <a:extLst>
                    <a:ext uri="{A12FA001-AC4F-418D-AE19-62706E023703}">
                      <ahyp:hlinkClr val="tx"/>
                    </a:ext>
                  </a:extLst>
                </a:hlinkClick>
              </a:rPr>
              <a:t> Foco en móviles</a:t>
            </a:r>
            <a:endParaRPr sz="700">
              <a:solidFill>
                <a:srgbClr val="FFFFFF"/>
              </a:solidFill>
              <a:latin typeface="Montserrat"/>
              <a:ea typeface="Montserrat"/>
              <a:cs typeface="Montserrat"/>
              <a:sym typeface="Montserrat"/>
            </a:endParaRPr>
          </a:p>
          <a:p>
            <a:pPr indent="0" lvl="0" marL="0" rtl="0" algn="l">
              <a:lnSpc>
                <a:spcPct val="150000"/>
              </a:lnSpc>
              <a:spcBef>
                <a:spcPts val="0"/>
              </a:spcBef>
              <a:spcAft>
                <a:spcPts val="0"/>
              </a:spcAft>
              <a:buNone/>
            </a:pPr>
            <a:r>
              <a:rPr lang="es" sz="700">
                <a:solidFill>
                  <a:srgbClr val="FFFFFF"/>
                </a:solidFill>
                <a:uFill>
                  <a:noFill/>
                </a:uFill>
                <a:latin typeface="Montserrat"/>
                <a:ea typeface="Montserrat"/>
                <a:cs typeface="Montserrat"/>
                <a:sym typeface="Montserrat"/>
                <a:hlinkClick action="ppaction://hlinksldjump" r:id="rId6">
                  <a:extLst>
                    <a:ext uri="{A12FA001-AC4F-418D-AE19-62706E023703}">
                      <ahyp:hlinkClr val="tx"/>
                    </a:ext>
                  </a:extLst>
                </a:hlinkClick>
              </a:rPr>
              <a:t> Foco en móviles en vista horizontal</a:t>
            </a:r>
            <a:endParaRPr sz="700">
              <a:solidFill>
                <a:srgbClr val="FFFFFF"/>
              </a:solidFill>
              <a:latin typeface="Montserrat"/>
              <a:ea typeface="Montserrat"/>
              <a:cs typeface="Montserrat"/>
              <a:sym typeface="Montserrat"/>
            </a:endParaRPr>
          </a:p>
          <a:p>
            <a:pPr indent="0" lvl="0" marL="0" rtl="0" algn="l">
              <a:lnSpc>
                <a:spcPct val="150000"/>
              </a:lnSpc>
              <a:spcBef>
                <a:spcPts val="0"/>
              </a:spcBef>
              <a:spcAft>
                <a:spcPts val="0"/>
              </a:spcAft>
              <a:buNone/>
            </a:pPr>
            <a:r>
              <a:rPr lang="es" sz="700">
                <a:solidFill>
                  <a:srgbClr val="FFFFFF"/>
                </a:solidFill>
                <a:uFill>
                  <a:noFill/>
                </a:uFill>
                <a:latin typeface="Montserrat"/>
                <a:ea typeface="Montserrat"/>
                <a:cs typeface="Montserrat"/>
                <a:sym typeface="Montserrat"/>
                <a:hlinkClick action="ppaction://hlinksldjump" r:id="rId7">
                  <a:extLst>
                    <a:ext uri="{A12FA001-AC4F-418D-AE19-62706E023703}">
                      <ahyp:hlinkClr val="tx"/>
                    </a:ext>
                  </a:extLst>
                </a:hlinkClick>
              </a:rPr>
              <a:t> Foco en wearables</a:t>
            </a:r>
            <a:endParaRPr sz="700">
              <a:solidFill>
                <a:srgbClr val="FFFFFF"/>
              </a:solidFill>
              <a:latin typeface="Montserrat"/>
              <a:ea typeface="Montserrat"/>
              <a:cs typeface="Montserrat"/>
              <a:sym typeface="Montserrat"/>
            </a:endParaRPr>
          </a:p>
          <a:p>
            <a:pPr indent="0" lvl="0" marL="0" rtl="0" algn="l">
              <a:lnSpc>
                <a:spcPct val="150000"/>
              </a:lnSpc>
              <a:spcBef>
                <a:spcPts val="0"/>
              </a:spcBef>
              <a:spcAft>
                <a:spcPts val="0"/>
              </a:spcAft>
              <a:buNone/>
            </a:pPr>
            <a:r>
              <a:rPr lang="es" sz="700">
                <a:solidFill>
                  <a:srgbClr val="FFFFFF"/>
                </a:solidFill>
                <a:uFill>
                  <a:noFill/>
                </a:uFill>
                <a:latin typeface="Montserrat"/>
                <a:ea typeface="Montserrat"/>
                <a:cs typeface="Montserrat"/>
                <a:sym typeface="Montserrat"/>
                <a:hlinkClick action="ppaction://hlinksldjump" r:id="rId8">
                  <a:extLst>
                    <a:ext uri="{A12FA001-AC4F-418D-AE19-62706E023703}">
                      <ahyp:hlinkClr val="tx"/>
                    </a:ext>
                  </a:extLst>
                </a:hlinkClick>
              </a:rPr>
              <a:t> Foco en tablets</a:t>
            </a:r>
            <a:endParaRPr sz="700">
              <a:solidFill>
                <a:srgbClr val="FFFFFF"/>
              </a:solidFill>
              <a:latin typeface="Montserrat"/>
              <a:ea typeface="Montserrat"/>
              <a:cs typeface="Montserrat"/>
              <a:sym typeface="Montserrat"/>
            </a:endParaRPr>
          </a:p>
          <a:p>
            <a:pPr indent="0" lvl="0" marL="0" rtl="0" algn="l">
              <a:lnSpc>
                <a:spcPct val="150000"/>
              </a:lnSpc>
              <a:spcBef>
                <a:spcPts val="0"/>
              </a:spcBef>
              <a:spcAft>
                <a:spcPts val="0"/>
              </a:spcAft>
              <a:buNone/>
            </a:pPr>
            <a:r>
              <a:rPr lang="es" sz="700">
                <a:solidFill>
                  <a:srgbClr val="FFFFFF"/>
                </a:solidFill>
                <a:uFill>
                  <a:noFill/>
                </a:uFill>
                <a:latin typeface="Montserrat"/>
                <a:ea typeface="Montserrat"/>
                <a:cs typeface="Montserrat"/>
                <a:sym typeface="Montserrat"/>
                <a:hlinkClick action="ppaction://hlinksldjump" r:id="rId9">
                  <a:extLst>
                    <a:ext uri="{A12FA001-AC4F-418D-AE19-62706E023703}">
                      <ahyp:hlinkClr val="tx"/>
                    </a:ext>
                  </a:extLst>
                </a:hlinkClick>
              </a:rPr>
              <a:t> Foco en tablets en vista horizontal</a:t>
            </a:r>
            <a:endParaRPr sz="700">
              <a:solidFill>
                <a:srgbClr val="FFFFFF"/>
              </a:solidFill>
              <a:latin typeface="Montserrat"/>
              <a:ea typeface="Montserrat"/>
              <a:cs typeface="Montserrat"/>
              <a:sym typeface="Montserrat"/>
            </a:endParaRPr>
          </a:p>
          <a:p>
            <a:pPr indent="0" lvl="0" marL="0" rtl="0" algn="l">
              <a:lnSpc>
                <a:spcPct val="150000"/>
              </a:lnSpc>
              <a:spcBef>
                <a:spcPts val="0"/>
              </a:spcBef>
              <a:spcAft>
                <a:spcPts val="0"/>
              </a:spcAft>
              <a:buNone/>
            </a:pPr>
            <a:r>
              <a:rPr lang="es" sz="700">
                <a:solidFill>
                  <a:srgbClr val="FFFFFF"/>
                </a:solidFill>
                <a:uFill>
                  <a:noFill/>
                </a:uFill>
                <a:latin typeface="Montserrat"/>
                <a:ea typeface="Montserrat"/>
                <a:cs typeface="Montserrat"/>
                <a:sym typeface="Montserrat"/>
                <a:hlinkClick action="ppaction://hlinksldjump" r:id="rId10">
                  <a:extLst>
                    <a:ext uri="{A12FA001-AC4F-418D-AE19-62706E023703}">
                      <ahyp:hlinkClr val="tx"/>
                    </a:ext>
                  </a:extLst>
                </a:hlinkClick>
              </a:rPr>
              <a:t> Foco en wearables</a:t>
            </a:r>
            <a:endParaRPr sz="1800">
              <a:solidFill>
                <a:srgbClr val="FFFFFF"/>
              </a:solidFill>
              <a:latin typeface="Average"/>
              <a:ea typeface="Average"/>
              <a:cs typeface="Average"/>
              <a:sym typeface="Average"/>
            </a:endParaRPr>
          </a:p>
          <a:p>
            <a:pPr indent="0" lvl="0" marL="0" rtl="0" algn="l">
              <a:spcBef>
                <a:spcPts val="1300"/>
              </a:spcBef>
              <a:spcAft>
                <a:spcPts val="0"/>
              </a:spcAft>
              <a:buNone/>
            </a:pPr>
            <a:r>
              <a:rPr lang="es">
                <a:solidFill>
                  <a:srgbClr val="FFFFFF"/>
                </a:solidFill>
                <a:uFill>
                  <a:noFill/>
                </a:uFill>
                <a:latin typeface="Montserrat"/>
                <a:ea typeface="Montserrat"/>
                <a:cs typeface="Montserrat"/>
                <a:sym typeface="Montserrat"/>
                <a:hlinkClick action="ppaction://hlinksldjump" r:id="rId11">
                  <a:extLst>
                    <a:ext uri="{A12FA001-AC4F-418D-AE19-62706E023703}">
                      <ahyp:hlinkClr val="tx"/>
                    </a:ext>
                  </a:extLst>
                </a:hlinkClick>
              </a:rPr>
              <a:t>Cronología del proyecto</a:t>
            </a:r>
            <a:endParaRPr sz="1800">
              <a:solidFill>
                <a:srgbClr val="FFFFFF"/>
              </a:solidFill>
              <a:latin typeface="Average"/>
              <a:ea typeface="Average"/>
              <a:cs typeface="Average"/>
              <a:sym typeface="Average"/>
            </a:endParaRPr>
          </a:p>
        </p:txBody>
      </p:sp>
      <p:sp>
        <p:nvSpPr>
          <p:cNvPr id="236" name="Google Shape;236;p18"/>
          <p:cNvSpPr txBox="1"/>
          <p:nvPr/>
        </p:nvSpPr>
        <p:spPr>
          <a:xfrm>
            <a:off x="1294300" y="2064601"/>
            <a:ext cx="3018300" cy="20205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lang="es">
                <a:solidFill>
                  <a:srgbClr val="FFFFFF"/>
                </a:solidFill>
                <a:uFill>
                  <a:noFill/>
                </a:uFill>
                <a:latin typeface="Montserrat"/>
                <a:ea typeface="Montserrat"/>
                <a:cs typeface="Montserrat"/>
                <a:sym typeface="Montserrat"/>
                <a:hlinkClick action="ppaction://hlinksldjump" r:id="rId12">
                  <a:extLst>
                    <a:ext uri="{A12FA001-AC4F-418D-AE19-62706E023703}">
                      <ahyp:hlinkClr val="tx"/>
                    </a:ext>
                  </a:extLst>
                </a:hlinkClick>
              </a:rPr>
              <a:t>Visión general</a:t>
            </a:r>
            <a:endParaRPr sz="1800">
              <a:solidFill>
                <a:srgbClr val="FFFFFF"/>
              </a:solidFill>
              <a:latin typeface="Average"/>
              <a:ea typeface="Average"/>
              <a:cs typeface="Average"/>
              <a:sym typeface="Average"/>
            </a:endParaRPr>
          </a:p>
          <a:p>
            <a:pPr indent="0" lvl="0" marL="0" rtl="0" algn="l">
              <a:lnSpc>
                <a:spcPct val="100000"/>
              </a:lnSpc>
              <a:spcBef>
                <a:spcPts val="900"/>
              </a:spcBef>
              <a:spcAft>
                <a:spcPts val="0"/>
              </a:spcAft>
              <a:buNone/>
            </a:pPr>
            <a:r>
              <a:rPr lang="es">
                <a:solidFill>
                  <a:srgbClr val="FFFFFF"/>
                </a:solidFill>
                <a:uFill>
                  <a:noFill/>
                </a:uFill>
                <a:latin typeface="Montserrat"/>
                <a:ea typeface="Montserrat"/>
                <a:cs typeface="Montserrat"/>
                <a:sym typeface="Montserrat"/>
                <a:hlinkClick action="ppaction://hlinksldjump" r:id="rId13">
                  <a:extLst>
                    <a:ext uri="{A12FA001-AC4F-418D-AE19-62706E023703}">
                      <ahyp:hlinkClr val="tx"/>
                    </a:ext>
                  </a:extLst>
                </a:hlinkClick>
              </a:rPr>
              <a:t>Análisis de los problemas</a:t>
            </a:r>
            <a:endParaRPr sz="1800">
              <a:solidFill>
                <a:srgbClr val="FFFFFF"/>
              </a:solidFill>
              <a:latin typeface="Average"/>
              <a:ea typeface="Average"/>
              <a:cs typeface="Average"/>
              <a:sym typeface="Average"/>
            </a:endParaRPr>
          </a:p>
          <a:p>
            <a:pPr indent="0" lvl="0" marL="0" rtl="0" algn="l">
              <a:lnSpc>
                <a:spcPct val="100000"/>
              </a:lnSpc>
              <a:spcBef>
                <a:spcPts val="900"/>
              </a:spcBef>
              <a:spcAft>
                <a:spcPts val="0"/>
              </a:spcAft>
              <a:buNone/>
            </a:pPr>
            <a:r>
              <a:rPr lang="es">
                <a:solidFill>
                  <a:srgbClr val="FFFFFF"/>
                </a:solidFill>
                <a:uFill>
                  <a:noFill/>
                </a:uFill>
                <a:latin typeface="Montserrat"/>
                <a:ea typeface="Montserrat"/>
                <a:cs typeface="Montserrat"/>
                <a:sym typeface="Montserrat"/>
                <a:hlinkClick action="ppaction://hlinksldjump" r:id="rId14">
                  <a:extLst>
                    <a:ext uri="{A12FA001-AC4F-418D-AE19-62706E023703}">
                      <ahyp:hlinkClr val="tx"/>
                    </a:ext>
                  </a:extLst>
                </a:hlinkClick>
              </a:rPr>
              <a:t>Objetivo del proyecto</a:t>
            </a:r>
            <a:endParaRPr sz="1800">
              <a:solidFill>
                <a:srgbClr val="FFFFFF"/>
              </a:solidFill>
              <a:latin typeface="Average"/>
              <a:ea typeface="Average"/>
              <a:cs typeface="Average"/>
              <a:sym typeface="Average"/>
            </a:endParaRPr>
          </a:p>
          <a:p>
            <a:pPr indent="0" lvl="0" marL="0" rtl="0" algn="l">
              <a:lnSpc>
                <a:spcPct val="100000"/>
              </a:lnSpc>
              <a:spcBef>
                <a:spcPts val="900"/>
              </a:spcBef>
              <a:spcAft>
                <a:spcPts val="0"/>
              </a:spcAft>
              <a:buNone/>
            </a:pPr>
            <a:r>
              <a:rPr lang="es">
                <a:solidFill>
                  <a:srgbClr val="FFFFFF"/>
                </a:solidFill>
                <a:uFill>
                  <a:noFill/>
                </a:uFill>
                <a:latin typeface="Montserrat"/>
                <a:ea typeface="Montserrat"/>
                <a:cs typeface="Montserrat"/>
                <a:sym typeface="Montserrat"/>
                <a:hlinkClick action="ppaction://hlinksldjump" r:id="rId15">
                  <a:extLst>
                    <a:ext uri="{A12FA001-AC4F-418D-AE19-62706E023703}">
                      <ahyp:hlinkClr val="tx"/>
                    </a:ext>
                  </a:extLst>
                </a:hlinkClick>
              </a:rPr>
              <a:t>Audiencia objetivo</a:t>
            </a:r>
            <a:endParaRPr sz="1800">
              <a:solidFill>
                <a:srgbClr val="FFFFFF"/>
              </a:solidFill>
              <a:latin typeface="Average"/>
              <a:ea typeface="Average"/>
              <a:cs typeface="Average"/>
              <a:sym typeface="Average"/>
            </a:endParaRPr>
          </a:p>
          <a:p>
            <a:pPr indent="0" lvl="0" marL="0" rtl="0" algn="l">
              <a:lnSpc>
                <a:spcPct val="100000"/>
              </a:lnSpc>
              <a:spcBef>
                <a:spcPts val="900"/>
              </a:spcBef>
              <a:spcAft>
                <a:spcPts val="0"/>
              </a:spcAft>
              <a:buNone/>
            </a:pPr>
            <a:r>
              <a:rPr lang="es">
                <a:solidFill>
                  <a:srgbClr val="FFFFFF"/>
                </a:solidFill>
                <a:uFill>
                  <a:noFill/>
                </a:uFill>
                <a:latin typeface="Montserrat"/>
                <a:ea typeface="Montserrat"/>
                <a:cs typeface="Montserrat"/>
                <a:sym typeface="Montserrat"/>
                <a:hlinkClick action="ppaction://hlinksldjump" r:id="rId16">
                  <a:extLst>
                    <a:ext uri="{A12FA001-AC4F-418D-AE19-62706E023703}">
                      <ahyp:hlinkClr val="tx"/>
                    </a:ext>
                  </a:extLst>
                </a:hlinkClick>
              </a:rPr>
              <a:t>Tendencias de mercado</a:t>
            </a:r>
            <a:endParaRPr sz="1800">
              <a:solidFill>
                <a:srgbClr val="FFFFFF"/>
              </a:solidFill>
              <a:latin typeface="Average"/>
              <a:ea typeface="Average"/>
              <a:cs typeface="Average"/>
              <a:sym typeface="Average"/>
            </a:endParaRPr>
          </a:p>
          <a:p>
            <a:pPr indent="0" lvl="0" marL="0" rtl="0" algn="l">
              <a:lnSpc>
                <a:spcPct val="100000"/>
              </a:lnSpc>
              <a:spcBef>
                <a:spcPts val="900"/>
              </a:spcBef>
              <a:spcAft>
                <a:spcPts val="900"/>
              </a:spcAft>
              <a:buNone/>
            </a:pPr>
            <a:r>
              <a:rPr lang="es">
                <a:solidFill>
                  <a:srgbClr val="FFFFFF"/>
                </a:solidFill>
                <a:uFill>
                  <a:noFill/>
                </a:uFill>
                <a:latin typeface="Montserrat"/>
                <a:ea typeface="Montserrat"/>
                <a:cs typeface="Montserrat"/>
                <a:sym typeface="Montserrat"/>
                <a:hlinkClick action="ppaction://hlinksldjump" r:id="rId17">
                  <a:extLst>
                    <a:ext uri="{A12FA001-AC4F-418D-AE19-62706E023703}">
                      <ahyp:hlinkClr val="tx"/>
                    </a:ext>
                  </a:extLst>
                </a:hlinkClick>
              </a:rPr>
              <a:t>Diagrama de ciclo</a:t>
            </a:r>
            <a:endParaRPr sz="1800">
              <a:solidFill>
                <a:srgbClr val="FFFFFF"/>
              </a:solidFill>
              <a:latin typeface="Average"/>
              <a:ea typeface="Average"/>
              <a:cs typeface="Average"/>
              <a:sym typeface="Average"/>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0" name="Shape 240"/>
        <p:cNvGrpSpPr/>
        <p:nvPr/>
      </p:nvGrpSpPr>
      <p:grpSpPr>
        <a:xfrm>
          <a:off x="0" y="0"/>
          <a:ext cx="0" cy="0"/>
          <a:chOff x="0" y="0"/>
          <a:chExt cx="0" cy="0"/>
        </a:xfrm>
      </p:grpSpPr>
      <p:sp>
        <p:nvSpPr>
          <p:cNvPr id="241" name="Google Shape;241;p19"/>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Visión general</a:t>
            </a:r>
            <a:endParaRPr/>
          </a:p>
        </p:txBody>
      </p:sp>
      <p:sp>
        <p:nvSpPr>
          <p:cNvPr id="242" name="Google Shape;242;p19"/>
          <p:cNvSpPr txBox="1"/>
          <p:nvPr>
            <p:ph idx="1" type="body"/>
          </p:nvPr>
        </p:nvSpPr>
        <p:spPr>
          <a:xfrm>
            <a:off x="1297500" y="1567550"/>
            <a:ext cx="7038900" cy="2911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solidFill>
                  <a:srgbClr val="FFFFFF"/>
                </a:solidFill>
              </a:rPr>
              <a:t>Escribe aquí tu texto Escribe aquí tu texto Escribe aquí tu texto Escribe aquí tu texto Escribe aquí tu texto Escribe aquí tu texto Escribe aquí tu texto Escribe aquí tu texto Escribe aquí tu texto Escribe aquí tu texto Escribe aquí tu texto</a:t>
            </a:r>
            <a:r>
              <a:rPr lang="es"/>
              <a:t>. </a:t>
            </a:r>
            <a:endParaRPr/>
          </a:p>
          <a:p>
            <a:pPr indent="0" lvl="0" marL="0" rtl="0" algn="l">
              <a:spcBef>
                <a:spcPts val="1600"/>
              </a:spcBef>
              <a:spcAft>
                <a:spcPts val="0"/>
              </a:spcAft>
              <a:buNone/>
            </a:pPr>
            <a:r>
              <a:rPr lang="es"/>
              <a:t>Escribe aquí tu texto </a:t>
            </a:r>
            <a:r>
              <a:rPr lang="es">
                <a:solidFill>
                  <a:srgbClr val="FFFFFF"/>
                </a:solidFill>
              </a:rPr>
              <a:t>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a:t>
            </a:r>
            <a:r>
              <a:rPr lang="es"/>
              <a:t>.</a:t>
            </a:r>
            <a:endParaRPr>
              <a:latin typeface="Arial"/>
              <a:ea typeface="Arial"/>
              <a:cs typeface="Arial"/>
              <a:sym typeface="Arial"/>
            </a:endParaRPr>
          </a:p>
          <a:p>
            <a:pPr indent="0" lvl="0" marL="0" rtl="0" algn="l">
              <a:spcBef>
                <a:spcPts val="1600"/>
              </a:spcBef>
              <a:spcAft>
                <a:spcPts val="1600"/>
              </a:spcAft>
              <a:buNone/>
            </a:pPr>
            <a:r>
              <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6" name="Shape 246"/>
        <p:cNvGrpSpPr/>
        <p:nvPr/>
      </p:nvGrpSpPr>
      <p:grpSpPr>
        <a:xfrm>
          <a:off x="0" y="0"/>
          <a:ext cx="0" cy="0"/>
          <a:chOff x="0" y="0"/>
          <a:chExt cx="0" cy="0"/>
        </a:xfrm>
      </p:grpSpPr>
      <p:sp>
        <p:nvSpPr>
          <p:cNvPr id="247" name="Google Shape;247;p20"/>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Análisis de los problemas</a:t>
            </a:r>
            <a:endParaRPr/>
          </a:p>
        </p:txBody>
      </p:sp>
      <p:sp>
        <p:nvSpPr>
          <p:cNvPr id="248" name="Google Shape;248;p20"/>
          <p:cNvSpPr txBox="1"/>
          <p:nvPr/>
        </p:nvSpPr>
        <p:spPr>
          <a:xfrm>
            <a:off x="1297500" y="1743644"/>
            <a:ext cx="732900" cy="808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2400">
                <a:solidFill>
                  <a:srgbClr val="FFFFFF"/>
                </a:solidFill>
                <a:latin typeface="Montserrat"/>
                <a:ea typeface="Montserrat"/>
                <a:cs typeface="Montserrat"/>
                <a:sym typeface="Montserrat"/>
              </a:rPr>
              <a:t>01</a:t>
            </a:r>
            <a:endParaRPr>
              <a:solidFill>
                <a:srgbClr val="FFFFFF"/>
              </a:solidFill>
            </a:endParaRPr>
          </a:p>
          <a:p>
            <a:pPr indent="0" lvl="0" marL="0" rtl="0" algn="l">
              <a:spcBef>
                <a:spcPts val="0"/>
              </a:spcBef>
              <a:spcAft>
                <a:spcPts val="0"/>
              </a:spcAft>
              <a:buNone/>
            </a:pPr>
            <a:r>
              <a:t/>
            </a:r>
            <a:endParaRPr sz="1300">
              <a:solidFill>
                <a:srgbClr val="FFFFFF"/>
              </a:solidFill>
            </a:endParaRPr>
          </a:p>
        </p:txBody>
      </p:sp>
      <p:sp>
        <p:nvSpPr>
          <p:cNvPr id="249" name="Google Shape;249;p20"/>
          <p:cNvSpPr txBox="1"/>
          <p:nvPr>
            <p:ph idx="1" type="body"/>
          </p:nvPr>
        </p:nvSpPr>
        <p:spPr>
          <a:xfrm>
            <a:off x="2030400" y="1743675"/>
            <a:ext cx="5877300" cy="8088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solidFill>
                  <a:srgbClr val="FFFFFF"/>
                </a:solidFill>
              </a:rPr>
              <a:t>Escribe aquí tu texto </a:t>
            </a:r>
            <a:r>
              <a:rPr lang="es"/>
              <a:t>Escribe aquí tu texto Escribe aquí tu texto Escribe aquí tu texto Escribe aquí tu texto Escribe aquí tu texto Escribe aquí tu texto Escribe aquí tu texto</a:t>
            </a:r>
            <a:r>
              <a:rPr lang="es">
                <a:solidFill>
                  <a:srgbClr val="FFFFFF"/>
                </a:solidFill>
              </a:rPr>
              <a:t>.</a:t>
            </a:r>
            <a:endParaRPr>
              <a:solidFill>
                <a:srgbClr val="FFFFFF"/>
              </a:solidFill>
            </a:endParaRPr>
          </a:p>
        </p:txBody>
      </p:sp>
      <p:sp>
        <p:nvSpPr>
          <p:cNvPr id="250" name="Google Shape;250;p20"/>
          <p:cNvSpPr txBox="1"/>
          <p:nvPr/>
        </p:nvSpPr>
        <p:spPr>
          <a:xfrm>
            <a:off x="1297500" y="2658481"/>
            <a:ext cx="732900" cy="808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2400">
                <a:solidFill>
                  <a:srgbClr val="FFFFFF"/>
                </a:solidFill>
                <a:latin typeface="Montserrat"/>
                <a:ea typeface="Montserrat"/>
                <a:cs typeface="Montserrat"/>
                <a:sym typeface="Montserrat"/>
              </a:rPr>
              <a:t>02</a:t>
            </a:r>
            <a:endParaRPr>
              <a:solidFill>
                <a:srgbClr val="FFFFFF"/>
              </a:solidFill>
            </a:endParaRPr>
          </a:p>
          <a:p>
            <a:pPr indent="0" lvl="0" marL="0" rtl="0" algn="l">
              <a:spcBef>
                <a:spcPts val="0"/>
              </a:spcBef>
              <a:spcAft>
                <a:spcPts val="0"/>
              </a:spcAft>
              <a:buNone/>
            </a:pPr>
            <a:r>
              <a:t/>
            </a:r>
            <a:endParaRPr sz="1300">
              <a:solidFill>
                <a:srgbClr val="FFFFFF"/>
              </a:solidFill>
            </a:endParaRPr>
          </a:p>
        </p:txBody>
      </p:sp>
      <p:sp>
        <p:nvSpPr>
          <p:cNvPr id="251" name="Google Shape;251;p20"/>
          <p:cNvSpPr txBox="1"/>
          <p:nvPr>
            <p:ph idx="1" type="body"/>
          </p:nvPr>
        </p:nvSpPr>
        <p:spPr>
          <a:xfrm>
            <a:off x="2030400" y="2658513"/>
            <a:ext cx="5877300" cy="8088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solidFill>
                  <a:srgbClr val="FFFFFF"/>
                </a:solidFill>
              </a:rPr>
              <a:t>Escribe aquí tu texto Escribe aquí tu texto Escribe aquí tu texto Escribe aquí tu texto Escribe aquí tu texto Escribe aquí tu texto Escribe aquí tu texto.</a:t>
            </a:r>
            <a:endParaRPr>
              <a:solidFill>
                <a:srgbClr val="FFFFFF"/>
              </a:solidFill>
            </a:endParaRPr>
          </a:p>
        </p:txBody>
      </p:sp>
      <p:sp>
        <p:nvSpPr>
          <p:cNvPr id="252" name="Google Shape;252;p20"/>
          <p:cNvSpPr txBox="1"/>
          <p:nvPr/>
        </p:nvSpPr>
        <p:spPr>
          <a:xfrm>
            <a:off x="1297500" y="3573344"/>
            <a:ext cx="732900" cy="808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2400">
                <a:solidFill>
                  <a:srgbClr val="FFFFFF"/>
                </a:solidFill>
                <a:latin typeface="Montserrat"/>
                <a:ea typeface="Montserrat"/>
                <a:cs typeface="Montserrat"/>
                <a:sym typeface="Montserrat"/>
              </a:rPr>
              <a:t>03</a:t>
            </a:r>
            <a:endParaRPr sz="1300">
              <a:solidFill>
                <a:srgbClr val="FFFFFF"/>
              </a:solidFill>
            </a:endParaRPr>
          </a:p>
        </p:txBody>
      </p:sp>
      <p:sp>
        <p:nvSpPr>
          <p:cNvPr id="253" name="Google Shape;253;p20"/>
          <p:cNvSpPr txBox="1"/>
          <p:nvPr>
            <p:ph idx="1" type="body"/>
          </p:nvPr>
        </p:nvSpPr>
        <p:spPr>
          <a:xfrm>
            <a:off x="2030400" y="3573363"/>
            <a:ext cx="5877300" cy="8088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solidFill>
                  <a:srgbClr val="FFFFFF"/>
                </a:solidFill>
              </a:rPr>
              <a:t>Escribe aquí tu texto Escribe aquí tu texto Escribe aquí tu texto Escribe aquí tu texto Escribe aquí tu texto Escribe aquí tu texto Escribe aquí tu texto.</a:t>
            </a:r>
            <a:endParaRPr>
              <a:solidFill>
                <a:srgbClr val="FFFFFF"/>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21"/>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Objetivo del proyecto</a:t>
            </a:r>
            <a:endParaRPr/>
          </a:p>
        </p:txBody>
      </p:sp>
      <p:sp>
        <p:nvSpPr>
          <p:cNvPr id="259" name="Google Shape;259;p21"/>
          <p:cNvSpPr txBox="1"/>
          <p:nvPr>
            <p:ph idx="1" type="body"/>
          </p:nvPr>
        </p:nvSpPr>
        <p:spPr>
          <a:xfrm>
            <a:off x="4018025" y="1567550"/>
            <a:ext cx="4318500" cy="1766700"/>
          </a:xfrm>
          <a:prstGeom prst="rect">
            <a:avLst/>
          </a:prstGeom>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a:t>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a:t>
            </a:r>
            <a:endParaRPr>
              <a:latin typeface="Arial"/>
              <a:ea typeface="Arial"/>
              <a:cs typeface="Arial"/>
              <a:sym typeface="Arial"/>
            </a:endParaRPr>
          </a:p>
          <a:p>
            <a:pPr indent="0" lvl="0" marL="0" rtl="0" algn="l">
              <a:spcBef>
                <a:spcPts val="1600"/>
              </a:spcBef>
              <a:spcAft>
                <a:spcPts val="160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3" name="Shape 263"/>
        <p:cNvGrpSpPr/>
        <p:nvPr/>
      </p:nvGrpSpPr>
      <p:grpSpPr>
        <a:xfrm>
          <a:off x="0" y="0"/>
          <a:ext cx="0" cy="0"/>
          <a:chOff x="0" y="0"/>
          <a:chExt cx="0" cy="0"/>
        </a:xfrm>
      </p:grpSpPr>
      <p:sp>
        <p:nvSpPr>
          <p:cNvPr id="264" name="Google Shape;264;p22"/>
          <p:cNvSpPr txBox="1"/>
          <p:nvPr>
            <p:ph type="title"/>
          </p:nvPr>
        </p:nvSpPr>
        <p:spPr>
          <a:xfrm>
            <a:off x="1297500" y="393750"/>
            <a:ext cx="3798900" cy="149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Audiencia objetivo</a:t>
            </a:r>
            <a:endParaRPr/>
          </a:p>
        </p:txBody>
      </p:sp>
      <p:sp>
        <p:nvSpPr>
          <p:cNvPr id="265" name="Google Shape;265;p22"/>
          <p:cNvSpPr txBox="1"/>
          <p:nvPr>
            <p:ph idx="1" type="body"/>
          </p:nvPr>
        </p:nvSpPr>
        <p:spPr>
          <a:xfrm>
            <a:off x="1297500" y="1972550"/>
            <a:ext cx="3798900" cy="24159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solidFill>
                  <a:srgbClr val="FFFFFF"/>
                </a:solidFill>
              </a:rPr>
              <a:t>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a:t>
            </a:r>
            <a:endParaRPr/>
          </a:p>
        </p:txBody>
      </p:sp>
      <p:pic>
        <p:nvPicPr>
          <p:cNvPr descr="offset_comp_267026.jpg" id="266" name="Google Shape;266;p22"/>
          <p:cNvPicPr preferRelativeResize="0"/>
          <p:nvPr/>
        </p:nvPicPr>
        <p:blipFill rotWithShape="1">
          <a:blip r:embed="rId3">
            <a:alphaModFix/>
          </a:blip>
          <a:srcRect b="-6208" l="39741" r="17180" t="41471"/>
          <a:stretch/>
        </p:blipFill>
        <p:spPr>
          <a:xfrm rot="-5400000">
            <a:off x="5710147" y="2704980"/>
            <a:ext cx="2431500" cy="2436000"/>
          </a:xfrm>
          <a:prstGeom prst="diagStripe">
            <a:avLst>
              <a:gd fmla="val 50445" name="adj"/>
            </a:avLst>
          </a:prstGeom>
          <a:noFill/>
          <a:ln>
            <a:noFill/>
          </a:ln>
        </p:spPr>
      </p:pic>
      <p:pic>
        <p:nvPicPr>
          <p:cNvPr descr="offset_comp_457517_edited2.jpg" id="267" name="Google Shape;267;p22"/>
          <p:cNvPicPr preferRelativeResize="0"/>
          <p:nvPr/>
        </p:nvPicPr>
        <p:blipFill rotWithShape="1">
          <a:blip r:embed="rId4">
            <a:alphaModFix/>
          </a:blip>
          <a:srcRect b="-10134" l="28500" r="21978" t="35784"/>
          <a:stretch/>
        </p:blipFill>
        <p:spPr>
          <a:xfrm rot="-5400000">
            <a:off x="5718946" y="1338207"/>
            <a:ext cx="2504700" cy="2509500"/>
          </a:xfrm>
          <a:prstGeom prst="diagStripe">
            <a:avLst>
              <a:gd fmla="val 50445" name="adj"/>
            </a:avLst>
          </a:prstGeom>
          <a:noFill/>
          <a:ln>
            <a:noFill/>
          </a:ln>
        </p:spPr>
      </p:pic>
      <p:pic>
        <p:nvPicPr>
          <p:cNvPr descr="offset_comp_442889_edtied2.jpg" id="268" name="Google Shape;268;p22"/>
          <p:cNvPicPr preferRelativeResize="0"/>
          <p:nvPr/>
        </p:nvPicPr>
        <p:blipFill rotWithShape="1">
          <a:blip r:embed="rId5">
            <a:alphaModFix/>
          </a:blip>
          <a:srcRect b="15477" l="23926" r="30743" t="16464"/>
          <a:stretch/>
        </p:blipFill>
        <p:spPr>
          <a:xfrm rot="5400000">
            <a:off x="6637386" y="2137210"/>
            <a:ext cx="2504700" cy="2509500"/>
          </a:xfrm>
          <a:prstGeom prst="diagStripe">
            <a:avLst>
              <a:gd fmla="val 50445" name="adj"/>
            </a:avLst>
          </a:prstGeom>
          <a:noFill/>
          <a:ln>
            <a:noFill/>
          </a:ln>
        </p:spPr>
      </p:pic>
      <p:sp>
        <p:nvSpPr>
          <p:cNvPr id="269" name="Google Shape;269;p22"/>
          <p:cNvSpPr/>
          <p:nvPr/>
        </p:nvSpPr>
        <p:spPr>
          <a:xfrm>
            <a:off x="7040600" y="3923575"/>
            <a:ext cx="2106350" cy="1222450"/>
          </a:xfrm>
          <a:custGeom>
            <a:rect b="b" l="l" r="r" t="t"/>
            <a:pathLst>
              <a:path extrusionOk="0" h="48898" w="84254">
                <a:moveTo>
                  <a:pt x="0" y="0"/>
                </a:moveTo>
                <a:lnTo>
                  <a:pt x="50319" y="0"/>
                </a:lnTo>
                <a:lnTo>
                  <a:pt x="84254" y="33935"/>
                </a:lnTo>
                <a:lnTo>
                  <a:pt x="84254" y="48898"/>
                </a:lnTo>
                <a:lnTo>
                  <a:pt x="48798" y="48898"/>
                </a:lnTo>
                <a:close/>
              </a:path>
            </a:pathLst>
          </a:custGeom>
          <a:solidFill>
            <a:schemeClr val="accent3"/>
          </a:solidFill>
          <a:ln>
            <a:noFill/>
          </a:ln>
        </p:spPr>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3" name="Shape 273"/>
        <p:cNvGrpSpPr/>
        <p:nvPr/>
      </p:nvGrpSpPr>
      <p:grpSpPr>
        <a:xfrm>
          <a:off x="0" y="0"/>
          <a:ext cx="0" cy="0"/>
          <a:chOff x="0" y="0"/>
          <a:chExt cx="0" cy="0"/>
        </a:xfrm>
      </p:grpSpPr>
      <p:sp>
        <p:nvSpPr>
          <p:cNvPr id="274" name="Google Shape;274;p23"/>
          <p:cNvSpPr txBox="1"/>
          <p:nvPr>
            <p:ph idx="4294967295" type="subTitle"/>
          </p:nvPr>
        </p:nvSpPr>
        <p:spPr>
          <a:xfrm>
            <a:off x="1297500" y="472775"/>
            <a:ext cx="3511200" cy="320700"/>
          </a:xfrm>
          <a:prstGeom prst="rect">
            <a:avLst/>
          </a:prstGeom>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lang="es" sz="1000"/>
              <a:t>Persona 1</a:t>
            </a:r>
            <a:endParaRPr sz="1000"/>
          </a:p>
        </p:txBody>
      </p:sp>
      <p:sp>
        <p:nvSpPr>
          <p:cNvPr id="275" name="Google Shape;275;p23"/>
          <p:cNvSpPr txBox="1"/>
          <p:nvPr>
            <p:ph type="title"/>
          </p:nvPr>
        </p:nvSpPr>
        <p:spPr>
          <a:xfrm>
            <a:off x="1297500" y="842025"/>
            <a:ext cx="5609700" cy="5985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t>Nombre de la persona</a:t>
            </a:r>
            <a:endParaRPr/>
          </a:p>
        </p:txBody>
      </p:sp>
      <p:sp>
        <p:nvSpPr>
          <p:cNvPr id="276" name="Google Shape;276;p23"/>
          <p:cNvSpPr txBox="1"/>
          <p:nvPr>
            <p:ph idx="1" type="body"/>
          </p:nvPr>
        </p:nvSpPr>
        <p:spPr>
          <a:xfrm>
            <a:off x="1297500" y="1567550"/>
            <a:ext cx="5609700" cy="12507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solidFill>
                  <a:srgbClr val="FFFFFF"/>
                </a:solidFill>
              </a:rPr>
              <a:t>Escribe aquí tu texto Escribe aquí tu texto Escribe aquí tu texto Escribe aquí tu texto Escribe aquí tu texto Escribe aquí tu texto Escribe aquí tu texto Escribe aquí tu texto Escribe aquí tu texto.</a:t>
            </a:r>
            <a:endParaRPr/>
          </a:p>
        </p:txBody>
      </p:sp>
      <p:grpSp>
        <p:nvGrpSpPr>
          <p:cNvPr id="277" name="Google Shape;277;p23"/>
          <p:cNvGrpSpPr/>
          <p:nvPr/>
        </p:nvGrpSpPr>
        <p:grpSpPr>
          <a:xfrm>
            <a:off x="1359550" y="3154500"/>
            <a:ext cx="1018200" cy="1018200"/>
            <a:chOff x="1359550" y="3154500"/>
            <a:chExt cx="1018200" cy="1018200"/>
          </a:xfrm>
        </p:grpSpPr>
        <p:sp>
          <p:nvSpPr>
            <p:cNvPr id="278" name="Google Shape;278;p23"/>
            <p:cNvSpPr/>
            <p:nvPr/>
          </p:nvSpPr>
          <p:spPr>
            <a:xfrm>
              <a:off x="1359550" y="3154500"/>
              <a:ext cx="1018200" cy="1018200"/>
            </a:xfrm>
            <a:prstGeom prst="ellipse">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23"/>
            <p:cNvSpPr/>
            <p:nvPr/>
          </p:nvSpPr>
          <p:spPr>
            <a:xfrm>
              <a:off x="1409800" y="3204750"/>
              <a:ext cx="917700" cy="917700"/>
            </a:xfrm>
            <a:prstGeom prst="ellipse">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23"/>
            <p:cNvSpPr/>
            <p:nvPr/>
          </p:nvSpPr>
          <p:spPr>
            <a:xfrm>
              <a:off x="1409800" y="3204750"/>
              <a:ext cx="917700" cy="917700"/>
            </a:xfrm>
            <a:prstGeom prst="pie">
              <a:avLst>
                <a:gd fmla="val 0" name="adj1"/>
                <a:gd fmla="val 16200000" name="adj2"/>
              </a:avLst>
            </a:prstGeom>
            <a:gradFill>
              <a:gsLst>
                <a:gs pos="0">
                  <a:srgbClr val="A8B8DF"/>
                </a:gs>
                <a:gs pos="100000">
                  <a:srgbClr val="516DB4"/>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 name="Google Shape;281;p23"/>
            <p:cNvSpPr/>
            <p:nvPr/>
          </p:nvSpPr>
          <p:spPr>
            <a:xfrm>
              <a:off x="1540600" y="3335550"/>
              <a:ext cx="656100" cy="6561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82" name="Google Shape;282;p23"/>
          <p:cNvSpPr txBox="1"/>
          <p:nvPr/>
        </p:nvSpPr>
        <p:spPr>
          <a:xfrm>
            <a:off x="1303225" y="4245800"/>
            <a:ext cx="1131000" cy="436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None/>
            </a:pPr>
            <a:r>
              <a:rPr lang="es" sz="800">
                <a:solidFill>
                  <a:schemeClr val="lt1"/>
                </a:solidFill>
                <a:latin typeface="Lato"/>
                <a:ea typeface="Lato"/>
                <a:cs typeface="Lato"/>
                <a:sym typeface="Lato"/>
              </a:rPr>
              <a:t>Escribe aquí tu texto</a:t>
            </a:r>
            <a:endParaRPr sz="800">
              <a:solidFill>
                <a:schemeClr val="lt1"/>
              </a:solidFill>
              <a:latin typeface="Lato"/>
              <a:ea typeface="Lato"/>
              <a:cs typeface="Lato"/>
              <a:sym typeface="Lato"/>
            </a:endParaRPr>
          </a:p>
        </p:txBody>
      </p:sp>
      <p:sp>
        <p:nvSpPr>
          <p:cNvPr id="283" name="Google Shape;283;p23"/>
          <p:cNvSpPr txBox="1"/>
          <p:nvPr/>
        </p:nvSpPr>
        <p:spPr>
          <a:xfrm>
            <a:off x="1634217" y="3508020"/>
            <a:ext cx="462300" cy="2706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s" sz="1000">
                <a:solidFill>
                  <a:schemeClr val="lt1"/>
                </a:solidFill>
                <a:latin typeface="Lato"/>
                <a:ea typeface="Lato"/>
                <a:cs typeface="Lato"/>
                <a:sym typeface="Lato"/>
              </a:rPr>
              <a:t>75%</a:t>
            </a:r>
            <a:endParaRPr b="1" sz="1000">
              <a:solidFill>
                <a:schemeClr val="lt1"/>
              </a:solidFill>
              <a:latin typeface="Lato"/>
              <a:ea typeface="Lato"/>
              <a:cs typeface="Lato"/>
              <a:sym typeface="Lato"/>
            </a:endParaRPr>
          </a:p>
          <a:p>
            <a:pPr indent="0" lvl="0" marL="0" rtl="0" algn="ctr">
              <a:spcBef>
                <a:spcPts val="1600"/>
              </a:spcBef>
              <a:spcAft>
                <a:spcPts val="0"/>
              </a:spcAft>
              <a:buNone/>
            </a:pPr>
            <a:r>
              <a:t/>
            </a:r>
            <a:endParaRPr b="1">
              <a:solidFill>
                <a:schemeClr val="lt1"/>
              </a:solidFill>
              <a:latin typeface="Lato"/>
              <a:ea typeface="Lato"/>
              <a:cs typeface="Lato"/>
              <a:sym typeface="Lato"/>
            </a:endParaRPr>
          </a:p>
        </p:txBody>
      </p:sp>
      <p:sp>
        <p:nvSpPr>
          <p:cNvPr id="284" name="Google Shape;284;p23"/>
          <p:cNvSpPr/>
          <p:nvPr/>
        </p:nvSpPr>
        <p:spPr>
          <a:xfrm>
            <a:off x="3207425" y="3154500"/>
            <a:ext cx="1018200" cy="1018200"/>
          </a:xfrm>
          <a:prstGeom prst="ellipse">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23"/>
          <p:cNvSpPr/>
          <p:nvPr/>
        </p:nvSpPr>
        <p:spPr>
          <a:xfrm>
            <a:off x="3257675" y="3204750"/>
            <a:ext cx="917700" cy="917700"/>
          </a:xfrm>
          <a:prstGeom prst="ellipse">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23"/>
          <p:cNvSpPr/>
          <p:nvPr/>
        </p:nvSpPr>
        <p:spPr>
          <a:xfrm>
            <a:off x="3257675" y="3204750"/>
            <a:ext cx="917700" cy="917700"/>
          </a:xfrm>
          <a:prstGeom prst="pie">
            <a:avLst>
              <a:gd fmla="val 19410436" name="adj1"/>
              <a:gd fmla="val 16200000" name="adj2"/>
            </a:avLst>
          </a:prstGeom>
          <a:gradFill>
            <a:gsLst>
              <a:gs pos="0">
                <a:srgbClr val="A8B8DF"/>
              </a:gs>
              <a:gs pos="100000">
                <a:srgbClr val="516DB4"/>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23"/>
          <p:cNvSpPr/>
          <p:nvPr/>
        </p:nvSpPr>
        <p:spPr>
          <a:xfrm>
            <a:off x="3388475" y="3335550"/>
            <a:ext cx="656100" cy="6561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23"/>
          <p:cNvSpPr txBox="1"/>
          <p:nvPr/>
        </p:nvSpPr>
        <p:spPr>
          <a:xfrm>
            <a:off x="3152738" y="4245800"/>
            <a:ext cx="1131000" cy="436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None/>
            </a:pPr>
            <a:r>
              <a:rPr lang="es" sz="800">
                <a:solidFill>
                  <a:schemeClr val="lt1"/>
                </a:solidFill>
                <a:latin typeface="Lato"/>
                <a:ea typeface="Lato"/>
                <a:cs typeface="Lato"/>
                <a:sym typeface="Lato"/>
              </a:rPr>
              <a:t>Escribe aquí tu texto</a:t>
            </a:r>
            <a:endParaRPr sz="800">
              <a:solidFill>
                <a:schemeClr val="lt1"/>
              </a:solidFill>
              <a:latin typeface="Lato"/>
              <a:ea typeface="Lato"/>
              <a:cs typeface="Lato"/>
              <a:sym typeface="Lato"/>
            </a:endParaRPr>
          </a:p>
        </p:txBody>
      </p:sp>
      <p:sp>
        <p:nvSpPr>
          <p:cNvPr id="289" name="Google Shape;289;p23"/>
          <p:cNvSpPr txBox="1"/>
          <p:nvPr/>
        </p:nvSpPr>
        <p:spPr>
          <a:xfrm>
            <a:off x="3483729" y="3508020"/>
            <a:ext cx="462300" cy="2706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s" sz="1000">
                <a:solidFill>
                  <a:schemeClr val="lt1"/>
                </a:solidFill>
                <a:latin typeface="Lato"/>
                <a:ea typeface="Lato"/>
                <a:cs typeface="Lato"/>
                <a:sym typeface="Lato"/>
              </a:rPr>
              <a:t>83%</a:t>
            </a:r>
            <a:endParaRPr b="1" sz="1000">
              <a:solidFill>
                <a:schemeClr val="lt1"/>
              </a:solidFill>
              <a:latin typeface="Lato"/>
              <a:ea typeface="Lato"/>
              <a:cs typeface="Lato"/>
              <a:sym typeface="Lato"/>
            </a:endParaRPr>
          </a:p>
          <a:p>
            <a:pPr indent="0" lvl="0" marL="0" rtl="0" algn="ctr">
              <a:spcBef>
                <a:spcPts val="1600"/>
              </a:spcBef>
              <a:spcAft>
                <a:spcPts val="0"/>
              </a:spcAft>
              <a:buNone/>
            </a:pPr>
            <a:r>
              <a:t/>
            </a:r>
            <a:endParaRPr b="1">
              <a:solidFill>
                <a:schemeClr val="lt1"/>
              </a:solidFill>
              <a:latin typeface="Lato"/>
              <a:ea typeface="Lato"/>
              <a:cs typeface="Lato"/>
              <a:sym typeface="Lato"/>
            </a:endParaRPr>
          </a:p>
        </p:txBody>
      </p:sp>
      <p:sp>
        <p:nvSpPr>
          <p:cNvPr id="290" name="Google Shape;290;p23"/>
          <p:cNvSpPr/>
          <p:nvPr/>
        </p:nvSpPr>
        <p:spPr>
          <a:xfrm>
            <a:off x="5058251" y="3154500"/>
            <a:ext cx="1018200" cy="1018200"/>
          </a:xfrm>
          <a:prstGeom prst="ellipse">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23"/>
          <p:cNvSpPr/>
          <p:nvPr/>
        </p:nvSpPr>
        <p:spPr>
          <a:xfrm>
            <a:off x="5108501" y="3204750"/>
            <a:ext cx="917700" cy="917700"/>
          </a:xfrm>
          <a:prstGeom prst="ellipse">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23"/>
          <p:cNvSpPr/>
          <p:nvPr/>
        </p:nvSpPr>
        <p:spPr>
          <a:xfrm>
            <a:off x="5108501" y="3204750"/>
            <a:ext cx="917700" cy="917700"/>
          </a:xfrm>
          <a:prstGeom prst="pie">
            <a:avLst>
              <a:gd fmla="val 7181818" name="adj1"/>
              <a:gd fmla="val 16200000" name="adj2"/>
            </a:avLst>
          </a:prstGeom>
          <a:gradFill>
            <a:gsLst>
              <a:gs pos="0">
                <a:srgbClr val="A8B8DF"/>
              </a:gs>
              <a:gs pos="100000">
                <a:srgbClr val="516DB4"/>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23"/>
          <p:cNvSpPr/>
          <p:nvPr/>
        </p:nvSpPr>
        <p:spPr>
          <a:xfrm>
            <a:off x="5239301" y="3335550"/>
            <a:ext cx="656100" cy="6561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23"/>
          <p:cNvSpPr txBox="1"/>
          <p:nvPr/>
        </p:nvSpPr>
        <p:spPr>
          <a:xfrm>
            <a:off x="5006000" y="4245800"/>
            <a:ext cx="1131000" cy="436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None/>
            </a:pPr>
            <a:r>
              <a:rPr lang="es" sz="800">
                <a:solidFill>
                  <a:schemeClr val="lt1"/>
                </a:solidFill>
                <a:latin typeface="Lato"/>
                <a:ea typeface="Lato"/>
                <a:cs typeface="Lato"/>
                <a:sym typeface="Lato"/>
              </a:rPr>
              <a:t>Escribe aquí tu texto</a:t>
            </a:r>
            <a:endParaRPr sz="800">
              <a:solidFill>
                <a:schemeClr val="lt1"/>
              </a:solidFill>
              <a:latin typeface="Lato"/>
              <a:ea typeface="Lato"/>
              <a:cs typeface="Lato"/>
              <a:sym typeface="Lato"/>
            </a:endParaRPr>
          </a:p>
        </p:txBody>
      </p:sp>
      <p:sp>
        <p:nvSpPr>
          <p:cNvPr id="295" name="Google Shape;295;p23"/>
          <p:cNvSpPr txBox="1"/>
          <p:nvPr/>
        </p:nvSpPr>
        <p:spPr>
          <a:xfrm>
            <a:off x="5342249" y="3508020"/>
            <a:ext cx="462300" cy="2706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s" sz="1000">
                <a:solidFill>
                  <a:schemeClr val="lt1"/>
                </a:solidFill>
                <a:latin typeface="Lato"/>
                <a:ea typeface="Lato"/>
                <a:cs typeface="Lato"/>
                <a:sym typeface="Lato"/>
              </a:rPr>
              <a:t>42%</a:t>
            </a:r>
            <a:endParaRPr b="1" sz="1000">
              <a:solidFill>
                <a:schemeClr val="lt1"/>
              </a:solidFill>
              <a:latin typeface="Lato"/>
              <a:ea typeface="Lato"/>
              <a:cs typeface="Lato"/>
              <a:sym typeface="Lato"/>
            </a:endParaRPr>
          </a:p>
          <a:p>
            <a:pPr indent="0" lvl="0" marL="0" rtl="0" algn="ctr">
              <a:spcBef>
                <a:spcPts val="1600"/>
              </a:spcBef>
              <a:spcAft>
                <a:spcPts val="0"/>
              </a:spcAft>
              <a:buNone/>
            </a:pPr>
            <a:r>
              <a:t/>
            </a:r>
            <a:endParaRPr b="1">
              <a:solidFill>
                <a:schemeClr val="lt1"/>
              </a:solidFill>
              <a:latin typeface="Lato"/>
              <a:ea typeface="Lato"/>
              <a:cs typeface="Lato"/>
              <a:sym typeface="Lato"/>
            </a:endParaRPr>
          </a:p>
        </p:txBody>
      </p:sp>
      <p:sp>
        <p:nvSpPr>
          <p:cNvPr id="296" name="Google Shape;296;p23"/>
          <p:cNvSpPr/>
          <p:nvPr/>
        </p:nvSpPr>
        <p:spPr>
          <a:xfrm>
            <a:off x="6907209" y="3154500"/>
            <a:ext cx="1018200" cy="1018200"/>
          </a:xfrm>
          <a:prstGeom prst="ellipse">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23"/>
          <p:cNvSpPr/>
          <p:nvPr/>
        </p:nvSpPr>
        <p:spPr>
          <a:xfrm>
            <a:off x="6957459" y="3204750"/>
            <a:ext cx="917700" cy="917700"/>
          </a:xfrm>
          <a:prstGeom prst="ellipse">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23"/>
          <p:cNvSpPr/>
          <p:nvPr/>
        </p:nvSpPr>
        <p:spPr>
          <a:xfrm>
            <a:off x="6957459" y="3204750"/>
            <a:ext cx="917700" cy="917700"/>
          </a:xfrm>
          <a:prstGeom prst="pie">
            <a:avLst>
              <a:gd fmla="val 11912349" name="adj1"/>
              <a:gd fmla="val 16200000" name="adj2"/>
            </a:avLst>
          </a:prstGeom>
          <a:gradFill>
            <a:gsLst>
              <a:gs pos="0">
                <a:srgbClr val="A8B8DF"/>
              </a:gs>
              <a:gs pos="100000">
                <a:srgbClr val="516DB4"/>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23"/>
          <p:cNvSpPr/>
          <p:nvPr/>
        </p:nvSpPr>
        <p:spPr>
          <a:xfrm>
            <a:off x="7088259" y="3335550"/>
            <a:ext cx="656100" cy="6561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23"/>
          <p:cNvSpPr txBox="1"/>
          <p:nvPr/>
        </p:nvSpPr>
        <p:spPr>
          <a:xfrm>
            <a:off x="6854200" y="4245800"/>
            <a:ext cx="1131000" cy="436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None/>
            </a:pPr>
            <a:r>
              <a:rPr lang="es" sz="800">
                <a:solidFill>
                  <a:schemeClr val="lt1"/>
                </a:solidFill>
                <a:latin typeface="Lato"/>
                <a:ea typeface="Lato"/>
                <a:cs typeface="Lato"/>
                <a:sym typeface="Lato"/>
              </a:rPr>
              <a:t>Escribe aquí tu texto</a:t>
            </a:r>
            <a:endParaRPr sz="800">
              <a:solidFill>
                <a:schemeClr val="lt1"/>
              </a:solidFill>
              <a:latin typeface="Lato"/>
              <a:ea typeface="Lato"/>
              <a:cs typeface="Lato"/>
              <a:sym typeface="Lato"/>
            </a:endParaRPr>
          </a:p>
        </p:txBody>
      </p:sp>
      <p:sp>
        <p:nvSpPr>
          <p:cNvPr id="301" name="Google Shape;301;p23"/>
          <p:cNvSpPr txBox="1"/>
          <p:nvPr/>
        </p:nvSpPr>
        <p:spPr>
          <a:xfrm>
            <a:off x="7185192" y="3508020"/>
            <a:ext cx="462300" cy="2706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s" sz="1000">
                <a:solidFill>
                  <a:schemeClr val="lt1"/>
                </a:solidFill>
                <a:latin typeface="Lato"/>
                <a:ea typeface="Lato"/>
                <a:cs typeface="Lato"/>
                <a:sym typeface="Lato"/>
              </a:rPr>
              <a:t>17%</a:t>
            </a:r>
            <a:endParaRPr b="1" sz="1000">
              <a:solidFill>
                <a:schemeClr val="lt1"/>
              </a:solidFill>
              <a:latin typeface="Lato"/>
              <a:ea typeface="Lato"/>
              <a:cs typeface="Lato"/>
              <a:sym typeface="Lato"/>
            </a:endParaRPr>
          </a:p>
          <a:p>
            <a:pPr indent="0" lvl="0" marL="0" rtl="0" algn="ctr">
              <a:spcBef>
                <a:spcPts val="1600"/>
              </a:spcBef>
              <a:spcAft>
                <a:spcPts val="0"/>
              </a:spcAft>
              <a:buNone/>
            </a:pPr>
            <a:r>
              <a:t/>
            </a:r>
            <a:endParaRPr b="1">
              <a:solidFill>
                <a:schemeClr val="lt1"/>
              </a:solidFill>
              <a:latin typeface="Lato"/>
              <a:ea typeface="Lato"/>
              <a:cs typeface="Lato"/>
              <a:sym typeface="Lato"/>
            </a:endParaRPr>
          </a:p>
        </p:txBody>
      </p:sp>
      <p:pic>
        <p:nvPicPr>
          <p:cNvPr descr="offset_comp_442889_edtied2.jpg" id="302" name="Google Shape;302;p23"/>
          <p:cNvPicPr preferRelativeResize="0"/>
          <p:nvPr/>
        </p:nvPicPr>
        <p:blipFill rotWithShape="1">
          <a:blip r:embed="rId3">
            <a:alphaModFix/>
          </a:blip>
          <a:srcRect b="12950" l="40835" r="22818" t="36463"/>
          <a:stretch/>
        </p:blipFill>
        <p:spPr>
          <a:xfrm rot="10800000">
            <a:off x="6240280" y="5276"/>
            <a:ext cx="2898000" cy="2691600"/>
          </a:xfrm>
          <a:prstGeom prst="rtTriangle">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6" name="Shape 306"/>
        <p:cNvGrpSpPr/>
        <p:nvPr/>
      </p:nvGrpSpPr>
      <p:grpSpPr>
        <a:xfrm>
          <a:off x="0" y="0"/>
          <a:ext cx="0" cy="0"/>
          <a:chOff x="0" y="0"/>
          <a:chExt cx="0" cy="0"/>
        </a:xfrm>
      </p:grpSpPr>
      <p:sp>
        <p:nvSpPr>
          <p:cNvPr id="307" name="Google Shape;307;p24"/>
          <p:cNvSpPr txBox="1"/>
          <p:nvPr>
            <p:ph idx="4294967295" type="subTitle"/>
          </p:nvPr>
        </p:nvSpPr>
        <p:spPr>
          <a:xfrm>
            <a:off x="1297500" y="472775"/>
            <a:ext cx="3511200" cy="320700"/>
          </a:xfrm>
          <a:prstGeom prst="rect">
            <a:avLst/>
          </a:prstGeom>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lang="es" sz="1000"/>
              <a:t>Persona 2</a:t>
            </a:r>
            <a:endParaRPr sz="1000"/>
          </a:p>
        </p:txBody>
      </p:sp>
      <p:sp>
        <p:nvSpPr>
          <p:cNvPr id="308" name="Google Shape;308;p24"/>
          <p:cNvSpPr txBox="1"/>
          <p:nvPr>
            <p:ph type="title"/>
          </p:nvPr>
        </p:nvSpPr>
        <p:spPr>
          <a:xfrm>
            <a:off x="1297500" y="842025"/>
            <a:ext cx="5609700" cy="5985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t>Nombre de la persona</a:t>
            </a:r>
            <a:endParaRPr/>
          </a:p>
        </p:txBody>
      </p:sp>
      <p:sp>
        <p:nvSpPr>
          <p:cNvPr id="309" name="Google Shape;309;p24"/>
          <p:cNvSpPr txBox="1"/>
          <p:nvPr>
            <p:ph idx="1" type="body"/>
          </p:nvPr>
        </p:nvSpPr>
        <p:spPr>
          <a:xfrm>
            <a:off x="1297500" y="1567550"/>
            <a:ext cx="5609700" cy="12507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solidFill>
                  <a:srgbClr val="FFFFFF"/>
                </a:solidFill>
              </a:rPr>
              <a:t>Escribe aquí tu texto Escribe aquí tu texto Escribe aquí tu texto Escribe aquí tu texto Escribe aquí tu texto Escribe aquí tu texto Escribe aquí tu texto Escribe aquí tu texto Escribe aquí tu texto.</a:t>
            </a:r>
            <a:endParaRPr/>
          </a:p>
        </p:txBody>
      </p:sp>
      <p:grpSp>
        <p:nvGrpSpPr>
          <p:cNvPr id="310" name="Google Shape;310;p24"/>
          <p:cNvGrpSpPr/>
          <p:nvPr/>
        </p:nvGrpSpPr>
        <p:grpSpPr>
          <a:xfrm>
            <a:off x="1359550" y="3154500"/>
            <a:ext cx="1018200" cy="1018200"/>
            <a:chOff x="1359550" y="3154500"/>
            <a:chExt cx="1018200" cy="1018200"/>
          </a:xfrm>
        </p:grpSpPr>
        <p:sp>
          <p:nvSpPr>
            <p:cNvPr id="311" name="Google Shape;311;p24"/>
            <p:cNvSpPr/>
            <p:nvPr/>
          </p:nvSpPr>
          <p:spPr>
            <a:xfrm>
              <a:off x="1359550" y="3154500"/>
              <a:ext cx="1018200" cy="1018200"/>
            </a:xfrm>
            <a:prstGeom prst="ellipse">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24"/>
            <p:cNvSpPr/>
            <p:nvPr/>
          </p:nvSpPr>
          <p:spPr>
            <a:xfrm>
              <a:off x="1409800" y="3204750"/>
              <a:ext cx="917700" cy="917700"/>
            </a:xfrm>
            <a:prstGeom prst="ellipse">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24"/>
            <p:cNvSpPr/>
            <p:nvPr/>
          </p:nvSpPr>
          <p:spPr>
            <a:xfrm>
              <a:off x="1409800" y="3204750"/>
              <a:ext cx="917700" cy="917700"/>
            </a:xfrm>
            <a:prstGeom prst="pie">
              <a:avLst>
                <a:gd fmla="val 0" name="adj1"/>
                <a:gd fmla="val 16200000" name="adj2"/>
              </a:avLst>
            </a:prstGeom>
            <a:gradFill>
              <a:gsLst>
                <a:gs pos="0">
                  <a:srgbClr val="A8B8DF"/>
                </a:gs>
                <a:gs pos="100000">
                  <a:srgbClr val="516DB4"/>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24"/>
            <p:cNvSpPr/>
            <p:nvPr/>
          </p:nvSpPr>
          <p:spPr>
            <a:xfrm>
              <a:off x="1540600" y="3335550"/>
              <a:ext cx="656100" cy="6561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15" name="Google Shape;315;p24"/>
          <p:cNvSpPr txBox="1"/>
          <p:nvPr/>
        </p:nvSpPr>
        <p:spPr>
          <a:xfrm>
            <a:off x="1303275" y="4245800"/>
            <a:ext cx="1131000" cy="436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None/>
            </a:pPr>
            <a:r>
              <a:rPr lang="es" sz="800">
                <a:solidFill>
                  <a:schemeClr val="lt1"/>
                </a:solidFill>
                <a:latin typeface="Lato"/>
                <a:ea typeface="Lato"/>
                <a:cs typeface="Lato"/>
                <a:sym typeface="Lato"/>
              </a:rPr>
              <a:t>Escribe aquí tu texto</a:t>
            </a:r>
            <a:endParaRPr sz="800">
              <a:solidFill>
                <a:schemeClr val="lt1"/>
              </a:solidFill>
              <a:latin typeface="Lato"/>
              <a:ea typeface="Lato"/>
              <a:cs typeface="Lato"/>
              <a:sym typeface="Lato"/>
            </a:endParaRPr>
          </a:p>
        </p:txBody>
      </p:sp>
      <p:sp>
        <p:nvSpPr>
          <p:cNvPr id="316" name="Google Shape;316;p24"/>
          <p:cNvSpPr txBox="1"/>
          <p:nvPr/>
        </p:nvSpPr>
        <p:spPr>
          <a:xfrm>
            <a:off x="1634217" y="3508020"/>
            <a:ext cx="462300" cy="2706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s" sz="1000">
                <a:solidFill>
                  <a:schemeClr val="lt1"/>
                </a:solidFill>
                <a:latin typeface="Lato"/>
                <a:ea typeface="Lato"/>
                <a:cs typeface="Lato"/>
                <a:sym typeface="Lato"/>
              </a:rPr>
              <a:t>75%</a:t>
            </a:r>
            <a:endParaRPr b="1" sz="1000">
              <a:solidFill>
                <a:schemeClr val="lt1"/>
              </a:solidFill>
              <a:latin typeface="Lato"/>
              <a:ea typeface="Lato"/>
              <a:cs typeface="Lato"/>
              <a:sym typeface="Lato"/>
            </a:endParaRPr>
          </a:p>
          <a:p>
            <a:pPr indent="0" lvl="0" marL="0" rtl="0" algn="ctr">
              <a:spcBef>
                <a:spcPts val="1600"/>
              </a:spcBef>
              <a:spcAft>
                <a:spcPts val="0"/>
              </a:spcAft>
              <a:buNone/>
            </a:pPr>
            <a:r>
              <a:t/>
            </a:r>
            <a:endParaRPr b="1">
              <a:solidFill>
                <a:schemeClr val="lt1"/>
              </a:solidFill>
              <a:latin typeface="Lato"/>
              <a:ea typeface="Lato"/>
              <a:cs typeface="Lato"/>
              <a:sym typeface="Lato"/>
            </a:endParaRPr>
          </a:p>
        </p:txBody>
      </p:sp>
      <p:sp>
        <p:nvSpPr>
          <p:cNvPr id="317" name="Google Shape;317;p24"/>
          <p:cNvSpPr/>
          <p:nvPr/>
        </p:nvSpPr>
        <p:spPr>
          <a:xfrm>
            <a:off x="3207425" y="3154500"/>
            <a:ext cx="1018200" cy="1018200"/>
          </a:xfrm>
          <a:prstGeom prst="ellipse">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24"/>
          <p:cNvSpPr/>
          <p:nvPr/>
        </p:nvSpPr>
        <p:spPr>
          <a:xfrm>
            <a:off x="3257675" y="3204750"/>
            <a:ext cx="917700" cy="917700"/>
          </a:xfrm>
          <a:prstGeom prst="ellipse">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24"/>
          <p:cNvSpPr/>
          <p:nvPr/>
        </p:nvSpPr>
        <p:spPr>
          <a:xfrm>
            <a:off x="3257675" y="3204750"/>
            <a:ext cx="917700" cy="917700"/>
          </a:xfrm>
          <a:prstGeom prst="pie">
            <a:avLst>
              <a:gd fmla="val 19410436" name="adj1"/>
              <a:gd fmla="val 16200000" name="adj2"/>
            </a:avLst>
          </a:prstGeom>
          <a:gradFill>
            <a:gsLst>
              <a:gs pos="0">
                <a:srgbClr val="A8B8DF"/>
              </a:gs>
              <a:gs pos="100000">
                <a:srgbClr val="516DB4"/>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24"/>
          <p:cNvSpPr/>
          <p:nvPr/>
        </p:nvSpPr>
        <p:spPr>
          <a:xfrm>
            <a:off x="3388475" y="3335550"/>
            <a:ext cx="656100" cy="6561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24"/>
          <p:cNvSpPr txBox="1"/>
          <p:nvPr/>
        </p:nvSpPr>
        <p:spPr>
          <a:xfrm>
            <a:off x="3152738" y="4245800"/>
            <a:ext cx="1131000" cy="436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None/>
            </a:pPr>
            <a:r>
              <a:rPr lang="es" sz="800">
                <a:solidFill>
                  <a:schemeClr val="lt1"/>
                </a:solidFill>
                <a:latin typeface="Lato"/>
                <a:ea typeface="Lato"/>
                <a:cs typeface="Lato"/>
                <a:sym typeface="Lato"/>
              </a:rPr>
              <a:t>Escribe aquí tu texto</a:t>
            </a:r>
            <a:endParaRPr sz="800">
              <a:solidFill>
                <a:schemeClr val="lt1"/>
              </a:solidFill>
              <a:latin typeface="Lato"/>
              <a:ea typeface="Lato"/>
              <a:cs typeface="Lato"/>
              <a:sym typeface="Lato"/>
            </a:endParaRPr>
          </a:p>
        </p:txBody>
      </p:sp>
      <p:sp>
        <p:nvSpPr>
          <p:cNvPr id="322" name="Google Shape;322;p24"/>
          <p:cNvSpPr txBox="1"/>
          <p:nvPr/>
        </p:nvSpPr>
        <p:spPr>
          <a:xfrm>
            <a:off x="3483729" y="3508020"/>
            <a:ext cx="462300" cy="2706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s" sz="1000">
                <a:solidFill>
                  <a:schemeClr val="lt1"/>
                </a:solidFill>
                <a:latin typeface="Lato"/>
                <a:ea typeface="Lato"/>
                <a:cs typeface="Lato"/>
                <a:sym typeface="Lato"/>
              </a:rPr>
              <a:t>83%</a:t>
            </a:r>
            <a:endParaRPr b="1" sz="1000">
              <a:solidFill>
                <a:schemeClr val="lt1"/>
              </a:solidFill>
              <a:latin typeface="Lato"/>
              <a:ea typeface="Lato"/>
              <a:cs typeface="Lato"/>
              <a:sym typeface="Lato"/>
            </a:endParaRPr>
          </a:p>
          <a:p>
            <a:pPr indent="0" lvl="0" marL="0" rtl="0" algn="ctr">
              <a:spcBef>
                <a:spcPts val="1600"/>
              </a:spcBef>
              <a:spcAft>
                <a:spcPts val="0"/>
              </a:spcAft>
              <a:buNone/>
            </a:pPr>
            <a:r>
              <a:t/>
            </a:r>
            <a:endParaRPr b="1">
              <a:solidFill>
                <a:schemeClr val="lt1"/>
              </a:solidFill>
              <a:latin typeface="Lato"/>
              <a:ea typeface="Lato"/>
              <a:cs typeface="Lato"/>
              <a:sym typeface="Lato"/>
            </a:endParaRPr>
          </a:p>
        </p:txBody>
      </p:sp>
      <p:sp>
        <p:nvSpPr>
          <p:cNvPr id="323" name="Google Shape;323;p24"/>
          <p:cNvSpPr/>
          <p:nvPr/>
        </p:nvSpPr>
        <p:spPr>
          <a:xfrm>
            <a:off x="5058251" y="3154500"/>
            <a:ext cx="1018200" cy="1018200"/>
          </a:xfrm>
          <a:prstGeom prst="ellipse">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 name="Google Shape;324;p24"/>
          <p:cNvSpPr/>
          <p:nvPr/>
        </p:nvSpPr>
        <p:spPr>
          <a:xfrm>
            <a:off x="5108501" y="3204750"/>
            <a:ext cx="917700" cy="917700"/>
          </a:xfrm>
          <a:prstGeom prst="ellipse">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24"/>
          <p:cNvSpPr/>
          <p:nvPr/>
        </p:nvSpPr>
        <p:spPr>
          <a:xfrm>
            <a:off x="5108501" y="3204750"/>
            <a:ext cx="917700" cy="917700"/>
          </a:xfrm>
          <a:prstGeom prst="pie">
            <a:avLst>
              <a:gd fmla="val 7181818" name="adj1"/>
              <a:gd fmla="val 16200000" name="adj2"/>
            </a:avLst>
          </a:prstGeom>
          <a:gradFill>
            <a:gsLst>
              <a:gs pos="0">
                <a:srgbClr val="A8B8DF"/>
              </a:gs>
              <a:gs pos="100000">
                <a:srgbClr val="516DB4"/>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p24"/>
          <p:cNvSpPr/>
          <p:nvPr/>
        </p:nvSpPr>
        <p:spPr>
          <a:xfrm>
            <a:off x="5239301" y="3335550"/>
            <a:ext cx="656100" cy="6561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24"/>
          <p:cNvSpPr txBox="1"/>
          <p:nvPr/>
        </p:nvSpPr>
        <p:spPr>
          <a:xfrm>
            <a:off x="5006000" y="4245800"/>
            <a:ext cx="1131000" cy="436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None/>
            </a:pPr>
            <a:r>
              <a:rPr lang="es" sz="800">
                <a:solidFill>
                  <a:schemeClr val="lt1"/>
                </a:solidFill>
                <a:latin typeface="Lato"/>
                <a:ea typeface="Lato"/>
                <a:cs typeface="Lato"/>
                <a:sym typeface="Lato"/>
              </a:rPr>
              <a:t>Escribe aquí tu texto</a:t>
            </a:r>
            <a:endParaRPr sz="800">
              <a:solidFill>
                <a:schemeClr val="lt1"/>
              </a:solidFill>
              <a:latin typeface="Lato"/>
              <a:ea typeface="Lato"/>
              <a:cs typeface="Lato"/>
              <a:sym typeface="Lato"/>
            </a:endParaRPr>
          </a:p>
        </p:txBody>
      </p:sp>
      <p:sp>
        <p:nvSpPr>
          <p:cNvPr id="328" name="Google Shape;328;p24"/>
          <p:cNvSpPr txBox="1"/>
          <p:nvPr/>
        </p:nvSpPr>
        <p:spPr>
          <a:xfrm>
            <a:off x="5342249" y="3508020"/>
            <a:ext cx="462300" cy="2706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s" sz="1000">
                <a:solidFill>
                  <a:schemeClr val="lt1"/>
                </a:solidFill>
                <a:latin typeface="Lato"/>
                <a:ea typeface="Lato"/>
                <a:cs typeface="Lato"/>
                <a:sym typeface="Lato"/>
              </a:rPr>
              <a:t>42%</a:t>
            </a:r>
            <a:endParaRPr b="1" sz="1000">
              <a:solidFill>
                <a:schemeClr val="lt1"/>
              </a:solidFill>
              <a:latin typeface="Lato"/>
              <a:ea typeface="Lato"/>
              <a:cs typeface="Lato"/>
              <a:sym typeface="Lato"/>
            </a:endParaRPr>
          </a:p>
          <a:p>
            <a:pPr indent="0" lvl="0" marL="0" rtl="0" algn="ctr">
              <a:spcBef>
                <a:spcPts val="1600"/>
              </a:spcBef>
              <a:spcAft>
                <a:spcPts val="0"/>
              </a:spcAft>
              <a:buNone/>
            </a:pPr>
            <a:r>
              <a:t/>
            </a:r>
            <a:endParaRPr b="1">
              <a:solidFill>
                <a:schemeClr val="lt1"/>
              </a:solidFill>
              <a:latin typeface="Lato"/>
              <a:ea typeface="Lato"/>
              <a:cs typeface="Lato"/>
              <a:sym typeface="Lato"/>
            </a:endParaRPr>
          </a:p>
        </p:txBody>
      </p:sp>
      <p:sp>
        <p:nvSpPr>
          <p:cNvPr id="329" name="Google Shape;329;p24"/>
          <p:cNvSpPr/>
          <p:nvPr/>
        </p:nvSpPr>
        <p:spPr>
          <a:xfrm>
            <a:off x="6907209" y="3154500"/>
            <a:ext cx="1018200" cy="1018200"/>
          </a:xfrm>
          <a:prstGeom prst="ellipse">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p24"/>
          <p:cNvSpPr/>
          <p:nvPr/>
        </p:nvSpPr>
        <p:spPr>
          <a:xfrm>
            <a:off x="6957459" y="3204750"/>
            <a:ext cx="917700" cy="917700"/>
          </a:xfrm>
          <a:prstGeom prst="ellipse">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24"/>
          <p:cNvSpPr/>
          <p:nvPr/>
        </p:nvSpPr>
        <p:spPr>
          <a:xfrm>
            <a:off x="6957459" y="3204750"/>
            <a:ext cx="917700" cy="917700"/>
          </a:xfrm>
          <a:prstGeom prst="pie">
            <a:avLst>
              <a:gd fmla="val 11912349" name="adj1"/>
              <a:gd fmla="val 16200000" name="adj2"/>
            </a:avLst>
          </a:prstGeom>
          <a:gradFill>
            <a:gsLst>
              <a:gs pos="0">
                <a:srgbClr val="A8B8DF"/>
              </a:gs>
              <a:gs pos="100000">
                <a:srgbClr val="516DB4"/>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 name="Google Shape;332;p24"/>
          <p:cNvSpPr/>
          <p:nvPr/>
        </p:nvSpPr>
        <p:spPr>
          <a:xfrm>
            <a:off x="7088259" y="3335550"/>
            <a:ext cx="656100" cy="6561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24"/>
          <p:cNvSpPr txBox="1"/>
          <p:nvPr/>
        </p:nvSpPr>
        <p:spPr>
          <a:xfrm>
            <a:off x="6854200" y="4245800"/>
            <a:ext cx="1131000" cy="436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None/>
            </a:pPr>
            <a:r>
              <a:rPr lang="es" sz="800">
                <a:solidFill>
                  <a:schemeClr val="lt1"/>
                </a:solidFill>
                <a:latin typeface="Lato"/>
                <a:ea typeface="Lato"/>
                <a:cs typeface="Lato"/>
                <a:sym typeface="Lato"/>
              </a:rPr>
              <a:t>Escribe aquí tu texto</a:t>
            </a:r>
            <a:endParaRPr sz="800">
              <a:solidFill>
                <a:schemeClr val="lt1"/>
              </a:solidFill>
              <a:latin typeface="Lato"/>
              <a:ea typeface="Lato"/>
              <a:cs typeface="Lato"/>
              <a:sym typeface="Lato"/>
            </a:endParaRPr>
          </a:p>
        </p:txBody>
      </p:sp>
      <p:sp>
        <p:nvSpPr>
          <p:cNvPr id="334" name="Google Shape;334;p24"/>
          <p:cNvSpPr txBox="1"/>
          <p:nvPr/>
        </p:nvSpPr>
        <p:spPr>
          <a:xfrm>
            <a:off x="7185192" y="3508020"/>
            <a:ext cx="462300" cy="2706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s" sz="1000">
                <a:solidFill>
                  <a:schemeClr val="lt1"/>
                </a:solidFill>
                <a:latin typeface="Lato"/>
                <a:ea typeface="Lato"/>
                <a:cs typeface="Lato"/>
                <a:sym typeface="Lato"/>
              </a:rPr>
              <a:t>17%</a:t>
            </a:r>
            <a:endParaRPr b="1" sz="1000">
              <a:solidFill>
                <a:schemeClr val="lt1"/>
              </a:solidFill>
              <a:latin typeface="Lato"/>
              <a:ea typeface="Lato"/>
              <a:cs typeface="Lato"/>
              <a:sym typeface="Lato"/>
            </a:endParaRPr>
          </a:p>
          <a:p>
            <a:pPr indent="0" lvl="0" marL="0" rtl="0" algn="ctr">
              <a:spcBef>
                <a:spcPts val="1600"/>
              </a:spcBef>
              <a:spcAft>
                <a:spcPts val="0"/>
              </a:spcAft>
              <a:buNone/>
            </a:pPr>
            <a:r>
              <a:t/>
            </a:r>
            <a:endParaRPr b="1">
              <a:solidFill>
                <a:schemeClr val="lt1"/>
              </a:solidFill>
              <a:latin typeface="Lato"/>
              <a:ea typeface="Lato"/>
              <a:cs typeface="Lato"/>
              <a:sym typeface="Lato"/>
            </a:endParaRPr>
          </a:p>
        </p:txBody>
      </p:sp>
      <p:pic>
        <p:nvPicPr>
          <p:cNvPr descr="offset_comp_267026.jpg" id="335" name="Google Shape;335;p24"/>
          <p:cNvPicPr preferRelativeResize="0"/>
          <p:nvPr/>
        </p:nvPicPr>
        <p:blipFill rotWithShape="1">
          <a:blip r:embed="rId3">
            <a:alphaModFix/>
          </a:blip>
          <a:srcRect b="8201" l="26515" r="26313" t="26083"/>
          <a:stretch/>
        </p:blipFill>
        <p:spPr>
          <a:xfrm rot="10800000">
            <a:off x="6238025" y="7367"/>
            <a:ext cx="2898000" cy="2691600"/>
          </a:xfrm>
          <a:prstGeom prst="rtTriangle">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9" name="Shape 339"/>
        <p:cNvGrpSpPr/>
        <p:nvPr/>
      </p:nvGrpSpPr>
      <p:grpSpPr>
        <a:xfrm>
          <a:off x="0" y="0"/>
          <a:ext cx="0" cy="0"/>
          <a:chOff x="0" y="0"/>
          <a:chExt cx="0" cy="0"/>
        </a:xfrm>
      </p:grpSpPr>
      <p:sp>
        <p:nvSpPr>
          <p:cNvPr id="340" name="Google Shape;340;p25"/>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Tendencias de mercado</a:t>
            </a:r>
            <a:endParaRPr/>
          </a:p>
        </p:txBody>
      </p:sp>
      <p:sp>
        <p:nvSpPr>
          <p:cNvPr id="341" name="Google Shape;341;p25"/>
          <p:cNvSpPr txBox="1"/>
          <p:nvPr>
            <p:ph idx="1" type="body"/>
          </p:nvPr>
        </p:nvSpPr>
        <p:spPr>
          <a:xfrm>
            <a:off x="1297500" y="1567550"/>
            <a:ext cx="7038900" cy="11070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solidFill>
                  <a:srgbClr val="FFFFFF"/>
                </a:solidFill>
              </a:rPr>
              <a:t>Escribe aquí tu texto Escribe aquí tu texto Escribe aquí tu texto Escribe aquí tu texto Escribe aquí tu texto Escribe aquí tu texto Escribe aquí tu texto Escribe aquí tu texto Escribe aquí tu texto </a:t>
            </a:r>
            <a:r>
              <a:rPr lang="es"/>
              <a:t>Escribe aquí tu texto Escribe aquí tu texto Escribe aquí tu texto Escribe aquí tu texto Escribe aquí tu texto Escribe aquí tu texto</a:t>
            </a:r>
            <a:r>
              <a:rPr lang="es">
                <a:solidFill>
                  <a:srgbClr val="FFFFFF"/>
                </a:solidFill>
              </a:rPr>
              <a:t>.</a:t>
            </a:r>
            <a:endParaRPr/>
          </a:p>
        </p:txBody>
      </p:sp>
      <p:grpSp>
        <p:nvGrpSpPr>
          <p:cNvPr id="342" name="Google Shape;342;p25"/>
          <p:cNvGrpSpPr/>
          <p:nvPr/>
        </p:nvGrpSpPr>
        <p:grpSpPr>
          <a:xfrm>
            <a:off x="1291075" y="2784155"/>
            <a:ext cx="2080082" cy="2043771"/>
            <a:chOff x="1291075" y="2784155"/>
            <a:chExt cx="2080082" cy="2043771"/>
          </a:xfrm>
        </p:grpSpPr>
        <p:sp>
          <p:nvSpPr>
            <p:cNvPr id="343" name="Google Shape;343;p25"/>
            <p:cNvSpPr txBox="1"/>
            <p:nvPr/>
          </p:nvSpPr>
          <p:spPr>
            <a:xfrm>
              <a:off x="1729257" y="4286839"/>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1</a:t>
              </a:r>
              <a:endParaRPr sz="800">
                <a:solidFill>
                  <a:srgbClr val="D9D9D9"/>
                </a:solidFill>
              </a:endParaRPr>
            </a:p>
          </p:txBody>
        </p:sp>
        <p:sp>
          <p:nvSpPr>
            <p:cNvPr id="344" name="Google Shape;344;p25"/>
            <p:cNvSpPr txBox="1"/>
            <p:nvPr/>
          </p:nvSpPr>
          <p:spPr>
            <a:xfrm>
              <a:off x="2163657" y="4293164"/>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2</a:t>
              </a:r>
              <a:endParaRPr sz="800">
                <a:solidFill>
                  <a:srgbClr val="D9D9D9"/>
                </a:solidFill>
              </a:endParaRPr>
            </a:p>
          </p:txBody>
        </p:sp>
        <p:sp>
          <p:nvSpPr>
            <p:cNvPr id="345" name="Google Shape;345;p25"/>
            <p:cNvSpPr txBox="1"/>
            <p:nvPr/>
          </p:nvSpPr>
          <p:spPr>
            <a:xfrm>
              <a:off x="2598057" y="4293164"/>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3</a:t>
              </a:r>
              <a:endParaRPr sz="800">
                <a:solidFill>
                  <a:srgbClr val="D9D9D9"/>
                </a:solidFill>
              </a:endParaRPr>
            </a:p>
          </p:txBody>
        </p:sp>
        <p:sp>
          <p:nvSpPr>
            <p:cNvPr id="346" name="Google Shape;346;p25"/>
            <p:cNvSpPr txBox="1"/>
            <p:nvPr/>
          </p:nvSpPr>
          <p:spPr>
            <a:xfrm>
              <a:off x="3032457" y="4293164"/>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4</a:t>
              </a:r>
              <a:endParaRPr sz="800">
                <a:solidFill>
                  <a:srgbClr val="D9D9D9"/>
                </a:solidFill>
              </a:endParaRPr>
            </a:p>
          </p:txBody>
        </p:sp>
        <p:sp>
          <p:nvSpPr>
            <p:cNvPr id="347" name="Google Shape;347;p25"/>
            <p:cNvSpPr txBox="1"/>
            <p:nvPr/>
          </p:nvSpPr>
          <p:spPr>
            <a:xfrm>
              <a:off x="1291075" y="4063880"/>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0%</a:t>
              </a:r>
              <a:endParaRPr sz="800">
                <a:solidFill>
                  <a:srgbClr val="D9D9D9"/>
                </a:solidFill>
              </a:endParaRPr>
            </a:p>
          </p:txBody>
        </p:sp>
        <p:sp>
          <p:nvSpPr>
            <p:cNvPr id="348" name="Google Shape;348;p25"/>
            <p:cNvSpPr txBox="1"/>
            <p:nvPr/>
          </p:nvSpPr>
          <p:spPr>
            <a:xfrm>
              <a:off x="1291075" y="3807935"/>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20%</a:t>
              </a:r>
              <a:endParaRPr sz="800">
                <a:solidFill>
                  <a:srgbClr val="D9D9D9"/>
                </a:solidFill>
              </a:endParaRPr>
            </a:p>
          </p:txBody>
        </p:sp>
        <p:sp>
          <p:nvSpPr>
            <p:cNvPr id="349" name="Google Shape;349;p25"/>
            <p:cNvSpPr txBox="1"/>
            <p:nvPr/>
          </p:nvSpPr>
          <p:spPr>
            <a:xfrm>
              <a:off x="1291075" y="3551990"/>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40%</a:t>
              </a:r>
              <a:endParaRPr sz="800">
                <a:solidFill>
                  <a:srgbClr val="D9D9D9"/>
                </a:solidFill>
              </a:endParaRPr>
            </a:p>
          </p:txBody>
        </p:sp>
        <p:sp>
          <p:nvSpPr>
            <p:cNvPr id="350" name="Google Shape;350;p25"/>
            <p:cNvSpPr txBox="1"/>
            <p:nvPr/>
          </p:nvSpPr>
          <p:spPr>
            <a:xfrm>
              <a:off x="1291075" y="3296045"/>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60%</a:t>
              </a:r>
              <a:endParaRPr sz="800">
                <a:solidFill>
                  <a:srgbClr val="D9D9D9"/>
                </a:solidFill>
              </a:endParaRPr>
            </a:p>
          </p:txBody>
        </p:sp>
        <p:sp>
          <p:nvSpPr>
            <p:cNvPr id="351" name="Google Shape;351;p25"/>
            <p:cNvSpPr txBox="1"/>
            <p:nvPr/>
          </p:nvSpPr>
          <p:spPr>
            <a:xfrm>
              <a:off x="1291075" y="3040100"/>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80%</a:t>
              </a:r>
              <a:endParaRPr sz="800">
                <a:solidFill>
                  <a:srgbClr val="D9D9D9"/>
                </a:solidFill>
              </a:endParaRPr>
            </a:p>
          </p:txBody>
        </p:sp>
        <p:sp>
          <p:nvSpPr>
            <p:cNvPr id="352" name="Google Shape;352;p25"/>
            <p:cNvSpPr txBox="1"/>
            <p:nvPr/>
          </p:nvSpPr>
          <p:spPr>
            <a:xfrm>
              <a:off x="1291075" y="2784155"/>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100%</a:t>
              </a:r>
              <a:endParaRPr sz="800">
                <a:solidFill>
                  <a:srgbClr val="D9D9D9"/>
                </a:solidFill>
              </a:endParaRPr>
            </a:p>
          </p:txBody>
        </p:sp>
        <p:sp>
          <p:nvSpPr>
            <p:cNvPr id="353" name="Google Shape;353;p25"/>
            <p:cNvSpPr txBox="1"/>
            <p:nvPr/>
          </p:nvSpPr>
          <p:spPr>
            <a:xfrm>
              <a:off x="2206299" y="4511726"/>
              <a:ext cx="656100" cy="3162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1600"/>
                </a:spcAft>
                <a:buNone/>
              </a:pPr>
              <a:r>
                <a:rPr lang="es" sz="800">
                  <a:solidFill>
                    <a:srgbClr val="D9D9D9"/>
                  </a:solidFill>
                </a:rPr>
                <a:t>2015</a:t>
              </a:r>
              <a:endParaRPr sz="800">
                <a:solidFill>
                  <a:srgbClr val="D9D9D9"/>
                </a:solidFill>
              </a:endParaRPr>
            </a:p>
          </p:txBody>
        </p:sp>
        <p:cxnSp>
          <p:nvCxnSpPr>
            <p:cNvPr id="354" name="Google Shape;354;p25"/>
            <p:cNvCxnSpPr>
              <a:stCxn id="355" idx="7"/>
              <a:endCxn id="356" idx="6"/>
            </p:cNvCxnSpPr>
            <p:nvPr/>
          </p:nvCxnSpPr>
          <p:spPr>
            <a:xfrm flipH="1">
              <a:off x="1953668" y="3664288"/>
              <a:ext cx="414600" cy="282600"/>
            </a:xfrm>
            <a:prstGeom prst="straightConnector1">
              <a:avLst/>
            </a:prstGeom>
            <a:noFill/>
            <a:ln cap="flat" cmpd="sng" w="19050">
              <a:solidFill>
                <a:srgbClr val="D9D9D9"/>
              </a:solidFill>
              <a:prstDash val="solid"/>
              <a:round/>
              <a:headEnd len="med" w="med" type="none"/>
              <a:tailEnd len="med" w="med" type="none"/>
            </a:ln>
          </p:spPr>
        </p:cxnSp>
        <p:cxnSp>
          <p:nvCxnSpPr>
            <p:cNvPr id="357" name="Google Shape;357;p25"/>
            <p:cNvCxnSpPr/>
            <p:nvPr/>
          </p:nvCxnSpPr>
          <p:spPr>
            <a:xfrm>
              <a:off x="1729245" y="318004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58" name="Google Shape;358;p25"/>
            <p:cNvCxnSpPr/>
            <p:nvPr/>
          </p:nvCxnSpPr>
          <p:spPr>
            <a:xfrm>
              <a:off x="1729245" y="343728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59" name="Google Shape;359;p25"/>
            <p:cNvCxnSpPr/>
            <p:nvPr/>
          </p:nvCxnSpPr>
          <p:spPr>
            <a:xfrm>
              <a:off x="1729245" y="369452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60" name="Google Shape;360;p25"/>
            <p:cNvCxnSpPr/>
            <p:nvPr/>
          </p:nvCxnSpPr>
          <p:spPr>
            <a:xfrm>
              <a:off x="1729245" y="395176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61" name="Google Shape;361;p25"/>
            <p:cNvCxnSpPr/>
            <p:nvPr/>
          </p:nvCxnSpPr>
          <p:spPr>
            <a:xfrm>
              <a:off x="1729245" y="420900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62" name="Google Shape;362;p25"/>
            <p:cNvCxnSpPr>
              <a:stCxn id="349" idx="3"/>
              <a:endCxn id="356" idx="5"/>
            </p:cNvCxnSpPr>
            <p:nvPr/>
          </p:nvCxnSpPr>
          <p:spPr>
            <a:xfrm>
              <a:off x="1735075" y="3648740"/>
              <a:ext cx="206100" cy="328200"/>
            </a:xfrm>
            <a:prstGeom prst="straightConnector1">
              <a:avLst/>
            </a:prstGeom>
            <a:noFill/>
            <a:ln cap="flat" cmpd="sng" w="19050">
              <a:solidFill>
                <a:srgbClr val="D9D9D9"/>
              </a:solidFill>
              <a:prstDash val="solid"/>
              <a:round/>
              <a:headEnd len="med" w="med" type="none"/>
              <a:tailEnd len="med" w="med" type="none"/>
            </a:ln>
          </p:spPr>
        </p:cxnSp>
        <p:cxnSp>
          <p:nvCxnSpPr>
            <p:cNvPr id="363" name="Google Shape;363;p25"/>
            <p:cNvCxnSpPr>
              <a:stCxn id="355" idx="3"/>
              <a:endCxn id="364" idx="7"/>
            </p:cNvCxnSpPr>
            <p:nvPr/>
          </p:nvCxnSpPr>
          <p:spPr>
            <a:xfrm flipH="1" rot="10800000">
              <a:off x="2307811" y="3249546"/>
              <a:ext cx="499500" cy="475200"/>
            </a:xfrm>
            <a:prstGeom prst="straightConnector1">
              <a:avLst/>
            </a:prstGeom>
            <a:noFill/>
            <a:ln cap="flat" cmpd="sng" w="19050">
              <a:solidFill>
                <a:srgbClr val="D9D9D9"/>
              </a:solidFill>
              <a:prstDash val="solid"/>
              <a:round/>
              <a:headEnd len="med" w="med" type="none"/>
              <a:tailEnd len="med" w="med" type="none"/>
            </a:ln>
          </p:spPr>
        </p:cxnSp>
        <p:cxnSp>
          <p:nvCxnSpPr>
            <p:cNvPr id="365" name="Google Shape;365;p25"/>
            <p:cNvCxnSpPr>
              <a:stCxn id="364" idx="5"/>
              <a:endCxn id="366" idx="5"/>
            </p:cNvCxnSpPr>
            <p:nvPr/>
          </p:nvCxnSpPr>
          <p:spPr>
            <a:xfrm>
              <a:off x="2807412" y="3309933"/>
              <a:ext cx="424500" cy="414900"/>
            </a:xfrm>
            <a:prstGeom prst="straightConnector1">
              <a:avLst/>
            </a:prstGeom>
            <a:noFill/>
            <a:ln cap="flat" cmpd="sng" w="19050">
              <a:solidFill>
                <a:srgbClr val="D9D9D9"/>
              </a:solidFill>
              <a:prstDash val="solid"/>
              <a:round/>
              <a:headEnd len="med" w="med" type="none"/>
              <a:tailEnd len="med" w="med" type="none"/>
            </a:ln>
          </p:spPr>
        </p:cxnSp>
        <p:cxnSp>
          <p:nvCxnSpPr>
            <p:cNvPr id="367" name="Google Shape;367;p25"/>
            <p:cNvCxnSpPr/>
            <p:nvPr/>
          </p:nvCxnSpPr>
          <p:spPr>
            <a:xfrm>
              <a:off x="1729245" y="2922805"/>
              <a:ext cx="1641900" cy="0"/>
            </a:xfrm>
            <a:prstGeom prst="straightConnector1">
              <a:avLst/>
            </a:prstGeom>
            <a:noFill/>
            <a:ln cap="flat" cmpd="sng" w="9525">
              <a:solidFill>
                <a:srgbClr val="D9D9D9"/>
              </a:solidFill>
              <a:prstDash val="dot"/>
              <a:round/>
              <a:headEnd len="med" w="med" type="none"/>
              <a:tailEnd len="med" w="med" type="none"/>
            </a:ln>
          </p:spPr>
        </p:cxnSp>
        <p:sp>
          <p:nvSpPr>
            <p:cNvPr id="364" name="Google Shape;364;p25"/>
            <p:cNvSpPr/>
            <p:nvPr/>
          </p:nvSpPr>
          <p:spPr>
            <a:xfrm>
              <a:off x="2734433" y="3236955"/>
              <a:ext cx="85500" cy="85500"/>
            </a:xfrm>
            <a:prstGeom prst="ellipse">
              <a:avLst/>
            </a:prstGeom>
            <a:solidFill>
              <a:srgbClr val="1B212C"/>
            </a:solidFill>
            <a:ln cap="flat" cmpd="sng" w="381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25"/>
            <p:cNvSpPr/>
            <p:nvPr/>
          </p:nvSpPr>
          <p:spPr>
            <a:xfrm>
              <a:off x="2295290" y="3651767"/>
              <a:ext cx="85500" cy="85500"/>
            </a:xfrm>
            <a:prstGeom prst="ellipse">
              <a:avLst/>
            </a:prstGeom>
            <a:solidFill>
              <a:srgbClr val="1B212C"/>
            </a:solidFill>
            <a:ln cap="flat" cmpd="sng" w="381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 name="Google Shape;356;p25"/>
            <p:cNvSpPr/>
            <p:nvPr/>
          </p:nvSpPr>
          <p:spPr>
            <a:xfrm>
              <a:off x="1868080" y="3904111"/>
              <a:ext cx="85500" cy="85500"/>
            </a:xfrm>
            <a:prstGeom prst="ellipse">
              <a:avLst/>
            </a:prstGeom>
            <a:solidFill>
              <a:srgbClr val="1B212C"/>
            </a:solidFill>
            <a:ln cap="flat" cmpd="sng" w="381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 name="Google Shape;366;p25"/>
            <p:cNvSpPr/>
            <p:nvPr/>
          </p:nvSpPr>
          <p:spPr>
            <a:xfrm>
              <a:off x="3159046" y="3651780"/>
              <a:ext cx="85500" cy="85500"/>
            </a:xfrm>
            <a:prstGeom prst="ellipse">
              <a:avLst/>
            </a:prstGeom>
            <a:solidFill>
              <a:srgbClr val="1B212C"/>
            </a:solidFill>
            <a:ln cap="flat" cmpd="sng" w="381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68" name="Google Shape;368;p25"/>
          <p:cNvGrpSpPr/>
          <p:nvPr/>
        </p:nvGrpSpPr>
        <p:grpSpPr>
          <a:xfrm>
            <a:off x="3737550" y="2784155"/>
            <a:ext cx="2121833" cy="2057296"/>
            <a:chOff x="3737550" y="2784155"/>
            <a:chExt cx="2121833" cy="2057296"/>
          </a:xfrm>
        </p:grpSpPr>
        <p:grpSp>
          <p:nvGrpSpPr>
            <p:cNvPr id="369" name="Google Shape;369;p25"/>
            <p:cNvGrpSpPr/>
            <p:nvPr/>
          </p:nvGrpSpPr>
          <p:grpSpPr>
            <a:xfrm>
              <a:off x="3737550" y="2784155"/>
              <a:ext cx="2121833" cy="2057296"/>
              <a:chOff x="3737550" y="2784155"/>
              <a:chExt cx="2121833" cy="2057296"/>
            </a:xfrm>
          </p:grpSpPr>
          <p:sp>
            <p:nvSpPr>
              <p:cNvPr id="370" name="Google Shape;370;p25"/>
              <p:cNvSpPr txBox="1"/>
              <p:nvPr/>
            </p:nvSpPr>
            <p:spPr>
              <a:xfrm>
                <a:off x="4217482" y="4286839"/>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1</a:t>
                </a:r>
                <a:endParaRPr sz="800">
                  <a:solidFill>
                    <a:srgbClr val="D9D9D9"/>
                  </a:solidFill>
                </a:endParaRPr>
              </a:p>
            </p:txBody>
          </p:sp>
          <p:sp>
            <p:nvSpPr>
              <p:cNvPr id="371" name="Google Shape;371;p25"/>
              <p:cNvSpPr txBox="1"/>
              <p:nvPr/>
            </p:nvSpPr>
            <p:spPr>
              <a:xfrm>
                <a:off x="4710374" y="4525251"/>
                <a:ext cx="656100" cy="3162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1600"/>
                  </a:spcAft>
                  <a:buNone/>
                </a:pPr>
                <a:r>
                  <a:rPr lang="es" sz="800">
                    <a:solidFill>
                      <a:srgbClr val="D9D9D9"/>
                    </a:solidFill>
                  </a:rPr>
                  <a:t>2016</a:t>
                </a:r>
                <a:endParaRPr sz="800">
                  <a:solidFill>
                    <a:srgbClr val="D9D9D9"/>
                  </a:solidFill>
                </a:endParaRPr>
              </a:p>
            </p:txBody>
          </p:sp>
          <p:sp>
            <p:nvSpPr>
              <p:cNvPr id="372" name="Google Shape;372;p25"/>
              <p:cNvSpPr txBox="1"/>
              <p:nvPr/>
            </p:nvSpPr>
            <p:spPr>
              <a:xfrm>
                <a:off x="4651882" y="4293164"/>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2</a:t>
                </a:r>
                <a:endParaRPr sz="800">
                  <a:solidFill>
                    <a:srgbClr val="D9D9D9"/>
                  </a:solidFill>
                </a:endParaRPr>
              </a:p>
            </p:txBody>
          </p:sp>
          <p:sp>
            <p:nvSpPr>
              <p:cNvPr id="373" name="Google Shape;373;p25"/>
              <p:cNvSpPr txBox="1"/>
              <p:nvPr/>
            </p:nvSpPr>
            <p:spPr>
              <a:xfrm>
                <a:off x="5086282" y="4293164"/>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3</a:t>
                </a:r>
                <a:endParaRPr sz="800">
                  <a:solidFill>
                    <a:srgbClr val="D9D9D9"/>
                  </a:solidFill>
                </a:endParaRPr>
              </a:p>
            </p:txBody>
          </p:sp>
          <p:sp>
            <p:nvSpPr>
              <p:cNvPr id="374" name="Google Shape;374;p25"/>
              <p:cNvSpPr txBox="1"/>
              <p:nvPr/>
            </p:nvSpPr>
            <p:spPr>
              <a:xfrm>
                <a:off x="5520682" y="4293164"/>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4</a:t>
                </a:r>
                <a:endParaRPr sz="800">
                  <a:solidFill>
                    <a:srgbClr val="D9D9D9"/>
                  </a:solidFill>
                </a:endParaRPr>
              </a:p>
            </p:txBody>
          </p:sp>
          <p:sp>
            <p:nvSpPr>
              <p:cNvPr id="375" name="Google Shape;375;p25"/>
              <p:cNvSpPr txBox="1"/>
              <p:nvPr/>
            </p:nvSpPr>
            <p:spPr>
              <a:xfrm>
                <a:off x="3737550" y="4063880"/>
                <a:ext cx="4848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0%</a:t>
                </a:r>
                <a:endParaRPr sz="800">
                  <a:solidFill>
                    <a:srgbClr val="D9D9D9"/>
                  </a:solidFill>
                </a:endParaRPr>
              </a:p>
            </p:txBody>
          </p:sp>
          <p:sp>
            <p:nvSpPr>
              <p:cNvPr id="376" name="Google Shape;376;p25"/>
              <p:cNvSpPr txBox="1"/>
              <p:nvPr/>
            </p:nvSpPr>
            <p:spPr>
              <a:xfrm>
                <a:off x="3737550" y="3807935"/>
                <a:ext cx="4848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20%</a:t>
                </a:r>
                <a:endParaRPr sz="800">
                  <a:solidFill>
                    <a:srgbClr val="D9D9D9"/>
                  </a:solidFill>
                </a:endParaRPr>
              </a:p>
            </p:txBody>
          </p:sp>
          <p:sp>
            <p:nvSpPr>
              <p:cNvPr id="377" name="Google Shape;377;p25"/>
              <p:cNvSpPr txBox="1"/>
              <p:nvPr/>
            </p:nvSpPr>
            <p:spPr>
              <a:xfrm>
                <a:off x="3745239" y="3551990"/>
                <a:ext cx="4848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40%</a:t>
                </a:r>
                <a:endParaRPr sz="800">
                  <a:solidFill>
                    <a:srgbClr val="D9D9D9"/>
                  </a:solidFill>
                </a:endParaRPr>
              </a:p>
            </p:txBody>
          </p:sp>
          <p:sp>
            <p:nvSpPr>
              <p:cNvPr id="378" name="Google Shape;378;p25"/>
              <p:cNvSpPr txBox="1"/>
              <p:nvPr/>
            </p:nvSpPr>
            <p:spPr>
              <a:xfrm>
                <a:off x="3737550" y="3296045"/>
                <a:ext cx="4848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60%</a:t>
                </a:r>
                <a:endParaRPr sz="800">
                  <a:solidFill>
                    <a:srgbClr val="D9D9D9"/>
                  </a:solidFill>
                </a:endParaRPr>
              </a:p>
            </p:txBody>
          </p:sp>
          <p:sp>
            <p:nvSpPr>
              <p:cNvPr id="379" name="Google Shape;379;p25"/>
              <p:cNvSpPr txBox="1"/>
              <p:nvPr/>
            </p:nvSpPr>
            <p:spPr>
              <a:xfrm>
                <a:off x="3737550" y="3040100"/>
                <a:ext cx="4848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80%</a:t>
                </a:r>
                <a:endParaRPr sz="800">
                  <a:solidFill>
                    <a:srgbClr val="D9D9D9"/>
                  </a:solidFill>
                </a:endParaRPr>
              </a:p>
            </p:txBody>
          </p:sp>
          <p:sp>
            <p:nvSpPr>
              <p:cNvPr id="380" name="Google Shape;380;p25"/>
              <p:cNvSpPr txBox="1"/>
              <p:nvPr/>
            </p:nvSpPr>
            <p:spPr>
              <a:xfrm>
                <a:off x="3737550" y="2784155"/>
                <a:ext cx="4848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100%</a:t>
                </a:r>
                <a:endParaRPr sz="800">
                  <a:solidFill>
                    <a:srgbClr val="D9D9D9"/>
                  </a:solidFill>
                </a:endParaRPr>
              </a:p>
            </p:txBody>
          </p:sp>
          <p:cxnSp>
            <p:nvCxnSpPr>
              <p:cNvPr id="381" name="Google Shape;381;p25"/>
              <p:cNvCxnSpPr>
                <a:stCxn id="382" idx="6"/>
                <a:endCxn id="383" idx="6"/>
              </p:cNvCxnSpPr>
              <p:nvPr/>
            </p:nvCxnSpPr>
            <p:spPr>
              <a:xfrm flipH="1">
                <a:off x="4433905" y="3904692"/>
                <a:ext cx="431400" cy="57300"/>
              </a:xfrm>
              <a:prstGeom prst="straightConnector1">
                <a:avLst/>
              </a:prstGeom>
              <a:noFill/>
              <a:ln cap="flat" cmpd="sng" w="19050">
                <a:solidFill>
                  <a:srgbClr val="D9D9D9"/>
                </a:solidFill>
                <a:prstDash val="solid"/>
                <a:round/>
                <a:headEnd len="med" w="med" type="none"/>
                <a:tailEnd len="med" w="med" type="none"/>
              </a:ln>
            </p:spPr>
          </p:cxnSp>
          <p:cxnSp>
            <p:nvCxnSpPr>
              <p:cNvPr id="384" name="Google Shape;384;p25"/>
              <p:cNvCxnSpPr/>
              <p:nvPr/>
            </p:nvCxnSpPr>
            <p:spPr>
              <a:xfrm>
                <a:off x="4217470" y="318004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85" name="Google Shape;385;p25"/>
              <p:cNvCxnSpPr/>
              <p:nvPr/>
            </p:nvCxnSpPr>
            <p:spPr>
              <a:xfrm>
                <a:off x="4217470" y="343728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86" name="Google Shape;386;p25"/>
              <p:cNvCxnSpPr/>
              <p:nvPr/>
            </p:nvCxnSpPr>
            <p:spPr>
              <a:xfrm>
                <a:off x="4217470" y="369452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87" name="Google Shape;387;p25"/>
              <p:cNvCxnSpPr/>
              <p:nvPr/>
            </p:nvCxnSpPr>
            <p:spPr>
              <a:xfrm>
                <a:off x="4217470" y="395176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88" name="Google Shape;388;p25"/>
              <p:cNvCxnSpPr/>
              <p:nvPr/>
            </p:nvCxnSpPr>
            <p:spPr>
              <a:xfrm>
                <a:off x="4217470" y="420900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89" name="Google Shape;389;p25"/>
              <p:cNvCxnSpPr>
                <a:stCxn id="377" idx="3"/>
              </p:cNvCxnSpPr>
              <p:nvPr/>
            </p:nvCxnSpPr>
            <p:spPr>
              <a:xfrm>
                <a:off x="4230039" y="3648740"/>
                <a:ext cx="150600" cy="276600"/>
              </a:xfrm>
              <a:prstGeom prst="straightConnector1">
                <a:avLst/>
              </a:prstGeom>
              <a:noFill/>
              <a:ln cap="flat" cmpd="sng" w="19050">
                <a:solidFill>
                  <a:srgbClr val="D9D9D9"/>
                </a:solidFill>
                <a:prstDash val="solid"/>
                <a:round/>
                <a:headEnd len="med" w="med" type="none"/>
                <a:tailEnd len="med" w="med" type="none"/>
              </a:ln>
            </p:spPr>
          </p:cxnSp>
          <p:cxnSp>
            <p:nvCxnSpPr>
              <p:cNvPr id="390" name="Google Shape;390;p25"/>
              <p:cNvCxnSpPr>
                <a:stCxn id="382" idx="3"/>
                <a:endCxn id="391" idx="7"/>
              </p:cNvCxnSpPr>
              <p:nvPr/>
            </p:nvCxnSpPr>
            <p:spPr>
              <a:xfrm flipH="1" rot="10800000">
                <a:off x="4792327" y="3664321"/>
                <a:ext cx="492600" cy="270600"/>
              </a:xfrm>
              <a:prstGeom prst="straightConnector1">
                <a:avLst/>
              </a:prstGeom>
              <a:noFill/>
              <a:ln cap="flat" cmpd="sng" w="19050">
                <a:solidFill>
                  <a:srgbClr val="D9D9D9"/>
                </a:solidFill>
                <a:prstDash val="solid"/>
                <a:round/>
                <a:headEnd len="med" w="med" type="none"/>
                <a:tailEnd len="med" w="med" type="none"/>
              </a:ln>
            </p:spPr>
          </p:cxnSp>
          <p:cxnSp>
            <p:nvCxnSpPr>
              <p:cNvPr id="392" name="Google Shape;392;p25"/>
              <p:cNvCxnSpPr>
                <a:stCxn id="391" idx="2"/>
                <a:endCxn id="393" idx="6"/>
              </p:cNvCxnSpPr>
              <p:nvPr/>
            </p:nvCxnSpPr>
            <p:spPr>
              <a:xfrm flipH="1" rot="10800000">
                <a:off x="5211997" y="3584730"/>
                <a:ext cx="528600" cy="109800"/>
              </a:xfrm>
              <a:prstGeom prst="straightConnector1">
                <a:avLst/>
              </a:prstGeom>
              <a:noFill/>
              <a:ln cap="flat" cmpd="sng" w="19050">
                <a:solidFill>
                  <a:srgbClr val="D9D9D9"/>
                </a:solidFill>
                <a:prstDash val="solid"/>
                <a:round/>
                <a:headEnd len="med" w="med" type="none"/>
                <a:tailEnd len="med" w="med" type="none"/>
              </a:ln>
            </p:spPr>
          </p:cxnSp>
          <p:cxnSp>
            <p:nvCxnSpPr>
              <p:cNvPr id="394" name="Google Shape;394;p25"/>
              <p:cNvCxnSpPr/>
              <p:nvPr/>
            </p:nvCxnSpPr>
            <p:spPr>
              <a:xfrm>
                <a:off x="4217470" y="2922805"/>
                <a:ext cx="1641900" cy="0"/>
              </a:xfrm>
              <a:prstGeom prst="straightConnector1">
                <a:avLst/>
              </a:prstGeom>
              <a:noFill/>
              <a:ln cap="flat" cmpd="sng" w="9525">
                <a:solidFill>
                  <a:srgbClr val="D9D9D9"/>
                </a:solidFill>
                <a:prstDash val="dot"/>
                <a:round/>
                <a:headEnd len="med" w="med" type="none"/>
                <a:tailEnd len="med" w="med" type="none"/>
              </a:ln>
            </p:spPr>
          </p:cxnSp>
          <p:sp>
            <p:nvSpPr>
              <p:cNvPr id="391" name="Google Shape;391;p25"/>
              <p:cNvSpPr/>
              <p:nvPr/>
            </p:nvSpPr>
            <p:spPr>
              <a:xfrm>
                <a:off x="5211997" y="3651780"/>
                <a:ext cx="85500" cy="85500"/>
              </a:xfrm>
              <a:prstGeom prst="ellipse">
                <a:avLst/>
              </a:prstGeom>
              <a:solidFill>
                <a:srgbClr val="1B212C"/>
              </a:solidFill>
              <a:ln cap="flat" cmpd="sng" w="381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 name="Google Shape;382;p25"/>
              <p:cNvSpPr/>
              <p:nvPr/>
            </p:nvSpPr>
            <p:spPr>
              <a:xfrm>
                <a:off x="4779805" y="3861942"/>
                <a:ext cx="85500" cy="85500"/>
              </a:xfrm>
              <a:prstGeom prst="ellipse">
                <a:avLst/>
              </a:prstGeom>
              <a:solidFill>
                <a:srgbClr val="1B212C"/>
              </a:solidFill>
              <a:ln cap="flat" cmpd="sng" w="381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25"/>
              <p:cNvSpPr/>
              <p:nvPr/>
            </p:nvSpPr>
            <p:spPr>
              <a:xfrm>
                <a:off x="4348371" y="3919170"/>
                <a:ext cx="85500" cy="85500"/>
              </a:xfrm>
              <a:prstGeom prst="ellipse">
                <a:avLst/>
              </a:prstGeom>
              <a:solidFill>
                <a:srgbClr val="1B212C"/>
              </a:solidFill>
              <a:ln cap="flat" cmpd="sng" w="381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93" name="Google Shape;393;p25"/>
            <p:cNvSpPr/>
            <p:nvPr/>
          </p:nvSpPr>
          <p:spPr>
            <a:xfrm>
              <a:off x="5654980" y="3541972"/>
              <a:ext cx="85500" cy="85500"/>
            </a:xfrm>
            <a:prstGeom prst="ellipse">
              <a:avLst/>
            </a:prstGeom>
            <a:solidFill>
              <a:srgbClr val="1B212C"/>
            </a:solidFill>
            <a:ln cap="flat" cmpd="sng" w="381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95" name="Google Shape;395;p25"/>
          <p:cNvGrpSpPr/>
          <p:nvPr/>
        </p:nvGrpSpPr>
        <p:grpSpPr>
          <a:xfrm>
            <a:off x="6043904" y="2784155"/>
            <a:ext cx="2079978" cy="2036296"/>
            <a:chOff x="6043904" y="2784155"/>
            <a:chExt cx="2079978" cy="2036296"/>
          </a:xfrm>
        </p:grpSpPr>
        <p:sp>
          <p:nvSpPr>
            <p:cNvPr id="396" name="Google Shape;396;p25"/>
            <p:cNvSpPr txBox="1"/>
            <p:nvPr/>
          </p:nvSpPr>
          <p:spPr>
            <a:xfrm>
              <a:off x="6974887" y="4504251"/>
              <a:ext cx="656100" cy="3162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1600"/>
                </a:spcAft>
                <a:buNone/>
              </a:pPr>
              <a:r>
                <a:rPr lang="es" sz="800">
                  <a:solidFill>
                    <a:srgbClr val="D9D9D9"/>
                  </a:solidFill>
                </a:rPr>
                <a:t>2017</a:t>
              </a:r>
              <a:endParaRPr sz="800">
                <a:solidFill>
                  <a:srgbClr val="D9D9D9"/>
                </a:solidFill>
              </a:endParaRPr>
            </a:p>
          </p:txBody>
        </p:sp>
        <p:sp>
          <p:nvSpPr>
            <p:cNvPr id="397" name="Google Shape;397;p25"/>
            <p:cNvSpPr txBox="1"/>
            <p:nvPr/>
          </p:nvSpPr>
          <p:spPr>
            <a:xfrm>
              <a:off x="6481982" y="4286839"/>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1</a:t>
              </a:r>
              <a:endParaRPr sz="800">
                <a:solidFill>
                  <a:srgbClr val="D9D9D9"/>
                </a:solidFill>
              </a:endParaRPr>
            </a:p>
          </p:txBody>
        </p:sp>
        <p:sp>
          <p:nvSpPr>
            <p:cNvPr id="398" name="Google Shape;398;p25"/>
            <p:cNvSpPr txBox="1"/>
            <p:nvPr/>
          </p:nvSpPr>
          <p:spPr>
            <a:xfrm>
              <a:off x="6916382" y="4293164"/>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2</a:t>
              </a:r>
              <a:endParaRPr sz="800">
                <a:solidFill>
                  <a:srgbClr val="D9D9D9"/>
                </a:solidFill>
              </a:endParaRPr>
            </a:p>
          </p:txBody>
        </p:sp>
        <p:sp>
          <p:nvSpPr>
            <p:cNvPr id="399" name="Google Shape;399;p25"/>
            <p:cNvSpPr txBox="1"/>
            <p:nvPr/>
          </p:nvSpPr>
          <p:spPr>
            <a:xfrm>
              <a:off x="7350775" y="4293175"/>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3</a:t>
              </a:r>
              <a:endParaRPr sz="800">
                <a:solidFill>
                  <a:srgbClr val="D9D9D9"/>
                </a:solidFill>
              </a:endParaRPr>
            </a:p>
          </p:txBody>
        </p:sp>
        <p:sp>
          <p:nvSpPr>
            <p:cNvPr id="400" name="Google Shape;400;p25"/>
            <p:cNvSpPr txBox="1"/>
            <p:nvPr/>
          </p:nvSpPr>
          <p:spPr>
            <a:xfrm>
              <a:off x="7785182" y="4293164"/>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4</a:t>
              </a:r>
              <a:endParaRPr sz="800">
                <a:solidFill>
                  <a:srgbClr val="D9D9D9"/>
                </a:solidFill>
              </a:endParaRPr>
            </a:p>
          </p:txBody>
        </p:sp>
        <p:sp>
          <p:nvSpPr>
            <p:cNvPr id="401" name="Google Shape;401;p25"/>
            <p:cNvSpPr txBox="1"/>
            <p:nvPr/>
          </p:nvSpPr>
          <p:spPr>
            <a:xfrm>
              <a:off x="6043904" y="4063880"/>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0%</a:t>
              </a:r>
              <a:endParaRPr sz="800">
                <a:solidFill>
                  <a:srgbClr val="D9D9D9"/>
                </a:solidFill>
              </a:endParaRPr>
            </a:p>
          </p:txBody>
        </p:sp>
        <p:sp>
          <p:nvSpPr>
            <p:cNvPr id="402" name="Google Shape;402;p25"/>
            <p:cNvSpPr txBox="1"/>
            <p:nvPr/>
          </p:nvSpPr>
          <p:spPr>
            <a:xfrm>
              <a:off x="6043904" y="3807935"/>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20%</a:t>
              </a:r>
              <a:endParaRPr sz="800">
                <a:solidFill>
                  <a:srgbClr val="D9D9D9"/>
                </a:solidFill>
              </a:endParaRPr>
            </a:p>
          </p:txBody>
        </p:sp>
        <p:sp>
          <p:nvSpPr>
            <p:cNvPr id="403" name="Google Shape;403;p25"/>
            <p:cNvSpPr txBox="1"/>
            <p:nvPr/>
          </p:nvSpPr>
          <p:spPr>
            <a:xfrm>
              <a:off x="6043904" y="3551990"/>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40%</a:t>
              </a:r>
              <a:endParaRPr sz="800">
                <a:solidFill>
                  <a:srgbClr val="D9D9D9"/>
                </a:solidFill>
              </a:endParaRPr>
            </a:p>
          </p:txBody>
        </p:sp>
        <p:sp>
          <p:nvSpPr>
            <p:cNvPr id="404" name="Google Shape;404;p25"/>
            <p:cNvSpPr txBox="1"/>
            <p:nvPr/>
          </p:nvSpPr>
          <p:spPr>
            <a:xfrm>
              <a:off x="6043904" y="3296045"/>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60%</a:t>
              </a:r>
              <a:endParaRPr sz="800">
                <a:solidFill>
                  <a:srgbClr val="D9D9D9"/>
                </a:solidFill>
              </a:endParaRPr>
            </a:p>
          </p:txBody>
        </p:sp>
        <p:sp>
          <p:nvSpPr>
            <p:cNvPr id="405" name="Google Shape;405;p25"/>
            <p:cNvSpPr txBox="1"/>
            <p:nvPr/>
          </p:nvSpPr>
          <p:spPr>
            <a:xfrm>
              <a:off x="6043904" y="3040100"/>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80%</a:t>
              </a:r>
              <a:endParaRPr sz="800">
                <a:solidFill>
                  <a:srgbClr val="D9D9D9"/>
                </a:solidFill>
              </a:endParaRPr>
            </a:p>
          </p:txBody>
        </p:sp>
        <p:sp>
          <p:nvSpPr>
            <p:cNvPr id="406" name="Google Shape;406;p25"/>
            <p:cNvSpPr txBox="1"/>
            <p:nvPr/>
          </p:nvSpPr>
          <p:spPr>
            <a:xfrm>
              <a:off x="6043904" y="2784155"/>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100%</a:t>
              </a:r>
              <a:endParaRPr sz="800">
                <a:solidFill>
                  <a:srgbClr val="D9D9D9"/>
                </a:solidFill>
              </a:endParaRPr>
            </a:p>
          </p:txBody>
        </p:sp>
        <p:cxnSp>
          <p:nvCxnSpPr>
            <p:cNvPr id="407" name="Google Shape;407;p25"/>
            <p:cNvCxnSpPr>
              <a:stCxn id="408" idx="7"/>
              <a:endCxn id="409" idx="6"/>
            </p:cNvCxnSpPr>
            <p:nvPr/>
          </p:nvCxnSpPr>
          <p:spPr>
            <a:xfrm flipH="1" rot="10800000">
              <a:off x="7552796" y="3180176"/>
              <a:ext cx="440700" cy="69300"/>
            </a:xfrm>
            <a:prstGeom prst="straightConnector1">
              <a:avLst/>
            </a:prstGeom>
            <a:noFill/>
            <a:ln cap="flat" cmpd="sng" w="19050">
              <a:solidFill>
                <a:schemeClr val="accent5"/>
              </a:solidFill>
              <a:prstDash val="solid"/>
              <a:round/>
              <a:headEnd len="med" w="med" type="none"/>
              <a:tailEnd len="med" w="med" type="none"/>
            </a:ln>
          </p:spPr>
        </p:cxnSp>
        <p:sp>
          <p:nvSpPr>
            <p:cNvPr id="409" name="Google Shape;409;p25"/>
            <p:cNvSpPr/>
            <p:nvPr/>
          </p:nvSpPr>
          <p:spPr>
            <a:xfrm>
              <a:off x="7908123" y="3137292"/>
              <a:ext cx="85500" cy="85500"/>
            </a:xfrm>
            <a:prstGeom prst="ellipse">
              <a:avLst/>
            </a:prstGeom>
            <a:solidFill>
              <a:srgbClr val="1B212C"/>
            </a:solidFill>
            <a:ln cap="flat" cmpd="sng" w="381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10" name="Google Shape;410;p25"/>
            <p:cNvCxnSpPr>
              <a:stCxn id="411" idx="3"/>
              <a:endCxn id="412" idx="3"/>
            </p:cNvCxnSpPr>
            <p:nvPr/>
          </p:nvCxnSpPr>
          <p:spPr>
            <a:xfrm flipH="1">
              <a:off x="6611201" y="3724746"/>
              <a:ext cx="437100" cy="240000"/>
            </a:xfrm>
            <a:prstGeom prst="straightConnector1">
              <a:avLst/>
            </a:prstGeom>
            <a:noFill/>
            <a:ln cap="flat" cmpd="sng" w="19050">
              <a:solidFill>
                <a:schemeClr val="accent5"/>
              </a:solidFill>
              <a:prstDash val="solid"/>
              <a:round/>
              <a:headEnd len="med" w="med" type="none"/>
              <a:tailEnd len="med" w="med" type="none"/>
            </a:ln>
          </p:spPr>
        </p:cxnSp>
        <p:cxnSp>
          <p:nvCxnSpPr>
            <p:cNvPr id="413" name="Google Shape;413;p25"/>
            <p:cNvCxnSpPr/>
            <p:nvPr/>
          </p:nvCxnSpPr>
          <p:spPr>
            <a:xfrm>
              <a:off x="6481970" y="318004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414" name="Google Shape;414;p25"/>
            <p:cNvCxnSpPr/>
            <p:nvPr/>
          </p:nvCxnSpPr>
          <p:spPr>
            <a:xfrm>
              <a:off x="6481970" y="343728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415" name="Google Shape;415;p25"/>
            <p:cNvCxnSpPr/>
            <p:nvPr/>
          </p:nvCxnSpPr>
          <p:spPr>
            <a:xfrm>
              <a:off x="6481970" y="369452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416" name="Google Shape;416;p25"/>
            <p:cNvCxnSpPr/>
            <p:nvPr/>
          </p:nvCxnSpPr>
          <p:spPr>
            <a:xfrm>
              <a:off x="6481970" y="395176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417" name="Google Shape;417;p25"/>
            <p:cNvCxnSpPr/>
            <p:nvPr/>
          </p:nvCxnSpPr>
          <p:spPr>
            <a:xfrm>
              <a:off x="6481970" y="420900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418" name="Google Shape;418;p25"/>
            <p:cNvCxnSpPr/>
            <p:nvPr/>
          </p:nvCxnSpPr>
          <p:spPr>
            <a:xfrm>
              <a:off x="6462950" y="3565030"/>
              <a:ext cx="178500" cy="377100"/>
            </a:xfrm>
            <a:prstGeom prst="straightConnector1">
              <a:avLst/>
            </a:prstGeom>
            <a:noFill/>
            <a:ln cap="flat" cmpd="sng" w="19050">
              <a:solidFill>
                <a:schemeClr val="accent5"/>
              </a:solidFill>
              <a:prstDash val="solid"/>
              <a:round/>
              <a:headEnd len="med" w="med" type="none"/>
              <a:tailEnd len="med" w="med" type="none"/>
            </a:ln>
          </p:spPr>
        </p:cxnSp>
        <p:cxnSp>
          <p:nvCxnSpPr>
            <p:cNvPr id="419" name="Google Shape;419;p25"/>
            <p:cNvCxnSpPr>
              <a:stCxn id="411" idx="7"/>
              <a:endCxn id="408" idx="7"/>
            </p:cNvCxnSpPr>
            <p:nvPr/>
          </p:nvCxnSpPr>
          <p:spPr>
            <a:xfrm flipH="1" rot="10800000">
              <a:off x="7108759" y="3249388"/>
              <a:ext cx="444000" cy="414900"/>
            </a:xfrm>
            <a:prstGeom prst="straightConnector1">
              <a:avLst/>
            </a:prstGeom>
            <a:noFill/>
            <a:ln cap="flat" cmpd="sng" w="19050">
              <a:solidFill>
                <a:schemeClr val="accent5"/>
              </a:solidFill>
              <a:prstDash val="solid"/>
              <a:round/>
              <a:headEnd len="med" w="med" type="none"/>
              <a:tailEnd len="med" w="med" type="none"/>
            </a:ln>
          </p:spPr>
        </p:cxnSp>
        <p:cxnSp>
          <p:nvCxnSpPr>
            <p:cNvPr id="420" name="Google Shape;420;p25"/>
            <p:cNvCxnSpPr/>
            <p:nvPr/>
          </p:nvCxnSpPr>
          <p:spPr>
            <a:xfrm>
              <a:off x="6481970" y="2922805"/>
              <a:ext cx="1641900" cy="0"/>
            </a:xfrm>
            <a:prstGeom prst="straightConnector1">
              <a:avLst/>
            </a:prstGeom>
            <a:noFill/>
            <a:ln cap="flat" cmpd="sng" w="9525">
              <a:solidFill>
                <a:srgbClr val="D9D9D9"/>
              </a:solidFill>
              <a:prstDash val="dot"/>
              <a:round/>
              <a:headEnd len="med" w="med" type="none"/>
              <a:tailEnd len="med" w="med" type="none"/>
            </a:ln>
          </p:spPr>
        </p:cxnSp>
        <p:sp>
          <p:nvSpPr>
            <p:cNvPr id="408" name="Google Shape;408;p25"/>
            <p:cNvSpPr/>
            <p:nvPr/>
          </p:nvSpPr>
          <p:spPr>
            <a:xfrm>
              <a:off x="7479818" y="3236955"/>
              <a:ext cx="85500" cy="85500"/>
            </a:xfrm>
            <a:prstGeom prst="ellipse">
              <a:avLst/>
            </a:prstGeom>
            <a:solidFill>
              <a:srgbClr val="1B212C"/>
            </a:solidFill>
            <a:ln cap="flat" cmpd="sng" w="381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25"/>
            <p:cNvSpPr/>
            <p:nvPr/>
          </p:nvSpPr>
          <p:spPr>
            <a:xfrm>
              <a:off x="7035780" y="3651767"/>
              <a:ext cx="85500" cy="85500"/>
            </a:xfrm>
            <a:prstGeom prst="ellipse">
              <a:avLst/>
            </a:prstGeom>
            <a:solidFill>
              <a:srgbClr val="1B212C"/>
            </a:solidFill>
            <a:ln cap="flat" cmpd="sng" w="381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p25"/>
            <p:cNvSpPr/>
            <p:nvPr/>
          </p:nvSpPr>
          <p:spPr>
            <a:xfrm>
              <a:off x="6598816" y="3891809"/>
              <a:ext cx="85500" cy="85500"/>
            </a:xfrm>
            <a:prstGeom prst="ellipse">
              <a:avLst/>
            </a:prstGeom>
            <a:solidFill>
              <a:srgbClr val="1B212C"/>
            </a:solidFill>
            <a:ln cap="flat" cmpd="sng" w="381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4" name="Shape 424"/>
        <p:cNvGrpSpPr/>
        <p:nvPr/>
      </p:nvGrpSpPr>
      <p:grpSpPr>
        <a:xfrm>
          <a:off x="0" y="0"/>
          <a:ext cx="0" cy="0"/>
          <a:chOff x="0" y="0"/>
          <a:chExt cx="0" cy="0"/>
        </a:xfrm>
      </p:grpSpPr>
      <p:sp>
        <p:nvSpPr>
          <p:cNvPr id="425" name="Google Shape;425;p26"/>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Diagrama de ciclo</a:t>
            </a:r>
            <a:endParaRPr/>
          </a:p>
        </p:txBody>
      </p:sp>
      <p:sp>
        <p:nvSpPr>
          <p:cNvPr id="426" name="Google Shape;426;p26"/>
          <p:cNvSpPr txBox="1"/>
          <p:nvPr/>
        </p:nvSpPr>
        <p:spPr>
          <a:xfrm>
            <a:off x="812750" y="1907325"/>
            <a:ext cx="2275500" cy="444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600">
                <a:solidFill>
                  <a:srgbClr val="FFFFFF"/>
                </a:solidFill>
                <a:latin typeface="Montserrat"/>
                <a:ea typeface="Montserrat"/>
                <a:cs typeface="Montserrat"/>
                <a:sym typeface="Montserrat"/>
              </a:rPr>
              <a:t>Crear el prototipo</a:t>
            </a:r>
            <a:endParaRPr/>
          </a:p>
        </p:txBody>
      </p:sp>
      <p:sp>
        <p:nvSpPr>
          <p:cNvPr id="427" name="Google Shape;427;p26"/>
          <p:cNvSpPr txBox="1"/>
          <p:nvPr/>
        </p:nvSpPr>
        <p:spPr>
          <a:xfrm>
            <a:off x="812750" y="3320125"/>
            <a:ext cx="2275500" cy="444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600">
                <a:solidFill>
                  <a:srgbClr val="FFFFFF"/>
                </a:solidFill>
                <a:latin typeface="Montserrat"/>
                <a:ea typeface="Montserrat"/>
                <a:cs typeface="Montserrat"/>
                <a:sym typeface="Montserrat"/>
              </a:rPr>
              <a:t>Compartirlo</a:t>
            </a:r>
            <a:endParaRPr/>
          </a:p>
        </p:txBody>
      </p:sp>
      <p:sp>
        <p:nvSpPr>
          <p:cNvPr id="428" name="Google Shape;428;p26"/>
          <p:cNvSpPr txBox="1"/>
          <p:nvPr/>
        </p:nvSpPr>
        <p:spPr>
          <a:xfrm>
            <a:off x="6548585" y="1907325"/>
            <a:ext cx="2228400" cy="444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600">
                <a:solidFill>
                  <a:srgbClr val="FFFFFF"/>
                </a:solidFill>
                <a:latin typeface="Montserrat"/>
                <a:ea typeface="Montserrat"/>
                <a:cs typeface="Montserrat"/>
                <a:sym typeface="Montserrat"/>
              </a:rPr>
              <a:t>Perfeccionarlo</a:t>
            </a:r>
            <a:endParaRPr/>
          </a:p>
        </p:txBody>
      </p:sp>
      <p:sp>
        <p:nvSpPr>
          <p:cNvPr id="429" name="Google Shape;429;p26"/>
          <p:cNvSpPr txBox="1"/>
          <p:nvPr/>
        </p:nvSpPr>
        <p:spPr>
          <a:xfrm>
            <a:off x="6548578" y="3320125"/>
            <a:ext cx="1515900" cy="444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600">
                <a:solidFill>
                  <a:srgbClr val="FFFFFF"/>
                </a:solidFill>
                <a:latin typeface="Montserrat"/>
                <a:ea typeface="Montserrat"/>
                <a:cs typeface="Montserrat"/>
                <a:sym typeface="Montserrat"/>
              </a:rPr>
              <a:t>Recibir comentarios</a:t>
            </a:r>
            <a:endParaRPr/>
          </a:p>
        </p:txBody>
      </p:sp>
      <p:grpSp>
        <p:nvGrpSpPr>
          <p:cNvPr id="430" name="Google Shape;430;p26"/>
          <p:cNvGrpSpPr/>
          <p:nvPr/>
        </p:nvGrpSpPr>
        <p:grpSpPr>
          <a:xfrm>
            <a:off x="812750" y="2328678"/>
            <a:ext cx="7727235" cy="2104600"/>
            <a:chOff x="812750" y="2350575"/>
            <a:chExt cx="7727235" cy="2104600"/>
          </a:xfrm>
        </p:grpSpPr>
        <p:sp>
          <p:nvSpPr>
            <p:cNvPr id="431" name="Google Shape;431;p26"/>
            <p:cNvSpPr txBox="1"/>
            <p:nvPr/>
          </p:nvSpPr>
          <p:spPr>
            <a:xfrm>
              <a:off x="812750" y="2350575"/>
              <a:ext cx="1991400" cy="691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sz="1000">
                  <a:solidFill>
                    <a:srgbClr val="D9D9D9"/>
                  </a:solidFill>
                  <a:latin typeface="Lato"/>
                  <a:ea typeface="Lato"/>
                  <a:cs typeface="Lato"/>
                  <a:sym typeface="Lato"/>
                </a:rPr>
                <a:t>Escribe aquí tu texto Escribe aquí tu texto</a:t>
              </a:r>
              <a:r>
                <a:rPr lang="es" sz="1000">
                  <a:solidFill>
                    <a:srgbClr val="D9D9D9"/>
                  </a:solidFill>
                  <a:latin typeface="Lato"/>
                  <a:ea typeface="Lato"/>
                  <a:cs typeface="Lato"/>
                  <a:sym typeface="Lato"/>
                </a:rPr>
                <a:t>.</a:t>
              </a:r>
              <a:endParaRPr sz="1000">
                <a:solidFill>
                  <a:srgbClr val="D9D9D9"/>
                </a:solidFill>
                <a:latin typeface="Lato"/>
                <a:ea typeface="Lato"/>
                <a:cs typeface="Lato"/>
                <a:sym typeface="Lato"/>
              </a:endParaRPr>
            </a:p>
          </p:txBody>
        </p:sp>
        <p:sp>
          <p:nvSpPr>
            <p:cNvPr id="432" name="Google Shape;432;p26"/>
            <p:cNvSpPr txBox="1"/>
            <p:nvPr/>
          </p:nvSpPr>
          <p:spPr>
            <a:xfrm>
              <a:off x="812750" y="3763375"/>
              <a:ext cx="1991400" cy="691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sz="1000">
                  <a:solidFill>
                    <a:srgbClr val="D9D9D9"/>
                  </a:solidFill>
                  <a:latin typeface="Lato"/>
                  <a:ea typeface="Lato"/>
                  <a:cs typeface="Lato"/>
                  <a:sym typeface="Lato"/>
                </a:rPr>
                <a:t>Escribe aquí tu texto Escribe aquí tu texto.</a:t>
              </a:r>
              <a:endParaRPr sz="1000">
                <a:solidFill>
                  <a:srgbClr val="D9D9D9"/>
                </a:solidFill>
                <a:latin typeface="Lato"/>
                <a:ea typeface="Lato"/>
                <a:cs typeface="Lato"/>
                <a:sym typeface="Lato"/>
              </a:endParaRPr>
            </a:p>
          </p:txBody>
        </p:sp>
        <p:sp>
          <p:nvSpPr>
            <p:cNvPr id="433" name="Google Shape;433;p26"/>
            <p:cNvSpPr txBox="1"/>
            <p:nvPr/>
          </p:nvSpPr>
          <p:spPr>
            <a:xfrm>
              <a:off x="6548585" y="2350575"/>
              <a:ext cx="1991400" cy="691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sz="1000">
                  <a:solidFill>
                    <a:srgbClr val="D9D9D9"/>
                  </a:solidFill>
                  <a:latin typeface="Lato"/>
                  <a:ea typeface="Lato"/>
                  <a:cs typeface="Lato"/>
                  <a:sym typeface="Lato"/>
                </a:rPr>
                <a:t>Escribe aquí tu texto Escribe aquí tu texto.</a:t>
              </a:r>
              <a:endParaRPr sz="1000">
                <a:solidFill>
                  <a:srgbClr val="D9D9D9"/>
                </a:solidFill>
                <a:latin typeface="Lato"/>
                <a:ea typeface="Lato"/>
                <a:cs typeface="Lato"/>
                <a:sym typeface="Lato"/>
              </a:endParaRPr>
            </a:p>
          </p:txBody>
        </p:sp>
        <p:sp>
          <p:nvSpPr>
            <p:cNvPr id="434" name="Google Shape;434;p26"/>
            <p:cNvSpPr txBox="1"/>
            <p:nvPr/>
          </p:nvSpPr>
          <p:spPr>
            <a:xfrm>
              <a:off x="6548585" y="3763375"/>
              <a:ext cx="1991400" cy="691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sz="1000">
                  <a:solidFill>
                    <a:srgbClr val="D9D9D9"/>
                  </a:solidFill>
                  <a:latin typeface="Lato"/>
                  <a:ea typeface="Lato"/>
                  <a:cs typeface="Lato"/>
                  <a:sym typeface="Lato"/>
                </a:rPr>
                <a:t>Escribe aquí tu texto Escribe aquí tu texto.</a:t>
              </a:r>
              <a:endParaRPr sz="1000">
                <a:solidFill>
                  <a:srgbClr val="D9D9D9"/>
                </a:solidFill>
                <a:latin typeface="Lato"/>
                <a:ea typeface="Lato"/>
                <a:cs typeface="Lato"/>
                <a:sym typeface="Lato"/>
              </a:endParaRPr>
            </a:p>
          </p:txBody>
        </p:sp>
      </p:grpSp>
      <p:cxnSp>
        <p:nvCxnSpPr>
          <p:cNvPr id="435" name="Google Shape;435;p26"/>
          <p:cNvCxnSpPr/>
          <p:nvPr/>
        </p:nvCxnSpPr>
        <p:spPr>
          <a:xfrm flipH="1">
            <a:off x="780745" y="1641850"/>
            <a:ext cx="7596300" cy="10500"/>
          </a:xfrm>
          <a:prstGeom prst="straightConnector1">
            <a:avLst/>
          </a:prstGeom>
          <a:noFill/>
          <a:ln cap="flat" cmpd="sng" w="9525">
            <a:solidFill>
              <a:srgbClr val="B7B7B7"/>
            </a:solidFill>
            <a:prstDash val="solid"/>
            <a:round/>
            <a:headEnd len="med" w="med" type="none"/>
            <a:tailEnd len="med" w="med" type="none"/>
          </a:ln>
        </p:spPr>
      </p:cxnSp>
      <p:cxnSp>
        <p:nvCxnSpPr>
          <p:cNvPr id="436" name="Google Shape;436;p26"/>
          <p:cNvCxnSpPr/>
          <p:nvPr/>
        </p:nvCxnSpPr>
        <p:spPr>
          <a:xfrm flipH="1">
            <a:off x="780842" y="3044098"/>
            <a:ext cx="2275500" cy="10500"/>
          </a:xfrm>
          <a:prstGeom prst="straightConnector1">
            <a:avLst/>
          </a:prstGeom>
          <a:noFill/>
          <a:ln cap="flat" cmpd="sng" w="9525">
            <a:solidFill>
              <a:srgbClr val="FFFFFF"/>
            </a:solidFill>
            <a:prstDash val="dot"/>
            <a:round/>
            <a:headEnd len="med" w="med" type="none"/>
            <a:tailEnd len="med" w="med" type="none"/>
          </a:ln>
        </p:spPr>
      </p:cxnSp>
      <p:cxnSp>
        <p:nvCxnSpPr>
          <p:cNvPr id="437" name="Google Shape;437;p26"/>
          <p:cNvCxnSpPr/>
          <p:nvPr/>
        </p:nvCxnSpPr>
        <p:spPr>
          <a:xfrm flipH="1">
            <a:off x="6101542" y="3044098"/>
            <a:ext cx="2275500" cy="10500"/>
          </a:xfrm>
          <a:prstGeom prst="straightConnector1">
            <a:avLst/>
          </a:prstGeom>
          <a:noFill/>
          <a:ln cap="flat" cmpd="sng" w="9525">
            <a:solidFill>
              <a:srgbClr val="FFFFFF"/>
            </a:solidFill>
            <a:prstDash val="dot"/>
            <a:round/>
            <a:headEnd len="med" w="med" type="none"/>
            <a:tailEnd len="med" w="med" type="none"/>
          </a:ln>
        </p:spPr>
      </p:cxnSp>
      <p:cxnSp>
        <p:nvCxnSpPr>
          <p:cNvPr id="438" name="Google Shape;438;p26"/>
          <p:cNvCxnSpPr/>
          <p:nvPr/>
        </p:nvCxnSpPr>
        <p:spPr>
          <a:xfrm flipH="1">
            <a:off x="780745" y="4455175"/>
            <a:ext cx="7596300" cy="10500"/>
          </a:xfrm>
          <a:prstGeom prst="straightConnector1">
            <a:avLst/>
          </a:prstGeom>
          <a:noFill/>
          <a:ln cap="flat" cmpd="sng" w="9525">
            <a:solidFill>
              <a:srgbClr val="B7B7B7"/>
            </a:solidFill>
            <a:prstDash val="solid"/>
            <a:round/>
            <a:headEnd len="med" w="med" type="none"/>
            <a:tailEnd len="med" w="med" type="none"/>
          </a:ln>
        </p:spPr>
      </p:cxnSp>
      <p:sp>
        <p:nvSpPr>
          <p:cNvPr id="439" name="Google Shape;439;p26"/>
          <p:cNvSpPr/>
          <p:nvPr/>
        </p:nvSpPr>
        <p:spPr>
          <a:xfrm>
            <a:off x="3171573" y="1660783"/>
            <a:ext cx="2787300" cy="2787300"/>
          </a:xfrm>
          <a:prstGeom prst="pie">
            <a:avLst>
              <a:gd fmla="val 10795717" name="adj1"/>
              <a:gd fmla="val 16201261" name="adj2"/>
            </a:avLst>
          </a:prstGeom>
          <a:solidFill>
            <a:srgbClr val="9BC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 name="Google Shape;440;p26"/>
          <p:cNvSpPr/>
          <p:nvPr/>
        </p:nvSpPr>
        <p:spPr>
          <a:xfrm rot="5400000">
            <a:off x="3171560" y="1660783"/>
            <a:ext cx="2787300" cy="2787300"/>
          </a:xfrm>
          <a:prstGeom prst="pie">
            <a:avLst>
              <a:gd fmla="val 10795717" name="adj1"/>
              <a:gd fmla="val 16201261" name="adj2"/>
            </a:avLst>
          </a:prstGeom>
          <a:solidFill>
            <a:srgbClr val="0D47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 name="Google Shape;441;p26"/>
          <p:cNvSpPr/>
          <p:nvPr/>
        </p:nvSpPr>
        <p:spPr>
          <a:xfrm rot="10800000">
            <a:off x="3171560" y="1660768"/>
            <a:ext cx="2787300" cy="2787300"/>
          </a:xfrm>
          <a:prstGeom prst="pie">
            <a:avLst>
              <a:gd fmla="val 10795717" name="adj1"/>
              <a:gd fmla="val 16201261" name="adj2"/>
            </a:avLst>
          </a:prstGeom>
          <a:solidFill>
            <a:srgbClr val="197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 name="Google Shape;442;p26"/>
          <p:cNvSpPr/>
          <p:nvPr/>
        </p:nvSpPr>
        <p:spPr>
          <a:xfrm rot="-5400000">
            <a:off x="3171573" y="1660768"/>
            <a:ext cx="2787300" cy="2787300"/>
          </a:xfrm>
          <a:prstGeom prst="pie">
            <a:avLst>
              <a:gd fmla="val 10795717" name="adj1"/>
              <a:gd fmla="val 16201261" name="adj2"/>
            </a:avLst>
          </a:prstGeom>
          <a:solidFill>
            <a:srgbClr val="2196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43" name="Google Shape;443;p26"/>
          <p:cNvGrpSpPr/>
          <p:nvPr/>
        </p:nvGrpSpPr>
        <p:grpSpPr>
          <a:xfrm>
            <a:off x="3078687" y="2700858"/>
            <a:ext cx="737729" cy="737729"/>
            <a:chOff x="2920647" y="2157958"/>
            <a:chExt cx="827700" cy="827700"/>
          </a:xfrm>
        </p:grpSpPr>
        <p:sp>
          <p:nvSpPr>
            <p:cNvPr id="444" name="Google Shape;444;p26"/>
            <p:cNvSpPr/>
            <p:nvPr/>
          </p:nvSpPr>
          <p:spPr>
            <a:xfrm rot="2368348">
              <a:off x="3040494" y="2277805"/>
              <a:ext cx="588007" cy="588007"/>
            </a:xfrm>
            <a:prstGeom prst="pie">
              <a:avLst>
                <a:gd fmla="val 18953478" name="adj1"/>
                <a:gd fmla="val 8381030" name="adj2"/>
              </a:avLst>
            </a:prstGeom>
            <a:solidFill>
              <a:srgbClr val="9BC5E9"/>
            </a:solidFill>
            <a:ln>
              <a:noFill/>
            </a:ln>
            <a:effectLst>
              <a:outerShdw blurRad="228600" rotWithShape="0" algn="tl" dir="5400000" dist="50800">
                <a:srgbClr val="000000">
                  <a:alpha val="549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 name="Google Shape;445;p26"/>
            <p:cNvSpPr/>
            <p:nvPr/>
          </p:nvSpPr>
          <p:spPr>
            <a:xfrm rot="248723">
              <a:off x="3023158" y="2234335"/>
              <a:ext cx="655715" cy="655993"/>
            </a:xfrm>
            <a:prstGeom prst="chord">
              <a:avLst>
                <a:gd fmla="val 2500565" name="adj1"/>
                <a:gd fmla="val 1811979" name="adj2"/>
              </a:avLst>
            </a:prstGeom>
            <a:solidFill>
              <a:srgbClr val="9BC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46" name="Google Shape;446;p26"/>
          <p:cNvSpPr txBox="1"/>
          <p:nvPr/>
        </p:nvSpPr>
        <p:spPr>
          <a:xfrm>
            <a:off x="3199194" y="2882857"/>
            <a:ext cx="507900" cy="2661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s" sz="1600">
                <a:solidFill>
                  <a:srgbClr val="FFFFFF"/>
                </a:solidFill>
                <a:latin typeface="Roboto"/>
                <a:ea typeface="Roboto"/>
                <a:cs typeface="Roboto"/>
                <a:sym typeface="Roboto"/>
              </a:rPr>
              <a:t>01</a:t>
            </a:r>
            <a:endParaRPr b="1" sz="1600">
              <a:solidFill>
                <a:srgbClr val="FFFFFF"/>
              </a:solidFill>
              <a:latin typeface="Roboto"/>
              <a:ea typeface="Roboto"/>
              <a:cs typeface="Roboto"/>
              <a:sym typeface="Roboto"/>
            </a:endParaRPr>
          </a:p>
        </p:txBody>
      </p:sp>
      <p:grpSp>
        <p:nvGrpSpPr>
          <p:cNvPr id="447" name="Google Shape;447;p26"/>
          <p:cNvGrpSpPr/>
          <p:nvPr/>
        </p:nvGrpSpPr>
        <p:grpSpPr>
          <a:xfrm rot="-5400000">
            <a:off x="4225338" y="3802929"/>
            <a:ext cx="737729" cy="737729"/>
            <a:chOff x="2920647" y="2157958"/>
            <a:chExt cx="827700" cy="827700"/>
          </a:xfrm>
        </p:grpSpPr>
        <p:sp>
          <p:nvSpPr>
            <p:cNvPr id="448" name="Google Shape;448;p26"/>
            <p:cNvSpPr/>
            <p:nvPr/>
          </p:nvSpPr>
          <p:spPr>
            <a:xfrm rot="2368348">
              <a:off x="3040494" y="2277805"/>
              <a:ext cx="588007" cy="588007"/>
            </a:xfrm>
            <a:prstGeom prst="pie">
              <a:avLst>
                <a:gd fmla="val 18953478" name="adj1"/>
                <a:gd fmla="val 8381030" name="adj2"/>
              </a:avLst>
            </a:prstGeom>
            <a:solidFill>
              <a:srgbClr val="2196F3"/>
            </a:solidFill>
            <a:ln>
              <a:noFill/>
            </a:ln>
            <a:effectLst>
              <a:outerShdw blurRad="228600" rotWithShape="0" algn="tl" dir="5400000" dist="50800">
                <a:srgbClr val="000000">
                  <a:alpha val="549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26"/>
            <p:cNvSpPr/>
            <p:nvPr/>
          </p:nvSpPr>
          <p:spPr>
            <a:xfrm rot="248723">
              <a:off x="3023158" y="2234335"/>
              <a:ext cx="655715" cy="655993"/>
            </a:xfrm>
            <a:prstGeom prst="chord">
              <a:avLst>
                <a:gd fmla="val 2500565" name="adj1"/>
                <a:gd fmla="val 1811979" name="adj2"/>
              </a:avLst>
            </a:prstGeom>
            <a:solidFill>
              <a:srgbClr val="2196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50" name="Google Shape;450;p26"/>
          <p:cNvSpPr txBox="1"/>
          <p:nvPr/>
        </p:nvSpPr>
        <p:spPr>
          <a:xfrm>
            <a:off x="4320431" y="3970948"/>
            <a:ext cx="507900" cy="2661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s" sz="1600">
                <a:solidFill>
                  <a:srgbClr val="FFFFFF"/>
                </a:solidFill>
                <a:latin typeface="Roboto"/>
                <a:ea typeface="Roboto"/>
                <a:cs typeface="Roboto"/>
                <a:sym typeface="Roboto"/>
              </a:rPr>
              <a:t>02</a:t>
            </a:r>
            <a:endParaRPr b="1" sz="1600">
              <a:solidFill>
                <a:srgbClr val="FFFFFF"/>
              </a:solidFill>
              <a:latin typeface="Roboto"/>
              <a:ea typeface="Roboto"/>
              <a:cs typeface="Roboto"/>
              <a:sym typeface="Roboto"/>
            </a:endParaRPr>
          </a:p>
        </p:txBody>
      </p:sp>
      <p:grpSp>
        <p:nvGrpSpPr>
          <p:cNvPr id="451" name="Google Shape;451;p26"/>
          <p:cNvGrpSpPr/>
          <p:nvPr/>
        </p:nvGrpSpPr>
        <p:grpSpPr>
          <a:xfrm>
            <a:off x="5313093" y="2700655"/>
            <a:ext cx="737804" cy="737804"/>
            <a:chOff x="5428888" y="2158023"/>
            <a:chExt cx="828900" cy="828900"/>
          </a:xfrm>
        </p:grpSpPr>
        <p:sp>
          <p:nvSpPr>
            <p:cNvPr id="452" name="Google Shape;452;p26"/>
            <p:cNvSpPr/>
            <p:nvPr/>
          </p:nvSpPr>
          <p:spPr>
            <a:xfrm rot="-8431175">
              <a:off x="5548912" y="2278047"/>
              <a:ext cx="588851" cy="588851"/>
            </a:xfrm>
            <a:prstGeom prst="pie">
              <a:avLst>
                <a:gd fmla="val 19686997" name="adj1"/>
                <a:gd fmla="val 7771013" name="adj2"/>
              </a:avLst>
            </a:prstGeom>
            <a:solidFill>
              <a:srgbClr val="1976D2"/>
            </a:solidFill>
            <a:ln>
              <a:noFill/>
            </a:ln>
            <a:effectLst>
              <a:outerShdw blurRad="228600" rotWithShape="0" algn="tl" dir="5400000" dist="50800">
                <a:srgbClr val="000000">
                  <a:alpha val="549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26"/>
            <p:cNvSpPr/>
            <p:nvPr/>
          </p:nvSpPr>
          <p:spPr>
            <a:xfrm rot="-10551618">
              <a:off x="5498383" y="2253584"/>
              <a:ext cx="656613" cy="656891"/>
            </a:xfrm>
            <a:prstGeom prst="chord">
              <a:avLst>
                <a:gd fmla="val 2500565" name="adj1"/>
                <a:gd fmla="val 1811979" name="adj2"/>
              </a:avLst>
            </a:prstGeom>
            <a:solidFill>
              <a:srgbClr val="197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54" name="Google Shape;454;p26"/>
          <p:cNvSpPr txBox="1"/>
          <p:nvPr/>
        </p:nvSpPr>
        <p:spPr>
          <a:xfrm>
            <a:off x="5404083" y="2882857"/>
            <a:ext cx="507900" cy="2661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s" sz="1600">
                <a:solidFill>
                  <a:srgbClr val="FFFFFF"/>
                </a:solidFill>
                <a:latin typeface="Roboto"/>
                <a:ea typeface="Roboto"/>
                <a:cs typeface="Roboto"/>
                <a:sym typeface="Roboto"/>
              </a:rPr>
              <a:t>03</a:t>
            </a:r>
            <a:endParaRPr b="1" sz="1600">
              <a:solidFill>
                <a:srgbClr val="FFFFFF"/>
              </a:solidFill>
              <a:latin typeface="Roboto"/>
              <a:ea typeface="Roboto"/>
              <a:cs typeface="Roboto"/>
              <a:sym typeface="Roboto"/>
            </a:endParaRPr>
          </a:p>
        </p:txBody>
      </p:sp>
      <p:grpSp>
        <p:nvGrpSpPr>
          <p:cNvPr id="455" name="Google Shape;455;p26"/>
          <p:cNvGrpSpPr/>
          <p:nvPr/>
        </p:nvGrpSpPr>
        <p:grpSpPr>
          <a:xfrm rot="5400000">
            <a:off x="4193370" y="1569752"/>
            <a:ext cx="737729" cy="737729"/>
            <a:chOff x="2920647" y="2157958"/>
            <a:chExt cx="827700" cy="827700"/>
          </a:xfrm>
        </p:grpSpPr>
        <p:sp>
          <p:nvSpPr>
            <p:cNvPr id="456" name="Google Shape;456;p26"/>
            <p:cNvSpPr/>
            <p:nvPr/>
          </p:nvSpPr>
          <p:spPr>
            <a:xfrm rot="2368348">
              <a:off x="3040494" y="2277805"/>
              <a:ext cx="588007" cy="588007"/>
            </a:xfrm>
            <a:prstGeom prst="pie">
              <a:avLst>
                <a:gd fmla="val 18953478" name="adj1"/>
                <a:gd fmla="val 8381030" name="adj2"/>
              </a:avLst>
            </a:prstGeom>
            <a:solidFill>
              <a:srgbClr val="0D47A1"/>
            </a:solidFill>
            <a:ln>
              <a:noFill/>
            </a:ln>
            <a:effectLst>
              <a:outerShdw blurRad="228600" rotWithShape="0" algn="tl" dir="5400000" dist="50800">
                <a:srgbClr val="000000">
                  <a:alpha val="549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p26"/>
            <p:cNvSpPr/>
            <p:nvPr/>
          </p:nvSpPr>
          <p:spPr>
            <a:xfrm rot="248723">
              <a:off x="3023158" y="2234335"/>
              <a:ext cx="655715" cy="655993"/>
            </a:xfrm>
            <a:prstGeom prst="chord">
              <a:avLst>
                <a:gd fmla="val 2500565" name="adj1"/>
                <a:gd fmla="val 1811979" name="adj2"/>
              </a:avLst>
            </a:prstGeom>
            <a:solidFill>
              <a:srgbClr val="0D47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58" name="Google Shape;458;p26"/>
          <p:cNvSpPr txBox="1"/>
          <p:nvPr/>
        </p:nvSpPr>
        <p:spPr>
          <a:xfrm>
            <a:off x="4320431" y="1765093"/>
            <a:ext cx="507900" cy="2661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s" sz="1600">
                <a:solidFill>
                  <a:srgbClr val="FFFFFF"/>
                </a:solidFill>
                <a:latin typeface="Roboto"/>
                <a:ea typeface="Roboto"/>
                <a:cs typeface="Roboto"/>
                <a:sym typeface="Roboto"/>
              </a:rPr>
              <a:t>04</a:t>
            </a:r>
            <a:endParaRPr b="1" sz="1600">
              <a:solidFill>
                <a:srgbClr val="FFFFFF"/>
              </a:solidFill>
              <a:latin typeface="Roboto"/>
              <a:ea typeface="Roboto"/>
              <a:cs typeface="Roboto"/>
              <a:sym typeface="Roboto"/>
            </a:endParaRPr>
          </a:p>
        </p:txBody>
      </p:sp>
      <p:sp>
        <p:nvSpPr>
          <p:cNvPr id="459" name="Google Shape;459;p26"/>
          <p:cNvSpPr/>
          <p:nvPr/>
        </p:nvSpPr>
        <p:spPr>
          <a:xfrm>
            <a:off x="3753714" y="2242913"/>
            <a:ext cx="1623000" cy="1623000"/>
          </a:xfrm>
          <a:prstGeom prst="ellipse">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3" name="Shape 463"/>
        <p:cNvGrpSpPr/>
        <p:nvPr/>
      </p:nvGrpSpPr>
      <p:grpSpPr>
        <a:xfrm>
          <a:off x="0" y="0"/>
          <a:ext cx="0" cy="0"/>
          <a:chOff x="0" y="0"/>
          <a:chExt cx="0" cy="0"/>
        </a:xfrm>
      </p:grpSpPr>
      <p:sp>
        <p:nvSpPr>
          <p:cNvPr id="464" name="Google Shape;464;p27"/>
          <p:cNvSpPr txBox="1"/>
          <p:nvPr>
            <p:ph type="title"/>
          </p:nvPr>
        </p:nvSpPr>
        <p:spPr>
          <a:xfrm>
            <a:off x="1297500" y="393750"/>
            <a:ext cx="7038900" cy="54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Presentación de Escribe aquí tu texto</a:t>
            </a:r>
            <a:endParaRPr/>
          </a:p>
        </p:txBody>
      </p:sp>
      <p:sp>
        <p:nvSpPr>
          <p:cNvPr id="465" name="Google Shape;465;p27"/>
          <p:cNvSpPr txBox="1"/>
          <p:nvPr>
            <p:ph idx="1" type="subTitle"/>
          </p:nvPr>
        </p:nvSpPr>
        <p:spPr>
          <a:xfrm>
            <a:off x="1297500" y="934650"/>
            <a:ext cx="6750600" cy="4377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latin typeface="Montserrat"/>
                <a:ea typeface="Montserrat"/>
                <a:cs typeface="Montserrat"/>
                <a:sym typeface="Montserrat"/>
              </a:rPr>
              <a:t>Mostrar cómo funcionan tus herramientas en varios dispositivos</a:t>
            </a:r>
            <a:endParaRPr/>
          </a:p>
        </p:txBody>
      </p:sp>
      <p:sp>
        <p:nvSpPr>
          <p:cNvPr id="466" name="Google Shape;466;p27"/>
          <p:cNvSpPr txBox="1"/>
          <p:nvPr>
            <p:ph idx="2" type="body"/>
          </p:nvPr>
        </p:nvSpPr>
        <p:spPr>
          <a:xfrm>
            <a:off x="1297500" y="1656775"/>
            <a:ext cx="1991100" cy="27564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solidFill>
                  <a:srgbClr val="FFFFFF"/>
                </a:solidFill>
                <a:latin typeface="Arial"/>
                <a:ea typeface="Arial"/>
                <a:cs typeface="Arial"/>
                <a:sym typeface="Arial"/>
              </a:rPr>
              <a:t>Escribe aquí tu texto Escribe aquí tu texto Escribe aquí tu texto Escribe aquí tu texto Escribe aquí tu texto Escribe aquí tu texto Escribe aquí tu texto Escribe aquí tu texto</a:t>
            </a:r>
            <a:r>
              <a:rPr lang="es">
                <a:latin typeface="Arial"/>
                <a:ea typeface="Arial"/>
                <a:cs typeface="Arial"/>
                <a:sym typeface="Arial"/>
              </a:rPr>
              <a:t>.</a:t>
            </a:r>
            <a:endParaRPr/>
          </a:p>
        </p:txBody>
      </p:sp>
      <p:grpSp>
        <p:nvGrpSpPr>
          <p:cNvPr id="467" name="Google Shape;467;p27"/>
          <p:cNvGrpSpPr/>
          <p:nvPr/>
        </p:nvGrpSpPr>
        <p:grpSpPr>
          <a:xfrm>
            <a:off x="6884050" y="1716000"/>
            <a:ext cx="2259900" cy="1103400"/>
            <a:chOff x="6884050" y="1716000"/>
            <a:chExt cx="2259900" cy="1103400"/>
          </a:xfrm>
        </p:grpSpPr>
        <p:sp>
          <p:nvSpPr>
            <p:cNvPr id="468" name="Google Shape;468;p27"/>
            <p:cNvSpPr/>
            <p:nvPr/>
          </p:nvSpPr>
          <p:spPr>
            <a:xfrm>
              <a:off x="6884050" y="1716000"/>
              <a:ext cx="2259900" cy="1103400"/>
            </a:xfrm>
            <a:prstGeom prst="rect">
              <a:avLst/>
            </a:prstGeom>
            <a:solidFill>
              <a:srgbClr val="008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469" name="Google Shape;469;p27"/>
            <p:cNvSpPr txBox="1"/>
            <p:nvPr/>
          </p:nvSpPr>
          <p:spPr>
            <a:xfrm>
              <a:off x="7354784" y="1840351"/>
              <a:ext cx="1550400" cy="758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s" sz="1200">
                  <a:solidFill>
                    <a:srgbClr val="FFFFFF"/>
                  </a:solidFill>
                </a:rPr>
                <a:t>CONSEJO</a:t>
              </a:r>
              <a:endParaRPr b="1" sz="1200">
                <a:solidFill>
                  <a:srgbClr val="FFFFFF"/>
                </a:solidFill>
              </a:endParaRPr>
            </a:p>
            <a:p>
              <a:pPr indent="0" lvl="0" marL="0" rtl="0" algn="l">
                <a:lnSpc>
                  <a:spcPct val="115000"/>
                </a:lnSpc>
                <a:spcBef>
                  <a:spcPts val="0"/>
                </a:spcBef>
                <a:spcAft>
                  <a:spcPts val="0"/>
                </a:spcAft>
                <a:buNone/>
              </a:pPr>
              <a:r>
                <a:t/>
              </a:r>
              <a:endParaRPr sz="700">
                <a:solidFill>
                  <a:srgbClr val="FFFFFF"/>
                </a:solidFill>
              </a:endParaRPr>
            </a:p>
            <a:p>
              <a:pPr indent="0" lvl="0" marL="0" rtl="0" algn="l">
                <a:lnSpc>
                  <a:spcPct val="115000"/>
                </a:lnSpc>
                <a:spcBef>
                  <a:spcPts val="0"/>
                </a:spcBef>
                <a:spcAft>
                  <a:spcPts val="0"/>
                </a:spcAft>
                <a:buNone/>
              </a:pPr>
              <a:r>
                <a:rPr lang="es" sz="700">
                  <a:solidFill>
                    <a:srgbClr val="D9F0FF"/>
                  </a:solidFill>
                </a:rPr>
                <a:t>Para crear tu prototipo, haz clic con el botón derecho en una foto y selecciona Sustituir imagen.</a:t>
              </a:r>
              <a:endParaRPr sz="700">
                <a:solidFill>
                  <a:srgbClr val="D9F0FF"/>
                </a:solidFill>
              </a:endParaRPr>
            </a:p>
          </p:txBody>
        </p:sp>
        <p:pic>
          <p:nvPicPr>
            <p:cNvPr id="470" name="Google Shape;470;p27"/>
            <p:cNvPicPr preferRelativeResize="0"/>
            <p:nvPr/>
          </p:nvPicPr>
          <p:blipFill>
            <a:blip r:embed="rId3">
              <a:alphaModFix/>
            </a:blip>
            <a:stretch>
              <a:fillRect/>
            </a:stretch>
          </p:blipFill>
          <p:spPr>
            <a:xfrm>
              <a:off x="7138828" y="1908568"/>
              <a:ext cx="212825" cy="212825"/>
            </a:xfrm>
            <a:prstGeom prst="rect">
              <a:avLst/>
            </a:prstGeom>
            <a:noFill/>
            <a:ln>
              <a:noFill/>
            </a:ln>
          </p:spPr>
        </p:pic>
      </p:grpSp>
      <p:grpSp>
        <p:nvGrpSpPr>
          <p:cNvPr id="471" name="Google Shape;471;p27"/>
          <p:cNvGrpSpPr/>
          <p:nvPr/>
        </p:nvGrpSpPr>
        <p:grpSpPr>
          <a:xfrm>
            <a:off x="3517188" y="1656777"/>
            <a:ext cx="3462484" cy="2672600"/>
            <a:chOff x="3553042" y="1657806"/>
            <a:chExt cx="3461100" cy="2671532"/>
          </a:xfrm>
        </p:grpSpPr>
        <p:sp>
          <p:nvSpPr>
            <p:cNvPr id="472" name="Google Shape;472;p27"/>
            <p:cNvSpPr/>
            <p:nvPr/>
          </p:nvSpPr>
          <p:spPr>
            <a:xfrm>
              <a:off x="4856024" y="3625653"/>
              <a:ext cx="944700" cy="663300"/>
            </a:xfrm>
            <a:prstGeom prst="trapezoid">
              <a:avLst>
                <a:gd fmla="val 25000" name="adj"/>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 name="Google Shape;473;p27"/>
            <p:cNvSpPr/>
            <p:nvPr/>
          </p:nvSpPr>
          <p:spPr>
            <a:xfrm rot="10800000">
              <a:off x="4953871" y="3681997"/>
              <a:ext cx="400200" cy="606600"/>
            </a:xfrm>
            <a:prstGeom prst="triangle">
              <a:avLst>
                <a:gd fmla="val 96745"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27"/>
            <p:cNvSpPr/>
            <p:nvPr/>
          </p:nvSpPr>
          <p:spPr>
            <a:xfrm>
              <a:off x="4767796" y="3681816"/>
              <a:ext cx="163500" cy="606600"/>
            </a:xfrm>
            <a:prstGeom prst="triangle">
              <a:avLst>
                <a:gd fmla="val 98558"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27"/>
            <p:cNvSpPr/>
            <p:nvPr/>
          </p:nvSpPr>
          <p:spPr>
            <a:xfrm rot="10800000">
              <a:off x="4678237" y="4276102"/>
              <a:ext cx="1210800" cy="456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 name="Google Shape;476;p27"/>
            <p:cNvSpPr/>
            <p:nvPr/>
          </p:nvSpPr>
          <p:spPr>
            <a:xfrm rot="10800000">
              <a:off x="4668343" y="4283738"/>
              <a:ext cx="1230600" cy="45600"/>
            </a:xfrm>
            <a:prstGeom prst="roundRect">
              <a:avLst>
                <a:gd fmla="val 50000"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 name="Google Shape;477;p27"/>
            <p:cNvSpPr/>
            <p:nvPr/>
          </p:nvSpPr>
          <p:spPr>
            <a:xfrm>
              <a:off x="4926950" y="3681915"/>
              <a:ext cx="42900" cy="5943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 name="Google Shape;478;p27"/>
            <p:cNvSpPr/>
            <p:nvPr/>
          </p:nvSpPr>
          <p:spPr>
            <a:xfrm>
              <a:off x="3553042" y="1674645"/>
              <a:ext cx="3461100" cy="2014500"/>
            </a:xfrm>
            <a:prstGeom prst="roundRect">
              <a:avLst>
                <a:gd fmla="val 1882"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27"/>
            <p:cNvSpPr/>
            <p:nvPr/>
          </p:nvSpPr>
          <p:spPr>
            <a:xfrm>
              <a:off x="3553042" y="1657806"/>
              <a:ext cx="3461100" cy="2014500"/>
            </a:xfrm>
            <a:prstGeom prst="roundRect">
              <a:avLst>
                <a:gd fmla="val 1764"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QuickTip.jpg" id="480" name="Google Shape;480;p27"/>
          <p:cNvPicPr preferRelativeResize="0"/>
          <p:nvPr/>
        </p:nvPicPr>
        <p:blipFill rotWithShape="1">
          <a:blip r:embed="rId4">
            <a:alphaModFix/>
          </a:blip>
          <a:srcRect b="7265" l="0" r="0" t="7265"/>
          <a:stretch/>
        </p:blipFill>
        <p:spPr>
          <a:xfrm>
            <a:off x="3570069" y="1713899"/>
            <a:ext cx="3356400" cy="1912500"/>
          </a:xfrm>
          <a:prstGeom prst="rect">
            <a:avLst/>
          </a:prstGeom>
          <a:noFill/>
          <a:ln>
            <a:noFill/>
          </a:ln>
        </p:spPr>
      </p:pic>
      <p:sp>
        <p:nvSpPr>
          <p:cNvPr id="481" name="Google Shape;481;p27"/>
          <p:cNvSpPr/>
          <p:nvPr/>
        </p:nvSpPr>
        <p:spPr>
          <a:xfrm flipH="1">
            <a:off x="3569929" y="1714948"/>
            <a:ext cx="3356400" cy="19101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82" name="Google Shape;482;p27"/>
          <p:cNvGrpSpPr/>
          <p:nvPr/>
        </p:nvGrpSpPr>
        <p:grpSpPr>
          <a:xfrm>
            <a:off x="6470900" y="2744576"/>
            <a:ext cx="1122449" cy="1668667"/>
            <a:chOff x="6505573" y="2745170"/>
            <a:chExt cx="1122000" cy="1668000"/>
          </a:xfrm>
        </p:grpSpPr>
        <p:sp>
          <p:nvSpPr>
            <p:cNvPr id="483" name="Google Shape;483;p27"/>
            <p:cNvSpPr/>
            <p:nvPr/>
          </p:nvSpPr>
          <p:spPr>
            <a:xfrm>
              <a:off x="6517841" y="2745170"/>
              <a:ext cx="1109700" cy="1668000"/>
            </a:xfrm>
            <a:prstGeom prst="roundRect">
              <a:avLst>
                <a:gd fmla="val 5402" name="adj"/>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27"/>
            <p:cNvSpPr/>
            <p:nvPr/>
          </p:nvSpPr>
          <p:spPr>
            <a:xfrm rot="-5400000">
              <a:off x="6238873" y="3024453"/>
              <a:ext cx="1655400" cy="11220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 name="Google Shape;485;p27"/>
            <p:cNvSpPr/>
            <p:nvPr/>
          </p:nvSpPr>
          <p:spPr>
            <a:xfrm rot="-5400000">
              <a:off x="6238873" y="3012061"/>
              <a:ext cx="1655400" cy="11220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 name="Google Shape;486;p27"/>
            <p:cNvSpPr/>
            <p:nvPr/>
          </p:nvSpPr>
          <p:spPr>
            <a:xfrm>
              <a:off x="6954127" y="4329594"/>
              <a:ext cx="224700" cy="315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487" name="Google Shape;487;p27"/>
          <p:cNvPicPr preferRelativeResize="0"/>
          <p:nvPr/>
        </p:nvPicPr>
        <p:blipFill rotWithShape="1">
          <a:blip r:embed="rId5">
            <a:alphaModFix/>
          </a:blip>
          <a:srcRect b="16020" l="53168" r="26238" t="53058"/>
          <a:stretch/>
        </p:blipFill>
        <p:spPr>
          <a:xfrm>
            <a:off x="6470381" y="2818527"/>
            <a:ext cx="1122300" cy="1461000"/>
          </a:xfrm>
          <a:prstGeom prst="rect">
            <a:avLst/>
          </a:prstGeom>
          <a:noFill/>
          <a:ln>
            <a:noFill/>
          </a:ln>
        </p:spPr>
      </p:pic>
      <p:sp>
        <p:nvSpPr>
          <p:cNvPr id="488" name="Google Shape;488;p27"/>
          <p:cNvSpPr/>
          <p:nvPr/>
        </p:nvSpPr>
        <p:spPr>
          <a:xfrm flipH="1">
            <a:off x="6470215" y="2818767"/>
            <a:ext cx="1122300" cy="14610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89" name="Google Shape;489;p27"/>
          <p:cNvGrpSpPr/>
          <p:nvPr/>
        </p:nvGrpSpPr>
        <p:grpSpPr>
          <a:xfrm>
            <a:off x="6080176" y="3375336"/>
            <a:ext cx="570528" cy="1135689"/>
            <a:chOff x="9543736" y="4486132"/>
            <a:chExt cx="570300" cy="1135235"/>
          </a:xfrm>
        </p:grpSpPr>
        <p:sp>
          <p:nvSpPr>
            <p:cNvPr id="490" name="Google Shape;490;p27"/>
            <p:cNvSpPr/>
            <p:nvPr/>
          </p:nvSpPr>
          <p:spPr>
            <a:xfrm>
              <a:off x="9543736" y="4487212"/>
              <a:ext cx="570300" cy="1132800"/>
            </a:xfrm>
            <a:prstGeom prst="roundRect">
              <a:avLst>
                <a:gd fmla="val 5402" name="adj"/>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 name="Google Shape;491;p27"/>
            <p:cNvSpPr/>
            <p:nvPr/>
          </p:nvSpPr>
          <p:spPr>
            <a:xfrm rot="-5400000">
              <a:off x="9265568" y="4772968"/>
              <a:ext cx="1126800" cy="5700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 name="Google Shape;492;p27"/>
            <p:cNvSpPr/>
            <p:nvPr/>
          </p:nvSpPr>
          <p:spPr>
            <a:xfrm rot="-5400000">
              <a:off x="9265568" y="4764532"/>
              <a:ext cx="1126800" cy="5700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27"/>
            <p:cNvSpPr/>
            <p:nvPr/>
          </p:nvSpPr>
          <p:spPr>
            <a:xfrm>
              <a:off x="9736876" y="5519757"/>
              <a:ext cx="186300" cy="303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494" name="Google Shape;494;p27"/>
          <p:cNvPicPr preferRelativeResize="0"/>
          <p:nvPr/>
        </p:nvPicPr>
        <p:blipFill rotWithShape="1">
          <a:blip r:embed="rId5">
            <a:alphaModFix/>
          </a:blip>
          <a:srcRect b="36734" l="41330" r="47980" t="42212"/>
          <a:stretch/>
        </p:blipFill>
        <p:spPr>
          <a:xfrm>
            <a:off x="6079557" y="3374919"/>
            <a:ext cx="570300" cy="973800"/>
          </a:xfrm>
          <a:prstGeom prst="round2SameRect">
            <a:avLst>
              <a:gd fmla="val 4129" name="adj1"/>
              <a:gd fmla="val 0" name="adj2"/>
            </a:avLst>
          </a:prstGeom>
          <a:noFill/>
          <a:ln>
            <a:noFill/>
          </a:ln>
        </p:spPr>
      </p:pic>
      <p:sp>
        <p:nvSpPr>
          <p:cNvPr id="495" name="Google Shape;495;p27"/>
          <p:cNvSpPr/>
          <p:nvPr/>
        </p:nvSpPr>
        <p:spPr>
          <a:xfrm flipH="1">
            <a:off x="6079436" y="3398094"/>
            <a:ext cx="570300" cy="9507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96" name="Google Shape;496;p27"/>
          <p:cNvGrpSpPr/>
          <p:nvPr/>
        </p:nvGrpSpPr>
        <p:grpSpPr>
          <a:xfrm>
            <a:off x="7350028" y="3727561"/>
            <a:ext cx="499100" cy="758547"/>
            <a:chOff x="7384375" y="3728000"/>
            <a:chExt cx="498900" cy="758244"/>
          </a:xfrm>
        </p:grpSpPr>
        <p:sp>
          <p:nvSpPr>
            <p:cNvPr id="497" name="Google Shape;497;p27"/>
            <p:cNvSpPr/>
            <p:nvPr/>
          </p:nvSpPr>
          <p:spPr>
            <a:xfrm rot="10800000">
              <a:off x="7475552" y="4233644"/>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 name="Google Shape;498;p27"/>
            <p:cNvSpPr/>
            <p:nvPr/>
          </p:nvSpPr>
          <p:spPr>
            <a:xfrm rot="5400000">
              <a:off x="7506587" y="4276887"/>
              <a:ext cx="140700" cy="201900"/>
            </a:xfrm>
            <a:prstGeom prst="triangle">
              <a:avLst>
                <a:gd fmla="val 27359"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27"/>
            <p:cNvSpPr/>
            <p:nvPr/>
          </p:nvSpPr>
          <p:spPr>
            <a:xfrm>
              <a:off x="7475548" y="3728000"/>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27"/>
            <p:cNvSpPr/>
            <p:nvPr/>
          </p:nvSpPr>
          <p:spPr>
            <a:xfrm>
              <a:off x="7384375" y="3860325"/>
              <a:ext cx="498900" cy="498900"/>
            </a:xfrm>
            <a:prstGeom prst="ellipse">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01" name="Google Shape;501;p27"/>
          <p:cNvGrpSpPr/>
          <p:nvPr/>
        </p:nvGrpSpPr>
        <p:grpSpPr>
          <a:xfrm>
            <a:off x="7350063" y="3857292"/>
            <a:ext cx="523846" cy="507077"/>
            <a:chOff x="7384385" y="3857442"/>
            <a:chExt cx="523637" cy="506874"/>
          </a:xfrm>
        </p:grpSpPr>
        <p:sp>
          <p:nvSpPr>
            <p:cNvPr id="502" name="Google Shape;502;p27"/>
            <p:cNvSpPr/>
            <p:nvPr/>
          </p:nvSpPr>
          <p:spPr>
            <a:xfrm>
              <a:off x="7384385" y="3865416"/>
              <a:ext cx="498900" cy="498900"/>
            </a:xfrm>
            <a:prstGeom prst="ellipse">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03" name="Google Shape;503;p27"/>
            <p:cNvGrpSpPr/>
            <p:nvPr/>
          </p:nvGrpSpPr>
          <p:grpSpPr>
            <a:xfrm>
              <a:off x="7384385" y="3857442"/>
              <a:ext cx="523637" cy="498900"/>
              <a:chOff x="7384385" y="3857442"/>
              <a:chExt cx="523637" cy="498900"/>
            </a:xfrm>
          </p:grpSpPr>
          <p:sp>
            <p:nvSpPr>
              <p:cNvPr id="504" name="Google Shape;504;p27"/>
              <p:cNvSpPr/>
              <p:nvPr/>
            </p:nvSpPr>
            <p:spPr>
              <a:xfrm>
                <a:off x="7384385" y="3857442"/>
                <a:ext cx="498900" cy="4989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 name="Google Shape;505;p27"/>
              <p:cNvSpPr/>
              <p:nvPr/>
            </p:nvSpPr>
            <p:spPr>
              <a:xfrm>
                <a:off x="7856422" y="4081138"/>
                <a:ext cx="51600" cy="51600"/>
              </a:xfrm>
              <a:prstGeom prst="flowChartDelay">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pic>
        <p:nvPicPr>
          <p:cNvPr descr="offset_comp_342327_edited.jpg" id="506" name="Google Shape;506;p27"/>
          <p:cNvPicPr preferRelativeResize="0"/>
          <p:nvPr/>
        </p:nvPicPr>
        <p:blipFill rotWithShape="1">
          <a:blip r:embed="rId5">
            <a:alphaModFix/>
          </a:blip>
          <a:srcRect b="36558" l="48584" r="37425" t="47335"/>
          <a:stretch/>
        </p:blipFill>
        <p:spPr>
          <a:xfrm>
            <a:off x="7379612" y="3888791"/>
            <a:ext cx="438600" cy="437700"/>
          </a:xfrm>
          <a:prstGeom prst="ellipse">
            <a:avLst/>
          </a:prstGeom>
          <a:noFill/>
          <a:ln cap="flat" cmpd="sng" w="9525">
            <a:solidFill>
              <a:srgbClr val="FFFFFF"/>
            </a:solidFill>
            <a:prstDash val="solid"/>
            <a:round/>
            <a:headEnd len="sm" w="sm" type="none"/>
            <a:tailEnd len="sm" w="sm" type="none"/>
          </a:ln>
        </p:spPr>
      </p:pic>
      <p:grpSp>
        <p:nvGrpSpPr>
          <p:cNvPr id="507" name="Google Shape;507;p27"/>
          <p:cNvGrpSpPr/>
          <p:nvPr/>
        </p:nvGrpSpPr>
        <p:grpSpPr>
          <a:xfrm>
            <a:off x="7948338" y="3727561"/>
            <a:ext cx="477502" cy="758547"/>
            <a:chOff x="7982421" y="3727763"/>
            <a:chExt cx="477311" cy="758244"/>
          </a:xfrm>
        </p:grpSpPr>
        <p:sp>
          <p:nvSpPr>
            <p:cNvPr id="508" name="Google Shape;508;p27"/>
            <p:cNvSpPr/>
            <p:nvPr/>
          </p:nvSpPr>
          <p:spPr>
            <a:xfrm>
              <a:off x="8054507" y="3728825"/>
              <a:ext cx="316500" cy="756600"/>
            </a:xfrm>
            <a:prstGeom prst="roundRect">
              <a:avLst>
                <a:gd fmla="val 15418" name="adj"/>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p27"/>
            <p:cNvSpPr/>
            <p:nvPr/>
          </p:nvSpPr>
          <p:spPr>
            <a:xfrm rot="10800000">
              <a:off x="8054264" y="4233407"/>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27"/>
            <p:cNvSpPr/>
            <p:nvPr/>
          </p:nvSpPr>
          <p:spPr>
            <a:xfrm rot="5400000">
              <a:off x="8085300" y="4276650"/>
              <a:ext cx="140700" cy="201900"/>
            </a:xfrm>
            <a:prstGeom prst="triangle">
              <a:avLst>
                <a:gd fmla="val 27359"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 name="Google Shape;511;p27"/>
            <p:cNvSpPr/>
            <p:nvPr/>
          </p:nvSpPr>
          <p:spPr>
            <a:xfrm>
              <a:off x="8054261" y="3727763"/>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 name="Google Shape;512;p27"/>
            <p:cNvSpPr/>
            <p:nvPr/>
          </p:nvSpPr>
          <p:spPr>
            <a:xfrm>
              <a:off x="7991115" y="3866003"/>
              <a:ext cx="434400" cy="486900"/>
            </a:xfrm>
            <a:prstGeom prst="roundRect">
              <a:avLst>
                <a:gd fmla="val 12273" name="adj"/>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 name="Google Shape;513;p27"/>
            <p:cNvSpPr/>
            <p:nvPr/>
          </p:nvSpPr>
          <p:spPr>
            <a:xfrm>
              <a:off x="7982425" y="3884047"/>
              <a:ext cx="451800" cy="499800"/>
            </a:xfrm>
            <a:prstGeom prst="roundRect">
              <a:avLst>
                <a:gd fmla="val 10240" name="adj"/>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27"/>
            <p:cNvSpPr/>
            <p:nvPr/>
          </p:nvSpPr>
          <p:spPr>
            <a:xfrm>
              <a:off x="8408132" y="4081081"/>
              <a:ext cx="51600" cy="51600"/>
            </a:xfrm>
            <a:prstGeom prst="flowChartDelay">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27"/>
            <p:cNvSpPr/>
            <p:nvPr/>
          </p:nvSpPr>
          <p:spPr>
            <a:xfrm>
              <a:off x="7982421" y="3863888"/>
              <a:ext cx="451800" cy="513900"/>
            </a:xfrm>
            <a:prstGeom prst="roundRect">
              <a:avLst>
                <a:gd fmla="val 10240"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516" name="Google Shape;516;p27"/>
          <p:cNvPicPr preferRelativeResize="0"/>
          <p:nvPr/>
        </p:nvPicPr>
        <p:blipFill rotWithShape="1">
          <a:blip r:embed="rId5">
            <a:alphaModFix/>
          </a:blip>
          <a:srcRect b="27092" l="49668" r="37352" t="55916"/>
          <a:stretch/>
        </p:blipFill>
        <p:spPr>
          <a:xfrm>
            <a:off x="7966179" y="3884431"/>
            <a:ext cx="415200" cy="471300"/>
          </a:xfrm>
          <a:prstGeom prst="roundRect">
            <a:avLst>
              <a:gd fmla="val 7794" name="adj"/>
            </a:avLst>
          </a:prstGeom>
          <a:noFill/>
          <a:ln cap="flat" cmpd="sng" w="9525">
            <a:solidFill>
              <a:srgbClr val="FFFFFF"/>
            </a:solidFill>
            <a:prstDash val="solid"/>
            <a:round/>
            <a:headEnd len="sm" w="sm" type="none"/>
            <a:tailEnd len="sm" w="sm" type="none"/>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0" name="Shape 520"/>
        <p:cNvGrpSpPr/>
        <p:nvPr/>
      </p:nvGrpSpPr>
      <p:grpSpPr>
        <a:xfrm>
          <a:off x="0" y="0"/>
          <a:ext cx="0" cy="0"/>
          <a:chOff x="0" y="0"/>
          <a:chExt cx="0" cy="0"/>
        </a:xfrm>
      </p:grpSpPr>
      <p:sp>
        <p:nvSpPr>
          <p:cNvPr id="521" name="Google Shape;521;p28"/>
          <p:cNvSpPr txBox="1"/>
          <p:nvPr>
            <p:ph idx="2" type="title"/>
          </p:nvPr>
        </p:nvSpPr>
        <p:spPr>
          <a:xfrm>
            <a:off x="1297500" y="459490"/>
            <a:ext cx="3005700" cy="51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Foco en ordenadores</a:t>
            </a:r>
            <a:endParaRPr sz="1000"/>
          </a:p>
        </p:txBody>
      </p:sp>
      <p:sp>
        <p:nvSpPr>
          <p:cNvPr id="522" name="Google Shape;522;p28"/>
          <p:cNvSpPr txBox="1"/>
          <p:nvPr>
            <p:ph type="title"/>
          </p:nvPr>
        </p:nvSpPr>
        <p:spPr>
          <a:xfrm>
            <a:off x="361071" y="1924852"/>
            <a:ext cx="2304900" cy="17973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solidFill>
                  <a:srgbClr val="FFFFFF"/>
                </a:solidFill>
              </a:rPr>
              <a:t>Escribe aquí tu texto Escribe aquí tu texto Escribe aquí tu texto</a:t>
            </a:r>
            <a:endParaRPr/>
          </a:p>
        </p:txBody>
      </p:sp>
      <p:sp>
        <p:nvSpPr>
          <p:cNvPr id="523" name="Google Shape;523;p28"/>
          <p:cNvSpPr txBox="1"/>
          <p:nvPr>
            <p:ph idx="1" type="body"/>
          </p:nvPr>
        </p:nvSpPr>
        <p:spPr>
          <a:xfrm>
            <a:off x="6451271" y="1924850"/>
            <a:ext cx="2304900" cy="1797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Escribe aquí tu texto Escribe aquí tu texto Escribe aquí tu texto Escribe aquí tu texto Escribe aquí tu texto Escribe aquí tu texto Escribe aquí tu texto Escribe aquí tu texto Escribe aquí tu texto Escribe aquí tu texto.</a:t>
            </a:r>
            <a:endParaRPr/>
          </a:p>
          <a:p>
            <a:pPr indent="0" lvl="0" marL="0" rtl="0" algn="l">
              <a:spcBef>
                <a:spcPts val="1600"/>
              </a:spcBef>
              <a:spcAft>
                <a:spcPts val="1600"/>
              </a:spcAft>
              <a:buNone/>
            </a:pPr>
            <a:r>
              <a:t/>
            </a:r>
            <a:endParaRPr/>
          </a:p>
        </p:txBody>
      </p:sp>
      <p:grpSp>
        <p:nvGrpSpPr>
          <p:cNvPr id="524" name="Google Shape;524;p28"/>
          <p:cNvGrpSpPr/>
          <p:nvPr/>
        </p:nvGrpSpPr>
        <p:grpSpPr>
          <a:xfrm>
            <a:off x="2833760" y="1272110"/>
            <a:ext cx="3461100" cy="2671532"/>
            <a:chOff x="3553042" y="1657806"/>
            <a:chExt cx="3461100" cy="2671532"/>
          </a:xfrm>
        </p:grpSpPr>
        <p:sp>
          <p:nvSpPr>
            <p:cNvPr id="525" name="Google Shape;525;p28"/>
            <p:cNvSpPr/>
            <p:nvPr/>
          </p:nvSpPr>
          <p:spPr>
            <a:xfrm>
              <a:off x="4856024" y="3625653"/>
              <a:ext cx="944700" cy="663300"/>
            </a:xfrm>
            <a:prstGeom prst="trapezoid">
              <a:avLst>
                <a:gd fmla="val 25000" name="adj"/>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28"/>
            <p:cNvSpPr/>
            <p:nvPr/>
          </p:nvSpPr>
          <p:spPr>
            <a:xfrm rot="10800000">
              <a:off x="4953871" y="3681997"/>
              <a:ext cx="400200" cy="606600"/>
            </a:xfrm>
            <a:prstGeom prst="triangle">
              <a:avLst>
                <a:gd fmla="val 96745"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28"/>
            <p:cNvSpPr/>
            <p:nvPr/>
          </p:nvSpPr>
          <p:spPr>
            <a:xfrm>
              <a:off x="4767796" y="3681816"/>
              <a:ext cx="163500" cy="606600"/>
            </a:xfrm>
            <a:prstGeom prst="triangle">
              <a:avLst>
                <a:gd fmla="val 98558"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 name="Google Shape;528;p28"/>
            <p:cNvSpPr/>
            <p:nvPr/>
          </p:nvSpPr>
          <p:spPr>
            <a:xfrm rot="10800000">
              <a:off x="4678237" y="4276102"/>
              <a:ext cx="1210800" cy="456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 name="Google Shape;529;p28"/>
            <p:cNvSpPr/>
            <p:nvPr/>
          </p:nvSpPr>
          <p:spPr>
            <a:xfrm rot="10800000">
              <a:off x="4668343" y="4283738"/>
              <a:ext cx="1230600" cy="45600"/>
            </a:xfrm>
            <a:prstGeom prst="roundRect">
              <a:avLst>
                <a:gd fmla="val 50000"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28"/>
            <p:cNvSpPr/>
            <p:nvPr/>
          </p:nvSpPr>
          <p:spPr>
            <a:xfrm>
              <a:off x="4926950" y="3681915"/>
              <a:ext cx="42900" cy="5943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28"/>
            <p:cNvSpPr/>
            <p:nvPr/>
          </p:nvSpPr>
          <p:spPr>
            <a:xfrm>
              <a:off x="3553042" y="1674645"/>
              <a:ext cx="3461100" cy="2014500"/>
            </a:xfrm>
            <a:prstGeom prst="roundRect">
              <a:avLst>
                <a:gd fmla="val 1882"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 name="Google Shape;532;p28"/>
            <p:cNvSpPr/>
            <p:nvPr/>
          </p:nvSpPr>
          <p:spPr>
            <a:xfrm>
              <a:off x="3553042" y="1657806"/>
              <a:ext cx="3461100" cy="2014500"/>
            </a:xfrm>
            <a:prstGeom prst="roundRect">
              <a:avLst>
                <a:gd fmla="val 1764"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533" name="Google Shape;533;p28"/>
          <p:cNvPicPr preferRelativeResize="0"/>
          <p:nvPr/>
        </p:nvPicPr>
        <p:blipFill rotWithShape="1">
          <a:blip r:embed="rId3">
            <a:alphaModFix/>
          </a:blip>
          <a:srcRect b="9439" l="38930" r="9677" t="56777"/>
          <a:stretch/>
        </p:blipFill>
        <p:spPr>
          <a:xfrm>
            <a:off x="2886903" y="1329319"/>
            <a:ext cx="3355200" cy="1911900"/>
          </a:xfrm>
          <a:prstGeom prst="rect">
            <a:avLst/>
          </a:prstGeom>
          <a:noFill/>
          <a:ln>
            <a:noFill/>
          </a:ln>
        </p:spPr>
      </p:pic>
      <p:sp>
        <p:nvSpPr>
          <p:cNvPr id="534" name="Google Shape;534;p28"/>
          <p:cNvSpPr/>
          <p:nvPr/>
        </p:nvSpPr>
        <p:spPr>
          <a:xfrm flipH="1">
            <a:off x="2886886" y="1330368"/>
            <a:ext cx="3355200" cy="19098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8" name="Shape 538"/>
        <p:cNvGrpSpPr/>
        <p:nvPr/>
      </p:nvGrpSpPr>
      <p:grpSpPr>
        <a:xfrm>
          <a:off x="0" y="0"/>
          <a:ext cx="0" cy="0"/>
          <a:chOff x="0" y="0"/>
          <a:chExt cx="0" cy="0"/>
        </a:xfrm>
      </p:grpSpPr>
      <p:sp>
        <p:nvSpPr>
          <p:cNvPr id="539" name="Google Shape;539;p29"/>
          <p:cNvSpPr txBox="1"/>
          <p:nvPr>
            <p:ph idx="2" type="title"/>
          </p:nvPr>
        </p:nvSpPr>
        <p:spPr>
          <a:xfrm>
            <a:off x="1297500" y="459490"/>
            <a:ext cx="3005700" cy="51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Foco en móviles</a:t>
            </a:r>
            <a:endParaRPr sz="1000"/>
          </a:p>
        </p:txBody>
      </p:sp>
      <p:sp>
        <p:nvSpPr>
          <p:cNvPr id="540" name="Google Shape;540;p29"/>
          <p:cNvSpPr txBox="1"/>
          <p:nvPr>
            <p:ph type="title"/>
          </p:nvPr>
        </p:nvSpPr>
        <p:spPr>
          <a:xfrm>
            <a:off x="434700" y="1924850"/>
            <a:ext cx="2844900" cy="17973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t>Escribe aquí tu texto Escribe aquí tu texto Escribe aquí tu texto</a:t>
            </a:r>
            <a:endParaRPr/>
          </a:p>
        </p:txBody>
      </p:sp>
      <p:sp>
        <p:nvSpPr>
          <p:cNvPr id="541" name="Google Shape;541;p29"/>
          <p:cNvSpPr txBox="1"/>
          <p:nvPr>
            <p:ph idx="1" type="body"/>
          </p:nvPr>
        </p:nvSpPr>
        <p:spPr>
          <a:xfrm>
            <a:off x="5874275" y="1924850"/>
            <a:ext cx="2844900" cy="17973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t>Escribe aquí tu texto Escribe aquí tu texto Escribe aquí tu texto Escribe aquí tu texto Escribe aquí tu texto Escribe aquí tu texto Escribe aquí tu texto Escribe aquí tu texto Escribe aquí tu texto Escribe aquí tu texto.</a:t>
            </a:r>
            <a:endParaRPr/>
          </a:p>
        </p:txBody>
      </p:sp>
      <p:grpSp>
        <p:nvGrpSpPr>
          <p:cNvPr id="542" name="Google Shape;542;p29"/>
          <p:cNvGrpSpPr/>
          <p:nvPr/>
        </p:nvGrpSpPr>
        <p:grpSpPr>
          <a:xfrm>
            <a:off x="3735320" y="1050307"/>
            <a:ext cx="1662185" cy="3304690"/>
            <a:chOff x="3983627" y="1676395"/>
            <a:chExt cx="1449538" cy="2881914"/>
          </a:xfrm>
        </p:grpSpPr>
        <p:sp>
          <p:nvSpPr>
            <p:cNvPr id="543" name="Google Shape;543;p29"/>
            <p:cNvSpPr/>
            <p:nvPr/>
          </p:nvSpPr>
          <p:spPr>
            <a:xfrm rot="-5400000">
              <a:off x="3276827" y="2404608"/>
              <a:ext cx="2860500" cy="14469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29"/>
            <p:cNvSpPr/>
            <p:nvPr/>
          </p:nvSpPr>
          <p:spPr>
            <a:xfrm rot="-5400000">
              <a:off x="3279465" y="2383195"/>
              <a:ext cx="2860500" cy="14469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29"/>
            <p:cNvSpPr/>
            <p:nvPr/>
          </p:nvSpPr>
          <p:spPr>
            <a:xfrm>
              <a:off x="4473243" y="4300359"/>
              <a:ext cx="472800" cy="768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546" name="Google Shape;546;p29"/>
          <p:cNvPicPr preferRelativeResize="0"/>
          <p:nvPr/>
        </p:nvPicPr>
        <p:blipFill rotWithShape="1">
          <a:blip r:embed="rId3">
            <a:alphaModFix/>
          </a:blip>
          <a:srcRect b="24456" l="37035" r="37030" t="24456"/>
          <a:stretch/>
        </p:blipFill>
        <p:spPr>
          <a:xfrm>
            <a:off x="3735424" y="1050131"/>
            <a:ext cx="1659300" cy="2833500"/>
          </a:xfrm>
          <a:prstGeom prst="round2SameRect">
            <a:avLst>
              <a:gd fmla="val 4129" name="adj1"/>
              <a:gd fmla="val 0" name="adj2"/>
            </a:avLst>
          </a:prstGeom>
          <a:noFill/>
          <a:ln>
            <a:noFill/>
          </a:ln>
        </p:spPr>
      </p:pic>
      <p:sp>
        <p:nvSpPr>
          <p:cNvPr id="547" name="Google Shape;547;p29"/>
          <p:cNvSpPr/>
          <p:nvPr/>
        </p:nvSpPr>
        <p:spPr>
          <a:xfrm flipH="1">
            <a:off x="3735442" y="1117572"/>
            <a:ext cx="1659300" cy="27657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30"/>
          <p:cNvSpPr txBox="1"/>
          <p:nvPr>
            <p:ph idx="2" type="title"/>
          </p:nvPr>
        </p:nvSpPr>
        <p:spPr>
          <a:xfrm>
            <a:off x="1297500" y="459500"/>
            <a:ext cx="3333300" cy="51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Foco en móviles en vista horizontal</a:t>
            </a:r>
            <a:endParaRPr sz="1000"/>
          </a:p>
        </p:txBody>
      </p:sp>
      <p:sp>
        <p:nvSpPr>
          <p:cNvPr id="553" name="Google Shape;553;p30"/>
          <p:cNvSpPr txBox="1"/>
          <p:nvPr>
            <p:ph type="title"/>
          </p:nvPr>
        </p:nvSpPr>
        <p:spPr>
          <a:xfrm>
            <a:off x="702850" y="1708619"/>
            <a:ext cx="3333300" cy="14709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t>Escribe aquí tu texto Escribe aquí tu texto Escribe aquí tu texto</a:t>
            </a:r>
            <a:endParaRPr/>
          </a:p>
        </p:txBody>
      </p:sp>
      <p:sp>
        <p:nvSpPr>
          <p:cNvPr id="554" name="Google Shape;554;p30"/>
          <p:cNvSpPr txBox="1"/>
          <p:nvPr>
            <p:ph idx="1" type="body"/>
          </p:nvPr>
        </p:nvSpPr>
        <p:spPr>
          <a:xfrm>
            <a:off x="702850" y="3625275"/>
            <a:ext cx="3333300" cy="7653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sz="1000"/>
              <a:t>Escribe aquí tu texto Escribe aquí tu texto Escribe aquí tu texto Escribe aquí tu texto Escribe aquí tu texto Escribe aquí tu texto Escribe aquí tu texto Escribe aquí tu texto Escribe aquí tu texto Escribe aquí tu texto.</a:t>
            </a:r>
            <a:endParaRPr/>
          </a:p>
        </p:txBody>
      </p:sp>
      <p:grpSp>
        <p:nvGrpSpPr>
          <p:cNvPr id="555" name="Google Shape;555;p30"/>
          <p:cNvGrpSpPr/>
          <p:nvPr/>
        </p:nvGrpSpPr>
        <p:grpSpPr>
          <a:xfrm>
            <a:off x="4654186" y="1785178"/>
            <a:ext cx="4042004" cy="2072175"/>
            <a:chOff x="4654186" y="1785178"/>
            <a:chExt cx="4042004" cy="2072175"/>
          </a:xfrm>
        </p:grpSpPr>
        <p:sp>
          <p:nvSpPr>
            <p:cNvPr id="556" name="Google Shape;556;p30"/>
            <p:cNvSpPr/>
            <p:nvPr/>
          </p:nvSpPr>
          <p:spPr>
            <a:xfrm>
              <a:off x="4657290" y="1813753"/>
              <a:ext cx="4038900" cy="20436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p30"/>
            <p:cNvSpPr/>
            <p:nvPr/>
          </p:nvSpPr>
          <p:spPr>
            <a:xfrm>
              <a:off x="4654186" y="1785178"/>
              <a:ext cx="4038900" cy="20436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30"/>
            <p:cNvSpPr/>
            <p:nvPr/>
          </p:nvSpPr>
          <p:spPr>
            <a:xfrm rot="5400000">
              <a:off x="4590717" y="2763677"/>
              <a:ext cx="667200" cy="1086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559" name="Google Shape;559;p30"/>
          <p:cNvPicPr preferRelativeResize="0"/>
          <p:nvPr/>
        </p:nvPicPr>
        <p:blipFill rotWithShape="1">
          <a:blip r:embed="rId3">
            <a:alphaModFix/>
          </a:blip>
          <a:srcRect b="23234" l="37906" r="30828" t="15186"/>
          <a:stretch/>
        </p:blipFill>
        <p:spPr>
          <a:xfrm rot="5400000">
            <a:off x="5926988" y="1062492"/>
            <a:ext cx="2043600" cy="3489000"/>
          </a:xfrm>
          <a:prstGeom prst="round2SameRect">
            <a:avLst>
              <a:gd fmla="val 4129" name="adj1"/>
              <a:gd fmla="val 0" name="adj2"/>
            </a:avLst>
          </a:prstGeom>
          <a:noFill/>
          <a:ln>
            <a:noFill/>
          </a:ln>
        </p:spPr>
      </p:pic>
      <p:sp>
        <p:nvSpPr>
          <p:cNvPr id="560" name="Google Shape;560;p30"/>
          <p:cNvSpPr/>
          <p:nvPr/>
        </p:nvSpPr>
        <p:spPr>
          <a:xfrm flipH="1" rot="5400000">
            <a:off x="5885954" y="1103724"/>
            <a:ext cx="2043600" cy="34050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4" name="Shape 564"/>
        <p:cNvGrpSpPr/>
        <p:nvPr/>
      </p:nvGrpSpPr>
      <p:grpSpPr>
        <a:xfrm>
          <a:off x="0" y="0"/>
          <a:ext cx="0" cy="0"/>
          <a:chOff x="0" y="0"/>
          <a:chExt cx="0" cy="0"/>
        </a:xfrm>
      </p:grpSpPr>
      <p:sp>
        <p:nvSpPr>
          <p:cNvPr id="565" name="Google Shape;565;p31"/>
          <p:cNvSpPr txBox="1"/>
          <p:nvPr>
            <p:ph idx="2" type="title"/>
          </p:nvPr>
        </p:nvSpPr>
        <p:spPr>
          <a:xfrm>
            <a:off x="1297500" y="459490"/>
            <a:ext cx="3005700" cy="51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Foco en wearables</a:t>
            </a:r>
            <a:endParaRPr sz="1000"/>
          </a:p>
        </p:txBody>
      </p:sp>
      <p:sp>
        <p:nvSpPr>
          <p:cNvPr id="566" name="Google Shape;566;p31"/>
          <p:cNvSpPr txBox="1"/>
          <p:nvPr>
            <p:ph idx="1" type="body"/>
          </p:nvPr>
        </p:nvSpPr>
        <p:spPr>
          <a:xfrm>
            <a:off x="5532750" y="2907875"/>
            <a:ext cx="2642700" cy="10494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sz="1000"/>
              <a:t>Escribe aquí tu texto Escribe aquí tu texto Escribe aquí tu texto Escribe aquí tu texto Escribe aquí tu texto Escribe aquí tu texto Escribe aquí tu texto Escribe aquí tu texto Escribe aquí tu texto Escribe aquí tu texto.</a:t>
            </a:r>
            <a:endParaRPr/>
          </a:p>
        </p:txBody>
      </p:sp>
      <p:grpSp>
        <p:nvGrpSpPr>
          <p:cNvPr id="567" name="Google Shape;567;p31"/>
          <p:cNvGrpSpPr/>
          <p:nvPr/>
        </p:nvGrpSpPr>
        <p:grpSpPr>
          <a:xfrm>
            <a:off x="596402" y="1727943"/>
            <a:ext cx="1387497" cy="2767214"/>
            <a:chOff x="3983627" y="1676395"/>
            <a:chExt cx="1449538" cy="2881914"/>
          </a:xfrm>
        </p:grpSpPr>
        <p:sp>
          <p:nvSpPr>
            <p:cNvPr id="568" name="Google Shape;568;p31"/>
            <p:cNvSpPr/>
            <p:nvPr/>
          </p:nvSpPr>
          <p:spPr>
            <a:xfrm rot="-5400000">
              <a:off x="3276827" y="2404608"/>
              <a:ext cx="2860500" cy="14469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 name="Google Shape;569;p31"/>
            <p:cNvSpPr/>
            <p:nvPr/>
          </p:nvSpPr>
          <p:spPr>
            <a:xfrm rot="-5400000">
              <a:off x="3279465" y="2383195"/>
              <a:ext cx="2860500" cy="14469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31"/>
            <p:cNvSpPr/>
            <p:nvPr/>
          </p:nvSpPr>
          <p:spPr>
            <a:xfrm>
              <a:off x="4473243" y="4300359"/>
              <a:ext cx="472800" cy="768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571" name="Google Shape;571;p31"/>
          <p:cNvPicPr preferRelativeResize="0"/>
          <p:nvPr/>
        </p:nvPicPr>
        <p:blipFill rotWithShape="1">
          <a:blip r:embed="rId3">
            <a:alphaModFix/>
          </a:blip>
          <a:srcRect b="24456" l="37035" r="37030" t="24456"/>
          <a:stretch/>
        </p:blipFill>
        <p:spPr>
          <a:xfrm>
            <a:off x="595000" y="1728137"/>
            <a:ext cx="1389300" cy="2372700"/>
          </a:xfrm>
          <a:prstGeom prst="round2SameRect">
            <a:avLst>
              <a:gd fmla="val 4129" name="adj1"/>
              <a:gd fmla="val 0" name="adj2"/>
            </a:avLst>
          </a:prstGeom>
          <a:noFill/>
          <a:ln>
            <a:noFill/>
          </a:ln>
        </p:spPr>
      </p:pic>
      <p:sp>
        <p:nvSpPr>
          <p:cNvPr id="572" name="Google Shape;572;p31"/>
          <p:cNvSpPr/>
          <p:nvPr/>
        </p:nvSpPr>
        <p:spPr>
          <a:xfrm flipH="1">
            <a:off x="595102" y="1784207"/>
            <a:ext cx="1389300" cy="23160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73" name="Google Shape;573;p31"/>
          <p:cNvGrpSpPr/>
          <p:nvPr/>
        </p:nvGrpSpPr>
        <p:grpSpPr>
          <a:xfrm>
            <a:off x="2339662" y="3136884"/>
            <a:ext cx="559040" cy="1339287"/>
            <a:chOff x="7475548" y="3728000"/>
            <a:chExt cx="316503" cy="758244"/>
          </a:xfrm>
        </p:grpSpPr>
        <p:sp>
          <p:nvSpPr>
            <p:cNvPr id="574" name="Google Shape;574;p31"/>
            <p:cNvSpPr/>
            <p:nvPr/>
          </p:nvSpPr>
          <p:spPr>
            <a:xfrm rot="10800000">
              <a:off x="7475552" y="4233644"/>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 name="Google Shape;575;p31"/>
            <p:cNvSpPr/>
            <p:nvPr/>
          </p:nvSpPr>
          <p:spPr>
            <a:xfrm rot="5400000">
              <a:off x="7506587" y="4276887"/>
              <a:ext cx="140700" cy="201900"/>
            </a:xfrm>
            <a:prstGeom prst="triangle">
              <a:avLst>
                <a:gd fmla="val 27359"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31"/>
            <p:cNvSpPr/>
            <p:nvPr/>
          </p:nvSpPr>
          <p:spPr>
            <a:xfrm>
              <a:off x="7475548" y="3728000"/>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77" name="Google Shape;577;p31"/>
          <p:cNvGrpSpPr/>
          <p:nvPr/>
        </p:nvGrpSpPr>
        <p:grpSpPr>
          <a:xfrm>
            <a:off x="2178640" y="3365517"/>
            <a:ext cx="924900" cy="895292"/>
            <a:chOff x="7384385" y="3857442"/>
            <a:chExt cx="523637" cy="506874"/>
          </a:xfrm>
        </p:grpSpPr>
        <p:sp>
          <p:nvSpPr>
            <p:cNvPr id="578" name="Google Shape;578;p31"/>
            <p:cNvSpPr/>
            <p:nvPr/>
          </p:nvSpPr>
          <p:spPr>
            <a:xfrm>
              <a:off x="7384385" y="3865416"/>
              <a:ext cx="498900" cy="498900"/>
            </a:xfrm>
            <a:prstGeom prst="ellipse">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79" name="Google Shape;579;p31"/>
            <p:cNvGrpSpPr/>
            <p:nvPr/>
          </p:nvGrpSpPr>
          <p:grpSpPr>
            <a:xfrm>
              <a:off x="7384385" y="3857442"/>
              <a:ext cx="523637" cy="498900"/>
              <a:chOff x="7384385" y="3857442"/>
              <a:chExt cx="523637" cy="498900"/>
            </a:xfrm>
          </p:grpSpPr>
          <p:sp>
            <p:nvSpPr>
              <p:cNvPr id="580" name="Google Shape;580;p31"/>
              <p:cNvSpPr/>
              <p:nvPr/>
            </p:nvSpPr>
            <p:spPr>
              <a:xfrm>
                <a:off x="7384385" y="3857442"/>
                <a:ext cx="498900" cy="4989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31"/>
              <p:cNvSpPr/>
              <p:nvPr/>
            </p:nvSpPr>
            <p:spPr>
              <a:xfrm>
                <a:off x="7856422" y="4081138"/>
                <a:ext cx="51600" cy="51600"/>
              </a:xfrm>
              <a:prstGeom prst="flowChartDelay">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pic>
        <p:nvPicPr>
          <p:cNvPr descr="offset_comp_342327_edited.jpg" id="582" name="Google Shape;582;p31"/>
          <p:cNvPicPr preferRelativeResize="0"/>
          <p:nvPr/>
        </p:nvPicPr>
        <p:blipFill rotWithShape="1">
          <a:blip r:embed="rId3">
            <a:alphaModFix/>
          </a:blip>
          <a:srcRect b="26641" l="46579" r="31859" t="48531"/>
          <a:stretch/>
        </p:blipFill>
        <p:spPr>
          <a:xfrm>
            <a:off x="2231987" y="3421570"/>
            <a:ext cx="774600" cy="773100"/>
          </a:xfrm>
          <a:prstGeom prst="ellipse">
            <a:avLst/>
          </a:prstGeom>
          <a:noFill/>
          <a:ln cap="flat" cmpd="sng" w="28575">
            <a:solidFill>
              <a:srgbClr val="FFFFFF"/>
            </a:solidFill>
            <a:prstDash val="solid"/>
            <a:round/>
            <a:headEnd len="sm" w="sm" type="none"/>
            <a:tailEnd len="sm" w="sm" type="none"/>
          </a:ln>
        </p:spPr>
      </p:pic>
      <p:grpSp>
        <p:nvGrpSpPr>
          <p:cNvPr id="583" name="Google Shape;583;p31"/>
          <p:cNvGrpSpPr/>
          <p:nvPr/>
        </p:nvGrpSpPr>
        <p:grpSpPr>
          <a:xfrm>
            <a:off x="3213842" y="3136833"/>
            <a:ext cx="843152" cy="1339537"/>
            <a:chOff x="-5144606" y="890490"/>
            <a:chExt cx="2115815" cy="3361448"/>
          </a:xfrm>
        </p:grpSpPr>
        <p:sp>
          <p:nvSpPr>
            <p:cNvPr id="584" name="Google Shape;584;p31"/>
            <p:cNvSpPr/>
            <p:nvPr/>
          </p:nvSpPr>
          <p:spPr>
            <a:xfrm rot="10800000">
              <a:off x="-4844756" y="3132037"/>
              <a:ext cx="1403100" cy="11199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 name="Google Shape;585;p31"/>
            <p:cNvSpPr/>
            <p:nvPr/>
          </p:nvSpPr>
          <p:spPr>
            <a:xfrm rot="5400000">
              <a:off x="-4709156" y="3323872"/>
              <a:ext cx="623700" cy="894900"/>
            </a:xfrm>
            <a:prstGeom prst="triangle">
              <a:avLst>
                <a:gd fmla="val 27359"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31"/>
            <p:cNvSpPr/>
            <p:nvPr/>
          </p:nvSpPr>
          <p:spPr>
            <a:xfrm>
              <a:off x="-4844756" y="890490"/>
              <a:ext cx="1403100" cy="11199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 name="Google Shape;587;p31"/>
            <p:cNvSpPr/>
            <p:nvPr/>
          </p:nvSpPr>
          <p:spPr>
            <a:xfrm>
              <a:off x="-5144606" y="1591975"/>
              <a:ext cx="2002800" cy="2215800"/>
            </a:xfrm>
            <a:prstGeom prst="roundRect">
              <a:avLst>
                <a:gd fmla="val 10240" name="adj"/>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 name="Google Shape;588;p31"/>
            <p:cNvSpPr/>
            <p:nvPr/>
          </p:nvSpPr>
          <p:spPr>
            <a:xfrm>
              <a:off x="-3257390" y="2509293"/>
              <a:ext cx="228600" cy="228900"/>
            </a:xfrm>
            <a:prstGeom prst="flowChartDelay">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 name="Google Shape;589;p31"/>
            <p:cNvSpPr/>
            <p:nvPr/>
          </p:nvSpPr>
          <p:spPr>
            <a:xfrm>
              <a:off x="-5144606" y="1493958"/>
              <a:ext cx="2002800" cy="2278200"/>
            </a:xfrm>
            <a:prstGeom prst="roundRect">
              <a:avLst>
                <a:gd fmla="val 10240"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590" name="Google Shape;590;p31"/>
          <p:cNvPicPr preferRelativeResize="0"/>
          <p:nvPr/>
        </p:nvPicPr>
        <p:blipFill rotWithShape="1">
          <a:blip r:embed="rId3">
            <a:alphaModFix/>
          </a:blip>
          <a:srcRect b="31657" l="47792" r="32559" t="42079"/>
          <a:stretch/>
        </p:blipFill>
        <p:spPr>
          <a:xfrm>
            <a:off x="3246895" y="3410328"/>
            <a:ext cx="732600" cy="849000"/>
          </a:xfrm>
          <a:prstGeom prst="roundRect">
            <a:avLst>
              <a:gd fmla="val 7794" name="adj"/>
            </a:avLst>
          </a:prstGeom>
          <a:noFill/>
          <a:ln cap="flat" cmpd="sng" w="28575">
            <a:solidFill>
              <a:srgbClr val="FFFFFF"/>
            </a:solidFill>
            <a:prstDash val="solid"/>
            <a:round/>
            <a:headEnd len="sm" w="sm" type="none"/>
            <a:tailEnd len="sm" w="sm" type="none"/>
          </a:ln>
        </p:spPr>
      </p:pic>
      <p:sp>
        <p:nvSpPr>
          <p:cNvPr id="591" name="Google Shape;591;p31"/>
          <p:cNvSpPr txBox="1"/>
          <p:nvPr/>
        </p:nvSpPr>
        <p:spPr>
          <a:xfrm>
            <a:off x="5532750" y="1337385"/>
            <a:ext cx="2642700" cy="1609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sz="1800">
                <a:solidFill>
                  <a:srgbClr val="1B212C"/>
                </a:solidFill>
                <a:latin typeface="Montserrat"/>
                <a:ea typeface="Montserrat"/>
                <a:cs typeface="Montserrat"/>
                <a:sym typeface="Montserrat"/>
              </a:rPr>
              <a:t>Escribe aquí tu texto Escribe aquí tu texto Escribe aquí tu texto</a:t>
            </a:r>
            <a:endParaRPr sz="1800">
              <a:solidFill>
                <a:srgbClr val="1B212C"/>
              </a:solidFill>
              <a:latin typeface="Montserrat"/>
              <a:ea typeface="Montserrat"/>
              <a:cs typeface="Montserrat"/>
              <a:sym typeface="Montserrat"/>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5" name="Shape 595"/>
        <p:cNvGrpSpPr/>
        <p:nvPr/>
      </p:nvGrpSpPr>
      <p:grpSpPr>
        <a:xfrm>
          <a:off x="0" y="0"/>
          <a:ext cx="0" cy="0"/>
          <a:chOff x="0" y="0"/>
          <a:chExt cx="0" cy="0"/>
        </a:xfrm>
      </p:grpSpPr>
      <p:sp>
        <p:nvSpPr>
          <p:cNvPr id="596" name="Google Shape;596;p32"/>
          <p:cNvSpPr txBox="1"/>
          <p:nvPr>
            <p:ph idx="2" type="title"/>
          </p:nvPr>
        </p:nvSpPr>
        <p:spPr>
          <a:xfrm>
            <a:off x="1297500" y="459490"/>
            <a:ext cx="3005700" cy="51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Foco en tablets</a:t>
            </a:r>
            <a:endParaRPr sz="1000"/>
          </a:p>
        </p:txBody>
      </p:sp>
      <p:sp>
        <p:nvSpPr>
          <p:cNvPr id="597" name="Google Shape;597;p32"/>
          <p:cNvSpPr txBox="1"/>
          <p:nvPr>
            <p:ph type="title"/>
          </p:nvPr>
        </p:nvSpPr>
        <p:spPr>
          <a:xfrm>
            <a:off x="361071" y="1924852"/>
            <a:ext cx="2304900" cy="17973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t>Escribe aquí tu texto Escribe aquí tu texto Escribe aquí tu texto</a:t>
            </a:r>
            <a:endParaRPr/>
          </a:p>
        </p:txBody>
      </p:sp>
      <p:sp>
        <p:nvSpPr>
          <p:cNvPr id="598" name="Google Shape;598;p32"/>
          <p:cNvSpPr txBox="1"/>
          <p:nvPr>
            <p:ph idx="1" type="body"/>
          </p:nvPr>
        </p:nvSpPr>
        <p:spPr>
          <a:xfrm>
            <a:off x="6451271" y="1924850"/>
            <a:ext cx="2304900" cy="1797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Escribe aquí tu texto Escribe aquí tu texto Escribe aquí tu texto Escribe aquí tu texto Escribe aquí tu texto Escribe aquí tu texto Escribe aquí tu texto Escribe aquí tu texto Escribe aquí tu texto Escribe aquí tu texto.</a:t>
            </a:r>
            <a:endParaRPr/>
          </a:p>
          <a:p>
            <a:pPr indent="0" lvl="0" marL="0" rtl="0" algn="l">
              <a:spcBef>
                <a:spcPts val="1600"/>
              </a:spcBef>
              <a:spcAft>
                <a:spcPts val="0"/>
              </a:spcAft>
              <a:buNone/>
            </a:pPr>
            <a:r>
              <a:t/>
            </a:r>
            <a:endParaRPr/>
          </a:p>
          <a:p>
            <a:pPr indent="0" lvl="0" marL="0" rtl="0" algn="l">
              <a:spcBef>
                <a:spcPts val="1600"/>
              </a:spcBef>
              <a:spcAft>
                <a:spcPts val="1600"/>
              </a:spcAft>
              <a:buNone/>
            </a:pPr>
            <a:r>
              <a:t/>
            </a:r>
            <a:endParaRPr/>
          </a:p>
        </p:txBody>
      </p:sp>
      <p:grpSp>
        <p:nvGrpSpPr>
          <p:cNvPr id="599" name="Google Shape;599;p32"/>
          <p:cNvGrpSpPr/>
          <p:nvPr/>
        </p:nvGrpSpPr>
        <p:grpSpPr>
          <a:xfrm>
            <a:off x="3409722" y="824063"/>
            <a:ext cx="2351902" cy="3495474"/>
            <a:chOff x="3409722" y="824063"/>
            <a:chExt cx="2351902" cy="3495474"/>
          </a:xfrm>
        </p:grpSpPr>
        <p:sp>
          <p:nvSpPr>
            <p:cNvPr id="600" name="Google Shape;600;p32"/>
            <p:cNvSpPr/>
            <p:nvPr/>
          </p:nvSpPr>
          <p:spPr>
            <a:xfrm rot="-5400000">
              <a:off x="2850822" y="1408938"/>
              <a:ext cx="3469500" cy="23517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 name="Google Shape;601;p32"/>
            <p:cNvSpPr/>
            <p:nvPr/>
          </p:nvSpPr>
          <p:spPr>
            <a:xfrm rot="-5400000">
              <a:off x="2851024" y="1382963"/>
              <a:ext cx="3469500" cy="23517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 name="Google Shape;602;p32"/>
            <p:cNvSpPr/>
            <p:nvPr/>
          </p:nvSpPr>
          <p:spPr>
            <a:xfrm>
              <a:off x="4349865" y="4144403"/>
              <a:ext cx="471000" cy="657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603" name="Google Shape;603;p32"/>
          <p:cNvPicPr preferRelativeResize="0"/>
          <p:nvPr/>
        </p:nvPicPr>
        <p:blipFill rotWithShape="1">
          <a:blip r:embed="rId3">
            <a:alphaModFix/>
          </a:blip>
          <a:srcRect b="21738" l="55043" r="26200" t="50090"/>
          <a:stretch/>
        </p:blipFill>
        <p:spPr>
          <a:xfrm>
            <a:off x="3409739" y="978859"/>
            <a:ext cx="2351700" cy="3061800"/>
          </a:xfrm>
          <a:prstGeom prst="rect">
            <a:avLst/>
          </a:prstGeom>
          <a:noFill/>
          <a:ln>
            <a:noFill/>
          </a:ln>
        </p:spPr>
      </p:pic>
      <p:sp>
        <p:nvSpPr>
          <p:cNvPr id="604" name="Google Shape;604;p32"/>
          <p:cNvSpPr/>
          <p:nvPr/>
        </p:nvSpPr>
        <p:spPr>
          <a:xfrm flipH="1">
            <a:off x="3409382" y="979361"/>
            <a:ext cx="2351700" cy="30618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8" name="Shape 608"/>
        <p:cNvGrpSpPr/>
        <p:nvPr/>
      </p:nvGrpSpPr>
      <p:grpSpPr>
        <a:xfrm>
          <a:off x="0" y="0"/>
          <a:ext cx="0" cy="0"/>
          <a:chOff x="0" y="0"/>
          <a:chExt cx="0" cy="0"/>
        </a:xfrm>
      </p:grpSpPr>
      <p:sp>
        <p:nvSpPr>
          <p:cNvPr id="609" name="Google Shape;609;p33"/>
          <p:cNvSpPr txBox="1"/>
          <p:nvPr>
            <p:ph idx="2" type="title"/>
          </p:nvPr>
        </p:nvSpPr>
        <p:spPr>
          <a:xfrm>
            <a:off x="1297500" y="459490"/>
            <a:ext cx="3005700" cy="51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Foco en tablets en vista horizontal</a:t>
            </a:r>
            <a:endParaRPr sz="1000"/>
          </a:p>
        </p:txBody>
      </p:sp>
      <p:sp>
        <p:nvSpPr>
          <p:cNvPr id="610" name="Google Shape;610;p33"/>
          <p:cNvSpPr txBox="1"/>
          <p:nvPr>
            <p:ph type="title"/>
          </p:nvPr>
        </p:nvSpPr>
        <p:spPr>
          <a:xfrm>
            <a:off x="702850" y="1708619"/>
            <a:ext cx="3333300" cy="14709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t>Escribe aquí tu texto Escribe aquí tu texto Escribe aquí tu texto</a:t>
            </a:r>
            <a:endParaRPr/>
          </a:p>
        </p:txBody>
      </p:sp>
      <p:sp>
        <p:nvSpPr>
          <p:cNvPr id="611" name="Google Shape;611;p33"/>
          <p:cNvSpPr txBox="1"/>
          <p:nvPr>
            <p:ph idx="1" type="body"/>
          </p:nvPr>
        </p:nvSpPr>
        <p:spPr>
          <a:xfrm>
            <a:off x="702850" y="3625275"/>
            <a:ext cx="3333300" cy="7653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sz="1000"/>
              <a:t>Escribe aquí tu texto Escribe aquí tu texto Escribe aquí tu texto Escribe aquí tu texto Escribe aquí tu texto Escribe aquí tu texto Escribe aquí tu texto Escribe aquí tu texto Escribe aquí tu texto Escribe aquí tu texto.</a:t>
            </a:r>
            <a:endParaRPr/>
          </a:p>
        </p:txBody>
      </p:sp>
      <p:grpSp>
        <p:nvGrpSpPr>
          <p:cNvPr id="612" name="Google Shape;612;p33"/>
          <p:cNvGrpSpPr/>
          <p:nvPr/>
        </p:nvGrpSpPr>
        <p:grpSpPr>
          <a:xfrm>
            <a:off x="4547087" y="1535165"/>
            <a:ext cx="4273653" cy="2923926"/>
            <a:chOff x="4547087" y="1535165"/>
            <a:chExt cx="4273653" cy="2923926"/>
          </a:xfrm>
        </p:grpSpPr>
        <p:sp>
          <p:nvSpPr>
            <p:cNvPr id="613" name="Google Shape;613;p33"/>
            <p:cNvSpPr/>
            <p:nvPr/>
          </p:nvSpPr>
          <p:spPr>
            <a:xfrm>
              <a:off x="4548440" y="1563490"/>
              <a:ext cx="4272300" cy="28956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 name="Google Shape;614;p33"/>
            <p:cNvSpPr/>
            <p:nvPr/>
          </p:nvSpPr>
          <p:spPr>
            <a:xfrm>
              <a:off x="4547087" y="1535165"/>
              <a:ext cx="4272300" cy="28956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 name="Google Shape;615;p33"/>
            <p:cNvSpPr/>
            <p:nvPr/>
          </p:nvSpPr>
          <p:spPr>
            <a:xfrm rot="5400000">
              <a:off x="4414596" y="2956316"/>
              <a:ext cx="579900" cy="810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616" name="Google Shape;616;p33"/>
          <p:cNvPicPr preferRelativeResize="0"/>
          <p:nvPr/>
        </p:nvPicPr>
        <p:blipFill rotWithShape="1">
          <a:blip r:embed="rId3">
            <a:alphaModFix/>
          </a:blip>
          <a:srcRect b="22551" l="42865" r="29045" t="35259"/>
          <a:stretch/>
        </p:blipFill>
        <p:spPr>
          <a:xfrm rot="5400000">
            <a:off x="5295271" y="1097449"/>
            <a:ext cx="2895600" cy="3770100"/>
          </a:xfrm>
          <a:prstGeom prst="rect">
            <a:avLst/>
          </a:prstGeom>
          <a:noFill/>
          <a:ln>
            <a:noFill/>
          </a:ln>
        </p:spPr>
      </p:pic>
      <p:sp>
        <p:nvSpPr>
          <p:cNvPr id="617" name="Google Shape;617;p33"/>
          <p:cNvSpPr/>
          <p:nvPr/>
        </p:nvSpPr>
        <p:spPr>
          <a:xfrm flipH="1" rot="5400000">
            <a:off x="5295241" y="1097457"/>
            <a:ext cx="2895600" cy="37701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1" name="Shape 621"/>
        <p:cNvGrpSpPr/>
        <p:nvPr/>
      </p:nvGrpSpPr>
      <p:grpSpPr>
        <a:xfrm>
          <a:off x="0" y="0"/>
          <a:ext cx="0" cy="0"/>
          <a:chOff x="0" y="0"/>
          <a:chExt cx="0" cy="0"/>
        </a:xfrm>
      </p:grpSpPr>
      <p:sp>
        <p:nvSpPr>
          <p:cNvPr id="622" name="Google Shape;622;p34"/>
          <p:cNvSpPr txBox="1"/>
          <p:nvPr>
            <p:ph idx="2" type="title"/>
          </p:nvPr>
        </p:nvSpPr>
        <p:spPr>
          <a:xfrm>
            <a:off x="1297500" y="459490"/>
            <a:ext cx="3005700" cy="51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Foco en wearables</a:t>
            </a:r>
            <a:endParaRPr sz="1000"/>
          </a:p>
        </p:txBody>
      </p:sp>
      <p:sp>
        <p:nvSpPr>
          <p:cNvPr id="623" name="Google Shape;623;p34"/>
          <p:cNvSpPr txBox="1"/>
          <p:nvPr>
            <p:ph type="title"/>
          </p:nvPr>
        </p:nvSpPr>
        <p:spPr>
          <a:xfrm>
            <a:off x="361071" y="1924852"/>
            <a:ext cx="2304900" cy="17973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t>Escribe aquí tu texto Escribe aquí tu texto Escribe aquí tu texto</a:t>
            </a:r>
            <a:endParaRPr/>
          </a:p>
        </p:txBody>
      </p:sp>
      <p:sp>
        <p:nvSpPr>
          <p:cNvPr id="624" name="Google Shape;624;p34"/>
          <p:cNvSpPr txBox="1"/>
          <p:nvPr>
            <p:ph idx="1" type="body"/>
          </p:nvPr>
        </p:nvSpPr>
        <p:spPr>
          <a:xfrm>
            <a:off x="6451271" y="1924850"/>
            <a:ext cx="2304900" cy="17973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t>Escribe aquí tu texto Escribe aquí tu texto Escribe aquí tu texto Escribe aquí tu texto Escribe aquí tu texto Escribe aquí tu texto Escribe aquí tu texto Escribe aquí tu texto Escribe aquí tu texto Escribe aquí tu texto.</a:t>
            </a:r>
            <a:endParaRPr/>
          </a:p>
        </p:txBody>
      </p:sp>
      <p:grpSp>
        <p:nvGrpSpPr>
          <p:cNvPr id="625" name="Google Shape;625;p34"/>
          <p:cNvGrpSpPr/>
          <p:nvPr/>
        </p:nvGrpSpPr>
        <p:grpSpPr>
          <a:xfrm>
            <a:off x="3895497" y="891542"/>
            <a:ext cx="1403091" cy="3361448"/>
            <a:chOff x="7475548" y="3728000"/>
            <a:chExt cx="316503" cy="758244"/>
          </a:xfrm>
        </p:grpSpPr>
        <p:sp>
          <p:nvSpPr>
            <p:cNvPr id="626" name="Google Shape;626;p34"/>
            <p:cNvSpPr/>
            <p:nvPr/>
          </p:nvSpPr>
          <p:spPr>
            <a:xfrm rot="10800000">
              <a:off x="7475552" y="4233644"/>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 name="Google Shape;627;p34"/>
            <p:cNvSpPr/>
            <p:nvPr/>
          </p:nvSpPr>
          <p:spPr>
            <a:xfrm rot="5400000">
              <a:off x="7506587" y="4276887"/>
              <a:ext cx="140700" cy="201900"/>
            </a:xfrm>
            <a:prstGeom prst="triangle">
              <a:avLst>
                <a:gd fmla="val 27359"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 name="Google Shape;628;p34"/>
            <p:cNvSpPr/>
            <p:nvPr/>
          </p:nvSpPr>
          <p:spPr>
            <a:xfrm>
              <a:off x="7475548" y="3728000"/>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29" name="Google Shape;629;p34"/>
          <p:cNvGrpSpPr/>
          <p:nvPr/>
        </p:nvGrpSpPr>
        <p:grpSpPr>
          <a:xfrm>
            <a:off x="3491361" y="1465383"/>
            <a:ext cx="2321335" cy="2247075"/>
            <a:chOff x="7384385" y="3857442"/>
            <a:chExt cx="523637" cy="506874"/>
          </a:xfrm>
        </p:grpSpPr>
        <p:sp>
          <p:nvSpPr>
            <p:cNvPr id="630" name="Google Shape;630;p34"/>
            <p:cNvSpPr/>
            <p:nvPr/>
          </p:nvSpPr>
          <p:spPr>
            <a:xfrm>
              <a:off x="7384385" y="3865416"/>
              <a:ext cx="498900" cy="498900"/>
            </a:xfrm>
            <a:prstGeom prst="ellipse">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31" name="Google Shape;631;p34"/>
            <p:cNvGrpSpPr/>
            <p:nvPr/>
          </p:nvGrpSpPr>
          <p:grpSpPr>
            <a:xfrm>
              <a:off x="7384385" y="3857442"/>
              <a:ext cx="523637" cy="498900"/>
              <a:chOff x="7384385" y="3857442"/>
              <a:chExt cx="523637" cy="498900"/>
            </a:xfrm>
          </p:grpSpPr>
          <p:sp>
            <p:nvSpPr>
              <p:cNvPr id="632" name="Google Shape;632;p34"/>
              <p:cNvSpPr/>
              <p:nvPr/>
            </p:nvSpPr>
            <p:spPr>
              <a:xfrm>
                <a:off x="7384385" y="3857442"/>
                <a:ext cx="498900" cy="4989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 name="Google Shape;633;p34"/>
              <p:cNvSpPr/>
              <p:nvPr/>
            </p:nvSpPr>
            <p:spPr>
              <a:xfrm>
                <a:off x="7856422" y="4081138"/>
                <a:ext cx="51600" cy="51600"/>
              </a:xfrm>
              <a:prstGeom prst="flowChartDelay">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pic>
        <p:nvPicPr>
          <p:cNvPr descr="offset_comp_342327_edited.jpg" id="634" name="Google Shape;634;p34"/>
          <p:cNvPicPr preferRelativeResize="0"/>
          <p:nvPr/>
        </p:nvPicPr>
        <p:blipFill rotWithShape="1">
          <a:blip r:embed="rId3">
            <a:alphaModFix/>
          </a:blip>
          <a:srcRect b="26641" l="46579" r="31859" t="48531"/>
          <a:stretch/>
        </p:blipFill>
        <p:spPr>
          <a:xfrm>
            <a:off x="3625513" y="1605774"/>
            <a:ext cx="1944300" cy="1940700"/>
          </a:xfrm>
          <a:prstGeom prst="ellipse">
            <a:avLst/>
          </a:prstGeom>
          <a:noFill/>
          <a:ln cap="flat" cmpd="sng" w="28575">
            <a:solidFill>
              <a:srgbClr val="FFFFFF"/>
            </a:solidFill>
            <a:prstDash val="solid"/>
            <a:round/>
            <a:headEnd len="sm" w="sm" type="none"/>
            <a:tailEnd len="sm" w="sm" type="none"/>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8" name="Shape 638"/>
        <p:cNvGrpSpPr/>
        <p:nvPr/>
      </p:nvGrpSpPr>
      <p:grpSpPr>
        <a:xfrm>
          <a:off x="0" y="0"/>
          <a:ext cx="0" cy="0"/>
          <a:chOff x="0" y="0"/>
          <a:chExt cx="0" cy="0"/>
        </a:xfrm>
      </p:grpSpPr>
      <p:sp>
        <p:nvSpPr>
          <p:cNvPr id="639" name="Google Shape;639;p35"/>
          <p:cNvSpPr txBox="1"/>
          <p:nvPr>
            <p:ph idx="2" type="title"/>
          </p:nvPr>
        </p:nvSpPr>
        <p:spPr>
          <a:xfrm>
            <a:off x="1297500" y="459490"/>
            <a:ext cx="3005700" cy="51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Foco en wearables</a:t>
            </a:r>
            <a:endParaRPr sz="1000"/>
          </a:p>
        </p:txBody>
      </p:sp>
      <p:sp>
        <p:nvSpPr>
          <p:cNvPr id="640" name="Google Shape;640;p35"/>
          <p:cNvSpPr txBox="1"/>
          <p:nvPr>
            <p:ph type="title"/>
          </p:nvPr>
        </p:nvSpPr>
        <p:spPr>
          <a:xfrm>
            <a:off x="361071" y="1924852"/>
            <a:ext cx="2304900" cy="17973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t>Escribe aquí tu texto Escribe aquí tu texto Escribe aquí tu texto</a:t>
            </a:r>
            <a:endParaRPr/>
          </a:p>
        </p:txBody>
      </p:sp>
      <p:sp>
        <p:nvSpPr>
          <p:cNvPr id="641" name="Google Shape;641;p35"/>
          <p:cNvSpPr txBox="1"/>
          <p:nvPr>
            <p:ph idx="1" type="body"/>
          </p:nvPr>
        </p:nvSpPr>
        <p:spPr>
          <a:xfrm>
            <a:off x="6451271" y="1924850"/>
            <a:ext cx="2304900" cy="17973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t>Escribe aquí tu texto Escribe aquí tu texto Escribe aquí tu texto Escribe aquí tu texto Escribe aquí tu texto Escribe aquí tu texto Escribe aquí tu texto Escribe aquí tu texto Escribe aquí tu texto Escribe aquí tu texto.</a:t>
            </a:r>
            <a:endParaRPr/>
          </a:p>
        </p:txBody>
      </p:sp>
      <p:grpSp>
        <p:nvGrpSpPr>
          <p:cNvPr id="642" name="Google Shape;642;p35"/>
          <p:cNvGrpSpPr/>
          <p:nvPr/>
        </p:nvGrpSpPr>
        <p:grpSpPr>
          <a:xfrm>
            <a:off x="3593432" y="890490"/>
            <a:ext cx="2115815" cy="3361448"/>
            <a:chOff x="-5144606" y="890490"/>
            <a:chExt cx="2115815" cy="3361448"/>
          </a:xfrm>
        </p:grpSpPr>
        <p:sp>
          <p:nvSpPr>
            <p:cNvPr id="643" name="Google Shape;643;p35"/>
            <p:cNvSpPr/>
            <p:nvPr/>
          </p:nvSpPr>
          <p:spPr>
            <a:xfrm rot="10800000">
              <a:off x="-4844756" y="3132037"/>
              <a:ext cx="1403100" cy="11199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 name="Google Shape;644;p35"/>
            <p:cNvSpPr/>
            <p:nvPr/>
          </p:nvSpPr>
          <p:spPr>
            <a:xfrm rot="5400000">
              <a:off x="-4709156" y="3323872"/>
              <a:ext cx="623700" cy="894900"/>
            </a:xfrm>
            <a:prstGeom prst="triangle">
              <a:avLst>
                <a:gd fmla="val 27359"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 name="Google Shape;645;p35"/>
            <p:cNvSpPr/>
            <p:nvPr/>
          </p:nvSpPr>
          <p:spPr>
            <a:xfrm>
              <a:off x="-4844756" y="890490"/>
              <a:ext cx="1403100" cy="11199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 name="Google Shape;646;p35"/>
            <p:cNvSpPr/>
            <p:nvPr/>
          </p:nvSpPr>
          <p:spPr>
            <a:xfrm>
              <a:off x="-5144606" y="1591975"/>
              <a:ext cx="2002800" cy="2215800"/>
            </a:xfrm>
            <a:prstGeom prst="roundRect">
              <a:avLst>
                <a:gd fmla="val 10240" name="adj"/>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 name="Google Shape;647;p35"/>
            <p:cNvSpPr/>
            <p:nvPr/>
          </p:nvSpPr>
          <p:spPr>
            <a:xfrm>
              <a:off x="-3257390" y="2509293"/>
              <a:ext cx="228600" cy="228900"/>
            </a:xfrm>
            <a:prstGeom prst="flowChartDelay">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 name="Google Shape;648;p35"/>
            <p:cNvSpPr/>
            <p:nvPr/>
          </p:nvSpPr>
          <p:spPr>
            <a:xfrm>
              <a:off x="-5144606" y="1493958"/>
              <a:ext cx="2002800" cy="2278200"/>
            </a:xfrm>
            <a:prstGeom prst="roundRect">
              <a:avLst>
                <a:gd fmla="val 10240"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649" name="Google Shape;649;p35"/>
          <p:cNvPicPr preferRelativeResize="0"/>
          <p:nvPr/>
        </p:nvPicPr>
        <p:blipFill rotWithShape="1">
          <a:blip r:embed="rId3">
            <a:alphaModFix/>
          </a:blip>
          <a:srcRect b="31657" l="47792" r="32559" t="42079"/>
          <a:stretch/>
        </p:blipFill>
        <p:spPr>
          <a:xfrm>
            <a:off x="3675963" y="1576938"/>
            <a:ext cx="1838700" cy="2130600"/>
          </a:xfrm>
          <a:prstGeom prst="roundRect">
            <a:avLst>
              <a:gd fmla="val 7794" name="adj"/>
            </a:avLst>
          </a:prstGeom>
          <a:noFill/>
          <a:ln cap="flat" cmpd="sng" w="28575">
            <a:solidFill>
              <a:srgbClr val="FFFFFF"/>
            </a:solidFill>
            <a:prstDash val="solid"/>
            <a:round/>
            <a:headEnd len="sm" w="sm" type="none"/>
            <a:tailEnd len="sm" w="sm" type="none"/>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36"/>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Cronología del proyecto</a:t>
            </a:r>
            <a:endParaRPr/>
          </a:p>
        </p:txBody>
      </p:sp>
      <p:sp>
        <p:nvSpPr>
          <p:cNvPr id="655" name="Google Shape;655;p36"/>
          <p:cNvSpPr txBox="1"/>
          <p:nvPr/>
        </p:nvSpPr>
        <p:spPr>
          <a:xfrm>
            <a:off x="1158086" y="3307024"/>
            <a:ext cx="1166700" cy="666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1600"/>
              </a:spcAft>
              <a:buNone/>
            </a:pPr>
            <a:r>
              <a:rPr lang="es" sz="800">
                <a:solidFill>
                  <a:srgbClr val="FFFFFF"/>
                </a:solidFill>
                <a:latin typeface="Roboto"/>
                <a:ea typeface="Roboto"/>
                <a:cs typeface="Roboto"/>
                <a:sym typeface="Roboto"/>
              </a:rPr>
              <a:t>Escribe aquí tu texto Escribe aquí tu texto Escribe aquí tu texto.</a:t>
            </a:r>
            <a:endParaRPr sz="800">
              <a:solidFill>
                <a:srgbClr val="FFFFFF"/>
              </a:solidFill>
              <a:latin typeface="Roboto"/>
              <a:ea typeface="Roboto"/>
              <a:cs typeface="Roboto"/>
              <a:sym typeface="Roboto"/>
            </a:endParaRPr>
          </a:p>
        </p:txBody>
      </p:sp>
      <p:sp>
        <p:nvSpPr>
          <p:cNvPr id="656" name="Google Shape;656;p36"/>
          <p:cNvSpPr txBox="1"/>
          <p:nvPr/>
        </p:nvSpPr>
        <p:spPr>
          <a:xfrm>
            <a:off x="2302396" y="3307024"/>
            <a:ext cx="1136400" cy="666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1600"/>
              </a:spcAft>
              <a:buNone/>
            </a:pPr>
            <a:r>
              <a:rPr lang="es" sz="800">
                <a:solidFill>
                  <a:schemeClr val="lt1"/>
                </a:solidFill>
                <a:latin typeface="Roboto"/>
                <a:ea typeface="Roboto"/>
                <a:cs typeface="Roboto"/>
                <a:sym typeface="Roboto"/>
              </a:rPr>
              <a:t>Escribe aquí tu texto Escribe aquí tu texto Escribe aquí tu texto.</a:t>
            </a:r>
            <a:endParaRPr sz="800">
              <a:solidFill>
                <a:srgbClr val="FFFFFF"/>
              </a:solidFill>
              <a:latin typeface="Roboto"/>
              <a:ea typeface="Roboto"/>
              <a:cs typeface="Roboto"/>
              <a:sym typeface="Roboto"/>
            </a:endParaRPr>
          </a:p>
        </p:txBody>
      </p:sp>
      <p:sp>
        <p:nvSpPr>
          <p:cNvPr id="657" name="Google Shape;657;p36"/>
          <p:cNvSpPr txBox="1"/>
          <p:nvPr/>
        </p:nvSpPr>
        <p:spPr>
          <a:xfrm>
            <a:off x="3438904" y="3307022"/>
            <a:ext cx="1136400" cy="666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1600"/>
              </a:spcAft>
              <a:buNone/>
            </a:pPr>
            <a:r>
              <a:rPr lang="es" sz="800">
                <a:solidFill>
                  <a:schemeClr val="lt1"/>
                </a:solidFill>
                <a:latin typeface="Roboto"/>
                <a:ea typeface="Roboto"/>
                <a:cs typeface="Roboto"/>
                <a:sym typeface="Roboto"/>
              </a:rPr>
              <a:t>Escribe aquí tu texto Escribe aquí tu texto Escribe aquí tu texto.</a:t>
            </a:r>
            <a:endParaRPr sz="800">
              <a:solidFill>
                <a:srgbClr val="FFFFFF"/>
              </a:solidFill>
              <a:latin typeface="Roboto"/>
              <a:ea typeface="Roboto"/>
              <a:cs typeface="Roboto"/>
              <a:sym typeface="Roboto"/>
            </a:endParaRPr>
          </a:p>
        </p:txBody>
      </p:sp>
      <p:sp>
        <p:nvSpPr>
          <p:cNvPr id="658" name="Google Shape;658;p36"/>
          <p:cNvSpPr txBox="1"/>
          <p:nvPr/>
        </p:nvSpPr>
        <p:spPr>
          <a:xfrm>
            <a:off x="4572659" y="3307024"/>
            <a:ext cx="1136400" cy="666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1600"/>
              </a:spcAft>
              <a:buNone/>
            </a:pPr>
            <a:r>
              <a:rPr lang="es" sz="800">
                <a:solidFill>
                  <a:schemeClr val="lt1"/>
                </a:solidFill>
                <a:latin typeface="Roboto"/>
                <a:ea typeface="Roboto"/>
                <a:cs typeface="Roboto"/>
                <a:sym typeface="Roboto"/>
              </a:rPr>
              <a:t>Escribe aquí tu texto Escribe aquí tu texto Escribe aquí tu texto.</a:t>
            </a:r>
            <a:endParaRPr sz="800">
              <a:solidFill>
                <a:srgbClr val="FFFFFF"/>
              </a:solidFill>
              <a:latin typeface="Roboto"/>
              <a:ea typeface="Roboto"/>
              <a:cs typeface="Roboto"/>
              <a:sym typeface="Roboto"/>
            </a:endParaRPr>
          </a:p>
        </p:txBody>
      </p:sp>
      <p:sp>
        <p:nvSpPr>
          <p:cNvPr id="659" name="Google Shape;659;p36"/>
          <p:cNvSpPr txBox="1"/>
          <p:nvPr/>
        </p:nvSpPr>
        <p:spPr>
          <a:xfrm>
            <a:off x="5703047" y="3307024"/>
            <a:ext cx="1136400" cy="666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1600"/>
              </a:spcAft>
              <a:buNone/>
            </a:pPr>
            <a:r>
              <a:rPr lang="es" sz="800">
                <a:solidFill>
                  <a:schemeClr val="lt1"/>
                </a:solidFill>
                <a:latin typeface="Roboto"/>
                <a:ea typeface="Roboto"/>
                <a:cs typeface="Roboto"/>
                <a:sym typeface="Roboto"/>
              </a:rPr>
              <a:t>Escribe aquí tu texto Escribe aquí tu texto Escribe aquí tu texto.</a:t>
            </a:r>
            <a:endParaRPr sz="800">
              <a:solidFill>
                <a:srgbClr val="FFFFFF"/>
              </a:solidFill>
              <a:latin typeface="Roboto"/>
              <a:ea typeface="Roboto"/>
              <a:cs typeface="Roboto"/>
              <a:sym typeface="Roboto"/>
            </a:endParaRPr>
          </a:p>
        </p:txBody>
      </p:sp>
      <p:sp>
        <p:nvSpPr>
          <p:cNvPr id="660" name="Google Shape;660;p36"/>
          <p:cNvSpPr txBox="1"/>
          <p:nvPr/>
        </p:nvSpPr>
        <p:spPr>
          <a:xfrm>
            <a:off x="1158086" y="2928564"/>
            <a:ext cx="1166700" cy="4035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000">
                <a:solidFill>
                  <a:srgbClr val="FFFFFF"/>
                </a:solidFill>
                <a:latin typeface="Roboto"/>
                <a:ea typeface="Roboto"/>
                <a:cs typeface="Roboto"/>
                <a:sym typeface="Roboto"/>
              </a:rPr>
              <a:t>Escribe aquí tu texto</a:t>
            </a:r>
            <a:endParaRPr sz="1000">
              <a:solidFill>
                <a:srgbClr val="FFFFFF"/>
              </a:solidFill>
              <a:latin typeface="Roboto"/>
              <a:ea typeface="Roboto"/>
              <a:cs typeface="Roboto"/>
              <a:sym typeface="Roboto"/>
            </a:endParaRPr>
          </a:p>
        </p:txBody>
      </p:sp>
      <p:sp>
        <p:nvSpPr>
          <p:cNvPr id="661" name="Google Shape;661;p36"/>
          <p:cNvSpPr txBox="1"/>
          <p:nvPr/>
        </p:nvSpPr>
        <p:spPr>
          <a:xfrm>
            <a:off x="2302396" y="2930350"/>
            <a:ext cx="1136400" cy="4035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000">
                <a:solidFill>
                  <a:schemeClr val="lt1"/>
                </a:solidFill>
                <a:latin typeface="Roboto"/>
                <a:ea typeface="Roboto"/>
                <a:cs typeface="Roboto"/>
                <a:sym typeface="Roboto"/>
              </a:rPr>
              <a:t>Escribe aquí tu texto</a:t>
            </a:r>
            <a:endParaRPr sz="1000">
              <a:solidFill>
                <a:srgbClr val="FFFFFF"/>
              </a:solidFill>
              <a:latin typeface="Roboto"/>
              <a:ea typeface="Roboto"/>
              <a:cs typeface="Roboto"/>
              <a:sym typeface="Roboto"/>
            </a:endParaRPr>
          </a:p>
        </p:txBody>
      </p:sp>
      <p:sp>
        <p:nvSpPr>
          <p:cNvPr id="662" name="Google Shape;662;p36"/>
          <p:cNvSpPr txBox="1"/>
          <p:nvPr/>
        </p:nvSpPr>
        <p:spPr>
          <a:xfrm>
            <a:off x="3438904" y="2930350"/>
            <a:ext cx="1136400" cy="4035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000">
                <a:solidFill>
                  <a:schemeClr val="lt1"/>
                </a:solidFill>
                <a:latin typeface="Roboto"/>
                <a:ea typeface="Roboto"/>
                <a:cs typeface="Roboto"/>
                <a:sym typeface="Roboto"/>
              </a:rPr>
              <a:t>Escribe aquí tu texto</a:t>
            </a:r>
            <a:endParaRPr sz="1000">
              <a:solidFill>
                <a:srgbClr val="FFFFFF"/>
              </a:solidFill>
              <a:latin typeface="Roboto"/>
              <a:ea typeface="Roboto"/>
              <a:cs typeface="Roboto"/>
              <a:sym typeface="Roboto"/>
            </a:endParaRPr>
          </a:p>
        </p:txBody>
      </p:sp>
      <p:sp>
        <p:nvSpPr>
          <p:cNvPr id="663" name="Google Shape;663;p36"/>
          <p:cNvSpPr txBox="1"/>
          <p:nvPr/>
        </p:nvSpPr>
        <p:spPr>
          <a:xfrm>
            <a:off x="4572659" y="2930350"/>
            <a:ext cx="1136400" cy="4035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000">
                <a:solidFill>
                  <a:schemeClr val="lt1"/>
                </a:solidFill>
                <a:latin typeface="Roboto"/>
                <a:ea typeface="Roboto"/>
                <a:cs typeface="Roboto"/>
                <a:sym typeface="Roboto"/>
              </a:rPr>
              <a:t>Escribe aquí tu texto</a:t>
            </a:r>
            <a:endParaRPr sz="1000">
              <a:solidFill>
                <a:srgbClr val="FFFFFF"/>
              </a:solidFill>
              <a:latin typeface="Roboto"/>
              <a:ea typeface="Roboto"/>
              <a:cs typeface="Roboto"/>
              <a:sym typeface="Roboto"/>
            </a:endParaRPr>
          </a:p>
        </p:txBody>
      </p:sp>
      <p:sp>
        <p:nvSpPr>
          <p:cNvPr id="664" name="Google Shape;664;p36"/>
          <p:cNvSpPr txBox="1"/>
          <p:nvPr/>
        </p:nvSpPr>
        <p:spPr>
          <a:xfrm>
            <a:off x="5703047" y="2930350"/>
            <a:ext cx="1136400" cy="4035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000">
                <a:solidFill>
                  <a:schemeClr val="lt1"/>
                </a:solidFill>
                <a:latin typeface="Roboto"/>
                <a:ea typeface="Roboto"/>
                <a:cs typeface="Roboto"/>
                <a:sym typeface="Roboto"/>
              </a:rPr>
              <a:t>Escribe aquí tu texto</a:t>
            </a:r>
            <a:endParaRPr sz="1000">
              <a:solidFill>
                <a:srgbClr val="FFFFFF"/>
              </a:solidFill>
              <a:latin typeface="Roboto"/>
              <a:ea typeface="Roboto"/>
              <a:cs typeface="Roboto"/>
              <a:sym typeface="Roboto"/>
            </a:endParaRPr>
          </a:p>
        </p:txBody>
      </p:sp>
      <p:sp>
        <p:nvSpPr>
          <p:cNvPr id="665" name="Google Shape;665;p36"/>
          <p:cNvSpPr txBox="1"/>
          <p:nvPr/>
        </p:nvSpPr>
        <p:spPr>
          <a:xfrm>
            <a:off x="6837184" y="2930350"/>
            <a:ext cx="1136400" cy="4035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000">
                <a:solidFill>
                  <a:schemeClr val="lt1"/>
                </a:solidFill>
                <a:latin typeface="Roboto"/>
                <a:ea typeface="Roboto"/>
                <a:cs typeface="Roboto"/>
                <a:sym typeface="Roboto"/>
              </a:rPr>
              <a:t>Escribe aquí tu texto</a:t>
            </a:r>
            <a:endParaRPr sz="1000">
              <a:solidFill>
                <a:srgbClr val="FFFFFF"/>
              </a:solidFill>
              <a:latin typeface="Roboto"/>
              <a:ea typeface="Roboto"/>
              <a:cs typeface="Roboto"/>
              <a:sym typeface="Roboto"/>
            </a:endParaRPr>
          </a:p>
        </p:txBody>
      </p:sp>
      <p:sp>
        <p:nvSpPr>
          <p:cNvPr id="666" name="Google Shape;666;p36"/>
          <p:cNvSpPr txBox="1"/>
          <p:nvPr/>
        </p:nvSpPr>
        <p:spPr>
          <a:xfrm>
            <a:off x="6837184" y="3307024"/>
            <a:ext cx="1136400" cy="666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1600"/>
              </a:spcAft>
              <a:buNone/>
            </a:pPr>
            <a:r>
              <a:rPr lang="es" sz="800">
                <a:solidFill>
                  <a:schemeClr val="lt1"/>
                </a:solidFill>
                <a:latin typeface="Roboto"/>
                <a:ea typeface="Roboto"/>
                <a:cs typeface="Roboto"/>
                <a:sym typeface="Roboto"/>
              </a:rPr>
              <a:t>Escribe aquí tu texto Escribe aquí tu texto Escribe aquí tu texto.</a:t>
            </a:r>
            <a:endParaRPr sz="800">
              <a:solidFill>
                <a:srgbClr val="FFFFFF"/>
              </a:solidFill>
              <a:latin typeface="Roboto"/>
              <a:ea typeface="Roboto"/>
              <a:cs typeface="Roboto"/>
              <a:sym typeface="Roboto"/>
            </a:endParaRPr>
          </a:p>
        </p:txBody>
      </p:sp>
      <p:cxnSp>
        <p:nvCxnSpPr>
          <p:cNvPr id="667" name="Google Shape;667;p36"/>
          <p:cNvCxnSpPr/>
          <p:nvPr/>
        </p:nvCxnSpPr>
        <p:spPr>
          <a:xfrm>
            <a:off x="1761628" y="2076708"/>
            <a:ext cx="639000" cy="660000"/>
          </a:xfrm>
          <a:prstGeom prst="straightConnector1">
            <a:avLst/>
          </a:prstGeom>
          <a:noFill/>
          <a:ln cap="flat" cmpd="sng" w="9525">
            <a:solidFill>
              <a:srgbClr val="FFFFFF"/>
            </a:solidFill>
            <a:prstDash val="solid"/>
            <a:round/>
            <a:headEnd len="med" w="med" type="none"/>
            <a:tailEnd len="med" w="med" type="none"/>
          </a:ln>
        </p:spPr>
      </p:cxnSp>
      <p:sp>
        <p:nvSpPr>
          <p:cNvPr id="668" name="Google Shape;668;p36"/>
          <p:cNvSpPr/>
          <p:nvPr/>
        </p:nvSpPr>
        <p:spPr>
          <a:xfrm flipH="1">
            <a:off x="1228048" y="2615708"/>
            <a:ext cx="1185000" cy="128100"/>
          </a:xfrm>
          <a:prstGeom prst="parallelogram">
            <a:avLst>
              <a:gd fmla="val 96952"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sp>
        <p:nvSpPr>
          <p:cNvPr id="669" name="Google Shape;669;p36"/>
          <p:cNvSpPr/>
          <p:nvPr/>
        </p:nvSpPr>
        <p:spPr>
          <a:xfrm>
            <a:off x="1227675" y="2757288"/>
            <a:ext cx="1185000" cy="128100"/>
          </a:xfrm>
          <a:prstGeom prst="parallelogram">
            <a:avLst>
              <a:gd fmla="val 96952"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cxnSp>
        <p:nvCxnSpPr>
          <p:cNvPr id="670" name="Google Shape;670;p36"/>
          <p:cNvCxnSpPr/>
          <p:nvPr/>
        </p:nvCxnSpPr>
        <p:spPr>
          <a:xfrm>
            <a:off x="2855284" y="2076708"/>
            <a:ext cx="639000" cy="660000"/>
          </a:xfrm>
          <a:prstGeom prst="straightConnector1">
            <a:avLst/>
          </a:prstGeom>
          <a:noFill/>
          <a:ln cap="flat" cmpd="sng" w="9525">
            <a:solidFill>
              <a:srgbClr val="FFFFFF"/>
            </a:solidFill>
            <a:prstDash val="solid"/>
            <a:round/>
            <a:headEnd len="med" w="med" type="none"/>
            <a:tailEnd len="med" w="med" type="none"/>
          </a:ln>
        </p:spPr>
      </p:cxnSp>
      <p:sp>
        <p:nvSpPr>
          <p:cNvPr id="671" name="Google Shape;671;p36"/>
          <p:cNvSpPr/>
          <p:nvPr/>
        </p:nvSpPr>
        <p:spPr>
          <a:xfrm flipH="1">
            <a:off x="2321705" y="2615708"/>
            <a:ext cx="1185000" cy="128100"/>
          </a:xfrm>
          <a:prstGeom prst="parallelogram">
            <a:avLst>
              <a:gd fmla="val 96952"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a:solidFill>
                  <a:srgbClr val="999999"/>
                </a:solidFill>
              </a:rPr>
              <a:t>  </a:t>
            </a:r>
            <a:endParaRPr>
              <a:solidFill>
                <a:srgbClr val="999999"/>
              </a:solidFill>
            </a:endParaRPr>
          </a:p>
        </p:txBody>
      </p:sp>
      <p:sp>
        <p:nvSpPr>
          <p:cNvPr id="672" name="Google Shape;672;p36"/>
          <p:cNvSpPr/>
          <p:nvPr/>
        </p:nvSpPr>
        <p:spPr>
          <a:xfrm>
            <a:off x="2321332" y="2757288"/>
            <a:ext cx="1185000" cy="128100"/>
          </a:xfrm>
          <a:prstGeom prst="parallelogram">
            <a:avLst>
              <a:gd fmla="val 96952"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cxnSp>
        <p:nvCxnSpPr>
          <p:cNvPr id="673" name="Google Shape;673;p36"/>
          <p:cNvCxnSpPr/>
          <p:nvPr/>
        </p:nvCxnSpPr>
        <p:spPr>
          <a:xfrm>
            <a:off x="3949490" y="2076708"/>
            <a:ext cx="639000" cy="660000"/>
          </a:xfrm>
          <a:prstGeom prst="straightConnector1">
            <a:avLst/>
          </a:prstGeom>
          <a:noFill/>
          <a:ln cap="flat" cmpd="sng" w="9525">
            <a:solidFill>
              <a:srgbClr val="FFFFFF"/>
            </a:solidFill>
            <a:prstDash val="solid"/>
            <a:round/>
            <a:headEnd len="med" w="med" type="none"/>
            <a:tailEnd len="med" w="med" type="none"/>
          </a:ln>
        </p:spPr>
      </p:cxnSp>
      <p:sp>
        <p:nvSpPr>
          <p:cNvPr id="674" name="Google Shape;674;p36"/>
          <p:cNvSpPr/>
          <p:nvPr/>
        </p:nvSpPr>
        <p:spPr>
          <a:xfrm flipH="1">
            <a:off x="3415911" y="2615708"/>
            <a:ext cx="1185000" cy="128100"/>
          </a:xfrm>
          <a:prstGeom prst="parallelogram">
            <a:avLst>
              <a:gd fmla="val 96952"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sp>
        <p:nvSpPr>
          <p:cNvPr id="675" name="Google Shape;675;p36"/>
          <p:cNvSpPr/>
          <p:nvPr/>
        </p:nvSpPr>
        <p:spPr>
          <a:xfrm>
            <a:off x="3415538" y="2757288"/>
            <a:ext cx="1185000" cy="128100"/>
          </a:xfrm>
          <a:prstGeom prst="parallelogram">
            <a:avLst>
              <a:gd fmla="val 96952"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cxnSp>
        <p:nvCxnSpPr>
          <p:cNvPr id="676" name="Google Shape;676;p36"/>
          <p:cNvCxnSpPr/>
          <p:nvPr/>
        </p:nvCxnSpPr>
        <p:spPr>
          <a:xfrm>
            <a:off x="5041054" y="2076708"/>
            <a:ext cx="639000" cy="660000"/>
          </a:xfrm>
          <a:prstGeom prst="straightConnector1">
            <a:avLst/>
          </a:prstGeom>
          <a:noFill/>
          <a:ln cap="flat" cmpd="sng" w="9525">
            <a:solidFill>
              <a:srgbClr val="4E5567"/>
            </a:solidFill>
            <a:prstDash val="solid"/>
            <a:round/>
            <a:headEnd len="med" w="med" type="none"/>
            <a:tailEnd len="med" w="med" type="none"/>
          </a:ln>
        </p:spPr>
      </p:cxnSp>
      <p:sp>
        <p:nvSpPr>
          <p:cNvPr id="677" name="Google Shape;677;p36"/>
          <p:cNvSpPr/>
          <p:nvPr/>
        </p:nvSpPr>
        <p:spPr>
          <a:xfrm flipH="1">
            <a:off x="4507474" y="2615708"/>
            <a:ext cx="1185000" cy="128100"/>
          </a:xfrm>
          <a:prstGeom prst="parallelogram">
            <a:avLst>
              <a:gd fmla="val 96952" name="adj"/>
            </a:avLst>
          </a:prstGeom>
          <a:solidFill>
            <a:srgbClr val="4E55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sp>
        <p:nvSpPr>
          <p:cNvPr id="678" name="Google Shape;678;p36"/>
          <p:cNvSpPr/>
          <p:nvPr/>
        </p:nvSpPr>
        <p:spPr>
          <a:xfrm>
            <a:off x="4507101" y="2757288"/>
            <a:ext cx="1185000" cy="128100"/>
          </a:xfrm>
          <a:prstGeom prst="parallelogram">
            <a:avLst>
              <a:gd fmla="val 96952" name="adj"/>
            </a:avLst>
          </a:prstGeom>
          <a:solidFill>
            <a:srgbClr val="4E55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cxnSp>
        <p:nvCxnSpPr>
          <p:cNvPr id="679" name="Google Shape;679;p36"/>
          <p:cNvCxnSpPr/>
          <p:nvPr/>
        </p:nvCxnSpPr>
        <p:spPr>
          <a:xfrm>
            <a:off x="6129352" y="2076708"/>
            <a:ext cx="639000" cy="660000"/>
          </a:xfrm>
          <a:prstGeom prst="straightConnector1">
            <a:avLst/>
          </a:prstGeom>
          <a:noFill/>
          <a:ln cap="flat" cmpd="sng" w="9525">
            <a:solidFill>
              <a:srgbClr val="4E5567"/>
            </a:solidFill>
            <a:prstDash val="solid"/>
            <a:round/>
            <a:headEnd len="med" w="med" type="none"/>
            <a:tailEnd len="med" w="med" type="none"/>
          </a:ln>
        </p:spPr>
      </p:cxnSp>
      <p:sp>
        <p:nvSpPr>
          <p:cNvPr id="680" name="Google Shape;680;p36"/>
          <p:cNvSpPr/>
          <p:nvPr/>
        </p:nvSpPr>
        <p:spPr>
          <a:xfrm flipH="1">
            <a:off x="5595772" y="2615708"/>
            <a:ext cx="1185000" cy="128100"/>
          </a:xfrm>
          <a:prstGeom prst="parallelogram">
            <a:avLst>
              <a:gd fmla="val 96952" name="adj"/>
            </a:avLst>
          </a:prstGeom>
          <a:solidFill>
            <a:srgbClr val="4E55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sp>
        <p:nvSpPr>
          <p:cNvPr id="681" name="Google Shape;681;p36"/>
          <p:cNvSpPr/>
          <p:nvPr/>
        </p:nvSpPr>
        <p:spPr>
          <a:xfrm>
            <a:off x="5595400" y="2757288"/>
            <a:ext cx="1185000" cy="128100"/>
          </a:xfrm>
          <a:prstGeom prst="parallelogram">
            <a:avLst>
              <a:gd fmla="val 96952" name="adj"/>
            </a:avLst>
          </a:prstGeom>
          <a:solidFill>
            <a:srgbClr val="4E55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cxnSp>
        <p:nvCxnSpPr>
          <p:cNvPr id="682" name="Google Shape;682;p36"/>
          <p:cNvCxnSpPr/>
          <p:nvPr/>
        </p:nvCxnSpPr>
        <p:spPr>
          <a:xfrm>
            <a:off x="7221273" y="2076708"/>
            <a:ext cx="639000" cy="660000"/>
          </a:xfrm>
          <a:prstGeom prst="straightConnector1">
            <a:avLst/>
          </a:prstGeom>
          <a:noFill/>
          <a:ln cap="flat" cmpd="sng" w="9525">
            <a:solidFill>
              <a:srgbClr val="4E5567"/>
            </a:solidFill>
            <a:prstDash val="solid"/>
            <a:round/>
            <a:headEnd len="med" w="med" type="none"/>
            <a:tailEnd len="med" w="med" type="none"/>
          </a:ln>
        </p:spPr>
      </p:cxnSp>
      <p:sp>
        <p:nvSpPr>
          <p:cNvPr id="683" name="Google Shape;683;p36"/>
          <p:cNvSpPr/>
          <p:nvPr/>
        </p:nvSpPr>
        <p:spPr>
          <a:xfrm flipH="1">
            <a:off x="6687693" y="2615708"/>
            <a:ext cx="1185000" cy="128100"/>
          </a:xfrm>
          <a:prstGeom prst="parallelogram">
            <a:avLst>
              <a:gd fmla="val 96952" name="adj"/>
            </a:avLst>
          </a:prstGeom>
          <a:solidFill>
            <a:srgbClr val="4E55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sp>
        <p:nvSpPr>
          <p:cNvPr id="684" name="Google Shape;684;p36"/>
          <p:cNvSpPr/>
          <p:nvPr/>
        </p:nvSpPr>
        <p:spPr>
          <a:xfrm>
            <a:off x="6687320" y="2757288"/>
            <a:ext cx="1185000" cy="128100"/>
          </a:xfrm>
          <a:prstGeom prst="parallelogram">
            <a:avLst>
              <a:gd fmla="val 96952" name="adj"/>
            </a:avLst>
          </a:prstGeom>
          <a:solidFill>
            <a:srgbClr val="4E55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sp>
        <p:nvSpPr>
          <p:cNvPr id="685" name="Google Shape;685;p36"/>
          <p:cNvSpPr txBox="1"/>
          <p:nvPr/>
        </p:nvSpPr>
        <p:spPr>
          <a:xfrm>
            <a:off x="1195078" y="1900925"/>
            <a:ext cx="538200" cy="214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FFFFFF"/>
                </a:solidFill>
                <a:latin typeface="Roboto"/>
                <a:ea typeface="Roboto"/>
                <a:cs typeface="Roboto"/>
                <a:sym typeface="Roboto"/>
              </a:rPr>
              <a:t>ENE</a:t>
            </a:r>
            <a:endParaRPr sz="800">
              <a:solidFill>
                <a:srgbClr val="FFFFFF"/>
              </a:solidFill>
              <a:latin typeface="Roboto"/>
              <a:ea typeface="Roboto"/>
              <a:cs typeface="Roboto"/>
              <a:sym typeface="Roboto"/>
            </a:endParaRPr>
          </a:p>
          <a:p>
            <a:pPr indent="0" lvl="0" marL="0" rtl="0" algn="r">
              <a:spcBef>
                <a:spcPts val="1600"/>
              </a:spcBef>
              <a:spcAft>
                <a:spcPts val="1600"/>
              </a:spcAft>
              <a:buNone/>
            </a:pPr>
            <a:r>
              <a:t/>
            </a:r>
            <a:endParaRPr sz="800">
              <a:solidFill>
                <a:srgbClr val="FFFFFF"/>
              </a:solidFill>
              <a:latin typeface="Roboto"/>
              <a:ea typeface="Roboto"/>
              <a:cs typeface="Roboto"/>
              <a:sym typeface="Roboto"/>
            </a:endParaRPr>
          </a:p>
        </p:txBody>
      </p:sp>
      <p:sp>
        <p:nvSpPr>
          <p:cNvPr id="686" name="Google Shape;686;p36"/>
          <p:cNvSpPr txBox="1"/>
          <p:nvPr/>
        </p:nvSpPr>
        <p:spPr>
          <a:xfrm>
            <a:off x="2275607" y="1900925"/>
            <a:ext cx="538200" cy="214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FFFFFF"/>
                </a:solidFill>
                <a:latin typeface="Roboto"/>
                <a:ea typeface="Roboto"/>
                <a:cs typeface="Roboto"/>
                <a:sym typeface="Roboto"/>
              </a:rPr>
              <a:t>FEB</a:t>
            </a:r>
            <a:endParaRPr sz="800">
              <a:solidFill>
                <a:srgbClr val="FFFFFF"/>
              </a:solidFill>
              <a:latin typeface="Roboto"/>
              <a:ea typeface="Roboto"/>
              <a:cs typeface="Roboto"/>
              <a:sym typeface="Roboto"/>
            </a:endParaRPr>
          </a:p>
          <a:p>
            <a:pPr indent="0" lvl="0" marL="0" rtl="0" algn="r">
              <a:spcBef>
                <a:spcPts val="1600"/>
              </a:spcBef>
              <a:spcAft>
                <a:spcPts val="1600"/>
              </a:spcAft>
              <a:buNone/>
            </a:pPr>
            <a:r>
              <a:t/>
            </a:r>
            <a:endParaRPr sz="800">
              <a:solidFill>
                <a:srgbClr val="FFFFFF"/>
              </a:solidFill>
              <a:latin typeface="Roboto"/>
              <a:ea typeface="Roboto"/>
              <a:cs typeface="Roboto"/>
              <a:sym typeface="Roboto"/>
            </a:endParaRPr>
          </a:p>
        </p:txBody>
      </p:sp>
      <p:sp>
        <p:nvSpPr>
          <p:cNvPr id="687" name="Google Shape;687;p36"/>
          <p:cNvSpPr txBox="1"/>
          <p:nvPr/>
        </p:nvSpPr>
        <p:spPr>
          <a:xfrm>
            <a:off x="3412146" y="1900925"/>
            <a:ext cx="538200" cy="214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FFFFFF"/>
                </a:solidFill>
                <a:latin typeface="Roboto"/>
                <a:ea typeface="Roboto"/>
                <a:cs typeface="Roboto"/>
                <a:sym typeface="Roboto"/>
              </a:rPr>
              <a:t>MAR</a:t>
            </a:r>
            <a:endParaRPr sz="800">
              <a:solidFill>
                <a:srgbClr val="FFFFFF"/>
              </a:solidFill>
              <a:latin typeface="Roboto"/>
              <a:ea typeface="Roboto"/>
              <a:cs typeface="Roboto"/>
              <a:sym typeface="Roboto"/>
            </a:endParaRPr>
          </a:p>
          <a:p>
            <a:pPr indent="0" lvl="0" marL="0" rtl="0" algn="r">
              <a:spcBef>
                <a:spcPts val="1600"/>
              </a:spcBef>
              <a:spcAft>
                <a:spcPts val="1600"/>
              </a:spcAft>
              <a:buNone/>
            </a:pPr>
            <a:r>
              <a:t/>
            </a:r>
            <a:endParaRPr sz="800">
              <a:solidFill>
                <a:srgbClr val="FFFFFF"/>
              </a:solidFill>
              <a:latin typeface="Roboto"/>
              <a:ea typeface="Roboto"/>
              <a:cs typeface="Roboto"/>
              <a:sym typeface="Roboto"/>
            </a:endParaRPr>
          </a:p>
        </p:txBody>
      </p:sp>
      <p:sp>
        <p:nvSpPr>
          <p:cNvPr id="688" name="Google Shape;688;p36"/>
          <p:cNvSpPr txBox="1"/>
          <p:nvPr/>
        </p:nvSpPr>
        <p:spPr>
          <a:xfrm>
            <a:off x="4482543" y="1900925"/>
            <a:ext cx="538200" cy="214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FFFFFF"/>
                </a:solidFill>
                <a:latin typeface="Roboto"/>
                <a:ea typeface="Roboto"/>
                <a:cs typeface="Roboto"/>
                <a:sym typeface="Roboto"/>
              </a:rPr>
              <a:t>ABR</a:t>
            </a:r>
            <a:endParaRPr sz="800">
              <a:solidFill>
                <a:srgbClr val="FFFFFF"/>
              </a:solidFill>
              <a:latin typeface="Roboto"/>
              <a:ea typeface="Roboto"/>
              <a:cs typeface="Roboto"/>
              <a:sym typeface="Roboto"/>
            </a:endParaRPr>
          </a:p>
          <a:p>
            <a:pPr indent="0" lvl="0" marL="0" rtl="0" algn="r">
              <a:spcBef>
                <a:spcPts val="1600"/>
              </a:spcBef>
              <a:spcAft>
                <a:spcPts val="1600"/>
              </a:spcAft>
              <a:buNone/>
            </a:pPr>
            <a:r>
              <a:t/>
            </a:r>
            <a:endParaRPr sz="800">
              <a:solidFill>
                <a:srgbClr val="FFFFFF"/>
              </a:solidFill>
              <a:latin typeface="Roboto"/>
              <a:ea typeface="Roboto"/>
              <a:cs typeface="Roboto"/>
              <a:sym typeface="Roboto"/>
            </a:endParaRPr>
          </a:p>
        </p:txBody>
      </p:sp>
      <p:sp>
        <p:nvSpPr>
          <p:cNvPr id="689" name="Google Shape;689;p36"/>
          <p:cNvSpPr txBox="1"/>
          <p:nvPr/>
        </p:nvSpPr>
        <p:spPr>
          <a:xfrm>
            <a:off x="5584953" y="1900925"/>
            <a:ext cx="538200" cy="214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FFFFFF"/>
                </a:solidFill>
                <a:latin typeface="Roboto"/>
                <a:ea typeface="Roboto"/>
                <a:cs typeface="Roboto"/>
                <a:sym typeface="Roboto"/>
              </a:rPr>
              <a:t>MAY</a:t>
            </a:r>
            <a:endParaRPr sz="800">
              <a:solidFill>
                <a:srgbClr val="FFFFFF"/>
              </a:solidFill>
              <a:latin typeface="Roboto"/>
              <a:ea typeface="Roboto"/>
              <a:cs typeface="Roboto"/>
              <a:sym typeface="Roboto"/>
            </a:endParaRPr>
          </a:p>
          <a:p>
            <a:pPr indent="0" lvl="0" marL="0" rtl="0" algn="r">
              <a:spcBef>
                <a:spcPts val="1600"/>
              </a:spcBef>
              <a:spcAft>
                <a:spcPts val="1600"/>
              </a:spcAft>
              <a:buNone/>
            </a:pPr>
            <a:r>
              <a:t/>
            </a:r>
            <a:endParaRPr sz="800">
              <a:solidFill>
                <a:srgbClr val="FFFFFF"/>
              </a:solidFill>
              <a:latin typeface="Roboto"/>
              <a:ea typeface="Roboto"/>
              <a:cs typeface="Roboto"/>
              <a:sym typeface="Roboto"/>
            </a:endParaRPr>
          </a:p>
        </p:txBody>
      </p:sp>
      <p:sp>
        <p:nvSpPr>
          <p:cNvPr id="690" name="Google Shape;690;p36"/>
          <p:cNvSpPr txBox="1"/>
          <p:nvPr/>
        </p:nvSpPr>
        <p:spPr>
          <a:xfrm>
            <a:off x="6662762" y="1900925"/>
            <a:ext cx="538200" cy="214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FFFFFF"/>
                </a:solidFill>
                <a:latin typeface="Roboto"/>
                <a:ea typeface="Roboto"/>
                <a:cs typeface="Roboto"/>
                <a:sym typeface="Roboto"/>
              </a:rPr>
              <a:t>JUN</a:t>
            </a:r>
            <a:endParaRPr sz="800">
              <a:solidFill>
                <a:srgbClr val="FFFFFF"/>
              </a:solidFill>
              <a:latin typeface="Roboto"/>
              <a:ea typeface="Roboto"/>
              <a:cs typeface="Roboto"/>
              <a:sym typeface="Roboto"/>
            </a:endParaRPr>
          </a:p>
          <a:p>
            <a:pPr indent="0" lvl="0" marL="0" rtl="0" algn="r">
              <a:spcBef>
                <a:spcPts val="1600"/>
              </a:spcBef>
              <a:spcAft>
                <a:spcPts val="1600"/>
              </a:spcAft>
              <a:buNone/>
            </a:pPr>
            <a:r>
              <a:t/>
            </a:r>
            <a:endParaRPr sz="800">
              <a:solidFill>
                <a:srgbClr val="FFFFFF"/>
              </a:solidFill>
              <a:latin typeface="Roboto"/>
              <a:ea typeface="Roboto"/>
              <a:cs typeface="Roboto"/>
              <a:sym typeface="Roboto"/>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4" name="Shape 694"/>
        <p:cNvGrpSpPr/>
        <p:nvPr/>
      </p:nvGrpSpPr>
      <p:grpSpPr>
        <a:xfrm>
          <a:off x="0" y="0"/>
          <a:ext cx="0" cy="0"/>
          <a:chOff x="0" y="0"/>
          <a:chExt cx="0" cy="0"/>
        </a:xfrm>
      </p:grpSpPr>
      <p:sp>
        <p:nvSpPr>
          <p:cNvPr id="695" name="Google Shape;695;p37"/>
          <p:cNvSpPr txBox="1"/>
          <p:nvPr>
            <p:ph type="title"/>
          </p:nvPr>
        </p:nvSpPr>
        <p:spPr>
          <a:xfrm>
            <a:off x="645300" y="1833775"/>
            <a:ext cx="3063300" cy="692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¡Gracias!</a:t>
            </a:r>
            <a:endParaRPr/>
          </a:p>
        </p:txBody>
      </p:sp>
      <p:sp>
        <p:nvSpPr>
          <p:cNvPr id="696" name="Google Shape;696;p37"/>
          <p:cNvSpPr txBox="1"/>
          <p:nvPr>
            <p:ph idx="1" type="body"/>
          </p:nvPr>
        </p:nvSpPr>
        <p:spPr>
          <a:xfrm>
            <a:off x="645300" y="2644025"/>
            <a:ext cx="3063300" cy="9705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latin typeface="Arial"/>
                <a:ea typeface="Arial"/>
                <a:cs typeface="Arial"/>
                <a:sym typeface="Arial"/>
              </a:rPr>
              <a:t>Escribe aquí tu texto Escribe aquí tu texto Escribe aquí tu texto Escribe aquí tu texto Escribe aquí tu texto.</a:t>
            </a:r>
            <a:endParaRPr/>
          </a:p>
        </p:txBody>
      </p:sp>
      <p:grpSp>
        <p:nvGrpSpPr>
          <p:cNvPr id="697" name="Google Shape;697;p37"/>
          <p:cNvGrpSpPr/>
          <p:nvPr/>
        </p:nvGrpSpPr>
        <p:grpSpPr>
          <a:xfrm>
            <a:off x="4066820" y="1553491"/>
            <a:ext cx="3159984" cy="2439109"/>
            <a:chOff x="3553042" y="1657806"/>
            <a:chExt cx="3461100" cy="2671532"/>
          </a:xfrm>
        </p:grpSpPr>
        <p:sp>
          <p:nvSpPr>
            <p:cNvPr id="698" name="Google Shape;698;p37"/>
            <p:cNvSpPr/>
            <p:nvPr/>
          </p:nvSpPr>
          <p:spPr>
            <a:xfrm>
              <a:off x="4856024" y="3625653"/>
              <a:ext cx="944700" cy="663300"/>
            </a:xfrm>
            <a:prstGeom prst="trapezoid">
              <a:avLst>
                <a:gd fmla="val 25000" name="adj"/>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 name="Google Shape;699;p37"/>
            <p:cNvSpPr/>
            <p:nvPr/>
          </p:nvSpPr>
          <p:spPr>
            <a:xfrm rot="10800000">
              <a:off x="4953871" y="3681997"/>
              <a:ext cx="400200" cy="606600"/>
            </a:xfrm>
            <a:prstGeom prst="triangle">
              <a:avLst>
                <a:gd fmla="val 96745"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37"/>
            <p:cNvSpPr/>
            <p:nvPr/>
          </p:nvSpPr>
          <p:spPr>
            <a:xfrm>
              <a:off x="4767796" y="3681816"/>
              <a:ext cx="163500" cy="606600"/>
            </a:xfrm>
            <a:prstGeom prst="triangle">
              <a:avLst>
                <a:gd fmla="val 98558"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37"/>
            <p:cNvSpPr/>
            <p:nvPr/>
          </p:nvSpPr>
          <p:spPr>
            <a:xfrm rot="10800000">
              <a:off x="4678237" y="4276102"/>
              <a:ext cx="1210800" cy="456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37"/>
            <p:cNvSpPr/>
            <p:nvPr/>
          </p:nvSpPr>
          <p:spPr>
            <a:xfrm rot="10800000">
              <a:off x="4668343" y="4283738"/>
              <a:ext cx="1230600" cy="45600"/>
            </a:xfrm>
            <a:prstGeom prst="roundRect">
              <a:avLst>
                <a:gd fmla="val 50000"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37"/>
            <p:cNvSpPr/>
            <p:nvPr/>
          </p:nvSpPr>
          <p:spPr>
            <a:xfrm>
              <a:off x="4926950" y="3681915"/>
              <a:ext cx="42900" cy="5943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 name="Google Shape;704;p37"/>
            <p:cNvSpPr/>
            <p:nvPr/>
          </p:nvSpPr>
          <p:spPr>
            <a:xfrm>
              <a:off x="3553042" y="1674645"/>
              <a:ext cx="3461100" cy="2014500"/>
            </a:xfrm>
            <a:prstGeom prst="roundRect">
              <a:avLst>
                <a:gd fmla="val 1882"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 name="Google Shape;705;p37"/>
            <p:cNvSpPr/>
            <p:nvPr/>
          </p:nvSpPr>
          <p:spPr>
            <a:xfrm>
              <a:off x="3553042" y="1657806"/>
              <a:ext cx="3461100" cy="2014500"/>
            </a:xfrm>
            <a:prstGeom prst="roundRect">
              <a:avLst>
                <a:gd fmla="val 1764"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706" name="Google Shape;706;p37"/>
          <p:cNvPicPr preferRelativeResize="0"/>
          <p:nvPr/>
        </p:nvPicPr>
        <p:blipFill rotWithShape="1">
          <a:blip r:embed="rId3">
            <a:alphaModFix/>
          </a:blip>
          <a:srcRect b="26215" l="45356" r="19582" t="50734"/>
          <a:stretch/>
        </p:blipFill>
        <p:spPr>
          <a:xfrm>
            <a:off x="4115130" y="1605638"/>
            <a:ext cx="3063300" cy="1745700"/>
          </a:xfrm>
          <a:prstGeom prst="rect">
            <a:avLst/>
          </a:prstGeom>
          <a:noFill/>
          <a:ln>
            <a:noFill/>
          </a:ln>
        </p:spPr>
      </p:pic>
      <p:sp>
        <p:nvSpPr>
          <p:cNvPr id="707" name="Google Shape;707;p37"/>
          <p:cNvSpPr/>
          <p:nvPr/>
        </p:nvSpPr>
        <p:spPr>
          <a:xfrm flipH="1">
            <a:off x="4114917" y="1606596"/>
            <a:ext cx="3063300" cy="17433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08" name="Google Shape;708;p37"/>
          <p:cNvGrpSpPr/>
          <p:nvPr/>
        </p:nvGrpSpPr>
        <p:grpSpPr>
          <a:xfrm>
            <a:off x="6762480" y="2546254"/>
            <a:ext cx="1024386" cy="1522884"/>
            <a:chOff x="6505573" y="2745170"/>
            <a:chExt cx="1122000" cy="1668000"/>
          </a:xfrm>
        </p:grpSpPr>
        <p:sp>
          <p:nvSpPr>
            <p:cNvPr id="709" name="Google Shape;709;p37"/>
            <p:cNvSpPr/>
            <p:nvPr/>
          </p:nvSpPr>
          <p:spPr>
            <a:xfrm>
              <a:off x="6517841" y="2745170"/>
              <a:ext cx="1109700" cy="1668000"/>
            </a:xfrm>
            <a:prstGeom prst="roundRect">
              <a:avLst>
                <a:gd fmla="val 5402" name="adj"/>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 name="Google Shape;710;p37"/>
            <p:cNvSpPr/>
            <p:nvPr/>
          </p:nvSpPr>
          <p:spPr>
            <a:xfrm rot="-5400000">
              <a:off x="6238873" y="3024453"/>
              <a:ext cx="1655400" cy="11220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 name="Google Shape;711;p37"/>
            <p:cNvSpPr/>
            <p:nvPr/>
          </p:nvSpPr>
          <p:spPr>
            <a:xfrm rot="-5400000">
              <a:off x="6238873" y="3012061"/>
              <a:ext cx="1655400" cy="11220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 name="Google Shape;712;p37"/>
            <p:cNvSpPr/>
            <p:nvPr/>
          </p:nvSpPr>
          <p:spPr>
            <a:xfrm>
              <a:off x="6954127" y="4329594"/>
              <a:ext cx="224700" cy="315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713" name="Google Shape;713;p37"/>
          <p:cNvPicPr preferRelativeResize="0"/>
          <p:nvPr/>
        </p:nvPicPr>
        <p:blipFill rotWithShape="1">
          <a:blip r:embed="rId3">
            <a:alphaModFix/>
          </a:blip>
          <a:srcRect b="16020" l="53168" r="26238" t="53058"/>
          <a:stretch/>
        </p:blipFill>
        <p:spPr>
          <a:xfrm>
            <a:off x="6762097" y="2613771"/>
            <a:ext cx="1024200" cy="1333200"/>
          </a:xfrm>
          <a:prstGeom prst="rect">
            <a:avLst/>
          </a:prstGeom>
          <a:noFill/>
          <a:ln>
            <a:noFill/>
          </a:ln>
        </p:spPr>
      </p:pic>
      <p:sp>
        <p:nvSpPr>
          <p:cNvPr id="714" name="Google Shape;714;p37"/>
          <p:cNvSpPr/>
          <p:nvPr/>
        </p:nvSpPr>
        <p:spPr>
          <a:xfrm flipH="1">
            <a:off x="6762011" y="2613990"/>
            <a:ext cx="1024200" cy="13332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15" name="Google Shape;715;p37"/>
          <p:cNvGrpSpPr/>
          <p:nvPr/>
        </p:nvGrpSpPr>
        <p:grpSpPr>
          <a:xfrm>
            <a:off x="6405845" y="3121897"/>
            <a:ext cx="520684" cy="1036470"/>
            <a:chOff x="9543736" y="4486132"/>
            <a:chExt cx="570300" cy="1135235"/>
          </a:xfrm>
        </p:grpSpPr>
        <p:sp>
          <p:nvSpPr>
            <p:cNvPr id="716" name="Google Shape;716;p37"/>
            <p:cNvSpPr/>
            <p:nvPr/>
          </p:nvSpPr>
          <p:spPr>
            <a:xfrm>
              <a:off x="9543736" y="4487212"/>
              <a:ext cx="570300" cy="1132800"/>
            </a:xfrm>
            <a:prstGeom prst="roundRect">
              <a:avLst>
                <a:gd fmla="val 5402" name="adj"/>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p37"/>
            <p:cNvSpPr/>
            <p:nvPr/>
          </p:nvSpPr>
          <p:spPr>
            <a:xfrm rot="-5400000">
              <a:off x="9265568" y="4772968"/>
              <a:ext cx="1126800" cy="5700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 name="Google Shape;718;p37"/>
            <p:cNvSpPr/>
            <p:nvPr/>
          </p:nvSpPr>
          <p:spPr>
            <a:xfrm rot="-5400000">
              <a:off x="9265568" y="4764532"/>
              <a:ext cx="1126800" cy="5700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 name="Google Shape;719;p37"/>
            <p:cNvSpPr/>
            <p:nvPr/>
          </p:nvSpPr>
          <p:spPr>
            <a:xfrm>
              <a:off x="9736876" y="5519757"/>
              <a:ext cx="186300" cy="303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720" name="Google Shape;720;p37"/>
          <p:cNvPicPr preferRelativeResize="0"/>
          <p:nvPr/>
        </p:nvPicPr>
        <p:blipFill rotWithShape="1">
          <a:blip r:embed="rId3">
            <a:alphaModFix/>
          </a:blip>
          <a:srcRect b="36734" l="41330" r="47980" t="42212"/>
          <a:stretch/>
        </p:blipFill>
        <p:spPr>
          <a:xfrm>
            <a:off x="6405412" y="3121559"/>
            <a:ext cx="520500" cy="888900"/>
          </a:xfrm>
          <a:prstGeom prst="round2SameRect">
            <a:avLst>
              <a:gd fmla="val 4129" name="adj1"/>
              <a:gd fmla="val 0" name="adj2"/>
            </a:avLst>
          </a:prstGeom>
          <a:noFill/>
          <a:ln>
            <a:noFill/>
          </a:ln>
        </p:spPr>
      </p:pic>
      <p:sp>
        <p:nvSpPr>
          <p:cNvPr id="721" name="Google Shape;721;p37"/>
          <p:cNvSpPr/>
          <p:nvPr/>
        </p:nvSpPr>
        <p:spPr>
          <a:xfrm flipH="1">
            <a:off x="6405284" y="3142709"/>
            <a:ext cx="520500" cy="8679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22" name="Google Shape;722;p37"/>
          <p:cNvGrpSpPr/>
          <p:nvPr/>
        </p:nvGrpSpPr>
        <p:grpSpPr>
          <a:xfrm>
            <a:off x="7564804" y="3443361"/>
            <a:ext cx="455496" cy="692277"/>
            <a:chOff x="7384375" y="3728000"/>
            <a:chExt cx="498900" cy="758244"/>
          </a:xfrm>
        </p:grpSpPr>
        <p:sp>
          <p:nvSpPr>
            <p:cNvPr id="723" name="Google Shape;723;p37"/>
            <p:cNvSpPr/>
            <p:nvPr/>
          </p:nvSpPr>
          <p:spPr>
            <a:xfrm rot="10800000">
              <a:off x="7475552" y="4233644"/>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37"/>
            <p:cNvSpPr/>
            <p:nvPr/>
          </p:nvSpPr>
          <p:spPr>
            <a:xfrm rot="5400000">
              <a:off x="7506587" y="4276887"/>
              <a:ext cx="140700" cy="201900"/>
            </a:xfrm>
            <a:prstGeom prst="triangle">
              <a:avLst>
                <a:gd fmla="val 27359"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37"/>
            <p:cNvSpPr/>
            <p:nvPr/>
          </p:nvSpPr>
          <p:spPr>
            <a:xfrm>
              <a:off x="7475548" y="3728000"/>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 name="Google Shape;726;p37"/>
            <p:cNvSpPr/>
            <p:nvPr/>
          </p:nvSpPr>
          <p:spPr>
            <a:xfrm>
              <a:off x="7384375" y="3860325"/>
              <a:ext cx="498900" cy="498900"/>
            </a:xfrm>
            <a:prstGeom prst="ellipse">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27" name="Google Shape;727;p37"/>
          <p:cNvGrpSpPr/>
          <p:nvPr/>
        </p:nvGrpSpPr>
        <p:grpSpPr>
          <a:xfrm>
            <a:off x="7564836" y="3561758"/>
            <a:ext cx="478081" cy="462776"/>
            <a:chOff x="7384385" y="3857442"/>
            <a:chExt cx="523637" cy="506874"/>
          </a:xfrm>
        </p:grpSpPr>
        <p:sp>
          <p:nvSpPr>
            <p:cNvPr id="728" name="Google Shape;728;p37"/>
            <p:cNvSpPr/>
            <p:nvPr/>
          </p:nvSpPr>
          <p:spPr>
            <a:xfrm>
              <a:off x="7384385" y="3865416"/>
              <a:ext cx="498900" cy="498900"/>
            </a:xfrm>
            <a:prstGeom prst="ellipse">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29" name="Google Shape;729;p37"/>
            <p:cNvGrpSpPr/>
            <p:nvPr/>
          </p:nvGrpSpPr>
          <p:grpSpPr>
            <a:xfrm>
              <a:off x="7384385" y="3857442"/>
              <a:ext cx="523637" cy="498900"/>
              <a:chOff x="7384385" y="3857442"/>
              <a:chExt cx="523637" cy="498900"/>
            </a:xfrm>
          </p:grpSpPr>
          <p:sp>
            <p:nvSpPr>
              <p:cNvPr id="730" name="Google Shape;730;p37"/>
              <p:cNvSpPr/>
              <p:nvPr/>
            </p:nvSpPr>
            <p:spPr>
              <a:xfrm>
                <a:off x="7384385" y="3857442"/>
                <a:ext cx="498900" cy="4989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 name="Google Shape;731;p37"/>
              <p:cNvSpPr/>
              <p:nvPr/>
            </p:nvSpPr>
            <p:spPr>
              <a:xfrm>
                <a:off x="7856422" y="4081138"/>
                <a:ext cx="51600" cy="51600"/>
              </a:xfrm>
              <a:prstGeom prst="flowChartDelay">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pic>
        <p:nvPicPr>
          <p:cNvPr descr="offset_comp_342327_edited.jpg" id="732" name="Google Shape;732;p37"/>
          <p:cNvPicPr preferRelativeResize="0"/>
          <p:nvPr/>
        </p:nvPicPr>
        <p:blipFill rotWithShape="1">
          <a:blip r:embed="rId3">
            <a:alphaModFix/>
          </a:blip>
          <a:srcRect b="36558" l="48584" r="37425" t="47335"/>
          <a:stretch/>
        </p:blipFill>
        <p:spPr>
          <a:xfrm>
            <a:off x="7591905" y="3590541"/>
            <a:ext cx="400500" cy="399300"/>
          </a:xfrm>
          <a:prstGeom prst="ellipse">
            <a:avLst/>
          </a:prstGeom>
          <a:noFill/>
          <a:ln cap="flat" cmpd="sng" w="9525">
            <a:solidFill>
              <a:srgbClr val="FFFFFF"/>
            </a:solidFill>
            <a:prstDash val="solid"/>
            <a:round/>
            <a:headEnd len="sm" w="sm" type="none"/>
            <a:tailEnd len="sm" w="sm" type="none"/>
          </a:ln>
        </p:spPr>
      </p:pic>
      <p:grpSp>
        <p:nvGrpSpPr>
          <p:cNvPr id="733" name="Google Shape;733;p37"/>
          <p:cNvGrpSpPr/>
          <p:nvPr/>
        </p:nvGrpSpPr>
        <p:grpSpPr>
          <a:xfrm>
            <a:off x="8110843" y="3443361"/>
            <a:ext cx="435785" cy="692277"/>
            <a:chOff x="7982421" y="3727763"/>
            <a:chExt cx="477311" cy="758244"/>
          </a:xfrm>
        </p:grpSpPr>
        <p:sp>
          <p:nvSpPr>
            <p:cNvPr id="734" name="Google Shape;734;p37"/>
            <p:cNvSpPr/>
            <p:nvPr/>
          </p:nvSpPr>
          <p:spPr>
            <a:xfrm>
              <a:off x="8054507" y="3728825"/>
              <a:ext cx="316500" cy="756600"/>
            </a:xfrm>
            <a:prstGeom prst="roundRect">
              <a:avLst>
                <a:gd fmla="val 15418" name="adj"/>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p37"/>
            <p:cNvSpPr/>
            <p:nvPr/>
          </p:nvSpPr>
          <p:spPr>
            <a:xfrm rot="10800000">
              <a:off x="8054264" y="4233407"/>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 name="Google Shape;736;p37"/>
            <p:cNvSpPr/>
            <p:nvPr/>
          </p:nvSpPr>
          <p:spPr>
            <a:xfrm rot="5400000">
              <a:off x="8085300" y="4276650"/>
              <a:ext cx="140700" cy="201900"/>
            </a:xfrm>
            <a:prstGeom prst="triangle">
              <a:avLst>
                <a:gd fmla="val 27359"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 name="Google Shape;737;p37"/>
            <p:cNvSpPr/>
            <p:nvPr/>
          </p:nvSpPr>
          <p:spPr>
            <a:xfrm>
              <a:off x="8054261" y="3727763"/>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 name="Google Shape;738;p37"/>
            <p:cNvSpPr/>
            <p:nvPr/>
          </p:nvSpPr>
          <p:spPr>
            <a:xfrm>
              <a:off x="7991115" y="3866003"/>
              <a:ext cx="434400" cy="486900"/>
            </a:xfrm>
            <a:prstGeom prst="roundRect">
              <a:avLst>
                <a:gd fmla="val 12273" name="adj"/>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 name="Google Shape;739;p37"/>
            <p:cNvSpPr/>
            <p:nvPr/>
          </p:nvSpPr>
          <p:spPr>
            <a:xfrm>
              <a:off x="7982425" y="3884047"/>
              <a:ext cx="451800" cy="499800"/>
            </a:xfrm>
            <a:prstGeom prst="roundRect">
              <a:avLst>
                <a:gd fmla="val 10240" name="adj"/>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37"/>
            <p:cNvSpPr/>
            <p:nvPr/>
          </p:nvSpPr>
          <p:spPr>
            <a:xfrm>
              <a:off x="8408132" y="4081081"/>
              <a:ext cx="51600" cy="51600"/>
            </a:xfrm>
            <a:prstGeom prst="flowChartDelay">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 name="Google Shape;741;p37"/>
            <p:cNvSpPr/>
            <p:nvPr/>
          </p:nvSpPr>
          <p:spPr>
            <a:xfrm>
              <a:off x="7982421" y="3863888"/>
              <a:ext cx="451800" cy="513900"/>
            </a:xfrm>
            <a:prstGeom prst="roundRect">
              <a:avLst>
                <a:gd fmla="val 10240"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742" name="Google Shape;742;p37"/>
          <p:cNvPicPr preferRelativeResize="0"/>
          <p:nvPr/>
        </p:nvPicPr>
        <p:blipFill rotWithShape="1">
          <a:blip r:embed="rId3">
            <a:alphaModFix/>
          </a:blip>
          <a:srcRect b="27092" l="49668" r="37352" t="55916"/>
          <a:stretch/>
        </p:blipFill>
        <p:spPr>
          <a:xfrm>
            <a:off x="8127235" y="3586562"/>
            <a:ext cx="379200" cy="429900"/>
          </a:xfrm>
          <a:prstGeom prst="roundRect">
            <a:avLst>
              <a:gd fmla="val 7794" name="adj"/>
            </a:avLst>
          </a:prstGeom>
          <a:noFill/>
          <a:ln cap="flat" cmpd="sng" w="9525">
            <a:solidFill>
              <a:srgbClr val="FFFFFF"/>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Focus">
  <a:themeElements>
    <a:clrScheme name="Focus">
      <a:dk1>
        <a:srgbClr val="1B212C"/>
      </a:dk1>
      <a:lt1>
        <a:srgbClr val="FFFFFF"/>
      </a:lt1>
      <a:dk2>
        <a:srgbClr val="D9D9D9"/>
      </a:dk2>
      <a:lt2>
        <a:srgbClr val="82C7A5"/>
      </a:lt2>
      <a:accent1>
        <a:srgbClr val="0145AC"/>
      </a:accent1>
      <a:accent2>
        <a:srgbClr val="EECE1A"/>
      </a:accent2>
      <a:accent3>
        <a:srgbClr val="4E5567"/>
      </a:accent3>
      <a:accent4>
        <a:srgbClr val="F4D6AD"/>
      </a:accent4>
      <a:accent5>
        <a:srgbClr val="7890CD"/>
      </a:accent5>
      <a:accent6>
        <a:srgbClr val="F15E22"/>
      </a:accent6>
      <a:hlink>
        <a:srgbClr val="7890CD"/>
      </a:hlink>
      <a:folHlink>
        <a:srgbClr val="7890C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