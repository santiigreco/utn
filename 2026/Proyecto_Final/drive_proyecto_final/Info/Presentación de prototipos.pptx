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Montserrat"/>
      <p:regular r:id="rId31"/>
      <p:bold r:id="rId32"/>
      <p:italic r:id="rId33"/>
      <p:boldItalic r:id="rId34"/>
    </p:embeddedFont>
    <p:embeddedFont>
      <p:font typeface="Lato"/>
      <p:regular r:id="rId35"/>
      <p:bold r:id="rId36"/>
      <p:italic r:id="rId37"/>
      <p:boldItalic r:id="rId38"/>
    </p:embeddedFont>
    <p:embeddedFont>
      <p:font typeface="Average"/>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Average-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f87997393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f87997393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96f539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96f539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7997393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7997393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f87997393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f87997393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87997393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87997393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f87997393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f87997393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f87997393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f87997393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8799739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8799739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f87997393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f87997393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f8799739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f8799739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f87997393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f87997393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f87997393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f87997393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f87997393_0_1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f87997393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f8799739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f8799739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slide" Target="/ppt/slides/slide19.xml"/><Relationship Id="rId13" Type="http://schemas.openxmlformats.org/officeDocument/2006/relationships/slide" Target="/ppt/slides/slide4.xml"/><Relationship Id="rId12" Type="http://schemas.openxmlformats.org/officeDocument/2006/relationships/slide" Target="/ppt/slides/slide3.xm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11.xml"/><Relationship Id="rId4" Type="http://schemas.openxmlformats.org/officeDocument/2006/relationships/slide" Target="/ppt/slides/slide12.xml"/><Relationship Id="rId9" Type="http://schemas.openxmlformats.org/officeDocument/2006/relationships/slide" Target="/ppt/slides/slide17.xml"/><Relationship Id="rId15" Type="http://schemas.openxmlformats.org/officeDocument/2006/relationships/slide" Target="/ppt/slides/slide6.xml"/><Relationship Id="rId14" Type="http://schemas.openxmlformats.org/officeDocument/2006/relationships/slide" Target="/ppt/slides/slide5.xml"/><Relationship Id="rId17" Type="http://schemas.openxmlformats.org/officeDocument/2006/relationships/slide" Target="/ppt/slides/slide10.xml"/><Relationship Id="rId16" Type="http://schemas.openxmlformats.org/officeDocument/2006/relationships/slide" Target="/ppt/slides/slide9.xml"/><Relationship Id="rId5" Type="http://schemas.openxmlformats.org/officeDocument/2006/relationships/slide" Target="/ppt/slides/slide13.xml"/><Relationship Id="rId6" Type="http://schemas.openxmlformats.org/officeDocument/2006/relationships/slide" Target="/ppt/slides/slide14.xml"/><Relationship Id="rId7" Type="http://schemas.openxmlformats.org/officeDocument/2006/relationships/slide" Target="/ppt/slides/slide15.xml"/><Relationship Id="rId8" Type="http://schemas.openxmlformats.org/officeDocument/2006/relationships/slide" Target="/ppt/slid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4.jpg"/><Relationship Id="rId6"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prototipos</a:t>
            </a:r>
            <a:endParaRPr/>
          </a:p>
        </p:txBody>
      </p:sp>
      <p:sp>
        <p:nvSpPr>
          <p:cNvPr id="229" name="Google Shape;229;p17"/>
          <p:cNvSpPr txBox="1"/>
          <p:nvPr>
            <p:ph idx="1" type="subTitle"/>
          </p:nvPr>
        </p:nvSpPr>
        <p:spPr>
          <a:xfrm>
            <a:off x="5083950" y="3924925"/>
            <a:ext cx="3989400" cy="50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La mejor herramienta de marketing para tu negocio.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1297500" y="1132625"/>
            <a:ext cx="703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Índice</a:t>
            </a:r>
            <a:endParaRPr sz="2400">
              <a:solidFill>
                <a:srgbClr val="FFFFFF"/>
              </a:solidFill>
              <a:latin typeface="Montserrat"/>
              <a:ea typeface="Montserrat"/>
              <a:cs typeface="Montserrat"/>
              <a:sym typeface="Montserrat"/>
            </a:endParaRPr>
          </a:p>
        </p:txBody>
      </p:sp>
      <p:sp>
        <p:nvSpPr>
          <p:cNvPr id="235" name="Google Shape;235;p18"/>
          <p:cNvSpPr txBox="1"/>
          <p:nvPr/>
        </p:nvSpPr>
        <p:spPr>
          <a:xfrm>
            <a:off x="4443275" y="2064600"/>
            <a:ext cx="2796600" cy="20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3">
                  <a:extLst>
                    <a:ext uri="{A12FA001-AC4F-418D-AE19-62706E023703}">
                      <ahyp:hlinkClr val="tx"/>
                    </a:ext>
                  </a:extLst>
                </a:hlinkClick>
              </a:rPr>
              <a:t>Presentación de Escribe aquí tu texto</a:t>
            </a:r>
            <a:endParaRPr sz="1800">
              <a:solidFill>
                <a:srgbClr val="FFFFFF"/>
              </a:solidFill>
              <a:latin typeface="Average"/>
              <a:ea typeface="Average"/>
              <a:cs typeface="Average"/>
              <a:sym typeface="Average"/>
            </a:endParaRPr>
          </a:p>
          <a:p>
            <a:pPr indent="0" lvl="0" marL="0" rtl="0" algn="l">
              <a:lnSpc>
                <a:spcPct val="150000"/>
              </a:lnSpc>
              <a:spcBef>
                <a:spcPts val="900"/>
              </a:spcBef>
              <a:spcAft>
                <a:spcPts val="0"/>
              </a:spcAft>
              <a:buNone/>
            </a:pPr>
            <a:r>
              <a:rPr lang="es" sz="700">
                <a:solidFill>
                  <a:srgbClr val="FFFFFF"/>
                </a:solidFill>
                <a:uFill>
                  <a:noFill/>
                </a:uFill>
                <a:latin typeface="Montserrat"/>
                <a:ea typeface="Montserrat"/>
                <a:cs typeface="Montserrat"/>
                <a:sym typeface="Montserrat"/>
                <a:hlinkClick action="ppaction://hlinksldjump" r:id="rId4">
                  <a:extLst>
                    <a:ext uri="{A12FA001-AC4F-418D-AE19-62706E023703}">
                      <ahyp:hlinkClr val="tx"/>
                    </a:ext>
                  </a:extLst>
                </a:hlinkClick>
              </a:rPr>
              <a:t> Foco en ordenadores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5">
                  <a:extLst>
                    <a:ext uri="{A12FA001-AC4F-418D-AE19-62706E023703}">
                      <ahyp:hlinkClr val="tx"/>
                    </a:ext>
                  </a:extLst>
                </a:hlinkClick>
              </a:rPr>
              <a:t> Foco en móviles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6">
                  <a:extLst>
                    <a:ext uri="{A12FA001-AC4F-418D-AE19-62706E023703}">
                      <ahyp:hlinkClr val="tx"/>
                    </a:ext>
                  </a:extLst>
                </a:hlinkClick>
              </a:rPr>
              <a:t> Foco en móviles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7">
                  <a:extLst>
                    <a:ext uri="{A12FA001-AC4F-418D-AE19-62706E023703}">
                      <ahyp:hlinkClr val="tx"/>
                    </a:ext>
                  </a:extLst>
                </a:hlinkClick>
              </a:rPr>
              <a:t> Foco en wearables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8">
                  <a:extLst>
                    <a:ext uri="{A12FA001-AC4F-418D-AE19-62706E023703}">
                      <ahyp:hlinkClr val="tx"/>
                    </a:ext>
                  </a:extLst>
                </a:hlinkClick>
              </a:rPr>
              <a:t> Foco en tablets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9">
                  <a:extLst>
                    <a:ext uri="{A12FA001-AC4F-418D-AE19-62706E023703}">
                      <ahyp:hlinkClr val="tx"/>
                    </a:ext>
                  </a:extLst>
                </a:hlinkClick>
              </a:rPr>
              <a:t> Foco en tablets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10">
                  <a:extLst>
                    <a:ext uri="{A12FA001-AC4F-418D-AE19-62706E023703}">
                      <ahyp:hlinkClr val="tx"/>
                    </a:ext>
                  </a:extLst>
                </a:hlinkClick>
              </a:rPr>
              <a:t> Foco en wearables</a:t>
            </a:r>
            <a:endParaRPr sz="1800">
              <a:solidFill>
                <a:srgbClr val="FFFFFF"/>
              </a:solidFill>
              <a:latin typeface="Average"/>
              <a:ea typeface="Average"/>
              <a:cs typeface="Average"/>
              <a:sym typeface="Average"/>
            </a:endParaRPr>
          </a:p>
          <a:p>
            <a:pPr indent="0" lvl="0" marL="0" rtl="0" algn="l">
              <a:spcBef>
                <a:spcPts val="1300"/>
              </a:spcBef>
              <a:spcAft>
                <a:spcPts val="0"/>
              </a:spcAft>
              <a:buNone/>
            </a:pPr>
            <a:r>
              <a:rPr lang="es">
                <a:solidFill>
                  <a:srgbClr val="FFFFFF"/>
                </a:solidFill>
                <a:uFill>
                  <a:noFill/>
                </a:uFill>
                <a:latin typeface="Montserrat"/>
                <a:ea typeface="Montserrat"/>
                <a:cs typeface="Montserrat"/>
                <a:sym typeface="Montserrat"/>
                <a:hlinkClick action="ppaction://hlinksldjump" r:id="rId11">
                  <a:extLst>
                    <a:ext uri="{A12FA001-AC4F-418D-AE19-62706E023703}">
                      <ahyp:hlinkClr val="tx"/>
                    </a:ext>
                  </a:extLst>
                </a:hlinkClick>
              </a:rPr>
              <a:t>Cronología del proyecto</a:t>
            </a:r>
            <a:endParaRPr sz="1800">
              <a:solidFill>
                <a:srgbClr val="FFFFFF"/>
              </a:solidFill>
              <a:latin typeface="Average"/>
              <a:ea typeface="Average"/>
              <a:cs typeface="Average"/>
              <a:sym typeface="Average"/>
            </a:endParaRPr>
          </a:p>
        </p:txBody>
      </p:sp>
      <p:sp>
        <p:nvSpPr>
          <p:cNvPr id="236" name="Google Shape;236;p18"/>
          <p:cNvSpPr txBox="1"/>
          <p:nvPr/>
        </p:nvSpPr>
        <p:spPr>
          <a:xfrm>
            <a:off x="1294300" y="2064601"/>
            <a:ext cx="3018300" cy="202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12">
                  <a:extLst>
                    <a:ext uri="{A12FA001-AC4F-418D-AE19-62706E023703}">
                      <ahyp:hlinkClr val="tx"/>
                    </a:ext>
                  </a:extLst>
                </a:hlinkClick>
              </a:rPr>
              <a:t>Visión general</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3">
                  <a:extLst>
                    <a:ext uri="{A12FA001-AC4F-418D-AE19-62706E023703}">
                      <ahyp:hlinkClr val="tx"/>
                    </a:ext>
                  </a:extLst>
                </a:hlinkClick>
              </a:rPr>
              <a:t>Análisis de los problemas</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4">
                  <a:extLst>
                    <a:ext uri="{A12FA001-AC4F-418D-AE19-62706E023703}">
                      <ahyp:hlinkClr val="tx"/>
                    </a:ext>
                  </a:extLst>
                </a:hlinkClick>
              </a:rPr>
              <a:t>Objetivo del proyecto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5">
                  <a:extLst>
                    <a:ext uri="{A12FA001-AC4F-418D-AE19-62706E023703}">
                      <ahyp:hlinkClr val="tx"/>
                    </a:ext>
                  </a:extLst>
                </a:hlinkClick>
              </a:rPr>
              <a:t>Audiencia objetivo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6">
                  <a:extLst>
                    <a:ext uri="{A12FA001-AC4F-418D-AE19-62706E023703}">
                      <ahyp:hlinkClr val="tx"/>
                    </a:ext>
                  </a:extLst>
                </a:hlinkClick>
              </a:rPr>
              <a:t>Tendencias de mercado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900"/>
              </a:spcAft>
              <a:buNone/>
            </a:pPr>
            <a:r>
              <a:rPr lang="es">
                <a:solidFill>
                  <a:srgbClr val="FFFFFF"/>
                </a:solidFill>
                <a:uFill>
                  <a:noFill/>
                </a:uFill>
                <a:latin typeface="Montserrat"/>
                <a:ea typeface="Montserrat"/>
                <a:cs typeface="Montserrat"/>
                <a:sym typeface="Montserrat"/>
                <a:hlinkClick action="ppaction://hlinksldjump" r:id="rId17">
                  <a:extLst>
                    <a:ext uri="{A12FA001-AC4F-418D-AE19-62706E023703}">
                      <ahyp:hlinkClr val="tx"/>
                    </a:ext>
                  </a:extLst>
                </a:hlinkClick>
              </a:rPr>
              <a:t>Diagrama de ciclo</a:t>
            </a:r>
            <a:endParaRPr sz="1800">
              <a:solidFill>
                <a:srgbClr val="FFFFFF"/>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Visión general</a:t>
            </a:r>
            <a:endParaRPr/>
          </a:p>
        </p:txBody>
      </p:sp>
      <p:sp>
        <p:nvSpPr>
          <p:cNvPr id="242" name="Google Shape;242;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a:t>
            </a:r>
            <a:r>
              <a:rPr lang="es"/>
              <a:t>. </a:t>
            </a:r>
            <a:endParaRPr/>
          </a:p>
          <a:p>
            <a:pPr indent="0" lvl="0" marL="0" rtl="0" algn="l">
              <a:spcBef>
                <a:spcPts val="1600"/>
              </a:spcBef>
              <a:spcAft>
                <a:spcPts val="0"/>
              </a:spcAft>
              <a:buNone/>
            </a:pPr>
            <a:r>
              <a:rPr lang="es"/>
              <a:t>Escribe aquí tu texto </a:t>
            </a: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r>
              <a:rPr lang="es"/>
              <a:t>.</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Análisis de los problemas</a:t>
            </a:r>
            <a:endParaRPr/>
          </a:p>
        </p:txBody>
      </p:sp>
      <p:sp>
        <p:nvSpPr>
          <p:cNvPr id="248" name="Google Shape;248;p20"/>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01</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49" name="Google Shape;249;p20"/>
          <p:cNvSpPr txBox="1"/>
          <p:nvPr>
            <p:ph idx="1" type="body"/>
          </p:nvPr>
        </p:nvSpPr>
        <p:spPr>
          <a:xfrm>
            <a:off x="2030400" y="1743675"/>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a:t>
            </a:r>
            <a:r>
              <a:rPr lang="es"/>
              <a:t>Escribe aquí tu texto Escribe aquí tu texto Escribe aquí tu texto Escribe aquí tu texto Escribe aquí tu texto Escribe aquí tu texto Escribe aquí tu texto</a:t>
            </a:r>
            <a:r>
              <a:rPr lang="es">
                <a:solidFill>
                  <a:srgbClr val="FFFFFF"/>
                </a:solidFill>
              </a:rPr>
              <a:t>.</a:t>
            </a:r>
            <a:endParaRPr>
              <a:solidFill>
                <a:srgbClr val="FFFFFF"/>
              </a:solidFill>
            </a:endParaRPr>
          </a:p>
        </p:txBody>
      </p:sp>
      <p:sp>
        <p:nvSpPr>
          <p:cNvPr id="250" name="Google Shape;250;p20"/>
          <p:cNvSpPr txBox="1"/>
          <p:nvPr/>
        </p:nvSpPr>
        <p:spPr>
          <a:xfrm>
            <a:off x="1297500" y="2658481"/>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02</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51" name="Google Shape;251;p20"/>
          <p:cNvSpPr txBox="1"/>
          <p:nvPr>
            <p:ph idx="1" type="body"/>
          </p:nvPr>
        </p:nvSpPr>
        <p:spPr>
          <a:xfrm>
            <a:off x="2030400" y="265851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
        <p:nvSpPr>
          <p:cNvPr id="252" name="Google Shape;252;p20"/>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03</a:t>
            </a:r>
            <a:endParaRPr sz="1300">
              <a:solidFill>
                <a:srgbClr val="FFFFFF"/>
              </a:solidFill>
            </a:endParaRPr>
          </a:p>
        </p:txBody>
      </p:sp>
      <p:sp>
        <p:nvSpPr>
          <p:cNvPr id="253" name="Google Shape;253;p20"/>
          <p:cNvSpPr txBox="1"/>
          <p:nvPr>
            <p:ph idx="1" type="body"/>
          </p:nvPr>
        </p:nvSpPr>
        <p:spPr>
          <a:xfrm>
            <a:off x="2030400" y="357336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Objetivo del proyecto</a:t>
            </a:r>
            <a:endParaRPr/>
          </a:p>
        </p:txBody>
      </p:sp>
      <p:sp>
        <p:nvSpPr>
          <p:cNvPr id="259" name="Google Shape;259;p21"/>
          <p:cNvSpPr txBox="1"/>
          <p:nvPr>
            <p:ph idx="1" type="body"/>
          </p:nvPr>
        </p:nvSpPr>
        <p:spPr>
          <a:xfrm>
            <a:off x="4018025" y="1567550"/>
            <a:ext cx="4318500" cy="1766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Audiencia objetivo</a:t>
            </a:r>
            <a:endParaRPr/>
          </a:p>
        </p:txBody>
      </p:sp>
      <p:sp>
        <p:nvSpPr>
          <p:cNvPr id="265" name="Google Shape;265;p22"/>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p>
        </p:txBody>
      </p:sp>
      <p:pic>
        <p:nvPicPr>
          <p:cNvPr descr="offset_comp_267026.jpg" id="266" name="Google Shape;266;p22"/>
          <p:cNvPicPr preferRelativeResize="0"/>
          <p:nvPr/>
        </p:nvPicPr>
        <p:blipFill rotWithShape="1">
          <a:blip r:embed="rId3">
            <a:alphaModFix/>
          </a:blip>
          <a:srcRect b="-6208" l="39741" r="17180" t="41471"/>
          <a:stretch/>
        </p:blipFill>
        <p:spPr>
          <a:xfrm rot="-5400000">
            <a:off x="5710147" y="2704980"/>
            <a:ext cx="2431500" cy="2436000"/>
          </a:xfrm>
          <a:prstGeom prst="diagStripe">
            <a:avLst>
              <a:gd fmla="val 50445" name="adj"/>
            </a:avLst>
          </a:prstGeom>
          <a:noFill/>
          <a:ln>
            <a:noFill/>
          </a:ln>
        </p:spPr>
      </p:pic>
      <p:pic>
        <p:nvPicPr>
          <p:cNvPr descr="offset_comp_457517_edited2.jpg" id="267" name="Google Shape;267;p22"/>
          <p:cNvPicPr preferRelativeResize="0"/>
          <p:nvPr/>
        </p:nvPicPr>
        <p:blipFill rotWithShape="1">
          <a:blip r:embed="rId4">
            <a:alphaModFix/>
          </a:blip>
          <a:srcRect b="-10134" l="28500" r="21978" t="35784"/>
          <a:stretch/>
        </p:blipFill>
        <p:spPr>
          <a:xfrm rot="-5400000">
            <a:off x="5718946" y="1338207"/>
            <a:ext cx="2504700" cy="2509500"/>
          </a:xfrm>
          <a:prstGeom prst="diagStripe">
            <a:avLst>
              <a:gd fmla="val 50445" name="adj"/>
            </a:avLst>
          </a:prstGeom>
          <a:noFill/>
          <a:ln>
            <a:noFill/>
          </a:ln>
        </p:spPr>
      </p:pic>
      <p:pic>
        <p:nvPicPr>
          <p:cNvPr descr="offset_comp_442889_edtied2.jpg" id="268" name="Google Shape;268;p22"/>
          <p:cNvPicPr preferRelativeResize="0"/>
          <p:nvPr/>
        </p:nvPicPr>
        <p:blipFill rotWithShape="1">
          <a:blip r:embed="rId5">
            <a:alphaModFix/>
          </a:blip>
          <a:srcRect b="15477" l="23926" r="30743" t="16464"/>
          <a:stretch/>
        </p:blipFill>
        <p:spPr>
          <a:xfrm rot="5400000">
            <a:off x="6637386" y="2137210"/>
            <a:ext cx="2504700" cy="2509500"/>
          </a:xfrm>
          <a:prstGeom prst="diagStripe">
            <a:avLst>
              <a:gd fmla="val 50445" name="adj"/>
            </a:avLst>
          </a:prstGeom>
          <a:noFill/>
          <a:ln>
            <a:noFill/>
          </a:ln>
        </p:spPr>
      </p:pic>
      <p:sp>
        <p:nvSpPr>
          <p:cNvPr id="269" name="Google Shape;269;p22"/>
          <p:cNvSpPr/>
          <p:nvPr/>
        </p:nvSpPr>
        <p:spPr>
          <a:xfrm>
            <a:off x="7040600" y="3923575"/>
            <a:ext cx="2106350" cy="1222450"/>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1</a:t>
            </a:r>
            <a:endParaRPr sz="1000"/>
          </a:p>
        </p:txBody>
      </p:sp>
      <p:sp>
        <p:nvSpPr>
          <p:cNvPr id="275" name="Google Shape;275;p23"/>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276" name="Google Shape;276;p23"/>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277" name="Google Shape;277;p23"/>
          <p:cNvGrpSpPr/>
          <p:nvPr/>
        </p:nvGrpSpPr>
        <p:grpSpPr>
          <a:xfrm>
            <a:off x="1359550" y="3154500"/>
            <a:ext cx="1018200" cy="1018200"/>
            <a:chOff x="1359550" y="3154500"/>
            <a:chExt cx="1018200" cy="1018200"/>
          </a:xfrm>
        </p:grpSpPr>
        <p:sp>
          <p:nvSpPr>
            <p:cNvPr id="278" name="Google Shape;278;p23"/>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3"/>
          <p:cNvSpPr txBox="1"/>
          <p:nvPr/>
        </p:nvSpPr>
        <p:spPr>
          <a:xfrm>
            <a:off x="130322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3" name="Google Shape;283;p23"/>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84" name="Google Shape;284;p23"/>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9" name="Google Shape;289;p23"/>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0" name="Google Shape;290;p23"/>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95" name="Google Shape;295;p23"/>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6" name="Google Shape;296;p23"/>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01" name="Google Shape;301;p23"/>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442889_edtied2.jpg" id="302" name="Google Shape;302;p23"/>
          <p:cNvPicPr preferRelativeResize="0"/>
          <p:nvPr/>
        </p:nvPicPr>
        <p:blipFill rotWithShape="1">
          <a:blip r:embed="rId3">
            <a:alphaModFix/>
          </a:blip>
          <a:srcRect b="12950" l="40835" r="22818" t="36463"/>
          <a:stretch/>
        </p:blipFill>
        <p:spPr>
          <a:xfrm rot="10800000">
            <a:off x="6240280" y="5276"/>
            <a:ext cx="2898000" cy="2691600"/>
          </a:xfrm>
          <a:prstGeom prst="rtTriangl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2</a:t>
            </a:r>
            <a:endParaRPr sz="1000"/>
          </a:p>
        </p:txBody>
      </p:sp>
      <p:sp>
        <p:nvSpPr>
          <p:cNvPr id="308" name="Google Shape;308;p24"/>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309" name="Google Shape;309;p24"/>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310" name="Google Shape;310;p24"/>
          <p:cNvGrpSpPr/>
          <p:nvPr/>
        </p:nvGrpSpPr>
        <p:grpSpPr>
          <a:xfrm>
            <a:off x="1359550" y="3154500"/>
            <a:ext cx="1018200" cy="1018200"/>
            <a:chOff x="1359550" y="3154500"/>
            <a:chExt cx="1018200" cy="1018200"/>
          </a:xfrm>
        </p:grpSpPr>
        <p:sp>
          <p:nvSpPr>
            <p:cNvPr id="311" name="Google Shape;311;p24"/>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4"/>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4"/>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4"/>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24"/>
          <p:cNvSpPr txBox="1"/>
          <p:nvPr/>
        </p:nvSpPr>
        <p:spPr>
          <a:xfrm>
            <a:off x="130327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16" name="Google Shape;316;p24"/>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17" name="Google Shape;317;p24"/>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4"/>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2" name="Google Shape;322;p24"/>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3" name="Google Shape;323;p24"/>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8" name="Google Shape;328;p24"/>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9" name="Google Shape;329;p24"/>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34" name="Google Shape;334;p24"/>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267026.jpg" id="335" name="Google Shape;335;p24"/>
          <p:cNvPicPr preferRelativeResize="0"/>
          <p:nvPr/>
        </p:nvPicPr>
        <p:blipFill rotWithShape="1">
          <a:blip r:embed="rId3">
            <a:alphaModFix/>
          </a:blip>
          <a:srcRect b="8201" l="26515" r="26313" t="26083"/>
          <a:stretch/>
        </p:blipFill>
        <p:spPr>
          <a:xfrm rot="10800000">
            <a:off x="6238025" y="7367"/>
            <a:ext cx="2898000" cy="2691600"/>
          </a:xfrm>
          <a:prstGeom prst="rtTriangl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Tendencias de mercado</a:t>
            </a:r>
            <a:endParaRPr/>
          </a:p>
        </p:txBody>
      </p:sp>
      <p:sp>
        <p:nvSpPr>
          <p:cNvPr id="341" name="Google Shape;341;p25"/>
          <p:cNvSpPr txBox="1"/>
          <p:nvPr>
            <p:ph idx="1" type="body"/>
          </p:nvPr>
        </p:nvSpPr>
        <p:spPr>
          <a:xfrm>
            <a:off x="1297500" y="1567550"/>
            <a:ext cx="70389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a:t>
            </a:r>
            <a:r>
              <a:rPr lang="es"/>
              <a:t>Escribe aquí tu texto Escribe aquí tu texto Escribe aquí tu texto Escribe aquí tu texto Escribe aquí tu texto Escribe aquí tu texto</a:t>
            </a:r>
            <a:r>
              <a:rPr lang="es">
                <a:solidFill>
                  <a:srgbClr val="FFFFFF"/>
                </a:solidFill>
              </a:rPr>
              <a:t>.</a:t>
            </a:r>
            <a:endParaRPr/>
          </a:p>
        </p:txBody>
      </p:sp>
      <p:grpSp>
        <p:nvGrpSpPr>
          <p:cNvPr id="342" name="Google Shape;342;p25"/>
          <p:cNvGrpSpPr/>
          <p:nvPr/>
        </p:nvGrpSpPr>
        <p:grpSpPr>
          <a:xfrm>
            <a:off x="1291075" y="2784155"/>
            <a:ext cx="2080082" cy="2043771"/>
            <a:chOff x="1291075" y="2784155"/>
            <a:chExt cx="2080082" cy="2043771"/>
          </a:xfrm>
        </p:grpSpPr>
        <p:sp>
          <p:nvSpPr>
            <p:cNvPr id="343" name="Google Shape;343;p25"/>
            <p:cNvSpPr txBox="1"/>
            <p:nvPr/>
          </p:nvSpPr>
          <p:spPr>
            <a:xfrm>
              <a:off x="1729257"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44" name="Google Shape;344;p25"/>
            <p:cNvSpPr txBox="1"/>
            <p:nvPr/>
          </p:nvSpPr>
          <p:spPr>
            <a:xfrm>
              <a:off x="21636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45" name="Google Shape;345;p25"/>
            <p:cNvSpPr txBox="1"/>
            <p:nvPr/>
          </p:nvSpPr>
          <p:spPr>
            <a:xfrm>
              <a:off x="25980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46" name="Google Shape;346;p25"/>
            <p:cNvSpPr txBox="1"/>
            <p:nvPr/>
          </p:nvSpPr>
          <p:spPr>
            <a:xfrm>
              <a:off x="30324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47" name="Google Shape;347;p25"/>
            <p:cNvSpPr txBox="1"/>
            <p:nvPr/>
          </p:nvSpPr>
          <p:spPr>
            <a:xfrm>
              <a:off x="1291075"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48" name="Google Shape;348;p25"/>
            <p:cNvSpPr txBox="1"/>
            <p:nvPr/>
          </p:nvSpPr>
          <p:spPr>
            <a:xfrm>
              <a:off x="1291075"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49" name="Google Shape;349;p25"/>
            <p:cNvSpPr txBox="1"/>
            <p:nvPr/>
          </p:nvSpPr>
          <p:spPr>
            <a:xfrm>
              <a:off x="1291075"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50" name="Google Shape;350;p25"/>
            <p:cNvSpPr txBox="1"/>
            <p:nvPr/>
          </p:nvSpPr>
          <p:spPr>
            <a:xfrm>
              <a:off x="1291075"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51" name="Google Shape;351;p25"/>
            <p:cNvSpPr txBox="1"/>
            <p:nvPr/>
          </p:nvSpPr>
          <p:spPr>
            <a:xfrm>
              <a:off x="1291075"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52" name="Google Shape;352;p25"/>
            <p:cNvSpPr txBox="1"/>
            <p:nvPr/>
          </p:nvSpPr>
          <p:spPr>
            <a:xfrm>
              <a:off x="1291075"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sp>
          <p:nvSpPr>
            <p:cNvPr id="353" name="Google Shape;353;p25"/>
            <p:cNvSpPr txBox="1"/>
            <p:nvPr/>
          </p:nvSpPr>
          <p:spPr>
            <a:xfrm>
              <a:off x="2206299" y="4511726"/>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2015</a:t>
              </a:r>
              <a:endParaRPr sz="800">
                <a:solidFill>
                  <a:srgbClr val="D9D9D9"/>
                </a:solidFill>
              </a:endParaRPr>
            </a:p>
          </p:txBody>
        </p:sp>
        <p:cxnSp>
          <p:nvCxnSpPr>
            <p:cNvPr id="354" name="Google Shape;354;p25"/>
            <p:cNvCxnSpPr>
              <a:stCxn id="355" idx="7"/>
              <a:endCxn id="356" idx="6"/>
            </p:cNvCxnSpPr>
            <p:nvPr/>
          </p:nvCxnSpPr>
          <p:spPr>
            <a:xfrm flipH="1">
              <a:off x="1953668" y="3664288"/>
              <a:ext cx="414600" cy="282600"/>
            </a:xfrm>
            <a:prstGeom prst="straightConnector1">
              <a:avLst/>
            </a:prstGeom>
            <a:noFill/>
            <a:ln cap="flat" cmpd="sng" w="19050">
              <a:solidFill>
                <a:srgbClr val="D9D9D9"/>
              </a:solidFill>
              <a:prstDash val="solid"/>
              <a:round/>
              <a:headEnd len="med" w="med" type="none"/>
              <a:tailEnd len="med" w="med" type="none"/>
            </a:ln>
          </p:spPr>
        </p:cxnSp>
        <p:cxnSp>
          <p:nvCxnSpPr>
            <p:cNvPr id="357" name="Google Shape;357;p25"/>
            <p:cNvCxnSpPr/>
            <p:nvPr/>
          </p:nvCxnSpPr>
          <p:spPr>
            <a:xfrm>
              <a:off x="1729245"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8" name="Google Shape;358;p25"/>
            <p:cNvCxnSpPr/>
            <p:nvPr/>
          </p:nvCxnSpPr>
          <p:spPr>
            <a:xfrm>
              <a:off x="1729245"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9" name="Google Shape;359;p25"/>
            <p:cNvCxnSpPr/>
            <p:nvPr/>
          </p:nvCxnSpPr>
          <p:spPr>
            <a:xfrm>
              <a:off x="1729245"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0" name="Google Shape;360;p25"/>
            <p:cNvCxnSpPr/>
            <p:nvPr/>
          </p:nvCxnSpPr>
          <p:spPr>
            <a:xfrm>
              <a:off x="1729245"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1" name="Google Shape;361;p25"/>
            <p:cNvCxnSpPr/>
            <p:nvPr/>
          </p:nvCxnSpPr>
          <p:spPr>
            <a:xfrm>
              <a:off x="1729245"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2" name="Google Shape;362;p25"/>
            <p:cNvCxnSpPr>
              <a:stCxn id="349" idx="3"/>
              <a:endCxn id="356" idx="5"/>
            </p:cNvCxnSpPr>
            <p:nvPr/>
          </p:nvCxnSpPr>
          <p:spPr>
            <a:xfrm>
              <a:off x="1735075" y="3648740"/>
              <a:ext cx="206100" cy="328200"/>
            </a:xfrm>
            <a:prstGeom prst="straightConnector1">
              <a:avLst/>
            </a:prstGeom>
            <a:noFill/>
            <a:ln cap="flat" cmpd="sng" w="19050">
              <a:solidFill>
                <a:srgbClr val="D9D9D9"/>
              </a:solidFill>
              <a:prstDash val="solid"/>
              <a:round/>
              <a:headEnd len="med" w="med" type="none"/>
              <a:tailEnd len="med" w="med" type="none"/>
            </a:ln>
          </p:spPr>
        </p:cxnSp>
        <p:cxnSp>
          <p:nvCxnSpPr>
            <p:cNvPr id="363" name="Google Shape;363;p25"/>
            <p:cNvCxnSpPr>
              <a:stCxn id="355" idx="3"/>
              <a:endCxn id="364" idx="7"/>
            </p:cNvCxnSpPr>
            <p:nvPr/>
          </p:nvCxnSpPr>
          <p:spPr>
            <a:xfrm flipH="1" rot="10800000">
              <a:off x="2307811" y="3249546"/>
              <a:ext cx="499500" cy="475200"/>
            </a:xfrm>
            <a:prstGeom prst="straightConnector1">
              <a:avLst/>
            </a:prstGeom>
            <a:noFill/>
            <a:ln cap="flat" cmpd="sng" w="19050">
              <a:solidFill>
                <a:srgbClr val="D9D9D9"/>
              </a:solidFill>
              <a:prstDash val="solid"/>
              <a:round/>
              <a:headEnd len="med" w="med" type="none"/>
              <a:tailEnd len="med" w="med" type="none"/>
            </a:ln>
          </p:spPr>
        </p:cxnSp>
        <p:cxnSp>
          <p:nvCxnSpPr>
            <p:cNvPr id="365" name="Google Shape;365;p25"/>
            <p:cNvCxnSpPr>
              <a:stCxn id="364" idx="5"/>
              <a:endCxn id="366" idx="5"/>
            </p:cNvCxnSpPr>
            <p:nvPr/>
          </p:nvCxnSpPr>
          <p:spPr>
            <a:xfrm>
              <a:off x="2807412" y="3309933"/>
              <a:ext cx="424500" cy="414900"/>
            </a:xfrm>
            <a:prstGeom prst="straightConnector1">
              <a:avLst/>
            </a:prstGeom>
            <a:noFill/>
            <a:ln cap="flat" cmpd="sng" w="19050">
              <a:solidFill>
                <a:srgbClr val="D9D9D9"/>
              </a:solidFill>
              <a:prstDash val="solid"/>
              <a:round/>
              <a:headEnd len="med" w="med" type="none"/>
              <a:tailEnd len="med" w="med" type="none"/>
            </a:ln>
          </p:spPr>
        </p:cxnSp>
        <p:cxnSp>
          <p:nvCxnSpPr>
            <p:cNvPr id="367" name="Google Shape;367;p25"/>
            <p:cNvCxnSpPr/>
            <p:nvPr/>
          </p:nvCxnSpPr>
          <p:spPr>
            <a:xfrm>
              <a:off x="1729245"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64" name="Google Shape;364;p25"/>
            <p:cNvSpPr/>
            <p:nvPr/>
          </p:nvSpPr>
          <p:spPr>
            <a:xfrm>
              <a:off x="2734433" y="3236955"/>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2295290" y="3651767"/>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1868080" y="3904111"/>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3159046"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25"/>
          <p:cNvGrpSpPr/>
          <p:nvPr/>
        </p:nvGrpSpPr>
        <p:grpSpPr>
          <a:xfrm>
            <a:off x="3737550" y="2784155"/>
            <a:ext cx="2121833" cy="2057296"/>
            <a:chOff x="3737550" y="2784155"/>
            <a:chExt cx="2121833" cy="2057296"/>
          </a:xfrm>
        </p:grpSpPr>
        <p:grpSp>
          <p:nvGrpSpPr>
            <p:cNvPr id="369" name="Google Shape;369;p25"/>
            <p:cNvGrpSpPr/>
            <p:nvPr/>
          </p:nvGrpSpPr>
          <p:grpSpPr>
            <a:xfrm>
              <a:off x="3737550" y="2784155"/>
              <a:ext cx="2121833" cy="2057296"/>
              <a:chOff x="3737550" y="2784155"/>
              <a:chExt cx="2121833" cy="2057296"/>
            </a:xfrm>
          </p:grpSpPr>
          <p:sp>
            <p:nvSpPr>
              <p:cNvPr id="370" name="Google Shape;370;p25"/>
              <p:cNvSpPr txBox="1"/>
              <p:nvPr/>
            </p:nvSpPr>
            <p:spPr>
              <a:xfrm>
                <a:off x="42174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71" name="Google Shape;371;p25"/>
              <p:cNvSpPr txBox="1"/>
              <p:nvPr/>
            </p:nvSpPr>
            <p:spPr>
              <a:xfrm>
                <a:off x="4710374" y="4525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2016</a:t>
                </a:r>
                <a:endParaRPr sz="800">
                  <a:solidFill>
                    <a:srgbClr val="D9D9D9"/>
                  </a:solidFill>
                </a:endParaRPr>
              </a:p>
            </p:txBody>
          </p:sp>
          <p:sp>
            <p:nvSpPr>
              <p:cNvPr id="372" name="Google Shape;372;p25"/>
              <p:cNvSpPr txBox="1"/>
              <p:nvPr/>
            </p:nvSpPr>
            <p:spPr>
              <a:xfrm>
                <a:off x="46518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73" name="Google Shape;373;p25"/>
              <p:cNvSpPr txBox="1"/>
              <p:nvPr/>
            </p:nvSpPr>
            <p:spPr>
              <a:xfrm>
                <a:off x="50862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74" name="Google Shape;374;p25"/>
              <p:cNvSpPr txBox="1"/>
              <p:nvPr/>
            </p:nvSpPr>
            <p:spPr>
              <a:xfrm>
                <a:off x="55206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75" name="Google Shape;375;p25"/>
              <p:cNvSpPr txBox="1"/>
              <p:nvPr/>
            </p:nvSpPr>
            <p:spPr>
              <a:xfrm>
                <a:off x="3737550" y="406388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76" name="Google Shape;376;p25"/>
              <p:cNvSpPr txBox="1"/>
              <p:nvPr/>
            </p:nvSpPr>
            <p:spPr>
              <a:xfrm>
                <a:off x="3737550" y="380793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77" name="Google Shape;377;p25"/>
              <p:cNvSpPr txBox="1"/>
              <p:nvPr/>
            </p:nvSpPr>
            <p:spPr>
              <a:xfrm>
                <a:off x="3745239" y="355199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78" name="Google Shape;378;p25"/>
              <p:cNvSpPr txBox="1"/>
              <p:nvPr/>
            </p:nvSpPr>
            <p:spPr>
              <a:xfrm>
                <a:off x="3737550" y="329604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79" name="Google Shape;379;p25"/>
              <p:cNvSpPr txBox="1"/>
              <p:nvPr/>
            </p:nvSpPr>
            <p:spPr>
              <a:xfrm>
                <a:off x="3737550" y="304010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80" name="Google Shape;380;p25"/>
              <p:cNvSpPr txBox="1"/>
              <p:nvPr/>
            </p:nvSpPr>
            <p:spPr>
              <a:xfrm>
                <a:off x="3737550" y="278415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381" name="Google Shape;381;p25"/>
              <p:cNvCxnSpPr>
                <a:stCxn id="382" idx="6"/>
                <a:endCxn id="383" idx="6"/>
              </p:cNvCxnSpPr>
              <p:nvPr/>
            </p:nvCxnSpPr>
            <p:spPr>
              <a:xfrm flipH="1">
                <a:off x="4433905" y="3904692"/>
                <a:ext cx="431400" cy="57300"/>
              </a:xfrm>
              <a:prstGeom prst="straightConnector1">
                <a:avLst/>
              </a:prstGeom>
              <a:noFill/>
              <a:ln cap="flat" cmpd="sng" w="19050">
                <a:solidFill>
                  <a:srgbClr val="D9D9D9"/>
                </a:solidFill>
                <a:prstDash val="solid"/>
                <a:round/>
                <a:headEnd len="med" w="med" type="none"/>
                <a:tailEnd len="med" w="med" type="none"/>
              </a:ln>
            </p:spPr>
          </p:cxnSp>
          <p:cxnSp>
            <p:nvCxnSpPr>
              <p:cNvPr id="384" name="Google Shape;384;p25"/>
              <p:cNvCxnSpPr/>
              <p:nvPr/>
            </p:nvCxnSpPr>
            <p:spPr>
              <a:xfrm>
                <a:off x="42174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5" name="Google Shape;385;p25"/>
              <p:cNvCxnSpPr/>
              <p:nvPr/>
            </p:nvCxnSpPr>
            <p:spPr>
              <a:xfrm>
                <a:off x="42174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6" name="Google Shape;386;p25"/>
              <p:cNvCxnSpPr/>
              <p:nvPr/>
            </p:nvCxnSpPr>
            <p:spPr>
              <a:xfrm>
                <a:off x="42174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7" name="Google Shape;387;p25"/>
              <p:cNvCxnSpPr/>
              <p:nvPr/>
            </p:nvCxnSpPr>
            <p:spPr>
              <a:xfrm>
                <a:off x="42174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8" name="Google Shape;388;p25"/>
              <p:cNvCxnSpPr/>
              <p:nvPr/>
            </p:nvCxnSpPr>
            <p:spPr>
              <a:xfrm>
                <a:off x="42174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9" name="Google Shape;389;p25"/>
              <p:cNvCxnSpPr>
                <a:stCxn id="377" idx="3"/>
              </p:cNvCxnSpPr>
              <p:nvPr/>
            </p:nvCxnSpPr>
            <p:spPr>
              <a:xfrm>
                <a:off x="4230039" y="3648740"/>
                <a:ext cx="150600" cy="276600"/>
              </a:xfrm>
              <a:prstGeom prst="straightConnector1">
                <a:avLst/>
              </a:prstGeom>
              <a:noFill/>
              <a:ln cap="flat" cmpd="sng" w="19050">
                <a:solidFill>
                  <a:srgbClr val="D9D9D9"/>
                </a:solidFill>
                <a:prstDash val="solid"/>
                <a:round/>
                <a:headEnd len="med" w="med" type="none"/>
                <a:tailEnd len="med" w="med" type="none"/>
              </a:ln>
            </p:spPr>
          </p:cxnSp>
          <p:cxnSp>
            <p:nvCxnSpPr>
              <p:cNvPr id="390" name="Google Shape;390;p25"/>
              <p:cNvCxnSpPr>
                <a:stCxn id="382" idx="3"/>
                <a:endCxn id="391" idx="7"/>
              </p:cNvCxnSpPr>
              <p:nvPr/>
            </p:nvCxnSpPr>
            <p:spPr>
              <a:xfrm flipH="1" rot="10800000">
                <a:off x="4792327" y="3664321"/>
                <a:ext cx="492600" cy="270600"/>
              </a:xfrm>
              <a:prstGeom prst="straightConnector1">
                <a:avLst/>
              </a:prstGeom>
              <a:noFill/>
              <a:ln cap="flat" cmpd="sng" w="19050">
                <a:solidFill>
                  <a:srgbClr val="D9D9D9"/>
                </a:solidFill>
                <a:prstDash val="solid"/>
                <a:round/>
                <a:headEnd len="med" w="med" type="none"/>
                <a:tailEnd len="med" w="med" type="none"/>
              </a:ln>
            </p:spPr>
          </p:cxnSp>
          <p:cxnSp>
            <p:nvCxnSpPr>
              <p:cNvPr id="392" name="Google Shape;392;p25"/>
              <p:cNvCxnSpPr>
                <a:stCxn id="391" idx="2"/>
                <a:endCxn id="393" idx="6"/>
              </p:cNvCxnSpPr>
              <p:nvPr/>
            </p:nvCxnSpPr>
            <p:spPr>
              <a:xfrm flipH="1" rot="10800000">
                <a:off x="5211997" y="3584730"/>
                <a:ext cx="528600" cy="109800"/>
              </a:xfrm>
              <a:prstGeom prst="straightConnector1">
                <a:avLst/>
              </a:prstGeom>
              <a:noFill/>
              <a:ln cap="flat" cmpd="sng" w="19050">
                <a:solidFill>
                  <a:srgbClr val="D9D9D9"/>
                </a:solidFill>
                <a:prstDash val="solid"/>
                <a:round/>
                <a:headEnd len="med" w="med" type="none"/>
                <a:tailEnd len="med" w="med" type="none"/>
              </a:ln>
            </p:spPr>
          </p:cxnSp>
          <p:cxnSp>
            <p:nvCxnSpPr>
              <p:cNvPr id="394" name="Google Shape;394;p25"/>
              <p:cNvCxnSpPr/>
              <p:nvPr/>
            </p:nvCxnSpPr>
            <p:spPr>
              <a:xfrm>
                <a:off x="42174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91" name="Google Shape;391;p25"/>
              <p:cNvSpPr/>
              <p:nvPr/>
            </p:nvSpPr>
            <p:spPr>
              <a:xfrm>
                <a:off x="5211997"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4779805" y="386194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
              <p:cNvSpPr/>
              <p:nvPr/>
            </p:nvSpPr>
            <p:spPr>
              <a:xfrm>
                <a:off x="4348371" y="391917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25"/>
            <p:cNvSpPr/>
            <p:nvPr/>
          </p:nvSpPr>
          <p:spPr>
            <a:xfrm>
              <a:off x="5654980" y="354197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5"/>
          <p:cNvGrpSpPr/>
          <p:nvPr/>
        </p:nvGrpSpPr>
        <p:grpSpPr>
          <a:xfrm>
            <a:off x="6043904" y="2784155"/>
            <a:ext cx="2079978" cy="2036296"/>
            <a:chOff x="6043904" y="2784155"/>
            <a:chExt cx="2079978" cy="2036296"/>
          </a:xfrm>
        </p:grpSpPr>
        <p:sp>
          <p:nvSpPr>
            <p:cNvPr id="396" name="Google Shape;396;p25"/>
            <p:cNvSpPr txBox="1"/>
            <p:nvPr/>
          </p:nvSpPr>
          <p:spPr>
            <a:xfrm>
              <a:off x="6974887" y="4504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2017</a:t>
              </a:r>
              <a:endParaRPr sz="800">
                <a:solidFill>
                  <a:srgbClr val="D9D9D9"/>
                </a:solidFill>
              </a:endParaRPr>
            </a:p>
          </p:txBody>
        </p:sp>
        <p:sp>
          <p:nvSpPr>
            <p:cNvPr id="397" name="Google Shape;397;p25"/>
            <p:cNvSpPr txBox="1"/>
            <p:nvPr/>
          </p:nvSpPr>
          <p:spPr>
            <a:xfrm>
              <a:off x="64819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98" name="Google Shape;398;p25"/>
            <p:cNvSpPr txBox="1"/>
            <p:nvPr/>
          </p:nvSpPr>
          <p:spPr>
            <a:xfrm>
              <a:off x="69163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99" name="Google Shape;399;p25"/>
            <p:cNvSpPr txBox="1"/>
            <p:nvPr/>
          </p:nvSpPr>
          <p:spPr>
            <a:xfrm>
              <a:off x="7350775" y="4293175"/>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400" name="Google Shape;400;p25"/>
            <p:cNvSpPr txBox="1"/>
            <p:nvPr/>
          </p:nvSpPr>
          <p:spPr>
            <a:xfrm>
              <a:off x="77851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401" name="Google Shape;401;p25"/>
            <p:cNvSpPr txBox="1"/>
            <p:nvPr/>
          </p:nvSpPr>
          <p:spPr>
            <a:xfrm>
              <a:off x="6043904"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402" name="Google Shape;402;p25"/>
            <p:cNvSpPr txBox="1"/>
            <p:nvPr/>
          </p:nvSpPr>
          <p:spPr>
            <a:xfrm>
              <a:off x="6043904"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403" name="Google Shape;403;p25"/>
            <p:cNvSpPr txBox="1"/>
            <p:nvPr/>
          </p:nvSpPr>
          <p:spPr>
            <a:xfrm>
              <a:off x="6043904"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404" name="Google Shape;404;p25"/>
            <p:cNvSpPr txBox="1"/>
            <p:nvPr/>
          </p:nvSpPr>
          <p:spPr>
            <a:xfrm>
              <a:off x="6043904"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405" name="Google Shape;405;p25"/>
            <p:cNvSpPr txBox="1"/>
            <p:nvPr/>
          </p:nvSpPr>
          <p:spPr>
            <a:xfrm>
              <a:off x="6043904"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406" name="Google Shape;406;p25"/>
            <p:cNvSpPr txBox="1"/>
            <p:nvPr/>
          </p:nvSpPr>
          <p:spPr>
            <a:xfrm>
              <a:off x="6043904"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407" name="Google Shape;407;p25"/>
            <p:cNvCxnSpPr>
              <a:stCxn id="408" idx="7"/>
              <a:endCxn id="409" idx="6"/>
            </p:cNvCxnSpPr>
            <p:nvPr/>
          </p:nvCxnSpPr>
          <p:spPr>
            <a:xfrm flipH="1" rot="10800000">
              <a:off x="7552796" y="3180176"/>
              <a:ext cx="440700" cy="69300"/>
            </a:xfrm>
            <a:prstGeom prst="straightConnector1">
              <a:avLst/>
            </a:prstGeom>
            <a:noFill/>
            <a:ln cap="flat" cmpd="sng" w="19050">
              <a:solidFill>
                <a:schemeClr val="accent5"/>
              </a:solidFill>
              <a:prstDash val="solid"/>
              <a:round/>
              <a:headEnd len="med" w="med" type="none"/>
              <a:tailEnd len="med" w="med" type="none"/>
            </a:ln>
          </p:spPr>
        </p:cxnSp>
        <p:sp>
          <p:nvSpPr>
            <p:cNvPr id="409" name="Google Shape;409;p25"/>
            <p:cNvSpPr/>
            <p:nvPr/>
          </p:nvSpPr>
          <p:spPr>
            <a:xfrm>
              <a:off x="7908123" y="3137292"/>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25"/>
            <p:cNvCxnSpPr>
              <a:stCxn id="411" idx="3"/>
              <a:endCxn id="412" idx="3"/>
            </p:cNvCxnSpPr>
            <p:nvPr/>
          </p:nvCxnSpPr>
          <p:spPr>
            <a:xfrm flipH="1">
              <a:off x="6611201" y="3724746"/>
              <a:ext cx="437100" cy="240000"/>
            </a:xfrm>
            <a:prstGeom prst="straightConnector1">
              <a:avLst/>
            </a:prstGeom>
            <a:noFill/>
            <a:ln cap="flat" cmpd="sng" w="19050">
              <a:solidFill>
                <a:schemeClr val="accent5"/>
              </a:solidFill>
              <a:prstDash val="solid"/>
              <a:round/>
              <a:headEnd len="med" w="med" type="none"/>
              <a:tailEnd len="med" w="med" type="none"/>
            </a:ln>
          </p:spPr>
        </p:cxnSp>
        <p:cxnSp>
          <p:nvCxnSpPr>
            <p:cNvPr id="413" name="Google Shape;413;p25"/>
            <p:cNvCxnSpPr/>
            <p:nvPr/>
          </p:nvCxnSpPr>
          <p:spPr>
            <a:xfrm>
              <a:off x="64819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4" name="Google Shape;414;p25"/>
            <p:cNvCxnSpPr/>
            <p:nvPr/>
          </p:nvCxnSpPr>
          <p:spPr>
            <a:xfrm>
              <a:off x="64819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5" name="Google Shape;415;p25"/>
            <p:cNvCxnSpPr/>
            <p:nvPr/>
          </p:nvCxnSpPr>
          <p:spPr>
            <a:xfrm>
              <a:off x="64819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6" name="Google Shape;416;p25"/>
            <p:cNvCxnSpPr/>
            <p:nvPr/>
          </p:nvCxnSpPr>
          <p:spPr>
            <a:xfrm>
              <a:off x="64819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7" name="Google Shape;417;p25"/>
            <p:cNvCxnSpPr/>
            <p:nvPr/>
          </p:nvCxnSpPr>
          <p:spPr>
            <a:xfrm>
              <a:off x="64819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8" name="Google Shape;418;p25"/>
            <p:cNvCxnSpPr/>
            <p:nvPr/>
          </p:nvCxnSpPr>
          <p:spPr>
            <a:xfrm>
              <a:off x="6462950" y="3565030"/>
              <a:ext cx="178500" cy="377100"/>
            </a:xfrm>
            <a:prstGeom prst="straightConnector1">
              <a:avLst/>
            </a:prstGeom>
            <a:noFill/>
            <a:ln cap="flat" cmpd="sng" w="19050">
              <a:solidFill>
                <a:schemeClr val="accent5"/>
              </a:solidFill>
              <a:prstDash val="solid"/>
              <a:round/>
              <a:headEnd len="med" w="med" type="none"/>
              <a:tailEnd len="med" w="med" type="none"/>
            </a:ln>
          </p:spPr>
        </p:cxnSp>
        <p:cxnSp>
          <p:nvCxnSpPr>
            <p:cNvPr id="419" name="Google Shape;419;p25"/>
            <p:cNvCxnSpPr>
              <a:stCxn id="411" idx="7"/>
              <a:endCxn id="408" idx="7"/>
            </p:cNvCxnSpPr>
            <p:nvPr/>
          </p:nvCxnSpPr>
          <p:spPr>
            <a:xfrm flipH="1" rot="10800000">
              <a:off x="7108759" y="3249388"/>
              <a:ext cx="444000" cy="414900"/>
            </a:xfrm>
            <a:prstGeom prst="straightConnector1">
              <a:avLst/>
            </a:prstGeom>
            <a:noFill/>
            <a:ln cap="flat" cmpd="sng" w="19050">
              <a:solidFill>
                <a:schemeClr val="accent5"/>
              </a:solidFill>
              <a:prstDash val="solid"/>
              <a:round/>
              <a:headEnd len="med" w="med" type="none"/>
              <a:tailEnd len="med" w="med" type="none"/>
            </a:ln>
          </p:spPr>
        </p:cxnSp>
        <p:cxnSp>
          <p:nvCxnSpPr>
            <p:cNvPr id="420" name="Google Shape;420;p25"/>
            <p:cNvCxnSpPr/>
            <p:nvPr/>
          </p:nvCxnSpPr>
          <p:spPr>
            <a:xfrm>
              <a:off x="64819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408" name="Google Shape;408;p25"/>
            <p:cNvSpPr/>
            <p:nvPr/>
          </p:nvSpPr>
          <p:spPr>
            <a:xfrm>
              <a:off x="7479818" y="3236955"/>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7035780" y="3651767"/>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6598816" y="3891809"/>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Diagrama de ciclo</a:t>
            </a:r>
            <a:endParaRPr/>
          </a:p>
        </p:txBody>
      </p:sp>
      <p:sp>
        <p:nvSpPr>
          <p:cNvPr id="426" name="Google Shape;426;p26"/>
          <p:cNvSpPr txBox="1"/>
          <p:nvPr/>
        </p:nvSpPr>
        <p:spPr>
          <a:xfrm>
            <a:off x="812750" y="19073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Crear el prototipo</a:t>
            </a:r>
            <a:endParaRPr/>
          </a:p>
        </p:txBody>
      </p:sp>
      <p:sp>
        <p:nvSpPr>
          <p:cNvPr id="427" name="Google Shape;427;p26"/>
          <p:cNvSpPr txBox="1"/>
          <p:nvPr/>
        </p:nvSpPr>
        <p:spPr>
          <a:xfrm>
            <a:off x="812750" y="33201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Compartirlo</a:t>
            </a:r>
            <a:endParaRPr/>
          </a:p>
        </p:txBody>
      </p:sp>
      <p:sp>
        <p:nvSpPr>
          <p:cNvPr id="428" name="Google Shape;428;p26"/>
          <p:cNvSpPr txBox="1"/>
          <p:nvPr/>
        </p:nvSpPr>
        <p:spPr>
          <a:xfrm>
            <a:off x="6548585" y="1907325"/>
            <a:ext cx="22284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Perfeccionarlo</a:t>
            </a:r>
            <a:endParaRPr/>
          </a:p>
        </p:txBody>
      </p:sp>
      <p:sp>
        <p:nvSpPr>
          <p:cNvPr id="429" name="Google Shape;429;p26"/>
          <p:cNvSpPr txBox="1"/>
          <p:nvPr/>
        </p:nvSpPr>
        <p:spPr>
          <a:xfrm>
            <a:off x="6548578" y="3320125"/>
            <a:ext cx="15159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Recibir comentarios</a:t>
            </a:r>
            <a:endParaRPr/>
          </a:p>
        </p:txBody>
      </p:sp>
      <p:grpSp>
        <p:nvGrpSpPr>
          <p:cNvPr id="430" name="Google Shape;430;p26"/>
          <p:cNvGrpSpPr/>
          <p:nvPr/>
        </p:nvGrpSpPr>
        <p:grpSpPr>
          <a:xfrm>
            <a:off x="812750" y="2328678"/>
            <a:ext cx="7727235" cy="2104600"/>
            <a:chOff x="812750" y="2350575"/>
            <a:chExt cx="7727235" cy="2104600"/>
          </a:xfrm>
        </p:grpSpPr>
        <p:sp>
          <p:nvSpPr>
            <p:cNvPr id="431" name="Google Shape;431;p26"/>
            <p:cNvSpPr txBox="1"/>
            <p:nvPr/>
          </p:nvSpPr>
          <p:spPr>
            <a:xfrm>
              <a:off x="812750"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r>
                <a:rPr lang="es" sz="1000">
                  <a:solidFill>
                    <a:srgbClr val="D9D9D9"/>
                  </a:solidFill>
                  <a:latin typeface="Lato"/>
                  <a:ea typeface="Lato"/>
                  <a:cs typeface="Lato"/>
                  <a:sym typeface="Lato"/>
                </a:rPr>
                <a:t>.</a:t>
              </a:r>
              <a:endParaRPr sz="1000">
                <a:solidFill>
                  <a:srgbClr val="D9D9D9"/>
                </a:solidFill>
                <a:latin typeface="Lato"/>
                <a:ea typeface="Lato"/>
                <a:cs typeface="Lato"/>
                <a:sym typeface="Lato"/>
              </a:endParaRPr>
            </a:p>
          </p:txBody>
        </p:sp>
        <p:sp>
          <p:nvSpPr>
            <p:cNvPr id="432" name="Google Shape;432;p26"/>
            <p:cNvSpPr txBox="1"/>
            <p:nvPr/>
          </p:nvSpPr>
          <p:spPr>
            <a:xfrm>
              <a:off x="812750"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3" name="Google Shape;433;p26"/>
            <p:cNvSpPr txBox="1"/>
            <p:nvPr/>
          </p:nvSpPr>
          <p:spPr>
            <a:xfrm>
              <a:off x="6548585"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4" name="Google Shape;434;p26"/>
            <p:cNvSpPr txBox="1"/>
            <p:nvPr/>
          </p:nvSpPr>
          <p:spPr>
            <a:xfrm>
              <a:off x="6548585"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grpSp>
      <p:cxnSp>
        <p:nvCxnSpPr>
          <p:cNvPr id="435" name="Google Shape;435;p26"/>
          <p:cNvCxnSpPr/>
          <p:nvPr/>
        </p:nvCxnSpPr>
        <p:spPr>
          <a:xfrm flipH="1">
            <a:off x="780745" y="1641850"/>
            <a:ext cx="7596300" cy="10500"/>
          </a:xfrm>
          <a:prstGeom prst="straightConnector1">
            <a:avLst/>
          </a:prstGeom>
          <a:noFill/>
          <a:ln cap="flat" cmpd="sng" w="9525">
            <a:solidFill>
              <a:srgbClr val="B7B7B7"/>
            </a:solidFill>
            <a:prstDash val="solid"/>
            <a:round/>
            <a:headEnd len="med" w="med" type="none"/>
            <a:tailEnd len="med" w="med" type="none"/>
          </a:ln>
        </p:spPr>
      </p:cxnSp>
      <p:cxnSp>
        <p:nvCxnSpPr>
          <p:cNvPr id="436" name="Google Shape;436;p26"/>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7" name="Google Shape;437;p26"/>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8" name="Google Shape;438;p26"/>
          <p:cNvCxnSpPr/>
          <p:nvPr/>
        </p:nvCxnSpPr>
        <p:spPr>
          <a:xfrm flipH="1">
            <a:off x="780745" y="4455175"/>
            <a:ext cx="7596300" cy="10500"/>
          </a:xfrm>
          <a:prstGeom prst="straightConnector1">
            <a:avLst/>
          </a:prstGeom>
          <a:noFill/>
          <a:ln cap="flat" cmpd="sng" w="9525">
            <a:solidFill>
              <a:srgbClr val="B7B7B7"/>
            </a:solidFill>
            <a:prstDash val="solid"/>
            <a:round/>
            <a:headEnd len="med" w="med" type="none"/>
            <a:tailEnd len="med" w="med" type="none"/>
          </a:ln>
        </p:spPr>
      </p:cxnSp>
      <p:sp>
        <p:nvSpPr>
          <p:cNvPr id="439" name="Google Shape;439;p26"/>
          <p:cNvSpPr/>
          <p:nvPr/>
        </p:nvSpPr>
        <p:spPr>
          <a:xfrm>
            <a:off x="3171573" y="1660783"/>
            <a:ext cx="2787300" cy="2787300"/>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rot="5400000">
            <a:off x="3171560" y="1660783"/>
            <a:ext cx="2787300" cy="2787300"/>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rot="10800000">
            <a:off x="3171560" y="1660768"/>
            <a:ext cx="2787300" cy="2787300"/>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p:nvPr/>
        </p:nvSpPr>
        <p:spPr>
          <a:xfrm rot="-5400000">
            <a:off x="3171573" y="1660768"/>
            <a:ext cx="2787300" cy="2787300"/>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26"/>
          <p:cNvGrpSpPr/>
          <p:nvPr/>
        </p:nvGrpSpPr>
        <p:grpSpPr>
          <a:xfrm>
            <a:off x="3078687" y="2700858"/>
            <a:ext cx="737729" cy="737729"/>
            <a:chOff x="2920647" y="2157958"/>
            <a:chExt cx="827700" cy="827700"/>
          </a:xfrm>
        </p:grpSpPr>
        <p:sp>
          <p:nvSpPr>
            <p:cNvPr id="444" name="Google Shape;444;p26"/>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 name="Google Shape;446;p26"/>
          <p:cNvSpPr txBox="1"/>
          <p:nvPr/>
        </p:nvSpPr>
        <p:spPr>
          <a:xfrm>
            <a:off x="3199194"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grpSp>
        <p:nvGrpSpPr>
          <p:cNvPr id="447" name="Google Shape;447;p26"/>
          <p:cNvGrpSpPr/>
          <p:nvPr/>
        </p:nvGrpSpPr>
        <p:grpSpPr>
          <a:xfrm rot="-5400000">
            <a:off x="4225338" y="3802929"/>
            <a:ext cx="737729" cy="737729"/>
            <a:chOff x="2920647" y="2157958"/>
            <a:chExt cx="827700" cy="827700"/>
          </a:xfrm>
        </p:grpSpPr>
        <p:sp>
          <p:nvSpPr>
            <p:cNvPr id="448" name="Google Shape;448;p26"/>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26"/>
          <p:cNvSpPr txBox="1"/>
          <p:nvPr/>
        </p:nvSpPr>
        <p:spPr>
          <a:xfrm>
            <a:off x="4320431" y="397094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grpSp>
        <p:nvGrpSpPr>
          <p:cNvPr id="451" name="Google Shape;451;p26"/>
          <p:cNvGrpSpPr/>
          <p:nvPr/>
        </p:nvGrpSpPr>
        <p:grpSpPr>
          <a:xfrm>
            <a:off x="5313093" y="2700655"/>
            <a:ext cx="737804" cy="737804"/>
            <a:chOff x="5428888" y="2158023"/>
            <a:chExt cx="828900" cy="828900"/>
          </a:xfrm>
        </p:grpSpPr>
        <p:sp>
          <p:nvSpPr>
            <p:cNvPr id="452" name="Google Shape;452;p26"/>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26"/>
          <p:cNvSpPr txBox="1"/>
          <p:nvPr/>
        </p:nvSpPr>
        <p:spPr>
          <a:xfrm>
            <a:off x="5404083"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455" name="Google Shape;455;p26"/>
          <p:cNvGrpSpPr/>
          <p:nvPr/>
        </p:nvGrpSpPr>
        <p:grpSpPr>
          <a:xfrm rot="5400000">
            <a:off x="4193370" y="1569752"/>
            <a:ext cx="737729" cy="737729"/>
            <a:chOff x="2920647" y="2157958"/>
            <a:chExt cx="827700" cy="827700"/>
          </a:xfrm>
        </p:grpSpPr>
        <p:sp>
          <p:nvSpPr>
            <p:cNvPr id="456" name="Google Shape;456;p26"/>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6"/>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 name="Google Shape;458;p26"/>
          <p:cNvSpPr txBox="1"/>
          <p:nvPr/>
        </p:nvSpPr>
        <p:spPr>
          <a:xfrm>
            <a:off x="4320431" y="176509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459" name="Google Shape;459;p26"/>
          <p:cNvSpPr/>
          <p:nvPr/>
        </p:nvSpPr>
        <p:spPr>
          <a:xfrm>
            <a:off x="3753714" y="2242913"/>
            <a:ext cx="1623000" cy="162300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7"/>
          <p:cNvSpPr txBox="1"/>
          <p:nvPr>
            <p:ph type="title"/>
          </p:nvPr>
        </p:nvSpPr>
        <p:spPr>
          <a:xfrm>
            <a:off x="1297500" y="393750"/>
            <a:ext cx="7038900" cy="5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Escribe aquí tu texto</a:t>
            </a:r>
            <a:endParaRPr/>
          </a:p>
        </p:txBody>
      </p:sp>
      <p:sp>
        <p:nvSpPr>
          <p:cNvPr id="465" name="Google Shape;465;p27"/>
          <p:cNvSpPr txBox="1"/>
          <p:nvPr>
            <p:ph idx="1" type="subTitle"/>
          </p:nvPr>
        </p:nvSpPr>
        <p:spPr>
          <a:xfrm>
            <a:off x="1297500" y="934650"/>
            <a:ext cx="6750600" cy="43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latin typeface="Montserrat"/>
                <a:ea typeface="Montserrat"/>
                <a:cs typeface="Montserrat"/>
                <a:sym typeface="Montserrat"/>
              </a:rPr>
              <a:t>Mostrar cómo funcionan tus herramientas en varios dispositivos</a:t>
            </a:r>
            <a:endParaRPr/>
          </a:p>
        </p:txBody>
      </p:sp>
      <p:sp>
        <p:nvSpPr>
          <p:cNvPr id="466" name="Google Shape;466;p27"/>
          <p:cNvSpPr txBox="1"/>
          <p:nvPr>
            <p:ph idx="2" type="body"/>
          </p:nvPr>
        </p:nvSpPr>
        <p:spPr>
          <a:xfrm>
            <a:off x="1297500" y="1656775"/>
            <a:ext cx="1991100" cy="275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latin typeface="Arial"/>
                <a:ea typeface="Arial"/>
                <a:cs typeface="Arial"/>
                <a:sym typeface="Arial"/>
              </a:rPr>
              <a:t>Escribe aquí tu texto Escribe aquí tu texto Escribe aquí tu texto Escribe aquí tu texto Escribe aquí tu texto Escribe aquí tu texto Escribe aquí tu texto Escribe aquí tu texto</a:t>
            </a:r>
            <a:r>
              <a:rPr lang="es">
                <a:latin typeface="Arial"/>
                <a:ea typeface="Arial"/>
                <a:cs typeface="Arial"/>
                <a:sym typeface="Arial"/>
              </a:rPr>
              <a:t>.</a:t>
            </a:r>
            <a:endParaRPr/>
          </a:p>
        </p:txBody>
      </p:sp>
      <p:grpSp>
        <p:nvGrpSpPr>
          <p:cNvPr id="467" name="Google Shape;467;p27"/>
          <p:cNvGrpSpPr/>
          <p:nvPr/>
        </p:nvGrpSpPr>
        <p:grpSpPr>
          <a:xfrm>
            <a:off x="6884050" y="1716000"/>
            <a:ext cx="2259900" cy="1103400"/>
            <a:chOff x="6884050" y="1716000"/>
            <a:chExt cx="2259900" cy="1103400"/>
          </a:xfrm>
        </p:grpSpPr>
        <p:sp>
          <p:nvSpPr>
            <p:cNvPr id="468" name="Google Shape;468;p27"/>
            <p:cNvSpPr/>
            <p:nvPr/>
          </p:nvSpPr>
          <p:spPr>
            <a:xfrm>
              <a:off x="6884050" y="1716000"/>
              <a:ext cx="2259900" cy="1103400"/>
            </a:xfrm>
            <a:prstGeom prst="rect">
              <a:avLst/>
            </a:prstGeom>
            <a:solidFill>
              <a:srgbClr val="008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9" name="Google Shape;469;p27"/>
            <p:cNvSpPr txBox="1"/>
            <p:nvPr/>
          </p:nvSpPr>
          <p:spPr>
            <a:xfrm>
              <a:off x="7354784" y="1840351"/>
              <a:ext cx="155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b="1" sz="1200">
                <a:solidFill>
                  <a:srgbClr val="FFFFFF"/>
                </a:solidFill>
              </a:endParaRPr>
            </a:p>
            <a:p>
              <a:pPr indent="0" lvl="0" marL="0" rtl="0" algn="l">
                <a:lnSpc>
                  <a:spcPct val="115000"/>
                </a:lnSpc>
                <a:spcBef>
                  <a:spcPts val="0"/>
                </a:spcBef>
                <a:spcAft>
                  <a:spcPts val="0"/>
                </a:spcAft>
                <a:buNone/>
              </a:pPr>
              <a:r>
                <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crear tu prototipo, haz clic con el botón derecho en una foto y selecciona Sustituir imagen.</a:t>
              </a:r>
              <a:endParaRPr sz="700">
                <a:solidFill>
                  <a:srgbClr val="D9F0FF"/>
                </a:solidFill>
              </a:endParaRPr>
            </a:p>
          </p:txBody>
        </p:sp>
        <p:pic>
          <p:nvPicPr>
            <p:cNvPr id="470" name="Google Shape;470;p27"/>
            <p:cNvPicPr preferRelativeResize="0"/>
            <p:nvPr/>
          </p:nvPicPr>
          <p:blipFill>
            <a:blip r:embed="rId3">
              <a:alphaModFix/>
            </a:blip>
            <a:stretch>
              <a:fillRect/>
            </a:stretch>
          </p:blipFill>
          <p:spPr>
            <a:xfrm>
              <a:off x="7138828" y="1908568"/>
              <a:ext cx="212825" cy="212825"/>
            </a:xfrm>
            <a:prstGeom prst="rect">
              <a:avLst/>
            </a:prstGeom>
            <a:noFill/>
            <a:ln>
              <a:noFill/>
            </a:ln>
          </p:spPr>
        </p:pic>
      </p:grpSp>
      <p:grpSp>
        <p:nvGrpSpPr>
          <p:cNvPr id="471" name="Google Shape;471;p27"/>
          <p:cNvGrpSpPr/>
          <p:nvPr/>
        </p:nvGrpSpPr>
        <p:grpSpPr>
          <a:xfrm>
            <a:off x="3517188" y="1656777"/>
            <a:ext cx="3462484" cy="2672600"/>
            <a:chOff x="3553042" y="1657806"/>
            <a:chExt cx="3461100" cy="2671532"/>
          </a:xfrm>
        </p:grpSpPr>
        <p:sp>
          <p:nvSpPr>
            <p:cNvPr id="472" name="Google Shape;472;p2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QuickTip.jpg" id="480" name="Google Shape;480;p27"/>
          <p:cNvPicPr preferRelativeResize="0"/>
          <p:nvPr/>
        </p:nvPicPr>
        <p:blipFill rotWithShape="1">
          <a:blip r:embed="rId4">
            <a:alphaModFix/>
          </a:blip>
          <a:srcRect b="7265" l="0" r="0" t="7265"/>
          <a:stretch/>
        </p:blipFill>
        <p:spPr>
          <a:xfrm>
            <a:off x="3570069" y="1713899"/>
            <a:ext cx="3356400" cy="1912500"/>
          </a:xfrm>
          <a:prstGeom prst="rect">
            <a:avLst/>
          </a:prstGeom>
          <a:noFill/>
          <a:ln>
            <a:noFill/>
          </a:ln>
        </p:spPr>
      </p:pic>
      <p:sp>
        <p:nvSpPr>
          <p:cNvPr id="481" name="Google Shape;481;p27"/>
          <p:cNvSpPr/>
          <p:nvPr/>
        </p:nvSpPr>
        <p:spPr>
          <a:xfrm flipH="1">
            <a:off x="3569929" y="1714948"/>
            <a:ext cx="3356400" cy="191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7"/>
          <p:cNvGrpSpPr/>
          <p:nvPr/>
        </p:nvGrpSpPr>
        <p:grpSpPr>
          <a:xfrm>
            <a:off x="6470900" y="2744576"/>
            <a:ext cx="1122449" cy="1668667"/>
            <a:chOff x="6505573" y="2745170"/>
            <a:chExt cx="1122000" cy="1668000"/>
          </a:xfrm>
        </p:grpSpPr>
        <p:sp>
          <p:nvSpPr>
            <p:cNvPr id="483" name="Google Shape;483;p2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87" name="Google Shape;487;p27"/>
          <p:cNvPicPr preferRelativeResize="0"/>
          <p:nvPr/>
        </p:nvPicPr>
        <p:blipFill rotWithShape="1">
          <a:blip r:embed="rId5">
            <a:alphaModFix/>
          </a:blip>
          <a:srcRect b="16020" l="53168" r="26238" t="53058"/>
          <a:stretch/>
        </p:blipFill>
        <p:spPr>
          <a:xfrm>
            <a:off x="6470381" y="2818527"/>
            <a:ext cx="1122300" cy="1461000"/>
          </a:xfrm>
          <a:prstGeom prst="rect">
            <a:avLst/>
          </a:prstGeom>
          <a:noFill/>
          <a:ln>
            <a:noFill/>
          </a:ln>
        </p:spPr>
      </p:pic>
      <p:sp>
        <p:nvSpPr>
          <p:cNvPr id="488" name="Google Shape;488;p27"/>
          <p:cNvSpPr/>
          <p:nvPr/>
        </p:nvSpPr>
        <p:spPr>
          <a:xfrm flipH="1">
            <a:off x="6470215" y="2818767"/>
            <a:ext cx="1122300" cy="1461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27"/>
          <p:cNvGrpSpPr/>
          <p:nvPr/>
        </p:nvGrpSpPr>
        <p:grpSpPr>
          <a:xfrm>
            <a:off x="6080176" y="3375336"/>
            <a:ext cx="570528" cy="1135689"/>
            <a:chOff x="9543736" y="4486132"/>
            <a:chExt cx="570300" cy="1135235"/>
          </a:xfrm>
        </p:grpSpPr>
        <p:sp>
          <p:nvSpPr>
            <p:cNvPr id="490" name="Google Shape;490;p2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94" name="Google Shape;494;p27"/>
          <p:cNvPicPr preferRelativeResize="0"/>
          <p:nvPr/>
        </p:nvPicPr>
        <p:blipFill rotWithShape="1">
          <a:blip r:embed="rId6">
            <a:alphaModFix/>
          </a:blip>
          <a:srcRect b="36734" l="41330" r="47980" t="42212"/>
          <a:stretch/>
        </p:blipFill>
        <p:spPr>
          <a:xfrm>
            <a:off x="6079557" y="3374919"/>
            <a:ext cx="570300" cy="973800"/>
          </a:xfrm>
          <a:prstGeom prst="round2SameRect">
            <a:avLst>
              <a:gd fmla="val 4129" name="adj1"/>
              <a:gd fmla="val 0" name="adj2"/>
            </a:avLst>
          </a:prstGeom>
          <a:noFill/>
          <a:ln>
            <a:noFill/>
          </a:ln>
        </p:spPr>
      </p:pic>
      <p:sp>
        <p:nvSpPr>
          <p:cNvPr id="495" name="Google Shape;495;p27"/>
          <p:cNvSpPr/>
          <p:nvPr/>
        </p:nvSpPr>
        <p:spPr>
          <a:xfrm flipH="1">
            <a:off x="6079436" y="3398094"/>
            <a:ext cx="570300" cy="950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27"/>
          <p:cNvGrpSpPr/>
          <p:nvPr/>
        </p:nvGrpSpPr>
        <p:grpSpPr>
          <a:xfrm>
            <a:off x="7350028" y="3727561"/>
            <a:ext cx="499100" cy="758547"/>
            <a:chOff x="7384375" y="3728000"/>
            <a:chExt cx="498900" cy="758244"/>
          </a:xfrm>
        </p:grpSpPr>
        <p:sp>
          <p:nvSpPr>
            <p:cNvPr id="497" name="Google Shape;497;p2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27"/>
          <p:cNvGrpSpPr/>
          <p:nvPr/>
        </p:nvGrpSpPr>
        <p:grpSpPr>
          <a:xfrm>
            <a:off x="7350063" y="3857292"/>
            <a:ext cx="523846" cy="507077"/>
            <a:chOff x="7384385" y="3857442"/>
            <a:chExt cx="523637" cy="506874"/>
          </a:xfrm>
        </p:grpSpPr>
        <p:sp>
          <p:nvSpPr>
            <p:cNvPr id="502" name="Google Shape;502;p2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7"/>
            <p:cNvGrpSpPr/>
            <p:nvPr/>
          </p:nvGrpSpPr>
          <p:grpSpPr>
            <a:xfrm>
              <a:off x="7384385" y="3857442"/>
              <a:ext cx="523637" cy="498900"/>
              <a:chOff x="7384385" y="3857442"/>
              <a:chExt cx="523637" cy="498900"/>
            </a:xfrm>
          </p:grpSpPr>
          <p:sp>
            <p:nvSpPr>
              <p:cNvPr id="504" name="Google Shape;504;p2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06" name="Google Shape;506;p27"/>
          <p:cNvPicPr preferRelativeResize="0"/>
          <p:nvPr/>
        </p:nvPicPr>
        <p:blipFill rotWithShape="1">
          <a:blip r:embed="rId5">
            <a:alphaModFix/>
          </a:blip>
          <a:srcRect b="36558" l="48584" r="37425" t="47335"/>
          <a:stretch/>
        </p:blipFill>
        <p:spPr>
          <a:xfrm>
            <a:off x="7379612" y="3888791"/>
            <a:ext cx="438600" cy="437700"/>
          </a:xfrm>
          <a:prstGeom prst="ellipse">
            <a:avLst/>
          </a:prstGeom>
          <a:noFill/>
          <a:ln cap="flat" cmpd="sng" w="9525">
            <a:solidFill>
              <a:srgbClr val="FFFFFF"/>
            </a:solidFill>
            <a:prstDash val="solid"/>
            <a:round/>
            <a:headEnd len="sm" w="sm" type="none"/>
            <a:tailEnd len="sm" w="sm" type="none"/>
          </a:ln>
        </p:spPr>
      </p:pic>
      <p:grpSp>
        <p:nvGrpSpPr>
          <p:cNvPr id="507" name="Google Shape;507;p27"/>
          <p:cNvGrpSpPr/>
          <p:nvPr/>
        </p:nvGrpSpPr>
        <p:grpSpPr>
          <a:xfrm>
            <a:off x="7948338" y="3727561"/>
            <a:ext cx="477502" cy="758547"/>
            <a:chOff x="7982421" y="3727763"/>
            <a:chExt cx="477311" cy="758244"/>
          </a:xfrm>
        </p:grpSpPr>
        <p:sp>
          <p:nvSpPr>
            <p:cNvPr id="508" name="Google Shape;508;p2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16" name="Google Shape;516;p27"/>
          <p:cNvPicPr preferRelativeResize="0"/>
          <p:nvPr/>
        </p:nvPicPr>
        <p:blipFill rotWithShape="1">
          <a:blip r:embed="rId6">
            <a:alphaModFix/>
          </a:blip>
          <a:srcRect b="27092" l="49668" r="37352" t="55916"/>
          <a:stretch/>
        </p:blipFill>
        <p:spPr>
          <a:xfrm>
            <a:off x="7966179" y="3884431"/>
            <a:ext cx="415200" cy="4713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8"/>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ordenadores</a:t>
            </a:r>
            <a:endParaRPr sz="1000"/>
          </a:p>
        </p:txBody>
      </p:sp>
      <p:sp>
        <p:nvSpPr>
          <p:cNvPr id="522" name="Google Shape;522;p28"/>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solidFill>
                  <a:srgbClr val="FFFFFF"/>
                </a:solidFill>
              </a:rPr>
              <a:t>Escribe aquí tu texto Escribe aquí tu texto Escribe aquí tu texto</a:t>
            </a:r>
            <a:endParaRPr/>
          </a:p>
        </p:txBody>
      </p:sp>
      <p:sp>
        <p:nvSpPr>
          <p:cNvPr id="523" name="Google Shape;523;p28"/>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1600"/>
              </a:spcAft>
              <a:buNone/>
            </a:pPr>
            <a:r>
              <a:t/>
            </a:r>
            <a:endParaRPr/>
          </a:p>
        </p:txBody>
      </p:sp>
      <p:grpSp>
        <p:nvGrpSpPr>
          <p:cNvPr id="524" name="Google Shape;524;p28"/>
          <p:cNvGrpSpPr/>
          <p:nvPr/>
        </p:nvGrpSpPr>
        <p:grpSpPr>
          <a:xfrm>
            <a:off x="2833760" y="1272110"/>
            <a:ext cx="3461100" cy="2671532"/>
            <a:chOff x="3553042" y="1657806"/>
            <a:chExt cx="3461100" cy="2671532"/>
          </a:xfrm>
        </p:grpSpPr>
        <p:sp>
          <p:nvSpPr>
            <p:cNvPr id="525" name="Google Shape;525;p28"/>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33" name="Google Shape;533;p28"/>
          <p:cNvPicPr preferRelativeResize="0"/>
          <p:nvPr/>
        </p:nvPicPr>
        <p:blipFill rotWithShape="1">
          <a:blip r:embed="rId3">
            <a:alphaModFix/>
          </a:blip>
          <a:srcRect b="9439" l="38930" r="9677" t="56777"/>
          <a:stretch/>
        </p:blipFill>
        <p:spPr>
          <a:xfrm>
            <a:off x="2886903" y="1329319"/>
            <a:ext cx="3355200" cy="1911900"/>
          </a:xfrm>
          <a:prstGeom prst="rect">
            <a:avLst/>
          </a:prstGeom>
          <a:noFill/>
          <a:ln>
            <a:noFill/>
          </a:ln>
        </p:spPr>
      </p:pic>
      <p:sp>
        <p:nvSpPr>
          <p:cNvPr id="534" name="Google Shape;534;p28"/>
          <p:cNvSpPr/>
          <p:nvPr/>
        </p:nvSpPr>
        <p:spPr>
          <a:xfrm flipH="1">
            <a:off x="2886886" y="1330368"/>
            <a:ext cx="3355200" cy="1909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a:t>
            </a:r>
            <a:endParaRPr sz="1000"/>
          </a:p>
        </p:txBody>
      </p:sp>
      <p:sp>
        <p:nvSpPr>
          <p:cNvPr id="540" name="Google Shape;540;p29"/>
          <p:cNvSpPr txBox="1"/>
          <p:nvPr>
            <p:ph type="title"/>
          </p:nvPr>
        </p:nvSpPr>
        <p:spPr>
          <a:xfrm>
            <a:off x="434700" y="1924850"/>
            <a:ext cx="284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41" name="Google Shape;541;p29"/>
          <p:cNvSpPr txBox="1"/>
          <p:nvPr>
            <p:ph idx="1" type="body"/>
          </p:nvPr>
        </p:nvSpPr>
        <p:spPr>
          <a:xfrm>
            <a:off x="5874275" y="1924850"/>
            <a:ext cx="284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42" name="Google Shape;542;p29"/>
          <p:cNvGrpSpPr/>
          <p:nvPr/>
        </p:nvGrpSpPr>
        <p:grpSpPr>
          <a:xfrm>
            <a:off x="3735320" y="1050307"/>
            <a:ext cx="1662185" cy="3304690"/>
            <a:chOff x="3983627" y="1676395"/>
            <a:chExt cx="1449538" cy="2881914"/>
          </a:xfrm>
        </p:grpSpPr>
        <p:sp>
          <p:nvSpPr>
            <p:cNvPr id="543" name="Google Shape;543;p29"/>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46" name="Google Shape;546;p29"/>
          <p:cNvPicPr preferRelativeResize="0"/>
          <p:nvPr/>
        </p:nvPicPr>
        <p:blipFill rotWithShape="1">
          <a:blip r:embed="rId3">
            <a:alphaModFix/>
          </a:blip>
          <a:srcRect b="24456" l="37035" r="37030" t="24456"/>
          <a:stretch/>
        </p:blipFill>
        <p:spPr>
          <a:xfrm>
            <a:off x="3735424" y="1050131"/>
            <a:ext cx="1659300" cy="2833500"/>
          </a:xfrm>
          <a:prstGeom prst="round2SameRect">
            <a:avLst>
              <a:gd fmla="val 4129" name="adj1"/>
              <a:gd fmla="val 0" name="adj2"/>
            </a:avLst>
          </a:prstGeom>
          <a:noFill/>
          <a:ln>
            <a:noFill/>
          </a:ln>
        </p:spPr>
      </p:pic>
      <p:sp>
        <p:nvSpPr>
          <p:cNvPr id="547" name="Google Shape;547;p29"/>
          <p:cNvSpPr/>
          <p:nvPr/>
        </p:nvSpPr>
        <p:spPr>
          <a:xfrm flipH="1">
            <a:off x="3735442" y="1117572"/>
            <a:ext cx="1659300" cy="2765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0"/>
          <p:cNvSpPr txBox="1"/>
          <p:nvPr>
            <p:ph idx="2" type="title"/>
          </p:nvPr>
        </p:nvSpPr>
        <p:spPr>
          <a:xfrm>
            <a:off x="1297500" y="459500"/>
            <a:ext cx="33333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 en vista horizontal</a:t>
            </a:r>
            <a:endParaRPr sz="1000"/>
          </a:p>
        </p:txBody>
      </p:sp>
      <p:sp>
        <p:nvSpPr>
          <p:cNvPr id="553" name="Google Shape;553;p30"/>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54" name="Google Shape;554;p30"/>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55" name="Google Shape;555;p30"/>
          <p:cNvGrpSpPr/>
          <p:nvPr/>
        </p:nvGrpSpPr>
        <p:grpSpPr>
          <a:xfrm>
            <a:off x="4654186" y="1785178"/>
            <a:ext cx="4042004" cy="2072175"/>
            <a:chOff x="4654186" y="1785178"/>
            <a:chExt cx="4042004" cy="2072175"/>
          </a:xfrm>
        </p:grpSpPr>
        <p:sp>
          <p:nvSpPr>
            <p:cNvPr id="556" name="Google Shape;556;p30"/>
            <p:cNvSpPr/>
            <p:nvPr/>
          </p:nvSpPr>
          <p:spPr>
            <a:xfrm>
              <a:off x="4657290" y="1813753"/>
              <a:ext cx="4038900" cy="2043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4654186" y="1785178"/>
              <a:ext cx="4038900" cy="2043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p:nvPr/>
          </p:nvSpPr>
          <p:spPr>
            <a:xfrm rot="5400000">
              <a:off x="4590717" y="2763677"/>
              <a:ext cx="667200" cy="108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59" name="Google Shape;559;p30"/>
          <p:cNvPicPr preferRelativeResize="0"/>
          <p:nvPr/>
        </p:nvPicPr>
        <p:blipFill rotWithShape="1">
          <a:blip r:embed="rId3">
            <a:alphaModFix/>
          </a:blip>
          <a:srcRect b="23234" l="37906" r="30828" t="15186"/>
          <a:stretch/>
        </p:blipFill>
        <p:spPr>
          <a:xfrm rot="5400000">
            <a:off x="5926988" y="1062492"/>
            <a:ext cx="2043600" cy="3489000"/>
          </a:xfrm>
          <a:prstGeom prst="round2SameRect">
            <a:avLst>
              <a:gd fmla="val 4129" name="adj1"/>
              <a:gd fmla="val 0" name="adj2"/>
            </a:avLst>
          </a:prstGeom>
          <a:noFill/>
          <a:ln>
            <a:noFill/>
          </a:ln>
        </p:spPr>
      </p:pic>
      <p:sp>
        <p:nvSpPr>
          <p:cNvPr id="560" name="Google Shape;560;p30"/>
          <p:cNvSpPr/>
          <p:nvPr/>
        </p:nvSpPr>
        <p:spPr>
          <a:xfrm flipH="1" rot="5400000">
            <a:off x="5885954" y="1103724"/>
            <a:ext cx="2043600" cy="3405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1"/>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566" name="Google Shape;566;p31"/>
          <p:cNvSpPr txBox="1"/>
          <p:nvPr>
            <p:ph idx="1" type="body"/>
          </p:nvPr>
        </p:nvSpPr>
        <p:spPr>
          <a:xfrm>
            <a:off x="5532750" y="2907875"/>
            <a:ext cx="2642700" cy="1049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67" name="Google Shape;567;p31"/>
          <p:cNvGrpSpPr/>
          <p:nvPr/>
        </p:nvGrpSpPr>
        <p:grpSpPr>
          <a:xfrm>
            <a:off x="596402" y="1727943"/>
            <a:ext cx="1387497" cy="2767214"/>
            <a:chOff x="3983627" y="1676395"/>
            <a:chExt cx="1449538" cy="2881914"/>
          </a:xfrm>
        </p:grpSpPr>
        <p:sp>
          <p:nvSpPr>
            <p:cNvPr id="568" name="Google Shape;568;p31"/>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71" name="Google Shape;571;p31"/>
          <p:cNvPicPr preferRelativeResize="0"/>
          <p:nvPr/>
        </p:nvPicPr>
        <p:blipFill rotWithShape="1">
          <a:blip r:embed="rId3">
            <a:alphaModFix/>
          </a:blip>
          <a:srcRect b="24456" l="37035" r="37030" t="24456"/>
          <a:stretch/>
        </p:blipFill>
        <p:spPr>
          <a:xfrm>
            <a:off x="595000" y="1728137"/>
            <a:ext cx="1389300" cy="2372700"/>
          </a:xfrm>
          <a:prstGeom prst="round2SameRect">
            <a:avLst>
              <a:gd fmla="val 4129" name="adj1"/>
              <a:gd fmla="val 0" name="adj2"/>
            </a:avLst>
          </a:prstGeom>
          <a:noFill/>
          <a:ln>
            <a:noFill/>
          </a:ln>
        </p:spPr>
      </p:pic>
      <p:sp>
        <p:nvSpPr>
          <p:cNvPr id="572" name="Google Shape;572;p31"/>
          <p:cNvSpPr/>
          <p:nvPr/>
        </p:nvSpPr>
        <p:spPr>
          <a:xfrm flipH="1">
            <a:off x="595102" y="1784207"/>
            <a:ext cx="1389300" cy="2316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1"/>
          <p:cNvGrpSpPr/>
          <p:nvPr/>
        </p:nvGrpSpPr>
        <p:grpSpPr>
          <a:xfrm>
            <a:off x="2339662" y="3136884"/>
            <a:ext cx="559040" cy="1339287"/>
            <a:chOff x="7475548" y="3728000"/>
            <a:chExt cx="316503" cy="758244"/>
          </a:xfrm>
        </p:grpSpPr>
        <p:sp>
          <p:nvSpPr>
            <p:cNvPr id="574" name="Google Shape;574;p31"/>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31"/>
          <p:cNvGrpSpPr/>
          <p:nvPr/>
        </p:nvGrpSpPr>
        <p:grpSpPr>
          <a:xfrm>
            <a:off x="2178640" y="3365517"/>
            <a:ext cx="924900" cy="895292"/>
            <a:chOff x="7384385" y="3857442"/>
            <a:chExt cx="523637" cy="506874"/>
          </a:xfrm>
        </p:grpSpPr>
        <p:sp>
          <p:nvSpPr>
            <p:cNvPr id="578" name="Google Shape;578;p31"/>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 name="Google Shape;579;p31"/>
            <p:cNvGrpSpPr/>
            <p:nvPr/>
          </p:nvGrpSpPr>
          <p:grpSpPr>
            <a:xfrm>
              <a:off x="7384385" y="3857442"/>
              <a:ext cx="523637" cy="498900"/>
              <a:chOff x="7384385" y="3857442"/>
              <a:chExt cx="523637" cy="498900"/>
            </a:xfrm>
          </p:grpSpPr>
          <p:sp>
            <p:nvSpPr>
              <p:cNvPr id="580" name="Google Shape;580;p31"/>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1"/>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82" name="Google Shape;582;p31"/>
          <p:cNvPicPr preferRelativeResize="0"/>
          <p:nvPr/>
        </p:nvPicPr>
        <p:blipFill rotWithShape="1">
          <a:blip r:embed="rId4">
            <a:alphaModFix/>
          </a:blip>
          <a:srcRect b="26641" l="46579" r="31859" t="48531"/>
          <a:stretch/>
        </p:blipFill>
        <p:spPr>
          <a:xfrm>
            <a:off x="2231987" y="3421570"/>
            <a:ext cx="774600" cy="773100"/>
          </a:xfrm>
          <a:prstGeom prst="ellipse">
            <a:avLst/>
          </a:prstGeom>
          <a:noFill/>
          <a:ln cap="flat" cmpd="sng" w="28575">
            <a:solidFill>
              <a:srgbClr val="FFFFFF"/>
            </a:solidFill>
            <a:prstDash val="solid"/>
            <a:round/>
            <a:headEnd len="sm" w="sm" type="none"/>
            <a:tailEnd len="sm" w="sm" type="none"/>
          </a:ln>
        </p:spPr>
      </p:pic>
      <p:grpSp>
        <p:nvGrpSpPr>
          <p:cNvPr id="583" name="Google Shape;583;p31"/>
          <p:cNvGrpSpPr/>
          <p:nvPr/>
        </p:nvGrpSpPr>
        <p:grpSpPr>
          <a:xfrm>
            <a:off x="3213842" y="3136833"/>
            <a:ext cx="843152" cy="1339537"/>
            <a:chOff x="-5144606" y="890490"/>
            <a:chExt cx="2115815" cy="3361448"/>
          </a:xfrm>
        </p:grpSpPr>
        <p:sp>
          <p:nvSpPr>
            <p:cNvPr id="584" name="Google Shape;584;p31"/>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90" name="Google Shape;590;p31"/>
          <p:cNvPicPr preferRelativeResize="0"/>
          <p:nvPr/>
        </p:nvPicPr>
        <p:blipFill rotWithShape="1">
          <a:blip r:embed="rId4">
            <a:alphaModFix/>
          </a:blip>
          <a:srcRect b="31657" l="47792" r="32559" t="42079"/>
          <a:stretch/>
        </p:blipFill>
        <p:spPr>
          <a:xfrm>
            <a:off x="3246895" y="3410328"/>
            <a:ext cx="732600" cy="849000"/>
          </a:xfrm>
          <a:prstGeom prst="roundRect">
            <a:avLst>
              <a:gd fmla="val 7794" name="adj"/>
            </a:avLst>
          </a:prstGeom>
          <a:noFill/>
          <a:ln cap="flat" cmpd="sng" w="28575">
            <a:solidFill>
              <a:srgbClr val="FFFFFF"/>
            </a:solidFill>
            <a:prstDash val="solid"/>
            <a:round/>
            <a:headEnd len="sm" w="sm" type="none"/>
            <a:tailEnd len="sm" w="sm" type="none"/>
          </a:ln>
        </p:spPr>
      </p:pic>
      <p:sp>
        <p:nvSpPr>
          <p:cNvPr id="591" name="Google Shape;591;p31"/>
          <p:cNvSpPr txBox="1"/>
          <p:nvPr/>
        </p:nvSpPr>
        <p:spPr>
          <a:xfrm>
            <a:off x="5532750" y="1337385"/>
            <a:ext cx="2642700" cy="16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800">
                <a:solidFill>
                  <a:srgbClr val="1B212C"/>
                </a:solidFill>
                <a:latin typeface="Montserrat"/>
                <a:ea typeface="Montserrat"/>
                <a:cs typeface="Montserrat"/>
                <a:sym typeface="Montserrat"/>
              </a:rPr>
              <a:t>Escribe aquí tu texto Escribe aquí tu texto Escribe aquí tu texto</a:t>
            </a:r>
            <a:endParaRPr sz="1800">
              <a:solidFill>
                <a:srgbClr val="1B212C"/>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2"/>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a:t>
            </a:r>
            <a:endParaRPr sz="1000"/>
          </a:p>
        </p:txBody>
      </p:sp>
      <p:sp>
        <p:nvSpPr>
          <p:cNvPr id="597" name="Google Shape;597;p32"/>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98" name="Google Shape;598;p32"/>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pSp>
        <p:nvGrpSpPr>
          <p:cNvPr id="599" name="Google Shape;599;p32"/>
          <p:cNvGrpSpPr/>
          <p:nvPr/>
        </p:nvGrpSpPr>
        <p:grpSpPr>
          <a:xfrm>
            <a:off x="3409722" y="824063"/>
            <a:ext cx="2351902" cy="3495474"/>
            <a:chOff x="3409722" y="824063"/>
            <a:chExt cx="2351902" cy="3495474"/>
          </a:xfrm>
        </p:grpSpPr>
        <p:sp>
          <p:nvSpPr>
            <p:cNvPr id="600" name="Google Shape;600;p32"/>
            <p:cNvSpPr/>
            <p:nvPr/>
          </p:nvSpPr>
          <p:spPr>
            <a:xfrm rot="-5400000">
              <a:off x="2850822" y="1408938"/>
              <a:ext cx="3469500" cy="23517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2"/>
            <p:cNvSpPr/>
            <p:nvPr/>
          </p:nvSpPr>
          <p:spPr>
            <a:xfrm rot="-5400000">
              <a:off x="2851024" y="1382963"/>
              <a:ext cx="3469500" cy="23517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2"/>
            <p:cNvSpPr/>
            <p:nvPr/>
          </p:nvSpPr>
          <p:spPr>
            <a:xfrm>
              <a:off x="4349865" y="4144403"/>
              <a:ext cx="471000" cy="65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03" name="Google Shape;603;p32"/>
          <p:cNvPicPr preferRelativeResize="0"/>
          <p:nvPr/>
        </p:nvPicPr>
        <p:blipFill rotWithShape="1">
          <a:blip r:embed="rId3">
            <a:alphaModFix/>
          </a:blip>
          <a:srcRect b="21738" l="55043" r="26200" t="50090"/>
          <a:stretch/>
        </p:blipFill>
        <p:spPr>
          <a:xfrm>
            <a:off x="3409739" y="978859"/>
            <a:ext cx="2351700" cy="3061800"/>
          </a:xfrm>
          <a:prstGeom prst="rect">
            <a:avLst/>
          </a:prstGeom>
          <a:noFill/>
          <a:ln>
            <a:noFill/>
          </a:ln>
        </p:spPr>
      </p:pic>
      <p:sp>
        <p:nvSpPr>
          <p:cNvPr id="604" name="Google Shape;604;p32"/>
          <p:cNvSpPr/>
          <p:nvPr/>
        </p:nvSpPr>
        <p:spPr>
          <a:xfrm flipH="1">
            <a:off x="3409382" y="979361"/>
            <a:ext cx="2351700" cy="3061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3"/>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 en vista horizontal</a:t>
            </a:r>
            <a:endParaRPr sz="1000"/>
          </a:p>
        </p:txBody>
      </p:sp>
      <p:sp>
        <p:nvSpPr>
          <p:cNvPr id="610" name="Google Shape;610;p33"/>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11" name="Google Shape;611;p33"/>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12" name="Google Shape;612;p33"/>
          <p:cNvGrpSpPr/>
          <p:nvPr/>
        </p:nvGrpSpPr>
        <p:grpSpPr>
          <a:xfrm>
            <a:off x="4547087" y="1535165"/>
            <a:ext cx="4273653" cy="2923926"/>
            <a:chOff x="4547087" y="1535165"/>
            <a:chExt cx="4273653" cy="2923926"/>
          </a:xfrm>
        </p:grpSpPr>
        <p:sp>
          <p:nvSpPr>
            <p:cNvPr id="613" name="Google Shape;613;p33"/>
            <p:cNvSpPr/>
            <p:nvPr/>
          </p:nvSpPr>
          <p:spPr>
            <a:xfrm>
              <a:off x="4548440" y="1563490"/>
              <a:ext cx="4272300" cy="2895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3"/>
            <p:cNvSpPr/>
            <p:nvPr/>
          </p:nvSpPr>
          <p:spPr>
            <a:xfrm>
              <a:off x="4547087" y="1535165"/>
              <a:ext cx="4272300" cy="2895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3"/>
            <p:cNvSpPr/>
            <p:nvPr/>
          </p:nvSpPr>
          <p:spPr>
            <a:xfrm rot="5400000">
              <a:off x="4414596" y="2956316"/>
              <a:ext cx="579900" cy="810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16" name="Google Shape;616;p33"/>
          <p:cNvPicPr preferRelativeResize="0"/>
          <p:nvPr/>
        </p:nvPicPr>
        <p:blipFill rotWithShape="1">
          <a:blip r:embed="rId3">
            <a:alphaModFix/>
          </a:blip>
          <a:srcRect b="22551" l="42865" r="29045" t="35259"/>
          <a:stretch/>
        </p:blipFill>
        <p:spPr>
          <a:xfrm rot="5400000">
            <a:off x="5295271" y="1097449"/>
            <a:ext cx="2895600" cy="3770100"/>
          </a:xfrm>
          <a:prstGeom prst="rect">
            <a:avLst/>
          </a:prstGeom>
          <a:noFill/>
          <a:ln>
            <a:noFill/>
          </a:ln>
        </p:spPr>
      </p:pic>
      <p:sp>
        <p:nvSpPr>
          <p:cNvPr id="617" name="Google Shape;617;p33"/>
          <p:cNvSpPr/>
          <p:nvPr/>
        </p:nvSpPr>
        <p:spPr>
          <a:xfrm flipH="1" rot="5400000">
            <a:off x="5295241" y="1097457"/>
            <a:ext cx="2895600" cy="377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4"/>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23" name="Google Shape;623;p34"/>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24" name="Google Shape;624;p34"/>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25" name="Google Shape;625;p34"/>
          <p:cNvGrpSpPr/>
          <p:nvPr/>
        </p:nvGrpSpPr>
        <p:grpSpPr>
          <a:xfrm>
            <a:off x="3895497" y="891542"/>
            <a:ext cx="1403091" cy="3361448"/>
            <a:chOff x="7475548" y="3728000"/>
            <a:chExt cx="316503" cy="758244"/>
          </a:xfrm>
        </p:grpSpPr>
        <p:sp>
          <p:nvSpPr>
            <p:cNvPr id="626" name="Google Shape;626;p34"/>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4"/>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4"/>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34"/>
          <p:cNvGrpSpPr/>
          <p:nvPr/>
        </p:nvGrpSpPr>
        <p:grpSpPr>
          <a:xfrm>
            <a:off x="3491361" y="1465383"/>
            <a:ext cx="2321335" cy="2247075"/>
            <a:chOff x="7384385" y="3857442"/>
            <a:chExt cx="523637" cy="506874"/>
          </a:xfrm>
        </p:grpSpPr>
        <p:sp>
          <p:nvSpPr>
            <p:cNvPr id="630" name="Google Shape;630;p34"/>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34"/>
            <p:cNvGrpSpPr/>
            <p:nvPr/>
          </p:nvGrpSpPr>
          <p:grpSpPr>
            <a:xfrm>
              <a:off x="7384385" y="3857442"/>
              <a:ext cx="523637" cy="498900"/>
              <a:chOff x="7384385" y="3857442"/>
              <a:chExt cx="523637" cy="498900"/>
            </a:xfrm>
          </p:grpSpPr>
          <p:sp>
            <p:nvSpPr>
              <p:cNvPr id="632" name="Google Shape;632;p34"/>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4"/>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634" name="Google Shape;634;p34"/>
          <p:cNvPicPr preferRelativeResize="0"/>
          <p:nvPr/>
        </p:nvPicPr>
        <p:blipFill rotWithShape="1">
          <a:blip r:embed="rId3">
            <a:alphaModFix/>
          </a:blip>
          <a:srcRect b="26641" l="46579" r="31859" t="48531"/>
          <a:stretch/>
        </p:blipFill>
        <p:spPr>
          <a:xfrm>
            <a:off x="3625513" y="1605774"/>
            <a:ext cx="1944300" cy="1940700"/>
          </a:xfrm>
          <a:prstGeom prst="ellipse">
            <a:avLst/>
          </a:prstGeom>
          <a:noFill/>
          <a:ln cap="flat" cmpd="sng" w="28575">
            <a:solidFill>
              <a:srgbClr val="FFFFFF"/>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5"/>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40" name="Google Shape;640;p35"/>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41" name="Google Shape;641;p35"/>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42" name="Google Shape;642;p35"/>
          <p:cNvGrpSpPr/>
          <p:nvPr/>
        </p:nvGrpSpPr>
        <p:grpSpPr>
          <a:xfrm>
            <a:off x="3593432" y="890490"/>
            <a:ext cx="2115815" cy="3361448"/>
            <a:chOff x="-5144606" y="890490"/>
            <a:chExt cx="2115815" cy="3361448"/>
          </a:xfrm>
        </p:grpSpPr>
        <p:sp>
          <p:nvSpPr>
            <p:cNvPr id="643" name="Google Shape;643;p35"/>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49" name="Google Shape;649;p35"/>
          <p:cNvPicPr preferRelativeResize="0"/>
          <p:nvPr/>
        </p:nvPicPr>
        <p:blipFill rotWithShape="1">
          <a:blip r:embed="rId3">
            <a:alphaModFix/>
          </a:blip>
          <a:srcRect b="31657" l="47792" r="32559" t="42079"/>
          <a:stretch/>
        </p:blipFill>
        <p:spPr>
          <a:xfrm>
            <a:off x="3675963" y="1576938"/>
            <a:ext cx="1838700" cy="2130600"/>
          </a:xfrm>
          <a:prstGeom prst="roundRect">
            <a:avLst>
              <a:gd fmla="val 7794" name="adj"/>
            </a:avLst>
          </a:prstGeom>
          <a:noFill/>
          <a:ln cap="flat" cmpd="sng" w="28575">
            <a:solidFill>
              <a:srgbClr val="FFFFFF"/>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Cronología del proyecto</a:t>
            </a:r>
            <a:endParaRPr/>
          </a:p>
        </p:txBody>
      </p:sp>
      <p:sp>
        <p:nvSpPr>
          <p:cNvPr id="655" name="Google Shape;655;p36"/>
          <p:cNvSpPr txBox="1"/>
          <p:nvPr/>
        </p:nvSpPr>
        <p:spPr>
          <a:xfrm>
            <a:off x="1158086" y="3307024"/>
            <a:ext cx="11667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rgbClr val="FFFFFF"/>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6" name="Google Shape;656;p36"/>
          <p:cNvSpPr txBox="1"/>
          <p:nvPr/>
        </p:nvSpPr>
        <p:spPr>
          <a:xfrm>
            <a:off x="2302396"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7" name="Google Shape;657;p36"/>
          <p:cNvSpPr txBox="1"/>
          <p:nvPr/>
        </p:nvSpPr>
        <p:spPr>
          <a:xfrm>
            <a:off x="3438904" y="3307022"/>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8" name="Google Shape;658;p36"/>
          <p:cNvSpPr txBox="1"/>
          <p:nvPr/>
        </p:nvSpPr>
        <p:spPr>
          <a:xfrm>
            <a:off x="4572659"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9" name="Google Shape;659;p36"/>
          <p:cNvSpPr txBox="1"/>
          <p:nvPr/>
        </p:nvSpPr>
        <p:spPr>
          <a:xfrm>
            <a:off x="5703047"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60" name="Google Shape;660;p36"/>
          <p:cNvSpPr txBox="1"/>
          <p:nvPr/>
        </p:nvSpPr>
        <p:spPr>
          <a:xfrm>
            <a:off x="1158086" y="2928564"/>
            <a:ext cx="11667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rgbClr val="FFFFFF"/>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1" name="Google Shape;661;p36"/>
          <p:cNvSpPr txBox="1"/>
          <p:nvPr/>
        </p:nvSpPr>
        <p:spPr>
          <a:xfrm>
            <a:off x="2302396"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2" name="Google Shape;662;p36"/>
          <p:cNvSpPr txBox="1"/>
          <p:nvPr/>
        </p:nvSpPr>
        <p:spPr>
          <a:xfrm>
            <a:off x="343890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3" name="Google Shape;663;p36"/>
          <p:cNvSpPr txBox="1"/>
          <p:nvPr/>
        </p:nvSpPr>
        <p:spPr>
          <a:xfrm>
            <a:off x="4572659"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4" name="Google Shape;664;p36"/>
          <p:cNvSpPr txBox="1"/>
          <p:nvPr/>
        </p:nvSpPr>
        <p:spPr>
          <a:xfrm>
            <a:off x="5703047"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5" name="Google Shape;665;p36"/>
          <p:cNvSpPr txBox="1"/>
          <p:nvPr/>
        </p:nvSpPr>
        <p:spPr>
          <a:xfrm>
            <a:off x="683718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6" name="Google Shape;666;p36"/>
          <p:cNvSpPr txBox="1"/>
          <p:nvPr/>
        </p:nvSpPr>
        <p:spPr>
          <a:xfrm>
            <a:off x="6837184"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cxnSp>
        <p:nvCxnSpPr>
          <p:cNvPr id="667" name="Google Shape;667;p36"/>
          <p:cNvCxnSpPr/>
          <p:nvPr/>
        </p:nvCxnSpPr>
        <p:spPr>
          <a:xfrm>
            <a:off x="1761628"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68" name="Google Shape;668;p36"/>
          <p:cNvSpPr/>
          <p:nvPr/>
        </p:nvSpPr>
        <p:spPr>
          <a:xfrm flipH="1">
            <a:off x="1228048"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69" name="Google Shape;669;p36"/>
          <p:cNvSpPr/>
          <p:nvPr/>
        </p:nvSpPr>
        <p:spPr>
          <a:xfrm>
            <a:off x="1227675"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0" name="Google Shape;670;p36"/>
          <p:cNvCxnSpPr/>
          <p:nvPr/>
        </p:nvCxnSpPr>
        <p:spPr>
          <a:xfrm>
            <a:off x="2855284"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1" name="Google Shape;671;p36"/>
          <p:cNvSpPr/>
          <p:nvPr/>
        </p:nvSpPr>
        <p:spPr>
          <a:xfrm flipH="1">
            <a:off x="2321705"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solidFill>
                  <a:srgbClr val="999999"/>
                </a:solidFill>
              </a:rPr>
              <a:t>  </a:t>
            </a:r>
            <a:endParaRPr>
              <a:solidFill>
                <a:srgbClr val="999999"/>
              </a:solidFill>
            </a:endParaRPr>
          </a:p>
        </p:txBody>
      </p:sp>
      <p:sp>
        <p:nvSpPr>
          <p:cNvPr id="672" name="Google Shape;672;p36"/>
          <p:cNvSpPr/>
          <p:nvPr/>
        </p:nvSpPr>
        <p:spPr>
          <a:xfrm>
            <a:off x="2321332"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3" name="Google Shape;673;p36"/>
          <p:cNvCxnSpPr/>
          <p:nvPr/>
        </p:nvCxnSpPr>
        <p:spPr>
          <a:xfrm>
            <a:off x="3949490"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4" name="Google Shape;674;p36"/>
          <p:cNvSpPr/>
          <p:nvPr/>
        </p:nvSpPr>
        <p:spPr>
          <a:xfrm flipH="1">
            <a:off x="3415911"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5" name="Google Shape;675;p36"/>
          <p:cNvSpPr/>
          <p:nvPr/>
        </p:nvSpPr>
        <p:spPr>
          <a:xfrm>
            <a:off x="3415538"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6" name="Google Shape;676;p36"/>
          <p:cNvCxnSpPr/>
          <p:nvPr/>
        </p:nvCxnSpPr>
        <p:spPr>
          <a:xfrm>
            <a:off x="5041054"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77" name="Google Shape;677;p36"/>
          <p:cNvSpPr/>
          <p:nvPr/>
        </p:nvSpPr>
        <p:spPr>
          <a:xfrm flipH="1">
            <a:off x="4507474"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8" name="Google Shape;678;p36"/>
          <p:cNvSpPr/>
          <p:nvPr/>
        </p:nvSpPr>
        <p:spPr>
          <a:xfrm>
            <a:off x="4507101"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9" name="Google Shape;679;p36"/>
          <p:cNvCxnSpPr/>
          <p:nvPr/>
        </p:nvCxnSpPr>
        <p:spPr>
          <a:xfrm>
            <a:off x="6129352"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0" name="Google Shape;680;p36"/>
          <p:cNvSpPr/>
          <p:nvPr/>
        </p:nvSpPr>
        <p:spPr>
          <a:xfrm flipH="1">
            <a:off x="5595772"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1" name="Google Shape;681;p36"/>
          <p:cNvSpPr/>
          <p:nvPr/>
        </p:nvSpPr>
        <p:spPr>
          <a:xfrm>
            <a:off x="559540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82" name="Google Shape;682;p36"/>
          <p:cNvCxnSpPr/>
          <p:nvPr/>
        </p:nvCxnSpPr>
        <p:spPr>
          <a:xfrm>
            <a:off x="7221273"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3" name="Google Shape;683;p36"/>
          <p:cNvSpPr/>
          <p:nvPr/>
        </p:nvSpPr>
        <p:spPr>
          <a:xfrm flipH="1">
            <a:off x="6687693"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4" name="Google Shape;684;p36"/>
          <p:cNvSpPr/>
          <p:nvPr/>
        </p:nvSpPr>
        <p:spPr>
          <a:xfrm>
            <a:off x="668732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5" name="Google Shape;685;p36"/>
          <p:cNvSpPr txBox="1"/>
          <p:nvPr/>
        </p:nvSpPr>
        <p:spPr>
          <a:xfrm>
            <a:off x="1195078"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ENE</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6" name="Google Shape;686;p36"/>
          <p:cNvSpPr txBox="1"/>
          <p:nvPr/>
        </p:nvSpPr>
        <p:spPr>
          <a:xfrm>
            <a:off x="2275607"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FEB</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7" name="Google Shape;687;p36"/>
          <p:cNvSpPr txBox="1"/>
          <p:nvPr/>
        </p:nvSpPr>
        <p:spPr>
          <a:xfrm>
            <a:off x="3412146"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8" name="Google Shape;688;p36"/>
          <p:cNvSpPr txBox="1"/>
          <p:nvPr/>
        </p:nvSpPr>
        <p:spPr>
          <a:xfrm>
            <a:off x="448254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ABR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9" name="Google Shape;689;p36"/>
          <p:cNvSpPr txBox="1"/>
          <p:nvPr/>
        </p:nvSpPr>
        <p:spPr>
          <a:xfrm>
            <a:off x="558495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MAY</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90" name="Google Shape;690;p36"/>
          <p:cNvSpPr txBox="1"/>
          <p:nvPr/>
        </p:nvSpPr>
        <p:spPr>
          <a:xfrm>
            <a:off x="6662762"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JUN</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7"/>
          <p:cNvSpPr txBox="1"/>
          <p:nvPr>
            <p:ph type="title"/>
          </p:nvPr>
        </p:nvSpPr>
        <p:spPr>
          <a:xfrm>
            <a:off x="645300" y="1833775"/>
            <a:ext cx="3063300" cy="69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¡Gracias!</a:t>
            </a:r>
            <a:endParaRPr/>
          </a:p>
        </p:txBody>
      </p:sp>
      <p:sp>
        <p:nvSpPr>
          <p:cNvPr id="696" name="Google Shape;696;p37"/>
          <p:cNvSpPr txBox="1"/>
          <p:nvPr>
            <p:ph idx="1" type="body"/>
          </p:nvPr>
        </p:nvSpPr>
        <p:spPr>
          <a:xfrm>
            <a:off x="645300" y="2644025"/>
            <a:ext cx="3063300" cy="97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Arial"/>
                <a:ea typeface="Arial"/>
                <a:cs typeface="Arial"/>
                <a:sym typeface="Arial"/>
              </a:rPr>
              <a:t>Escribe aquí tu texto Escribe aquí tu texto Escribe aquí tu texto Escribe aquí tu texto Escribe aquí tu texto.</a:t>
            </a:r>
            <a:endParaRPr/>
          </a:p>
        </p:txBody>
      </p:sp>
      <p:grpSp>
        <p:nvGrpSpPr>
          <p:cNvPr id="697" name="Google Shape;697;p37"/>
          <p:cNvGrpSpPr/>
          <p:nvPr/>
        </p:nvGrpSpPr>
        <p:grpSpPr>
          <a:xfrm>
            <a:off x="4066820" y="1553491"/>
            <a:ext cx="3159984" cy="2439109"/>
            <a:chOff x="3553042" y="1657806"/>
            <a:chExt cx="3461100" cy="2671532"/>
          </a:xfrm>
        </p:grpSpPr>
        <p:sp>
          <p:nvSpPr>
            <p:cNvPr id="698" name="Google Shape;698;p3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06" name="Google Shape;706;p37"/>
          <p:cNvPicPr preferRelativeResize="0"/>
          <p:nvPr/>
        </p:nvPicPr>
        <p:blipFill rotWithShape="1">
          <a:blip r:embed="rId3">
            <a:alphaModFix/>
          </a:blip>
          <a:srcRect b="26215" l="45356" r="19582" t="50734"/>
          <a:stretch/>
        </p:blipFill>
        <p:spPr>
          <a:xfrm>
            <a:off x="4115130" y="1605638"/>
            <a:ext cx="3063300" cy="1745700"/>
          </a:xfrm>
          <a:prstGeom prst="rect">
            <a:avLst/>
          </a:prstGeom>
          <a:noFill/>
          <a:ln>
            <a:noFill/>
          </a:ln>
        </p:spPr>
      </p:pic>
      <p:sp>
        <p:nvSpPr>
          <p:cNvPr id="707" name="Google Shape;707;p37"/>
          <p:cNvSpPr/>
          <p:nvPr/>
        </p:nvSpPr>
        <p:spPr>
          <a:xfrm flipH="1">
            <a:off x="4114917" y="1606596"/>
            <a:ext cx="3063300" cy="17433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37"/>
          <p:cNvGrpSpPr/>
          <p:nvPr/>
        </p:nvGrpSpPr>
        <p:grpSpPr>
          <a:xfrm>
            <a:off x="6762480" y="2546254"/>
            <a:ext cx="1024386" cy="1522884"/>
            <a:chOff x="6505573" y="2745170"/>
            <a:chExt cx="1122000" cy="1668000"/>
          </a:xfrm>
        </p:grpSpPr>
        <p:sp>
          <p:nvSpPr>
            <p:cNvPr id="709" name="Google Shape;709;p3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13" name="Google Shape;713;p37"/>
          <p:cNvPicPr preferRelativeResize="0"/>
          <p:nvPr/>
        </p:nvPicPr>
        <p:blipFill rotWithShape="1">
          <a:blip r:embed="rId3">
            <a:alphaModFix/>
          </a:blip>
          <a:srcRect b="16020" l="53168" r="26238" t="53058"/>
          <a:stretch/>
        </p:blipFill>
        <p:spPr>
          <a:xfrm>
            <a:off x="6762097" y="2613771"/>
            <a:ext cx="1024200" cy="1333200"/>
          </a:xfrm>
          <a:prstGeom prst="rect">
            <a:avLst/>
          </a:prstGeom>
          <a:noFill/>
          <a:ln>
            <a:noFill/>
          </a:ln>
        </p:spPr>
      </p:pic>
      <p:sp>
        <p:nvSpPr>
          <p:cNvPr id="714" name="Google Shape;714;p37"/>
          <p:cNvSpPr/>
          <p:nvPr/>
        </p:nvSpPr>
        <p:spPr>
          <a:xfrm flipH="1">
            <a:off x="6762011" y="2613990"/>
            <a:ext cx="1024200" cy="13332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37"/>
          <p:cNvGrpSpPr/>
          <p:nvPr/>
        </p:nvGrpSpPr>
        <p:grpSpPr>
          <a:xfrm>
            <a:off x="6405845" y="3121897"/>
            <a:ext cx="520684" cy="1036470"/>
            <a:chOff x="9543736" y="4486132"/>
            <a:chExt cx="570300" cy="1135235"/>
          </a:xfrm>
        </p:grpSpPr>
        <p:sp>
          <p:nvSpPr>
            <p:cNvPr id="716" name="Google Shape;716;p3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20" name="Google Shape;720;p37"/>
          <p:cNvPicPr preferRelativeResize="0"/>
          <p:nvPr/>
        </p:nvPicPr>
        <p:blipFill rotWithShape="1">
          <a:blip r:embed="rId4">
            <a:alphaModFix/>
          </a:blip>
          <a:srcRect b="36734" l="41330" r="47980" t="42212"/>
          <a:stretch/>
        </p:blipFill>
        <p:spPr>
          <a:xfrm>
            <a:off x="6405412" y="3121559"/>
            <a:ext cx="520500" cy="888900"/>
          </a:xfrm>
          <a:prstGeom prst="round2SameRect">
            <a:avLst>
              <a:gd fmla="val 4129" name="adj1"/>
              <a:gd fmla="val 0" name="adj2"/>
            </a:avLst>
          </a:prstGeom>
          <a:noFill/>
          <a:ln>
            <a:noFill/>
          </a:ln>
        </p:spPr>
      </p:pic>
      <p:sp>
        <p:nvSpPr>
          <p:cNvPr id="721" name="Google Shape;721;p37"/>
          <p:cNvSpPr/>
          <p:nvPr/>
        </p:nvSpPr>
        <p:spPr>
          <a:xfrm flipH="1">
            <a:off x="6405284" y="3142709"/>
            <a:ext cx="520500" cy="8679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7"/>
          <p:cNvGrpSpPr/>
          <p:nvPr/>
        </p:nvGrpSpPr>
        <p:grpSpPr>
          <a:xfrm>
            <a:off x="7564804" y="3443361"/>
            <a:ext cx="455496" cy="692277"/>
            <a:chOff x="7384375" y="3728000"/>
            <a:chExt cx="498900" cy="758244"/>
          </a:xfrm>
        </p:grpSpPr>
        <p:sp>
          <p:nvSpPr>
            <p:cNvPr id="723" name="Google Shape;723;p3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37"/>
          <p:cNvGrpSpPr/>
          <p:nvPr/>
        </p:nvGrpSpPr>
        <p:grpSpPr>
          <a:xfrm>
            <a:off x="7564836" y="3561758"/>
            <a:ext cx="478081" cy="462776"/>
            <a:chOff x="7384385" y="3857442"/>
            <a:chExt cx="523637" cy="506874"/>
          </a:xfrm>
        </p:grpSpPr>
        <p:sp>
          <p:nvSpPr>
            <p:cNvPr id="728" name="Google Shape;728;p3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 name="Google Shape;729;p37"/>
            <p:cNvGrpSpPr/>
            <p:nvPr/>
          </p:nvGrpSpPr>
          <p:grpSpPr>
            <a:xfrm>
              <a:off x="7384385" y="3857442"/>
              <a:ext cx="523637" cy="498900"/>
              <a:chOff x="7384385" y="3857442"/>
              <a:chExt cx="523637" cy="498900"/>
            </a:xfrm>
          </p:grpSpPr>
          <p:sp>
            <p:nvSpPr>
              <p:cNvPr id="730" name="Google Shape;730;p3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732" name="Google Shape;732;p37"/>
          <p:cNvPicPr preferRelativeResize="0"/>
          <p:nvPr/>
        </p:nvPicPr>
        <p:blipFill rotWithShape="1">
          <a:blip r:embed="rId3">
            <a:alphaModFix/>
          </a:blip>
          <a:srcRect b="36558" l="48584" r="37425" t="47335"/>
          <a:stretch/>
        </p:blipFill>
        <p:spPr>
          <a:xfrm>
            <a:off x="7591905" y="3590541"/>
            <a:ext cx="400500" cy="399300"/>
          </a:xfrm>
          <a:prstGeom prst="ellipse">
            <a:avLst/>
          </a:prstGeom>
          <a:noFill/>
          <a:ln cap="flat" cmpd="sng" w="9525">
            <a:solidFill>
              <a:srgbClr val="FFFFFF"/>
            </a:solidFill>
            <a:prstDash val="solid"/>
            <a:round/>
            <a:headEnd len="sm" w="sm" type="none"/>
            <a:tailEnd len="sm" w="sm" type="none"/>
          </a:ln>
        </p:spPr>
      </p:pic>
      <p:grpSp>
        <p:nvGrpSpPr>
          <p:cNvPr id="733" name="Google Shape;733;p37"/>
          <p:cNvGrpSpPr/>
          <p:nvPr/>
        </p:nvGrpSpPr>
        <p:grpSpPr>
          <a:xfrm>
            <a:off x="8110843" y="3443361"/>
            <a:ext cx="435785" cy="692277"/>
            <a:chOff x="7982421" y="3727763"/>
            <a:chExt cx="477311" cy="758244"/>
          </a:xfrm>
        </p:grpSpPr>
        <p:sp>
          <p:nvSpPr>
            <p:cNvPr id="734" name="Google Shape;734;p3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42" name="Google Shape;742;p37"/>
          <p:cNvPicPr preferRelativeResize="0"/>
          <p:nvPr/>
        </p:nvPicPr>
        <p:blipFill rotWithShape="1">
          <a:blip r:embed="rId4">
            <a:alphaModFix/>
          </a:blip>
          <a:srcRect b="27092" l="49668" r="37352" t="55916"/>
          <a:stretch/>
        </p:blipFill>
        <p:spPr>
          <a:xfrm>
            <a:off x="8127235" y="3586562"/>
            <a:ext cx="379200" cy="4299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