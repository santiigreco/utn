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</p:sldIdLst>
  <p:sldSz cy="5143500" cx="9144000"/>
  <p:notesSz cx="6858000" cy="9144000"/>
  <p:embeddedFontLst>
    <p:embeddedFont>
      <p:font typeface="Nunito"/>
      <p:regular r:id="rId7"/>
      <p:bold r:id="rId8"/>
      <p:italic r:id="rId9"/>
      <p:boldItalic r:id="rId1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10" Type="http://schemas.openxmlformats.org/officeDocument/2006/relationships/font" Target="fonts/Nunito-boldItalic.fntdata"/><Relationship Id="rId9" Type="http://schemas.openxmlformats.org/officeDocument/2006/relationships/font" Target="fonts/Nunito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font" Target="fonts/Nunito-regular.fntdata"/><Relationship Id="rId8" Type="http://schemas.openxmlformats.org/officeDocument/2006/relationships/font" Target="fonts/Nunito-bold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/>
          <p:nvPr/>
        </p:nvSpPr>
        <p:spPr>
          <a:xfrm>
            <a:off x="3957100" y="363125"/>
            <a:ext cx="943800" cy="4104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>
                <a:latin typeface="Nunito"/>
                <a:ea typeface="Nunito"/>
                <a:cs typeface="Nunito"/>
                <a:sym typeface="Nunito"/>
              </a:rPr>
              <a:t>CEO</a:t>
            </a:r>
            <a:endParaRPr sz="1100"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55" name="Google Shape;55;p13"/>
          <p:cNvSpPr/>
          <p:nvPr/>
        </p:nvSpPr>
        <p:spPr>
          <a:xfrm>
            <a:off x="1586325" y="1209150"/>
            <a:ext cx="943800" cy="4104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>
                <a:latin typeface="Nunito"/>
                <a:ea typeface="Nunito"/>
                <a:cs typeface="Nunito"/>
                <a:sym typeface="Nunito"/>
              </a:rPr>
              <a:t>Gerente producción</a:t>
            </a:r>
            <a:endParaRPr sz="1100"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56" name="Google Shape;56;p13"/>
          <p:cNvSpPr/>
          <p:nvPr/>
        </p:nvSpPr>
        <p:spPr>
          <a:xfrm>
            <a:off x="911594" y="2032600"/>
            <a:ext cx="943800" cy="4104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>
                <a:latin typeface="Nunito"/>
                <a:ea typeface="Nunito"/>
                <a:cs typeface="Nunito"/>
                <a:sym typeface="Nunito"/>
              </a:rPr>
              <a:t>Lider producción</a:t>
            </a:r>
            <a:endParaRPr sz="1100"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57" name="Google Shape;57;p13"/>
          <p:cNvSpPr/>
          <p:nvPr/>
        </p:nvSpPr>
        <p:spPr>
          <a:xfrm>
            <a:off x="470725" y="3458582"/>
            <a:ext cx="943800" cy="4104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>
                <a:latin typeface="Nunito"/>
                <a:ea typeface="Nunito"/>
                <a:cs typeface="Nunito"/>
                <a:sym typeface="Nunito"/>
              </a:rPr>
              <a:t>Operarios </a:t>
            </a:r>
            <a:r>
              <a:rPr lang="es" sz="1100">
                <a:latin typeface="Nunito"/>
                <a:ea typeface="Nunito"/>
                <a:cs typeface="Nunito"/>
                <a:sym typeface="Nunito"/>
              </a:rPr>
              <a:t>TM</a:t>
            </a:r>
            <a:r>
              <a:rPr lang="es" sz="1100">
                <a:latin typeface="Nunito"/>
                <a:ea typeface="Nunito"/>
                <a:cs typeface="Nunito"/>
                <a:sym typeface="Nunito"/>
              </a:rPr>
              <a:t> x14</a:t>
            </a:r>
            <a:endParaRPr sz="1100"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58" name="Google Shape;58;p13"/>
          <p:cNvSpPr/>
          <p:nvPr/>
        </p:nvSpPr>
        <p:spPr>
          <a:xfrm>
            <a:off x="1586325" y="3502669"/>
            <a:ext cx="943800" cy="4104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>
                <a:latin typeface="Nunito"/>
                <a:ea typeface="Nunito"/>
                <a:cs typeface="Nunito"/>
                <a:sym typeface="Nunito"/>
              </a:rPr>
              <a:t>Operarios TT x14</a:t>
            </a:r>
            <a:endParaRPr sz="1100"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59" name="Google Shape;59;p13"/>
          <p:cNvSpPr/>
          <p:nvPr/>
        </p:nvSpPr>
        <p:spPr>
          <a:xfrm>
            <a:off x="2603600" y="1964200"/>
            <a:ext cx="1261500" cy="6075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>
                <a:latin typeface="Nunito"/>
                <a:ea typeface="Nunito"/>
                <a:cs typeface="Nunito"/>
                <a:sym typeface="Nunito"/>
              </a:rPr>
              <a:t>Jefe de Mantemiento </a:t>
            </a:r>
            <a:endParaRPr sz="1100">
              <a:latin typeface="Nunito"/>
              <a:ea typeface="Nunito"/>
              <a:cs typeface="Nunito"/>
              <a:sym typeface="Nuni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60" name="Google Shape;60;p13"/>
          <p:cNvSpPr/>
          <p:nvPr/>
        </p:nvSpPr>
        <p:spPr>
          <a:xfrm>
            <a:off x="1738725" y="3008458"/>
            <a:ext cx="943800" cy="4104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>
                <a:latin typeface="Nunito"/>
                <a:ea typeface="Nunito"/>
                <a:cs typeface="Nunito"/>
                <a:sym typeface="Nunito"/>
              </a:rPr>
              <a:t>Supervisor </a:t>
            </a:r>
            <a:r>
              <a:rPr lang="es" sz="1100">
                <a:latin typeface="Nunito"/>
                <a:ea typeface="Nunito"/>
                <a:cs typeface="Nunito"/>
                <a:sym typeface="Nunito"/>
              </a:rPr>
              <a:t>TM</a:t>
            </a:r>
            <a:endParaRPr sz="1100"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