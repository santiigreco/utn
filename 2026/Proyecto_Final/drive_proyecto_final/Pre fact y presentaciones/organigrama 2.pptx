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12192000"/>
  <p:embeddedFontLst>
    <p:embeddedFont>
      <p:font typeface="Nunito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G9EKwtDhCQOTyO3IgvjrS6AEu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font" Target="fonts/Nunito-regular.fntdata"/><Relationship Id="rId7" Type="http://schemas.openxmlformats.org/officeDocument/2006/relationships/font" Target="fonts/Nunito-bold.fntdata"/><Relationship Id="rId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82880" y="73152"/>
            <a:ext cx="11795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ORGANIGRAMA EMPRESARIAL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82880" y="402336"/>
            <a:ext cx="1179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265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6567"/>
                </a:solidFill>
                <a:latin typeface="Calibri"/>
                <a:ea typeface="Calibri"/>
                <a:cs typeface="Calibri"/>
                <a:sym typeface="Calibri"/>
              </a:rPr>
              <a:t>Total: 5</a:t>
            </a:r>
            <a:r>
              <a:rPr lang="en-US" sz="900">
                <a:solidFill>
                  <a:srgbClr val="62656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900" u="none" cap="none" strike="noStrike">
                <a:solidFill>
                  <a:srgbClr val="626567"/>
                </a:solidFill>
                <a:latin typeface="Calibri"/>
                <a:ea typeface="Calibri"/>
                <a:cs typeface="Calibri"/>
                <a:sym typeface="Calibri"/>
              </a:rPr>
              <a:t> personas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892003" y="1307605"/>
            <a:ext cx="2377500" cy="457200"/>
          </a:xfrm>
          <a:prstGeom prst="rect">
            <a:avLst/>
          </a:prstGeom>
          <a:solidFill>
            <a:srgbClr val="E8650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892003" y="1307593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PRESIDENTE</a:t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6080760" y="1755648"/>
            <a:ext cx="0" cy="155448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1801368" y="1911096"/>
            <a:ext cx="8558784" cy="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1801368" y="1911096"/>
            <a:ext cx="0" cy="64008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4912614" y="1911096"/>
            <a:ext cx="0" cy="63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8220456" y="1911096"/>
            <a:ext cx="0" cy="64008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0360152" y="1911096"/>
            <a:ext cx="0" cy="64008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795528" y="1975104"/>
            <a:ext cx="2011680" cy="457200"/>
          </a:xfrm>
          <a:prstGeom prst="rect">
            <a:avLst/>
          </a:prstGeom>
          <a:solidFill>
            <a:srgbClr val="2471A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95528" y="19751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VENTAS</a:t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973449" y="1975104"/>
            <a:ext cx="2011800" cy="457200"/>
          </a:xfrm>
          <a:prstGeom prst="rect">
            <a:avLst/>
          </a:prstGeom>
          <a:solidFill>
            <a:srgbClr val="2471A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973449" y="1975104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GERENTE DE PLANTA</a:t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214616" y="1975104"/>
            <a:ext cx="2011680" cy="457200"/>
          </a:xfrm>
          <a:prstGeom prst="rect">
            <a:avLst/>
          </a:prstGeom>
          <a:solidFill>
            <a:srgbClr val="7D3C9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214616" y="19751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GERENCIA DE CALIDAD</a:t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9354312" y="1975104"/>
            <a:ext cx="2011680" cy="457200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354312" y="19751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ADMI &amp; FINANZAS</a:t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4" name="Google Shape;34;p1"/>
          <p:cNvCxnSpPr/>
          <p:nvPr/>
        </p:nvCxnSpPr>
        <p:spPr>
          <a:xfrm>
            <a:off x="4969764" y="2432304"/>
            <a:ext cx="0" cy="3108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1"/>
          <p:cNvCxnSpPr/>
          <p:nvPr/>
        </p:nvCxnSpPr>
        <p:spPr>
          <a:xfrm>
            <a:off x="3401568" y="2743200"/>
            <a:ext cx="3202500" cy="120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1"/>
          <p:cNvCxnSpPr/>
          <p:nvPr/>
        </p:nvCxnSpPr>
        <p:spPr>
          <a:xfrm>
            <a:off x="3401568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4462272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"/>
          <p:cNvSpPr/>
          <p:nvPr/>
        </p:nvSpPr>
        <p:spPr>
          <a:xfrm>
            <a:off x="2935224" y="2798064"/>
            <a:ext cx="932688" cy="420624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2935224" y="2798064"/>
            <a:ext cx="9326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JEFE MAN</a:t>
            </a:r>
            <a:r>
              <a:rPr b="1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3995928" y="2798064"/>
            <a:ext cx="932688" cy="420624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3995925" y="2798078"/>
            <a:ext cx="9327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JEFE PRO</a:t>
            </a:r>
            <a: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DUCCIÓN</a:t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2" name="Google Shape;42;p1"/>
          <p:cNvCxnSpPr/>
          <p:nvPr/>
        </p:nvCxnSpPr>
        <p:spPr>
          <a:xfrm>
            <a:off x="3401568" y="3218688"/>
            <a:ext cx="0" cy="402336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1"/>
          <p:cNvSpPr/>
          <p:nvPr/>
        </p:nvSpPr>
        <p:spPr>
          <a:xfrm>
            <a:off x="2935224" y="3621024"/>
            <a:ext cx="932688" cy="420624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2935224" y="3621024"/>
            <a:ext cx="9326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 Técnicos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5" name="Google Shape;45;p1"/>
          <p:cNvCxnSpPr/>
          <p:nvPr/>
        </p:nvCxnSpPr>
        <p:spPr>
          <a:xfrm>
            <a:off x="4462272" y="3218688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1"/>
          <p:cNvCxnSpPr/>
          <p:nvPr/>
        </p:nvCxnSpPr>
        <p:spPr>
          <a:xfrm>
            <a:off x="4123944" y="3566160"/>
            <a:ext cx="530352" cy="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1"/>
          <p:cNvCxnSpPr/>
          <p:nvPr/>
        </p:nvCxnSpPr>
        <p:spPr>
          <a:xfrm>
            <a:off x="4123944" y="356616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1"/>
          <p:cNvCxnSpPr/>
          <p:nvPr/>
        </p:nvCxnSpPr>
        <p:spPr>
          <a:xfrm>
            <a:off x="4654296" y="356616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"/>
          <p:cNvSpPr/>
          <p:nvPr/>
        </p:nvSpPr>
        <p:spPr>
          <a:xfrm>
            <a:off x="3886200" y="3621024"/>
            <a:ext cx="475488" cy="420624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3886200" y="3621024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SUP. TM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4416552" y="3621024"/>
            <a:ext cx="475488" cy="420624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4416552" y="3621024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SUP. </a:t>
            </a: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TT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3" name="Google Shape;53;p1"/>
          <p:cNvCxnSpPr/>
          <p:nvPr/>
        </p:nvCxnSpPr>
        <p:spPr>
          <a:xfrm>
            <a:off x="4123944" y="4041648"/>
            <a:ext cx="0" cy="402336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1"/>
          <p:cNvCxnSpPr/>
          <p:nvPr/>
        </p:nvCxnSpPr>
        <p:spPr>
          <a:xfrm>
            <a:off x="4654296" y="4041648"/>
            <a:ext cx="0" cy="402336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"/>
          <p:cNvSpPr/>
          <p:nvPr/>
        </p:nvSpPr>
        <p:spPr>
          <a:xfrm>
            <a:off x="3232167" y="4443975"/>
            <a:ext cx="11295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3368675" y="4457713"/>
            <a:ext cx="91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Operarios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Turno Mañana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416547" y="4443975"/>
            <a:ext cx="11523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4269596" y="4457713"/>
            <a:ext cx="135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Operarios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Turno Tarde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9" name="Google Shape;59;p1"/>
          <p:cNvCxnSpPr/>
          <p:nvPr/>
        </p:nvCxnSpPr>
        <p:spPr>
          <a:xfrm>
            <a:off x="5541264" y="4269105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"/>
          <p:cNvCxnSpPr/>
          <p:nvPr/>
        </p:nvCxnSpPr>
        <p:spPr>
          <a:xfrm>
            <a:off x="6601968" y="3154680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"/>
          <p:cNvSpPr/>
          <p:nvPr/>
        </p:nvSpPr>
        <p:spPr>
          <a:xfrm>
            <a:off x="5074933" y="2822439"/>
            <a:ext cx="932700" cy="420600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5074933" y="2822439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COOR. </a:t>
            </a:r>
            <a:b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LOGISTICA</a:t>
            </a:r>
            <a:endParaRPr i="0" sz="1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6135636" y="2822439"/>
            <a:ext cx="932700" cy="420600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6135636" y="2822439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LIDER SUPPLY</a:t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5" name="Google Shape;65;p1"/>
          <p:cNvCxnSpPr/>
          <p:nvPr/>
        </p:nvCxnSpPr>
        <p:spPr>
          <a:xfrm>
            <a:off x="8220456" y="2432304"/>
            <a:ext cx="0" cy="310896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"/>
          <p:cNvCxnSpPr/>
          <p:nvPr/>
        </p:nvCxnSpPr>
        <p:spPr>
          <a:xfrm>
            <a:off x="7562088" y="2743200"/>
            <a:ext cx="1316736" cy="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"/>
          <p:cNvCxnSpPr/>
          <p:nvPr/>
        </p:nvCxnSpPr>
        <p:spPr>
          <a:xfrm>
            <a:off x="7562088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"/>
          <p:cNvSpPr/>
          <p:nvPr/>
        </p:nvSpPr>
        <p:spPr>
          <a:xfrm>
            <a:off x="7251192" y="2798064"/>
            <a:ext cx="621792" cy="420624"/>
          </a:xfrm>
          <a:prstGeom prst="rect">
            <a:avLst/>
          </a:prstGeom>
          <a:solidFill>
            <a:srgbClr val="7D3C9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7251192" y="2798064"/>
            <a:ext cx="6217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Técnica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Línea 1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0" name="Google Shape;70;p1"/>
          <p:cNvCxnSpPr/>
          <p:nvPr/>
        </p:nvCxnSpPr>
        <p:spPr>
          <a:xfrm>
            <a:off x="8220456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"/>
          <p:cNvSpPr/>
          <p:nvPr/>
        </p:nvSpPr>
        <p:spPr>
          <a:xfrm>
            <a:off x="7909560" y="2798064"/>
            <a:ext cx="621792" cy="420624"/>
          </a:xfrm>
          <a:prstGeom prst="rect">
            <a:avLst/>
          </a:prstGeom>
          <a:solidFill>
            <a:srgbClr val="7D3C9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7909560" y="2798064"/>
            <a:ext cx="6217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Técnica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Línea 2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3" name="Google Shape;73;p1"/>
          <p:cNvCxnSpPr/>
          <p:nvPr/>
        </p:nvCxnSpPr>
        <p:spPr>
          <a:xfrm>
            <a:off x="8878824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"/>
          <p:cNvSpPr/>
          <p:nvPr/>
        </p:nvSpPr>
        <p:spPr>
          <a:xfrm>
            <a:off x="8567928" y="2798064"/>
            <a:ext cx="621792" cy="420624"/>
          </a:xfrm>
          <a:prstGeom prst="rect">
            <a:avLst/>
          </a:prstGeom>
          <a:solidFill>
            <a:srgbClr val="7D3C9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8567928" y="2798064"/>
            <a:ext cx="6217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Analista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Desarrollo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6" name="Google Shape;76;p1"/>
          <p:cNvCxnSpPr/>
          <p:nvPr/>
        </p:nvCxnSpPr>
        <p:spPr>
          <a:xfrm>
            <a:off x="10360152" y="2432304"/>
            <a:ext cx="0" cy="310896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"/>
          <p:cNvCxnSpPr/>
          <p:nvPr/>
        </p:nvCxnSpPr>
        <p:spPr>
          <a:xfrm>
            <a:off x="9619488" y="2743200"/>
            <a:ext cx="1481328" cy="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"/>
          <p:cNvCxnSpPr/>
          <p:nvPr/>
        </p:nvCxnSpPr>
        <p:spPr>
          <a:xfrm>
            <a:off x="9619488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"/>
          <p:cNvSpPr/>
          <p:nvPr/>
        </p:nvSpPr>
        <p:spPr>
          <a:xfrm>
            <a:off x="9390888" y="2798064"/>
            <a:ext cx="457200" cy="420624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9390888" y="2798064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TESORERÍA</a:t>
            </a:r>
            <a:endParaRPr i="0" sz="8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1" name="Google Shape;81;p1"/>
          <p:cNvCxnSpPr/>
          <p:nvPr/>
        </p:nvCxnSpPr>
        <p:spPr>
          <a:xfrm>
            <a:off x="10113264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"/>
          <p:cNvSpPr/>
          <p:nvPr/>
        </p:nvSpPr>
        <p:spPr>
          <a:xfrm>
            <a:off x="9884664" y="2798064"/>
            <a:ext cx="457200" cy="420624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9884664" y="2798064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RRHH</a:t>
            </a:r>
            <a:endParaRPr i="0" sz="8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4" name="Google Shape;84;p1"/>
          <p:cNvCxnSpPr/>
          <p:nvPr/>
        </p:nvCxnSpPr>
        <p:spPr>
          <a:xfrm>
            <a:off x="10607040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"/>
          <p:cNvSpPr/>
          <p:nvPr/>
        </p:nvSpPr>
        <p:spPr>
          <a:xfrm>
            <a:off x="10378440" y="2798064"/>
            <a:ext cx="457200" cy="420624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10378440" y="2798064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FACTURACIÓN</a:t>
            </a:r>
            <a:endParaRPr i="0" sz="8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11100816" y="2743200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"/>
          <p:cNvSpPr/>
          <p:nvPr/>
        </p:nvSpPr>
        <p:spPr>
          <a:xfrm>
            <a:off x="10872216" y="2798064"/>
            <a:ext cx="457200" cy="420624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0872216" y="2798064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ADMINIST.</a:t>
            </a:r>
            <a:endParaRPr i="0" sz="8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91440" y="6309360"/>
            <a:ext cx="164592" cy="164592"/>
          </a:xfrm>
          <a:prstGeom prst="rect">
            <a:avLst/>
          </a:prstGeom>
          <a:solidFill>
            <a:srgbClr val="E8650A"/>
          </a:solidFill>
          <a:ln cap="flat" cmpd="sng" w="12700">
            <a:solidFill>
              <a:srgbClr val="E86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292608" y="6263640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Presidencia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828800" y="6309360"/>
            <a:ext cx="164592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029968" y="6263640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Ger. General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566160" y="6309360"/>
            <a:ext cx="164592" cy="164592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3767328" y="6263640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Direcciones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303520" y="6309360"/>
            <a:ext cx="164592" cy="164592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5504688" y="6263640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Jefes / Sup.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040880" y="6309360"/>
            <a:ext cx="164592" cy="164592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7242048" y="6263640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Calidad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8778240" y="6309360"/>
            <a:ext cx="164592" cy="164592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8979408" y="6263640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515600" y="6309360"/>
            <a:ext cx="164592" cy="164592"/>
          </a:xfrm>
          <a:prstGeom prst="rect">
            <a:avLst/>
          </a:prstGeom>
          <a:solidFill>
            <a:srgbClr val="5D6D7E"/>
          </a:solidFill>
          <a:ln cap="flat" cmpd="sng" w="12700">
            <a:solidFill>
              <a:srgbClr val="5D6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716768" y="6263640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Operarios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82880" y="6537960"/>
            <a:ext cx="1179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Conteo: Pte(1) + GG(1) + Planta(1) + Mant.(1+3) + Prod.(1+2+14+14) + Logística(1+3) + Supply(1) + Calidad(1+3) + Admi(1+4) = 51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"/>
          <p:cNvCxnSpPr/>
          <p:nvPr/>
        </p:nvCxnSpPr>
        <p:spPr>
          <a:xfrm>
            <a:off x="5504681" y="3268988"/>
            <a:ext cx="0" cy="4023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"/>
          <p:cNvSpPr/>
          <p:nvPr/>
        </p:nvSpPr>
        <p:spPr>
          <a:xfrm>
            <a:off x="5038337" y="3671324"/>
            <a:ext cx="9327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5038337" y="3671324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 </a:t>
            </a: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Operarios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8" name="Google Shape;108;p1"/>
          <p:cNvCxnSpPr/>
          <p:nvPr/>
        </p:nvCxnSpPr>
        <p:spPr>
          <a:xfrm>
            <a:off x="6611118" y="3239326"/>
            <a:ext cx="0" cy="4023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"/>
          <p:cNvSpPr/>
          <p:nvPr/>
        </p:nvSpPr>
        <p:spPr>
          <a:xfrm>
            <a:off x="6144774" y="3641662"/>
            <a:ext cx="9327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6144774" y="3641662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    1 operario</a:t>
            </a:r>
            <a:endParaRPr i="0" sz="9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1" name="Google Shape;111;p1"/>
          <p:cNvCxnSpPr/>
          <p:nvPr/>
        </p:nvCxnSpPr>
        <p:spPr>
          <a:xfrm>
            <a:off x="6598912" y="2764165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2026-04-14T15:21:20Z</dcterms:created>
  <dc:creator>PptxGenJS</dc:creator>
</cp:coreProperties>
</file>