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Nuni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Nunito-boldItalic.fntdata"/><Relationship Id="rId9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unito-regular.fntdata"/><Relationship Id="rId8" Type="http://schemas.openxmlformats.org/officeDocument/2006/relationships/font" Target="fonts/Nuni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957100" y="363125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CEO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1586325" y="1209150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Gerente producción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911594" y="2032600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Lider producción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70725" y="3458582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Operarios </a:t>
            </a:r>
            <a:r>
              <a:rPr lang="es" sz="1100">
                <a:latin typeface="Nunito"/>
                <a:ea typeface="Nunito"/>
                <a:cs typeface="Nunito"/>
                <a:sym typeface="Nunito"/>
              </a:rPr>
              <a:t>TM</a:t>
            </a:r>
            <a:r>
              <a:rPr lang="es" sz="1100">
                <a:latin typeface="Nunito"/>
                <a:ea typeface="Nunito"/>
                <a:cs typeface="Nunito"/>
                <a:sym typeface="Nunito"/>
              </a:rPr>
              <a:t> x14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586325" y="3502669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Operarios TT x14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2603600" y="1964200"/>
            <a:ext cx="1261500" cy="6075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Jefe de Mantemiento 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738725" y="3008458"/>
            <a:ext cx="943800" cy="4104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Nunito"/>
                <a:ea typeface="Nunito"/>
                <a:cs typeface="Nunito"/>
                <a:sym typeface="Nunito"/>
              </a:rPr>
              <a:t>Supervisor </a:t>
            </a:r>
            <a:r>
              <a:rPr lang="es" sz="1100">
                <a:latin typeface="Nunito"/>
                <a:ea typeface="Nunito"/>
                <a:cs typeface="Nunito"/>
                <a:sym typeface="Nunito"/>
              </a:rPr>
              <a:t>TM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