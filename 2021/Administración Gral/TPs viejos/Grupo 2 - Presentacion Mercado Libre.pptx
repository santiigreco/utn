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  <p:sldMasterId id="2147483662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entury Schoolbook" panose="02040604050505020304" pitchFamily="18" charset="0"/>
      <p:regular r:id="rId19"/>
      <p:bold r:id="rId20"/>
      <p:italic r:id="rId21"/>
      <p:boldItalic r:id="rId22"/>
    </p:embeddedFont>
    <p:embeddedFont>
      <p:font typeface="Roboto" panose="020B0604020202020204" charset="0"/>
      <p:regular r:id="rId23"/>
      <p:bold r:id="rId24"/>
      <p:italic r:id="rId25"/>
      <p:boldItalic r:id="rId26"/>
    </p:embeddedFont>
    <p:embeddedFont>
      <p:font typeface="Rubik" panose="020B0604020202020204" charset="-79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1.xml"/><Relationship Id="rId21" Type="http://schemas.openxmlformats.org/officeDocument/2006/relationships/font" Target="fonts/font7.fntdata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0.fntdata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8.xml"/><Relationship Id="rId19" Type="http://schemas.openxmlformats.org/officeDocument/2006/relationships/font" Target="fonts/font5.fntdata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92cbb965c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92cbb965c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92cbb965c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92cbb965c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 type="title">
  <p:cSld name="TITLE">
    <p:bg>
      <p:bgPr>
        <a:solidFill>
          <a:srgbClr val="343437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946404" y="569214"/>
            <a:ext cx="7063740" cy="3031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entury Schoolbook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946404" y="3600450"/>
            <a:ext cx="7063740" cy="1268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5000"/>
              </a:lnSpc>
              <a:spcBef>
                <a:spcPts val="1050"/>
              </a:spcBef>
              <a:spcAft>
                <a:spcPts val="0"/>
              </a:spcAft>
              <a:buSzPts val="1320"/>
              <a:buNone/>
              <a:defRPr sz="1650">
                <a:solidFill>
                  <a:srgbClr val="BFBFBF"/>
                </a:solidFill>
              </a:defRPr>
            </a:lvl1pPr>
            <a:lvl2pPr lvl="1" algn="ctr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650"/>
              <a:buNone/>
              <a:defRPr sz="1650"/>
            </a:lvl2pPr>
            <a:lvl3pPr lvl="2" algn="ctr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650"/>
              <a:buNone/>
              <a:defRPr sz="1650"/>
            </a:lvl3pPr>
            <a:lvl4pPr lvl="3" algn="ctr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 rot="-5400000">
            <a:off x="8098157" y="748903"/>
            <a:ext cx="14287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 rot="-5400000">
            <a:off x="7469506" y="3034903"/>
            <a:ext cx="2686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A5A5A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469630" y="4629150"/>
            <a:ext cx="685800" cy="44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700"/>
              <a:buFont typeface="Century Schoolbook"/>
              <a:buNone/>
              <a:defRPr sz="27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700"/>
              <a:buFont typeface="Century Schoolbook"/>
              <a:buNone/>
              <a:defRPr sz="27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700"/>
              <a:buFont typeface="Century Schoolbook"/>
              <a:buNone/>
              <a:defRPr sz="27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700"/>
              <a:buFont typeface="Century Schoolbook"/>
              <a:buNone/>
              <a:defRPr sz="27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700"/>
              <a:buFont typeface="Century Schoolbook"/>
              <a:buNone/>
              <a:defRPr sz="27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700"/>
              <a:buFont typeface="Century Schoolbook"/>
              <a:buNone/>
              <a:defRPr sz="27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700"/>
              <a:buFont typeface="Century Schoolbook"/>
              <a:buNone/>
              <a:defRPr sz="27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700"/>
              <a:buFont typeface="Century Schoolbook"/>
              <a:buNone/>
              <a:defRPr sz="27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700"/>
              <a:buFont typeface="Century Schoolbook"/>
              <a:buNone/>
              <a:defRPr sz="27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0" y="0"/>
            <a:ext cx="3429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Schoolboo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 sz="27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 sz="27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 sz="27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 sz="27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 sz="27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 sz="27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 sz="27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 sz="27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 sz="27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 type="title">
  <p:cSld name="TITLE">
    <p:bg>
      <p:bgPr>
        <a:solidFill>
          <a:srgbClr val="343437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ctrTitle"/>
          </p:nvPr>
        </p:nvSpPr>
        <p:spPr>
          <a:xfrm>
            <a:off x="946404" y="569214"/>
            <a:ext cx="7063740" cy="3031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entury Schoolbook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1"/>
          </p:nvPr>
        </p:nvSpPr>
        <p:spPr>
          <a:xfrm>
            <a:off x="946404" y="3600450"/>
            <a:ext cx="7063740" cy="1268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5000"/>
              </a:lnSpc>
              <a:spcBef>
                <a:spcPts val="1050"/>
              </a:spcBef>
              <a:spcAft>
                <a:spcPts val="0"/>
              </a:spcAft>
              <a:buSzPts val="1320"/>
              <a:buNone/>
              <a:defRPr sz="1650">
                <a:solidFill>
                  <a:srgbClr val="BFBFBF"/>
                </a:solidFill>
              </a:defRPr>
            </a:lvl1pPr>
            <a:lvl2pPr lvl="1" algn="ctr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650"/>
              <a:buNone/>
              <a:defRPr sz="1650"/>
            </a:lvl2pPr>
            <a:lvl3pPr lvl="2" algn="ctr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650"/>
              <a:buNone/>
              <a:defRPr sz="1650"/>
            </a:lvl3pPr>
            <a:lvl4pPr lvl="3" algn="ctr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 rot="-5400000">
            <a:off x="8098157" y="748903"/>
            <a:ext cx="14287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 rot="-5400000">
            <a:off x="7469506" y="3034903"/>
            <a:ext cx="2686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A5A5A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469630" y="4629150"/>
            <a:ext cx="685800" cy="44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700"/>
              <a:buFont typeface="Century Schoolbook"/>
              <a:buNone/>
              <a:defRPr sz="27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700"/>
              <a:buFont typeface="Century Schoolbook"/>
              <a:buNone/>
              <a:defRPr sz="27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700"/>
              <a:buFont typeface="Century Schoolbook"/>
              <a:buNone/>
              <a:defRPr sz="27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700"/>
              <a:buFont typeface="Century Schoolbook"/>
              <a:buNone/>
              <a:defRPr sz="27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700"/>
              <a:buFont typeface="Century Schoolbook"/>
              <a:buNone/>
              <a:defRPr sz="27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700"/>
              <a:buFont typeface="Century Schoolbook"/>
              <a:buNone/>
              <a:defRPr sz="27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700"/>
              <a:buFont typeface="Century Schoolbook"/>
              <a:buNone/>
              <a:defRPr sz="27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700"/>
              <a:buFont typeface="Century Schoolbook"/>
              <a:buNone/>
              <a:defRPr sz="27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700"/>
              <a:buFont typeface="Century Schoolbook"/>
              <a:buNone/>
              <a:defRPr sz="27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0" y="0"/>
            <a:ext cx="3429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946404" y="274320"/>
            <a:ext cx="726948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946404" y="1371600"/>
            <a:ext cx="6446520" cy="3263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95000"/>
              </a:lnSpc>
              <a:spcBef>
                <a:spcPts val="105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dt" idx="10"/>
          </p:nvPr>
        </p:nvSpPr>
        <p:spPr>
          <a:xfrm rot="-5400000">
            <a:off x="8098157" y="748903"/>
            <a:ext cx="14287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ftr" idx="11"/>
          </p:nvPr>
        </p:nvSpPr>
        <p:spPr>
          <a:xfrm rot="-5400000">
            <a:off x="7469506" y="3034903"/>
            <a:ext cx="2686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ldNum" idx="12"/>
          </p:nvPr>
        </p:nvSpPr>
        <p:spPr>
          <a:xfrm>
            <a:off x="8469630" y="4629150"/>
            <a:ext cx="685800" cy="44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>
            <a:spLocks noGrp="1"/>
          </p:cNvSpPr>
          <p:nvPr>
            <p:ph type="title"/>
          </p:nvPr>
        </p:nvSpPr>
        <p:spPr>
          <a:xfrm>
            <a:off x="946404" y="569214"/>
            <a:ext cx="7063740" cy="3031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Schoolbook"/>
              <a:buNone/>
              <a:defRPr sz="54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1"/>
          </p:nvPr>
        </p:nvSpPr>
        <p:spPr>
          <a:xfrm>
            <a:off x="946404" y="3600450"/>
            <a:ext cx="7063740" cy="1268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1050"/>
              </a:spcBef>
              <a:spcAft>
                <a:spcPts val="0"/>
              </a:spcAft>
              <a:buSzPts val="1320"/>
              <a:buNone/>
              <a:defRPr sz="1650">
                <a:solidFill>
                  <a:srgbClr val="595959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 rot="-5400000">
            <a:off x="8098157" y="748903"/>
            <a:ext cx="14287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 rot="-5400000">
            <a:off x="7469506" y="3034903"/>
            <a:ext cx="2686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469630" y="4629150"/>
            <a:ext cx="685800" cy="44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49" name="Google Shape;49;p7"/>
          <p:cNvSpPr/>
          <p:nvPr/>
        </p:nvSpPr>
        <p:spPr>
          <a:xfrm>
            <a:off x="0" y="0"/>
            <a:ext cx="3429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946404" y="274320"/>
            <a:ext cx="726948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1"/>
          </p:nvPr>
        </p:nvSpPr>
        <p:spPr>
          <a:xfrm>
            <a:off x="946404" y="1371600"/>
            <a:ext cx="3360420" cy="3263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lnSpc>
                <a:spcPct val="95000"/>
              </a:lnSpc>
              <a:spcBef>
                <a:spcPts val="1050"/>
              </a:spcBef>
              <a:spcAft>
                <a:spcPts val="0"/>
              </a:spcAft>
              <a:buSzPts val="1080"/>
              <a:buChar char="•"/>
              <a:defRPr sz="1350"/>
            </a:lvl1pPr>
            <a:lvl2pPr marL="914400" lvl="1" indent="-3048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200"/>
              <a:buChar char="●"/>
              <a:defRPr sz="1200"/>
            </a:lvl2pPr>
            <a:lvl3pPr marL="1371600" lvl="2" indent="-295275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050"/>
              <a:buChar char="●"/>
              <a:defRPr sz="1050"/>
            </a:lvl3pPr>
            <a:lvl4pPr marL="1828800" lvl="3" indent="-295275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050"/>
              <a:buChar char="●"/>
              <a:defRPr sz="1050"/>
            </a:lvl4pPr>
            <a:lvl5pPr marL="2286000" lvl="4" indent="-295275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050"/>
              <a:buChar char="●"/>
              <a:defRPr sz="1050"/>
            </a:lvl5pPr>
            <a:lvl6pPr marL="2743200" lvl="5" indent="-295275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050"/>
              <a:buChar char="●"/>
              <a:defRPr sz="1050"/>
            </a:lvl6pPr>
            <a:lvl7pPr marL="3200400" lvl="6" indent="-295275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050"/>
              <a:buChar char="●"/>
              <a:defRPr sz="1050"/>
            </a:lvl7pPr>
            <a:lvl8pPr marL="3657600" lvl="7" indent="-295275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050"/>
              <a:buChar char="●"/>
              <a:defRPr sz="1050"/>
            </a:lvl8pPr>
            <a:lvl9pPr marL="4114800" lvl="8" indent="-295275" algn="l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SzPts val="1050"/>
              <a:buChar char="●"/>
              <a:defRPr sz="1050"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2"/>
          </p:nvPr>
        </p:nvSpPr>
        <p:spPr>
          <a:xfrm>
            <a:off x="4594860" y="1371600"/>
            <a:ext cx="3360420" cy="3263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lnSpc>
                <a:spcPct val="95000"/>
              </a:lnSpc>
              <a:spcBef>
                <a:spcPts val="1050"/>
              </a:spcBef>
              <a:spcAft>
                <a:spcPts val="0"/>
              </a:spcAft>
              <a:buSzPts val="1080"/>
              <a:buChar char="•"/>
              <a:defRPr sz="1350"/>
            </a:lvl1pPr>
            <a:lvl2pPr marL="914400" lvl="1" indent="-3048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200"/>
              <a:buChar char="●"/>
              <a:defRPr sz="1200"/>
            </a:lvl2pPr>
            <a:lvl3pPr marL="1371600" lvl="2" indent="-295275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050"/>
              <a:buChar char="●"/>
              <a:defRPr sz="1050"/>
            </a:lvl3pPr>
            <a:lvl4pPr marL="1828800" lvl="3" indent="-295275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050"/>
              <a:buChar char="●"/>
              <a:defRPr sz="1050"/>
            </a:lvl4pPr>
            <a:lvl5pPr marL="2286000" lvl="4" indent="-295275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050"/>
              <a:buChar char="●"/>
              <a:defRPr sz="1050"/>
            </a:lvl5pPr>
            <a:lvl6pPr marL="2743200" lvl="5" indent="-295275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050"/>
              <a:buChar char="●"/>
              <a:defRPr sz="1050"/>
            </a:lvl6pPr>
            <a:lvl7pPr marL="3200400" lvl="6" indent="-295275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050"/>
              <a:buChar char="●"/>
              <a:defRPr sz="1050"/>
            </a:lvl7pPr>
            <a:lvl8pPr marL="3657600" lvl="7" indent="-295275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050"/>
              <a:buChar char="●"/>
              <a:defRPr sz="1050"/>
            </a:lvl8pPr>
            <a:lvl9pPr marL="4114800" lvl="8" indent="-295275" algn="l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SzPts val="1050"/>
              <a:buChar char="●"/>
              <a:defRPr sz="1050"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 rot="-5400000">
            <a:off x="8098157" y="748903"/>
            <a:ext cx="14287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 rot="-5400000">
            <a:off x="7469506" y="3034903"/>
            <a:ext cx="2686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469630" y="4629150"/>
            <a:ext cx="685800" cy="44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946404" y="274320"/>
            <a:ext cx="726948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946404" y="1285241"/>
            <a:ext cx="33604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946404" y="1880662"/>
            <a:ext cx="3360420" cy="2748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lnSpc>
                <a:spcPct val="95000"/>
              </a:lnSpc>
              <a:spcBef>
                <a:spcPts val="1050"/>
              </a:spcBef>
              <a:spcAft>
                <a:spcPts val="0"/>
              </a:spcAft>
              <a:buSzPts val="1080"/>
              <a:buChar char="•"/>
              <a:defRPr sz="1350"/>
            </a:lvl1pPr>
            <a:lvl2pPr marL="914400" lvl="1" indent="-3048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200"/>
              <a:buChar char="●"/>
              <a:defRPr sz="1200"/>
            </a:lvl2pPr>
            <a:lvl3pPr marL="1371600" lvl="2" indent="-295275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050"/>
              <a:buChar char="●"/>
              <a:defRPr sz="1050"/>
            </a:lvl3pPr>
            <a:lvl4pPr marL="1828800" lvl="3" indent="-295275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050"/>
              <a:buChar char="●"/>
              <a:defRPr sz="1050"/>
            </a:lvl4pPr>
            <a:lvl5pPr marL="2286000" lvl="4" indent="-295275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050"/>
              <a:buChar char="●"/>
              <a:defRPr sz="1050"/>
            </a:lvl5pPr>
            <a:lvl6pPr marL="2743200" lvl="5" indent="-295275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050"/>
              <a:buChar char="●"/>
              <a:defRPr sz="1050"/>
            </a:lvl6pPr>
            <a:lvl7pPr marL="3200400" lvl="6" indent="-295275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050"/>
              <a:buChar char="●"/>
              <a:defRPr sz="1050"/>
            </a:lvl7pPr>
            <a:lvl8pPr marL="3657600" lvl="7" indent="-295275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050"/>
              <a:buChar char="●"/>
              <a:defRPr sz="1050"/>
            </a:lvl8pPr>
            <a:lvl9pPr marL="4114800" lvl="8" indent="-295275" algn="l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SzPts val="1050"/>
              <a:buChar char="●"/>
              <a:defRPr sz="105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3"/>
          </p:nvPr>
        </p:nvSpPr>
        <p:spPr>
          <a:xfrm>
            <a:off x="4594860" y="1285241"/>
            <a:ext cx="33604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 b="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lvl="1" indent="-2286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4"/>
          </p:nvPr>
        </p:nvSpPr>
        <p:spPr>
          <a:xfrm>
            <a:off x="4594860" y="1880662"/>
            <a:ext cx="3360420" cy="2748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lnSpc>
                <a:spcPct val="95000"/>
              </a:lnSpc>
              <a:spcBef>
                <a:spcPts val="1050"/>
              </a:spcBef>
              <a:spcAft>
                <a:spcPts val="0"/>
              </a:spcAft>
              <a:buSzPts val="1080"/>
              <a:buChar char="•"/>
              <a:defRPr sz="1350"/>
            </a:lvl1pPr>
            <a:lvl2pPr marL="914400" lvl="1" indent="-3048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200"/>
              <a:buChar char="●"/>
              <a:defRPr sz="1200"/>
            </a:lvl2pPr>
            <a:lvl3pPr marL="1371600" lvl="2" indent="-295275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050"/>
              <a:buChar char="●"/>
              <a:defRPr sz="1050"/>
            </a:lvl3pPr>
            <a:lvl4pPr marL="1828800" lvl="3" indent="-295275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050"/>
              <a:buChar char="●"/>
              <a:defRPr sz="1050"/>
            </a:lvl4pPr>
            <a:lvl5pPr marL="2286000" lvl="4" indent="-295275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050"/>
              <a:buChar char="●"/>
              <a:defRPr sz="1050"/>
            </a:lvl5pPr>
            <a:lvl6pPr marL="2743200" lvl="5" indent="-295275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050"/>
              <a:buChar char="●"/>
              <a:defRPr sz="1050"/>
            </a:lvl6pPr>
            <a:lvl7pPr marL="3200400" lvl="6" indent="-295275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050"/>
              <a:buChar char="●"/>
              <a:defRPr sz="1050"/>
            </a:lvl7pPr>
            <a:lvl8pPr marL="3657600" lvl="7" indent="-295275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050"/>
              <a:buChar char="●"/>
              <a:defRPr sz="1050"/>
            </a:lvl8pPr>
            <a:lvl9pPr marL="4114800" lvl="8" indent="-295275" algn="l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SzPts val="1050"/>
              <a:buChar char="●"/>
              <a:defRPr sz="105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dt" idx="10"/>
          </p:nvPr>
        </p:nvSpPr>
        <p:spPr>
          <a:xfrm rot="-5400000">
            <a:off x="8098157" y="748903"/>
            <a:ext cx="14287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ftr" idx="11"/>
          </p:nvPr>
        </p:nvSpPr>
        <p:spPr>
          <a:xfrm rot="-5400000">
            <a:off x="7469506" y="3034903"/>
            <a:ext cx="2686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69630" y="4629150"/>
            <a:ext cx="685800" cy="44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title"/>
          </p:nvPr>
        </p:nvSpPr>
        <p:spPr>
          <a:xfrm>
            <a:off x="946404" y="274320"/>
            <a:ext cx="726948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 rot="-5400000">
            <a:off x="8098157" y="748903"/>
            <a:ext cx="14287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 rot="-5400000">
            <a:off x="7469506" y="3034903"/>
            <a:ext cx="2686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469630" y="4629150"/>
            <a:ext cx="685800" cy="44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dt" idx="10"/>
          </p:nvPr>
        </p:nvSpPr>
        <p:spPr>
          <a:xfrm rot="-5400000">
            <a:off x="8098157" y="748903"/>
            <a:ext cx="14287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ftr" idx="11"/>
          </p:nvPr>
        </p:nvSpPr>
        <p:spPr>
          <a:xfrm rot="-5400000">
            <a:off x="7469506" y="3034903"/>
            <a:ext cx="2686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sldNum" idx="12"/>
          </p:nvPr>
        </p:nvSpPr>
        <p:spPr>
          <a:xfrm>
            <a:off x="8469630" y="4629150"/>
            <a:ext cx="685800" cy="44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>
            <a:spLocks noGrp="1"/>
          </p:cNvSpPr>
          <p:nvPr>
            <p:ph type="title"/>
          </p:nvPr>
        </p:nvSpPr>
        <p:spPr>
          <a:xfrm>
            <a:off x="630936" y="342900"/>
            <a:ext cx="2400300" cy="1200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entury Schoolbook"/>
              <a:buNone/>
              <a:defRPr sz="24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body" idx="1"/>
          </p:nvPr>
        </p:nvSpPr>
        <p:spPr>
          <a:xfrm>
            <a:off x="3378200" y="514350"/>
            <a:ext cx="45593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4800" algn="l">
              <a:lnSpc>
                <a:spcPct val="95000"/>
              </a:lnSpc>
              <a:spcBef>
                <a:spcPts val="1050"/>
              </a:spcBef>
              <a:spcAft>
                <a:spcPts val="0"/>
              </a:spcAft>
              <a:buSzPts val="1200"/>
              <a:buChar char="•"/>
              <a:defRPr sz="1500"/>
            </a:lvl1pPr>
            <a:lvl2pPr marL="914400" lvl="1" indent="-314325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350"/>
              <a:buChar char="●"/>
              <a:defRPr sz="1350"/>
            </a:lvl2pPr>
            <a:lvl3pPr marL="1371600" lvl="2" indent="-3048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200"/>
              <a:buChar char="●"/>
              <a:defRPr sz="1200"/>
            </a:lvl3pPr>
            <a:lvl4pPr marL="1828800" lvl="3" indent="-295275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050"/>
              <a:buChar char="●"/>
              <a:defRPr sz="1050"/>
            </a:lvl4pPr>
            <a:lvl5pPr marL="2286000" lvl="4" indent="-295275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050"/>
              <a:buChar char="●"/>
              <a:defRPr sz="1050"/>
            </a:lvl5pPr>
            <a:lvl6pPr marL="2743200" lvl="5" indent="-295275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050"/>
              <a:buChar char="●"/>
              <a:defRPr sz="1050"/>
            </a:lvl6pPr>
            <a:lvl7pPr marL="3200400" lvl="6" indent="-295275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050"/>
              <a:buChar char="●"/>
              <a:defRPr sz="1050"/>
            </a:lvl7pPr>
            <a:lvl8pPr marL="3657600" lvl="7" indent="-295275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050"/>
              <a:buChar char="●"/>
              <a:defRPr sz="1050"/>
            </a:lvl8pPr>
            <a:lvl9pPr marL="4114800" lvl="8" indent="-295275" algn="l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SzPts val="1050"/>
              <a:buChar char="●"/>
              <a:defRPr sz="1050"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body" idx="2"/>
          </p:nvPr>
        </p:nvSpPr>
        <p:spPr>
          <a:xfrm>
            <a:off x="630936" y="1574801"/>
            <a:ext cx="2400300" cy="2857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780"/>
              <a:buNone/>
              <a:defRPr sz="975"/>
            </a:lvl1pPr>
            <a:lvl2pPr marL="914400" lvl="1" indent="-2286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2pPr>
            <a:lvl3pPr marL="1371600" lvl="2" indent="-2286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750"/>
              <a:buNone/>
              <a:defRPr sz="750"/>
            </a:lvl3pPr>
            <a:lvl4pPr marL="1828800" lvl="3" indent="-2286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675"/>
              <a:buNone/>
              <a:defRPr sz="675"/>
            </a:lvl4pPr>
            <a:lvl5pPr marL="2286000" lvl="4" indent="-2286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675"/>
              <a:buNone/>
              <a:defRPr sz="675"/>
            </a:lvl5pPr>
            <a:lvl6pPr marL="2743200" lvl="5" indent="-2286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675"/>
              <a:buNone/>
              <a:defRPr sz="675"/>
            </a:lvl6pPr>
            <a:lvl7pPr marL="3200400" lvl="6" indent="-2286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675"/>
              <a:buNone/>
              <a:defRPr sz="675"/>
            </a:lvl7pPr>
            <a:lvl8pPr marL="3657600" lvl="7" indent="-2286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675"/>
              <a:buNone/>
              <a:defRPr sz="675"/>
            </a:lvl8pPr>
            <a:lvl9pPr marL="4114800" lvl="8" indent="-228600" algn="l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dt" idx="10"/>
          </p:nvPr>
        </p:nvSpPr>
        <p:spPr>
          <a:xfrm rot="-5400000">
            <a:off x="8098157" y="748903"/>
            <a:ext cx="14287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ftr" idx="11"/>
          </p:nvPr>
        </p:nvSpPr>
        <p:spPr>
          <a:xfrm rot="-5400000">
            <a:off x="7469506" y="3034903"/>
            <a:ext cx="2686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469630" y="4629150"/>
            <a:ext cx="685800" cy="44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/>
          <p:nvPr/>
        </p:nvSpPr>
        <p:spPr>
          <a:xfrm>
            <a:off x="0" y="3829050"/>
            <a:ext cx="8469630" cy="13144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>
            <a:off x="685800" y="3943350"/>
            <a:ext cx="74866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entury Schoolbook"/>
              <a:buNone/>
              <a:defRPr sz="2100" b="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>
            <a:spLocks noGrp="1"/>
          </p:cNvSpPr>
          <p:nvPr>
            <p:ph type="pic" idx="2"/>
          </p:nvPr>
        </p:nvSpPr>
        <p:spPr>
          <a:xfrm>
            <a:off x="0" y="1"/>
            <a:ext cx="8469630" cy="38466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5000"/>
              </a:lnSpc>
              <a:spcBef>
                <a:spcPts val="105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Noto Sans Symbols"/>
              <a:buNone/>
              <a:defRPr sz="21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  <a:defRPr sz="18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sz="15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sz="15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sz="15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sz="15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None/>
              <a:defRPr sz="15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SzPts val="1500"/>
              <a:buFont typeface="Noto Sans Symbols"/>
              <a:buNone/>
              <a:defRPr sz="15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body" idx="1"/>
          </p:nvPr>
        </p:nvSpPr>
        <p:spPr>
          <a:xfrm>
            <a:off x="685800" y="4581442"/>
            <a:ext cx="7486650" cy="44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80"/>
              <a:buNone/>
              <a:defRPr sz="975">
                <a:solidFill>
                  <a:srgbClr val="D8D8D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900"/>
              <a:buNone/>
              <a:defRPr sz="900"/>
            </a:lvl2pPr>
            <a:lvl3pPr marL="1371600" lvl="2" indent="-2286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750"/>
              <a:buNone/>
              <a:defRPr sz="750"/>
            </a:lvl3pPr>
            <a:lvl4pPr marL="1828800" lvl="3" indent="-2286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675"/>
              <a:buNone/>
              <a:defRPr sz="675"/>
            </a:lvl4pPr>
            <a:lvl5pPr marL="2286000" lvl="4" indent="-2286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675"/>
              <a:buNone/>
              <a:defRPr sz="675"/>
            </a:lvl5pPr>
            <a:lvl6pPr marL="2743200" lvl="5" indent="-2286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675"/>
              <a:buNone/>
              <a:defRPr sz="675"/>
            </a:lvl6pPr>
            <a:lvl7pPr marL="3200400" lvl="6" indent="-2286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675"/>
              <a:buNone/>
              <a:defRPr sz="675"/>
            </a:lvl7pPr>
            <a:lvl8pPr marL="3657600" lvl="7" indent="-2286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675"/>
              <a:buNone/>
              <a:defRPr sz="675"/>
            </a:lvl8pPr>
            <a:lvl9pPr marL="4114800" lvl="8" indent="-228600" algn="l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dt" idx="10"/>
          </p:nvPr>
        </p:nvSpPr>
        <p:spPr>
          <a:xfrm rot="-5400000">
            <a:off x="8098157" y="748903"/>
            <a:ext cx="14287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ftr" idx="11"/>
          </p:nvPr>
        </p:nvSpPr>
        <p:spPr>
          <a:xfrm rot="-5400000">
            <a:off x="7469506" y="3034903"/>
            <a:ext cx="2686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ldNum" idx="12"/>
          </p:nvPr>
        </p:nvSpPr>
        <p:spPr>
          <a:xfrm>
            <a:off x="8469630" y="4629150"/>
            <a:ext cx="685800" cy="44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>
            <a:off x="946404" y="274320"/>
            <a:ext cx="726948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body" idx="1"/>
          </p:nvPr>
        </p:nvSpPr>
        <p:spPr>
          <a:xfrm rot="5400000">
            <a:off x="2537913" y="-219908"/>
            <a:ext cx="3263503" cy="6446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95000"/>
              </a:lnSpc>
              <a:spcBef>
                <a:spcPts val="105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dt" idx="10"/>
          </p:nvPr>
        </p:nvSpPr>
        <p:spPr>
          <a:xfrm rot="-5400000">
            <a:off x="8098157" y="748903"/>
            <a:ext cx="14287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ftr" idx="11"/>
          </p:nvPr>
        </p:nvSpPr>
        <p:spPr>
          <a:xfrm rot="-5400000">
            <a:off x="7469506" y="3034903"/>
            <a:ext cx="2686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sldNum" idx="12"/>
          </p:nvPr>
        </p:nvSpPr>
        <p:spPr>
          <a:xfrm>
            <a:off x="8469630" y="4629150"/>
            <a:ext cx="685800" cy="44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 rot="5400000">
            <a:off x="5203627" y="1568648"/>
            <a:ext cx="4423172" cy="1857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body" idx="1"/>
          </p:nvPr>
        </p:nvSpPr>
        <p:spPr>
          <a:xfrm rot="5400000">
            <a:off x="1260277" y="-403027"/>
            <a:ext cx="4423172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95000"/>
              </a:lnSpc>
              <a:spcBef>
                <a:spcPts val="105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dt" idx="10"/>
          </p:nvPr>
        </p:nvSpPr>
        <p:spPr>
          <a:xfrm rot="-5400000">
            <a:off x="8098157" y="748903"/>
            <a:ext cx="14287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ftr" idx="11"/>
          </p:nvPr>
        </p:nvSpPr>
        <p:spPr>
          <a:xfrm rot="-5400000">
            <a:off x="7469506" y="3034903"/>
            <a:ext cx="2686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sldNum" idx="12"/>
          </p:nvPr>
        </p:nvSpPr>
        <p:spPr>
          <a:xfrm>
            <a:off x="8469630" y="4629150"/>
            <a:ext cx="685800" cy="44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8469630" y="0"/>
            <a:ext cx="685800" cy="5143500"/>
          </a:xfrm>
          <a:prstGeom prst="rect">
            <a:avLst/>
          </a:prstGeom>
          <a:solidFill>
            <a:srgbClr val="A7A1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946404" y="274320"/>
            <a:ext cx="726948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Century Schoolbook"/>
              <a:buNone/>
              <a:defRPr sz="33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946404" y="1371600"/>
            <a:ext cx="6446520" cy="3263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97180" algn="l" rtl="0">
              <a:lnSpc>
                <a:spcPct val="95000"/>
              </a:lnSpc>
              <a:spcBef>
                <a:spcPts val="105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Arial"/>
              <a:buChar char="•"/>
              <a:defRPr sz="135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●"/>
              <a:defRPr sz="12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1371600" marR="0" lvl="2" indent="-295275" algn="l" rtl="0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●"/>
              <a:defRPr sz="105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1828800" marR="0" lvl="3" indent="-295275" algn="l" rtl="0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●"/>
              <a:defRPr sz="105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2286000" marR="0" lvl="4" indent="-295275" algn="l" rtl="0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●"/>
              <a:defRPr sz="105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2743200" marR="0" lvl="5" indent="-295275" algn="l" rtl="0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●"/>
              <a:defRPr sz="105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3200400" marR="0" lvl="6" indent="-295275" algn="l" rtl="0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●"/>
              <a:defRPr sz="105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3657600" marR="0" lvl="7" indent="-295275" algn="l" rtl="0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●"/>
              <a:defRPr sz="105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4114800" marR="0" lvl="8" indent="-295275" algn="l" rtl="0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SzPts val="1050"/>
              <a:buFont typeface="Noto Sans Symbols"/>
              <a:buChar char="●"/>
              <a:defRPr sz="105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dt" idx="10"/>
          </p:nvPr>
        </p:nvSpPr>
        <p:spPr>
          <a:xfrm rot="-5400000">
            <a:off x="8098157" y="748903"/>
            <a:ext cx="14287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788" b="0" i="0" u="none" strike="noStrike" cap="none">
                <a:solidFill>
                  <a:srgbClr val="F6F5F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ftr" idx="11"/>
          </p:nvPr>
        </p:nvSpPr>
        <p:spPr>
          <a:xfrm rot="-5400000">
            <a:off x="7469506" y="3034903"/>
            <a:ext cx="2686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88" b="0" i="0" u="none" strike="noStrike" cap="none">
                <a:solidFill>
                  <a:srgbClr val="F6F5F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8469630" y="4629150"/>
            <a:ext cx="685800" cy="44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6E4DF"/>
              </a:buClr>
              <a:buSzPts val="2700"/>
              <a:buFont typeface="Century Schoolbook"/>
              <a:buNone/>
              <a:defRPr sz="27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rgbClr val="E6E4DF"/>
              </a:buClr>
              <a:buSzPts val="2700"/>
              <a:buFont typeface="Century Schoolbook"/>
              <a:buNone/>
              <a:defRPr sz="27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rgbClr val="E6E4DF"/>
              </a:buClr>
              <a:buSzPts val="2700"/>
              <a:buFont typeface="Century Schoolbook"/>
              <a:buNone/>
              <a:defRPr sz="27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rgbClr val="E6E4DF"/>
              </a:buClr>
              <a:buSzPts val="2700"/>
              <a:buFont typeface="Century Schoolbook"/>
              <a:buNone/>
              <a:defRPr sz="27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rgbClr val="E6E4DF"/>
              </a:buClr>
              <a:buSzPts val="2700"/>
              <a:buFont typeface="Century Schoolbook"/>
              <a:buNone/>
              <a:defRPr sz="27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rgbClr val="E6E4DF"/>
              </a:buClr>
              <a:buSzPts val="2700"/>
              <a:buFont typeface="Century Schoolbook"/>
              <a:buNone/>
              <a:defRPr sz="27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rgbClr val="E6E4DF"/>
              </a:buClr>
              <a:buSzPts val="2700"/>
              <a:buFont typeface="Century Schoolbook"/>
              <a:buNone/>
              <a:defRPr sz="27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rgbClr val="E6E4DF"/>
              </a:buClr>
              <a:buSzPts val="2700"/>
              <a:buFont typeface="Century Schoolbook"/>
              <a:buNone/>
              <a:defRPr sz="27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rgbClr val="E6E4DF"/>
              </a:buClr>
              <a:buSzPts val="2700"/>
              <a:buFont typeface="Century Schoolbook"/>
              <a:buNone/>
              <a:defRPr sz="27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8469630" y="0"/>
            <a:ext cx="685800" cy="5143500"/>
          </a:xfrm>
          <a:prstGeom prst="rect">
            <a:avLst/>
          </a:prstGeom>
          <a:solidFill>
            <a:srgbClr val="343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946404" y="274320"/>
            <a:ext cx="726948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entury Schoolbook"/>
              <a:buNone/>
              <a:defRPr sz="33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1"/>
          </p:nvPr>
        </p:nvSpPr>
        <p:spPr>
          <a:xfrm>
            <a:off x="946404" y="1371600"/>
            <a:ext cx="6446520" cy="3263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97180" algn="l" rtl="0">
              <a:lnSpc>
                <a:spcPct val="95000"/>
              </a:lnSpc>
              <a:spcBef>
                <a:spcPts val="105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●"/>
              <a:defRPr sz="12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1371600" marR="0" lvl="2" indent="-295275" algn="l" rtl="0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●"/>
              <a:defRPr sz="105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1828800" marR="0" lvl="3" indent="-295275" algn="l" rtl="0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●"/>
              <a:defRPr sz="105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2286000" marR="0" lvl="4" indent="-295275" algn="l" rtl="0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●"/>
              <a:defRPr sz="105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2743200" marR="0" lvl="5" indent="-295275" algn="l" rtl="0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●"/>
              <a:defRPr sz="105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3200400" marR="0" lvl="6" indent="-295275" algn="l" rtl="0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●"/>
              <a:defRPr sz="105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3657600" marR="0" lvl="7" indent="-295275" algn="l" rtl="0">
              <a:lnSpc>
                <a:spcPct val="90000"/>
              </a:lnSpc>
              <a:spcBef>
                <a:spcPts val="225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Noto Sans Symbols"/>
              <a:buChar char="●"/>
              <a:defRPr sz="105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4114800" marR="0" lvl="8" indent="-295275" algn="l" rtl="0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SzPts val="1050"/>
              <a:buFont typeface="Noto Sans Symbols"/>
              <a:buChar char="●"/>
              <a:defRPr sz="105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dt" idx="10"/>
          </p:nvPr>
        </p:nvSpPr>
        <p:spPr>
          <a:xfrm rot="-5400000">
            <a:off x="8098157" y="748903"/>
            <a:ext cx="142874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788" b="0" i="0" u="none" strike="noStrike" cap="none">
                <a:solidFill>
                  <a:srgbClr val="DADADA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ftr" idx="11"/>
          </p:nvPr>
        </p:nvSpPr>
        <p:spPr>
          <a:xfrm rot="-5400000">
            <a:off x="7469506" y="3034903"/>
            <a:ext cx="26860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88" b="0" i="0" u="none" strike="noStrike" cap="none">
                <a:solidFill>
                  <a:srgbClr val="DADADA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8469630" y="4629150"/>
            <a:ext cx="685800" cy="445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 sz="27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 sz="27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 sz="27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 sz="27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 sz="27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 sz="27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 sz="27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 sz="27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rgbClr val="8E8E93"/>
              </a:buClr>
              <a:buSzPts val="2700"/>
              <a:buFont typeface="Century Schoolbook"/>
              <a:buNone/>
              <a:defRPr sz="27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/>
        </p:nvSpPr>
        <p:spPr>
          <a:xfrm>
            <a:off x="1251575" y="308600"/>
            <a:ext cx="6995100" cy="10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Century Schoolbook"/>
              <a:buNone/>
            </a:pPr>
            <a:endParaRPr sz="23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2062075" y="848175"/>
            <a:ext cx="1898700" cy="8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Schoolbook"/>
              <a:buNone/>
            </a:pPr>
            <a:endParaRPr sz="1800" b="0" i="0" u="none" strike="noStrike" cap="none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6372950" y="2910250"/>
            <a:ext cx="15600" cy="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entury Schoolbook"/>
              <a:buNone/>
            </a:pPr>
            <a:endParaRPr sz="4800" b="0" i="0" u="none" strike="noStrike" cap="non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3627933" y="2373250"/>
            <a:ext cx="5166900" cy="11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700"/>
              <a:buFont typeface="Century Schoolbook"/>
              <a:buNone/>
            </a:pPr>
            <a:r>
              <a:rPr lang="en" sz="6700" b="0" i="0" u="none" strike="noStrike" cap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endParaRPr sz="4800" b="0" i="0" u="none" strike="noStrike" cap="none">
              <a:solidFill>
                <a:srgbClr val="FFFFF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/>
        </p:nvSpPr>
        <p:spPr>
          <a:xfrm>
            <a:off x="556050" y="464375"/>
            <a:ext cx="8031900" cy="587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Calibri"/>
              <a:buNone/>
            </a:pPr>
            <a:r>
              <a:rPr lang="en" sz="3200" b="1" i="0" u="sng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Mercado envios “FULFILLMENT”</a:t>
            </a:r>
            <a:r>
              <a:rPr lang="en" sz="3200" b="1" i="0" u="sng" strike="noStrike" cap="none">
                <a:solidFill>
                  <a:srgbClr val="FFC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endParaRPr sz="3200" b="1" i="0" u="sng" strike="noStrike" cap="none">
              <a:solidFill>
                <a:srgbClr val="FFC00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Schoolbook"/>
              <a:buNone/>
            </a:pPr>
            <a:endParaRPr sz="4000" b="1" i="0" u="none" strike="noStrike" cap="none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349075" y="1584675"/>
            <a:ext cx="3787200" cy="28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lang="en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-Tiene como objetivo la clasificación automatizada de 300.000 paquetes por dia.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entury Schoolbook"/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lang="en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-Depósito ubicado en el Mercado Central.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entury Schoolbook"/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None/>
            </a:pPr>
            <a:r>
              <a:rPr lang="en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-1300 empleados adheridos al gremio de </a:t>
            </a:r>
            <a:r>
              <a:rPr lang="en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carga y descarga.</a:t>
            </a:r>
            <a:endParaRPr sz="20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36275" y="1696000"/>
            <a:ext cx="4691775" cy="31418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7954" y="398662"/>
            <a:ext cx="7192143" cy="434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/>
        </p:nvSpPr>
        <p:spPr>
          <a:xfrm>
            <a:off x="365825" y="256711"/>
            <a:ext cx="7345800" cy="6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82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b="1" i="0" u="sng" strike="noStrike" cap="none">
                <a:solidFill>
                  <a:srgbClr val="D6009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Cómo opera un Centro de Distribución “Fulfillment”</a:t>
            </a:r>
            <a:endParaRPr sz="2400" b="1" i="0" u="sng" strike="noStrike" cap="none">
              <a:solidFill>
                <a:srgbClr val="D6009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1" i="0" u="sng" strike="noStrike" cap="none">
              <a:solidFill>
                <a:srgbClr val="D60093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entury Schoolbook"/>
              <a:buNone/>
            </a:pPr>
            <a:endParaRPr sz="2000" b="1" i="0" u="sng" strike="noStrike" cap="none">
              <a:solidFill>
                <a:srgbClr val="D60093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 rot="10800000" flipH="1">
            <a:off x="4038725" y="3048475"/>
            <a:ext cx="4937100" cy="8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None/>
            </a:pPr>
            <a:endParaRPr sz="1800" b="0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760650" y="2028425"/>
            <a:ext cx="7345800" cy="26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41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entury Schoolbook"/>
              <a:buNone/>
            </a:pPr>
            <a:endParaRPr sz="1300" b="0" i="0" u="none" strike="noStrike" cap="none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None/>
            </a:pPr>
            <a:endParaRPr sz="1800" b="0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129" name="Google Shape;129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426" y="1653561"/>
            <a:ext cx="7964649" cy="3004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>
            <a:spLocks noGrp="1"/>
          </p:cNvSpPr>
          <p:nvPr>
            <p:ph type="ctrTitle"/>
          </p:nvPr>
        </p:nvSpPr>
        <p:spPr>
          <a:xfrm>
            <a:off x="698110" y="402750"/>
            <a:ext cx="7747779" cy="1350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4000"/>
              <a:buFont typeface="Calibri"/>
              <a:buNone/>
            </a:pPr>
            <a:r>
              <a:rPr lang="en" sz="4000" b="1" u="sng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Mercado Libre en función al gremio de “carga y descarga”</a:t>
            </a:r>
            <a:endParaRPr sz="4000" b="1" u="sng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0"/>
          <p:cNvSpPr txBox="1">
            <a:spLocks noGrp="1"/>
          </p:cNvSpPr>
          <p:nvPr>
            <p:ph type="subTitle" idx="1"/>
          </p:nvPr>
        </p:nvSpPr>
        <p:spPr>
          <a:xfrm>
            <a:off x="597100" y="2497322"/>
            <a:ext cx="7949797" cy="21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r>
              <a:rPr lang="en" sz="27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Más de 1.000 trabajadores se encuadran bajo la órbita del sindicato por medio de un convenio con la empresa para realizar ciertas actividades denominadas: “Actividades de soportes vinculadas con el comercio electrónico”.</a:t>
            </a:r>
            <a:endParaRPr dirty="0"/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endParaRPr sz="32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437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>
            <a:spLocks noGrp="1"/>
          </p:cNvSpPr>
          <p:nvPr>
            <p:ph type="subTitle" idx="1"/>
          </p:nvPr>
        </p:nvSpPr>
        <p:spPr>
          <a:xfrm>
            <a:off x="311700" y="505856"/>
            <a:ext cx="8520600" cy="950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rPr lang="en" sz="2800" b="1" u="sng" dirty="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Las Principales características por la cual se elige el mismo:</a:t>
            </a:r>
            <a:endParaRPr sz="2800" b="1" u="sng" dirty="0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40"/>
              <a:buNone/>
            </a:pPr>
            <a:endParaRPr sz="2800" b="1" u="sng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240"/>
              <a:buNone/>
            </a:pP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1"/>
          <p:cNvSpPr txBox="1"/>
          <p:nvPr/>
        </p:nvSpPr>
        <p:spPr>
          <a:xfrm>
            <a:off x="593098" y="1762893"/>
            <a:ext cx="6822300" cy="279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906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0" i="0" u="none" strike="noStrike" cap="none" dirty="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-  Banco de horas, 192 horas mensuales.</a:t>
            </a:r>
            <a:endParaRPr sz="2000" b="0" i="0" u="none" strike="noStrike" cap="none" dirty="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1333500" marR="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entury Schoolbook"/>
              <a:buNone/>
            </a:pPr>
            <a:endParaRPr sz="2000" b="0" i="0" u="none" strike="noStrike" cap="none" dirty="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9906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0" i="0" u="none" strike="noStrike" cap="none" dirty="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-  No hay horas extras.</a:t>
            </a:r>
            <a:endParaRPr sz="2000" dirty="0"/>
          </a:p>
          <a:p>
            <a:pPr marL="1333500" marR="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entury Schoolbook"/>
              <a:buNone/>
            </a:pPr>
            <a:endParaRPr sz="2000" b="0" i="0" u="none" strike="noStrike" cap="none" dirty="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9906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0" i="0" u="none" strike="noStrike" cap="none" dirty="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-  No hay categorías laborales.</a:t>
            </a:r>
            <a:endParaRPr sz="2000" dirty="0"/>
          </a:p>
          <a:p>
            <a:pPr marL="1333500" marR="0" lvl="0" indent="-190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entury Schoolbook"/>
              <a:buNone/>
            </a:pPr>
            <a:endParaRPr sz="2000" b="0" i="0" u="none" strike="noStrike" cap="none" dirty="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marL="9906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0" i="0" u="none" strike="noStrike" cap="none" dirty="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-  Los empleados son polifuncionales.</a:t>
            </a:r>
            <a:endParaRPr sz="2000" b="0" i="0" u="none" strike="noStrike" cap="none" dirty="0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/>
        </p:nvSpPr>
        <p:spPr>
          <a:xfrm>
            <a:off x="391200" y="651364"/>
            <a:ext cx="8361600" cy="826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600"/>
              <a:buFont typeface="Calibri"/>
              <a:buNone/>
            </a:pPr>
            <a:r>
              <a:rPr lang="en" sz="3600" b="1" i="0" u="sng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Empleados adheridos a “carga y descarga”:</a:t>
            </a:r>
            <a:endParaRPr sz="3600" b="1" i="0" u="sng" strike="noStrike" cap="none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2"/>
          <p:cNvSpPr txBox="1"/>
          <p:nvPr/>
        </p:nvSpPr>
        <p:spPr>
          <a:xfrm>
            <a:off x="1024650" y="1790833"/>
            <a:ext cx="7094700" cy="28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55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n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 nivel de satisfacción es muy alto.</a:t>
            </a:r>
            <a:endParaRPr sz="2000" dirty="0"/>
          </a:p>
          <a:p>
            <a:pPr marL="1016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n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 Junio de 2020 el salario era entre $70.000 y $78.000, 26% mayor que en “Camioneros”.</a:t>
            </a:r>
            <a:endParaRPr sz="2000" dirty="0"/>
          </a:p>
          <a:p>
            <a:pPr marL="1016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n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Reciben premios y bonificaciones extra.</a:t>
            </a:r>
            <a:endParaRPr sz="2000" dirty="0"/>
          </a:p>
          <a:p>
            <a:pPr marL="1016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alibri"/>
              <a:buChar char="●"/>
            </a:pPr>
            <a:r>
              <a:rPr lang="en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Por la cuarentena recibieron un plus del 15% de su salario.</a:t>
            </a:r>
            <a:endParaRPr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/>
        </p:nvSpPr>
        <p:spPr>
          <a:xfrm>
            <a:off x="903000" y="425303"/>
            <a:ext cx="7338000" cy="1007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800"/>
              <a:buFont typeface="Calibri"/>
              <a:buNone/>
            </a:pPr>
            <a:r>
              <a:rPr lang="en" sz="2900" b="0" i="0" u="sng" strike="noStrike" cap="none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Esto causó varios problemas en estos días, ocasionados por otro gremio.</a:t>
            </a:r>
            <a:endParaRPr sz="2900" b="0" i="0" u="sng" strike="noStrike" cap="none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3"/>
          <p:cNvSpPr txBox="1"/>
          <p:nvPr/>
        </p:nvSpPr>
        <p:spPr>
          <a:xfrm>
            <a:off x="542260" y="1774169"/>
            <a:ext cx="7338000" cy="10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</a:pPr>
            <a:r>
              <a:rPr lang="en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 bloquearon los principales centros de Distribución.</a:t>
            </a:r>
            <a:endParaRPr sz="1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</a:pPr>
            <a:r>
              <a:rPr lang="en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se podía entrar, ni despachar mercadería.</a:t>
            </a:r>
            <a:endParaRPr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</a:pPr>
            <a:r>
              <a:rPr lang="en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Los empleados no podían trabajar dadas las condiciones.</a:t>
            </a:r>
            <a:endParaRPr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3"/>
          <p:cNvSpPr txBox="1"/>
          <p:nvPr/>
        </p:nvSpPr>
        <p:spPr>
          <a:xfrm>
            <a:off x="542260" y="3678032"/>
            <a:ext cx="1520456" cy="793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FF33"/>
              </a:buClr>
              <a:buSzPts val="2000"/>
              <a:buFont typeface="Century Schoolbook"/>
              <a:buNone/>
            </a:pPr>
            <a:r>
              <a:rPr lang="en" sz="2000" b="1" i="1" u="sng" strike="noStrike" cap="none" dirty="0">
                <a:solidFill>
                  <a:srgbClr val="66FF33"/>
                </a:solidFill>
                <a:latin typeface="Calibri" panose="020F0502020204030204" pitchFamily="34" charset="0"/>
                <a:ea typeface="Century Schoolbook"/>
                <a:cs typeface="Calibri" panose="020F0502020204030204" pitchFamily="34" charset="0"/>
                <a:sym typeface="Century Schoolbook"/>
              </a:rPr>
              <a:t>Imágenes del hecho:</a:t>
            </a:r>
            <a:endParaRPr sz="2000" b="1" i="1" u="sng" strike="noStrike" cap="none" dirty="0">
              <a:solidFill>
                <a:srgbClr val="66FF33"/>
              </a:solidFill>
              <a:latin typeface="Calibri" panose="020F0502020204030204" pitchFamily="34" charset="0"/>
              <a:ea typeface="Century Schoolbook"/>
              <a:cs typeface="Calibri" panose="020F0502020204030204" pitchFamily="34" charset="0"/>
              <a:sym typeface="Century Schoolbook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Century Schoolbook"/>
              <a:buNone/>
            </a:pPr>
            <a:endParaRPr sz="2000" b="1" i="1" u="sng" strike="noStrike" cap="none" dirty="0">
              <a:solidFill>
                <a:srgbClr val="66FF33"/>
              </a:solidFill>
              <a:latin typeface="Calibri" panose="020F0502020204030204" pitchFamily="34" charset="0"/>
              <a:ea typeface="Century Schoolbook"/>
              <a:cs typeface="Calibri" panose="020F0502020204030204" pitchFamily="34" charset="0"/>
              <a:sym typeface="Century Schoolbook"/>
            </a:endParaRPr>
          </a:p>
        </p:txBody>
      </p:sp>
      <p:pic>
        <p:nvPicPr>
          <p:cNvPr id="155" name="Google Shape;155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93863" y="3206250"/>
            <a:ext cx="2894200" cy="173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41231" y="3206250"/>
            <a:ext cx="3205900" cy="173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>
            <a:spLocks noGrp="1"/>
          </p:cNvSpPr>
          <p:nvPr>
            <p:ph type="ctrTitle"/>
          </p:nvPr>
        </p:nvSpPr>
        <p:spPr>
          <a:xfrm>
            <a:off x="396761" y="428422"/>
            <a:ext cx="8520600" cy="130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4400"/>
              <a:buFont typeface="Calibri"/>
              <a:buNone/>
            </a:pPr>
            <a:r>
              <a:rPr lang="en" sz="4400" u="sng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La contienda sindical</a:t>
            </a:r>
            <a:endParaRPr sz="4400" u="sng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entury Schoolbook"/>
              <a:buNone/>
            </a:pPr>
            <a:endParaRPr sz="4400" u="sng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450" y="2537450"/>
            <a:ext cx="1312300" cy="190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9362" y="3048513"/>
            <a:ext cx="2534626" cy="1684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68000" y="4156975"/>
            <a:ext cx="576000" cy="5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4"/>
          <p:cNvSpPr txBox="1"/>
          <p:nvPr/>
        </p:nvSpPr>
        <p:spPr>
          <a:xfrm>
            <a:off x="3377575" y="2751775"/>
            <a:ext cx="939900" cy="12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66" name="Google Shape;166;p24"/>
          <p:cNvSpPr txBox="1"/>
          <p:nvPr/>
        </p:nvSpPr>
        <p:spPr>
          <a:xfrm>
            <a:off x="3640650" y="3008875"/>
            <a:ext cx="1862700" cy="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b="1">
                <a:solidFill>
                  <a:srgbClr val="FFFFFF"/>
                </a:solidFill>
              </a:rPr>
              <a:t>vs.</a:t>
            </a:r>
            <a:endParaRPr sz="3400" b="1">
              <a:solidFill>
                <a:srgbClr val="FFFFFF"/>
              </a:solidFill>
            </a:endParaRPr>
          </a:p>
        </p:txBody>
      </p:sp>
      <p:sp>
        <p:nvSpPr>
          <p:cNvPr id="167" name="Google Shape;167;p24"/>
          <p:cNvSpPr txBox="1"/>
          <p:nvPr/>
        </p:nvSpPr>
        <p:spPr>
          <a:xfrm>
            <a:off x="2080750" y="2522450"/>
            <a:ext cx="1312200" cy="8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rgbClr val="93C47D"/>
                </a:solidFill>
                <a:latin typeface="Calibri"/>
                <a:ea typeface="Calibri"/>
                <a:cs typeface="Calibri"/>
                <a:sym typeface="Calibri"/>
              </a:rPr>
              <a:t>Daniel Vila.</a:t>
            </a:r>
            <a:endParaRPr sz="1300" i="1">
              <a:solidFill>
                <a:srgbClr val="93C47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rgbClr val="93C47D"/>
                </a:solidFill>
                <a:latin typeface="Calibri"/>
                <a:ea typeface="Calibri"/>
                <a:cs typeface="Calibri"/>
                <a:sym typeface="Calibri"/>
              </a:rPr>
              <a:t>Secretario Gral. </a:t>
            </a:r>
            <a:endParaRPr sz="1300" i="1">
              <a:solidFill>
                <a:srgbClr val="93C47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rgbClr val="93C47D"/>
                </a:solidFill>
                <a:latin typeface="Calibri"/>
                <a:ea typeface="Calibri"/>
                <a:cs typeface="Calibri"/>
                <a:sym typeface="Calibri"/>
              </a:rPr>
              <a:t>UTCYDRA</a:t>
            </a:r>
            <a:endParaRPr sz="1300" i="1">
              <a:solidFill>
                <a:srgbClr val="93C47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4"/>
          <p:cNvSpPr txBox="1"/>
          <p:nvPr/>
        </p:nvSpPr>
        <p:spPr>
          <a:xfrm>
            <a:off x="4513450" y="3969475"/>
            <a:ext cx="1995900" cy="9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rgbClr val="93C47D"/>
                </a:solidFill>
                <a:latin typeface="Calibri"/>
                <a:ea typeface="Calibri"/>
                <a:cs typeface="Calibri"/>
                <a:sym typeface="Calibri"/>
              </a:rPr>
              <a:t>Hugo y Pablo Moyano.</a:t>
            </a:r>
            <a:endParaRPr sz="1300" i="1">
              <a:solidFill>
                <a:srgbClr val="93C47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solidFill>
                  <a:srgbClr val="93C47D"/>
                </a:solidFill>
                <a:latin typeface="Calibri"/>
                <a:ea typeface="Calibri"/>
                <a:cs typeface="Calibri"/>
                <a:sym typeface="Calibri"/>
              </a:rPr>
              <a:t>Secretario Gral. y Adjunto del Sindicato de Choferes de Camiones</a:t>
            </a:r>
            <a:endParaRPr sz="1300">
              <a:solidFill>
                <a:srgbClr val="93C47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4"/>
          <p:cNvSpPr txBox="1"/>
          <p:nvPr/>
        </p:nvSpPr>
        <p:spPr>
          <a:xfrm>
            <a:off x="567985" y="1148369"/>
            <a:ext cx="7338000" cy="10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</a:pPr>
            <a:r>
              <a:rPr lang="en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Camioneros denunció reforma laboral encubierta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</a:pPr>
            <a:r>
              <a:rPr lang="en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Posibilidad de ampliación de formato de trabajo a más empresas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175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</a:pPr>
            <a:r>
              <a:rPr lang="en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1200 afiliados en disputa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 txBox="1"/>
          <p:nvPr/>
        </p:nvSpPr>
        <p:spPr>
          <a:xfrm>
            <a:off x="493525" y="274700"/>
            <a:ext cx="64293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u="sng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El trasfondo político</a:t>
            </a:r>
            <a:endParaRPr/>
          </a:p>
        </p:txBody>
      </p:sp>
      <p:cxnSp>
        <p:nvCxnSpPr>
          <p:cNvPr id="175" name="Google Shape;175;p25"/>
          <p:cNvCxnSpPr/>
          <p:nvPr/>
        </p:nvCxnSpPr>
        <p:spPr>
          <a:xfrm>
            <a:off x="493525" y="3042975"/>
            <a:ext cx="7543800" cy="34200"/>
          </a:xfrm>
          <a:prstGeom prst="straightConnector1">
            <a:avLst/>
          </a:prstGeom>
          <a:noFill/>
          <a:ln w="38100" cap="flat" cmpd="sng">
            <a:solidFill>
              <a:srgbClr val="FFC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6" name="Google Shape;176;p25"/>
          <p:cNvCxnSpPr/>
          <p:nvPr/>
        </p:nvCxnSpPr>
        <p:spPr>
          <a:xfrm>
            <a:off x="3388175" y="2871525"/>
            <a:ext cx="0" cy="37710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25"/>
          <p:cNvCxnSpPr/>
          <p:nvPr/>
        </p:nvCxnSpPr>
        <p:spPr>
          <a:xfrm>
            <a:off x="5845575" y="2871525"/>
            <a:ext cx="0" cy="37710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25"/>
          <p:cNvCxnSpPr/>
          <p:nvPr/>
        </p:nvCxnSpPr>
        <p:spPr>
          <a:xfrm>
            <a:off x="1545125" y="2871525"/>
            <a:ext cx="0" cy="37710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9" name="Google Shape;179;p25"/>
          <p:cNvSpPr txBox="1"/>
          <p:nvPr/>
        </p:nvSpPr>
        <p:spPr>
          <a:xfrm>
            <a:off x="1129275" y="2562750"/>
            <a:ext cx="9174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Dic 2019</a:t>
            </a:r>
            <a:endParaRPr sz="1100">
              <a:solidFill>
                <a:srgbClr val="FFFFF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80" name="Google Shape;180;p25"/>
          <p:cNvSpPr txBox="1"/>
          <p:nvPr/>
        </p:nvSpPr>
        <p:spPr>
          <a:xfrm>
            <a:off x="2895225" y="3171500"/>
            <a:ext cx="1107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Marzo 2020</a:t>
            </a:r>
            <a:endParaRPr sz="1100">
              <a:solidFill>
                <a:srgbClr val="FFFFF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81" name="Google Shape;181;p25"/>
          <p:cNvSpPr txBox="1"/>
          <p:nvPr/>
        </p:nvSpPr>
        <p:spPr>
          <a:xfrm>
            <a:off x="5395475" y="2562750"/>
            <a:ext cx="1107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Julio 2020</a:t>
            </a:r>
            <a:endParaRPr sz="1100">
              <a:solidFill>
                <a:srgbClr val="FFFFF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82" name="Google Shape;182;p25"/>
          <p:cNvSpPr/>
          <p:nvPr/>
        </p:nvSpPr>
        <p:spPr>
          <a:xfrm>
            <a:off x="4897875" y="3565900"/>
            <a:ext cx="3508200" cy="1302900"/>
          </a:xfrm>
          <a:prstGeom prst="wedgeRectCallout">
            <a:avLst>
              <a:gd name="adj1" fmla="val -23259"/>
              <a:gd name="adj2" fmla="val -69081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>
                <a:solidFill>
                  <a:schemeClr val="dk2"/>
                </a:solidFill>
              </a:rPr>
              <a:t>Bloqueo de los centros de distribución</a:t>
            </a:r>
            <a:endParaRPr sz="1300">
              <a:solidFill>
                <a:schemeClr val="dk2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>
                <a:solidFill>
                  <a:schemeClr val="dk2"/>
                </a:solidFill>
              </a:rPr>
              <a:t>Intervención Ministerio de Trabajo. </a:t>
            </a:r>
            <a:endParaRPr sz="1300">
              <a:solidFill>
                <a:schemeClr val="dk2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>
                <a:solidFill>
                  <a:schemeClr val="dk2"/>
                </a:solidFill>
              </a:rPr>
              <a:t>Conformación “Mesa de Diálogo”</a:t>
            </a:r>
            <a:endParaRPr sz="1300">
              <a:solidFill>
                <a:schemeClr val="dk2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</a:pPr>
            <a:r>
              <a:rPr lang="en" sz="1300">
                <a:solidFill>
                  <a:schemeClr val="dk2"/>
                </a:solidFill>
              </a:rPr>
              <a:t>¨Acuerdo de paz social¨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83" name="Google Shape;183;p25"/>
          <p:cNvSpPr/>
          <p:nvPr/>
        </p:nvSpPr>
        <p:spPr>
          <a:xfrm>
            <a:off x="827775" y="3565900"/>
            <a:ext cx="2594700" cy="1080300"/>
          </a:xfrm>
          <a:prstGeom prst="wedgeRectCallout">
            <a:avLst>
              <a:gd name="adj1" fmla="val -22070"/>
              <a:gd name="adj2" fmla="val -69322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2"/>
                </a:solidFill>
              </a:rPr>
              <a:t>Dante Sica aprueba convenio colectivo de trabajo AD HOC con consenso de MELI y UTCYDRA.</a:t>
            </a:r>
            <a:endParaRPr i="1">
              <a:solidFill>
                <a:schemeClr val="dk2"/>
              </a:solidFill>
            </a:endParaRPr>
          </a:p>
        </p:txBody>
      </p:sp>
      <p:sp>
        <p:nvSpPr>
          <p:cNvPr id="184" name="Google Shape;184;p25"/>
          <p:cNvSpPr/>
          <p:nvPr/>
        </p:nvSpPr>
        <p:spPr>
          <a:xfrm>
            <a:off x="2719575" y="1341500"/>
            <a:ext cx="2676000" cy="1302900"/>
          </a:xfrm>
          <a:prstGeom prst="wedgeRectCallout">
            <a:avLst>
              <a:gd name="adj1" fmla="val -23692"/>
              <a:gd name="adj2" fmla="val 64495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2"/>
                </a:solidFill>
              </a:rPr>
              <a:t>Ministerio de Trabajo homologa convenio por segunda vez con sindicato UTCYDRA. Camioneros procede a la impugnación.</a:t>
            </a:r>
            <a:r>
              <a:rPr lang="en" sz="1300">
                <a:solidFill>
                  <a:schemeClr val="dk2"/>
                </a:solidFill>
              </a:rPr>
              <a:t> </a:t>
            </a:r>
            <a:endParaRPr sz="1300">
              <a:solidFill>
                <a:schemeClr val="dk2"/>
              </a:solidFill>
            </a:endParaRPr>
          </a:p>
        </p:txBody>
      </p:sp>
      <p:cxnSp>
        <p:nvCxnSpPr>
          <p:cNvPr id="185" name="Google Shape;185;p25"/>
          <p:cNvCxnSpPr/>
          <p:nvPr/>
        </p:nvCxnSpPr>
        <p:spPr>
          <a:xfrm>
            <a:off x="3388175" y="2871525"/>
            <a:ext cx="3389100" cy="17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ashDot"/>
            <a:round/>
            <a:headEnd type="none" w="med" len="med"/>
            <a:tailEnd type="triangle" w="med" len="med"/>
          </a:ln>
        </p:spPr>
      </p:cxnSp>
      <p:sp>
        <p:nvSpPr>
          <p:cNvPr id="186" name="Google Shape;186;p25"/>
          <p:cNvSpPr txBox="1"/>
          <p:nvPr/>
        </p:nvSpPr>
        <p:spPr>
          <a:xfrm>
            <a:off x="6905775" y="2215400"/>
            <a:ext cx="1500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Pandemia</a:t>
            </a:r>
            <a:endParaRPr sz="1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Tiempo</a:t>
            </a:r>
            <a:endParaRPr sz="1000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6"/>
          <p:cNvSpPr txBox="1">
            <a:spLocks noGrp="1"/>
          </p:cNvSpPr>
          <p:nvPr>
            <p:ph type="ctrTitle"/>
          </p:nvPr>
        </p:nvSpPr>
        <p:spPr>
          <a:xfrm>
            <a:off x="946400" y="550600"/>
            <a:ext cx="7063800" cy="733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u="sng" dirty="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sz="6000" u="sng" dirty="0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6"/>
          <p:cNvSpPr txBox="1">
            <a:spLocks noGrp="1"/>
          </p:cNvSpPr>
          <p:nvPr>
            <p:ph type="subTitle" idx="1"/>
          </p:nvPr>
        </p:nvSpPr>
        <p:spPr>
          <a:xfrm>
            <a:off x="946400" y="2256225"/>
            <a:ext cx="7063800" cy="123125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200"/>
              <a:buFont typeface="Calibri"/>
              <a:buChar char="●"/>
            </a:pPr>
            <a:r>
              <a:rPr lang="en" sz="2400" dirty="0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Crecimiento y nuevas oportunidades.</a:t>
            </a:r>
            <a:endParaRPr sz="2400" dirty="0">
              <a:solidFill>
                <a:srgbClr val="FEFEF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200"/>
              <a:buFont typeface="Calibri"/>
              <a:buChar char="●"/>
            </a:pPr>
            <a:r>
              <a:rPr lang="en" sz="2400" dirty="0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Nuevas formas de trabajo que benefician a todos.</a:t>
            </a:r>
            <a:endParaRPr sz="2400" dirty="0">
              <a:solidFill>
                <a:srgbClr val="FEFEF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200"/>
              <a:buFont typeface="Calibri"/>
              <a:buChar char="●"/>
            </a:pPr>
            <a:r>
              <a:rPr lang="en" sz="2400" dirty="0">
                <a:solidFill>
                  <a:srgbClr val="FEFEFE"/>
                </a:solidFill>
                <a:latin typeface="Calibri"/>
                <a:ea typeface="Calibri"/>
                <a:cs typeface="Calibri"/>
                <a:sym typeface="Calibri"/>
              </a:rPr>
              <a:t>Buenos resultados con mercado envios full.</a:t>
            </a:r>
            <a:endParaRPr sz="2400" dirty="0">
              <a:solidFill>
                <a:srgbClr val="FEFEF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1600"/>
              </a:spcBef>
              <a:spcAft>
                <a:spcPts val="150"/>
              </a:spcAft>
              <a:buNone/>
            </a:pPr>
            <a:endParaRPr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sta">
  <a:themeElements>
    <a:clrScheme name="Vista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ista">
  <a:themeElements>
    <a:clrScheme name="Vista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370</Words>
  <Application>Microsoft Office PowerPoint</Application>
  <PresentationFormat>Presentación en pantalla (16:9)</PresentationFormat>
  <Paragraphs>58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11</vt:i4>
      </vt:variant>
    </vt:vector>
  </HeadingPairs>
  <TitlesOfParts>
    <vt:vector size="19" baseType="lpstr">
      <vt:lpstr>Calibri</vt:lpstr>
      <vt:lpstr>Arial</vt:lpstr>
      <vt:lpstr>Roboto</vt:lpstr>
      <vt:lpstr>Century Schoolbook</vt:lpstr>
      <vt:lpstr>Rubik</vt:lpstr>
      <vt:lpstr>Noto Sans Symbols</vt:lpstr>
      <vt:lpstr>Vista</vt:lpstr>
      <vt:lpstr>Vista</vt:lpstr>
      <vt:lpstr>Presentación de PowerPoint</vt:lpstr>
      <vt:lpstr>Presentación de PowerPoint</vt:lpstr>
      <vt:lpstr>Presentación de PowerPoint</vt:lpstr>
      <vt:lpstr>Presentación de PowerPoint</vt:lpstr>
      <vt:lpstr>Mercado Libre en función al gremio de “carga y descarga”</vt:lpstr>
      <vt:lpstr>Presentación de PowerPoint</vt:lpstr>
      <vt:lpstr>Presentación de PowerPoint</vt:lpstr>
      <vt:lpstr>Presentación de PowerPoint</vt:lpstr>
      <vt:lpstr>La contienda sindical </vt:lpstr>
      <vt:lpstr>Presentación de PowerPoint</vt:lpstr>
      <vt:lpstr>Conclusiones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Seba</dc:creator>
  <cp:lastModifiedBy>sebaa dos santos</cp:lastModifiedBy>
  <cp:revision>3</cp:revision>
  <dcterms:modified xsi:type="dcterms:W3CDTF">2020-08-26T15:13:42Z</dcterms:modified>
</cp:coreProperties>
</file>