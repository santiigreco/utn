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themeOverride+xml" PartName="/ppt/theme/themeOverride1.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autoCompressPictures="0" embedTrueTypeFonts="1" strictFirstAndLastChars="0" saveSubsetFonts="1">
  <p:sldMasterIdLst>
    <p:sldMasterId id="2147483652"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Lst>
  <p:sldSz cy="6858000" cx="9144000"/>
  <p:notesSz cx="6858000" cy="9144000"/>
  <p:embeddedFontLst>
    <p:embeddedFont>
      <p:font typeface="Tahoma"/>
      <p:regular r:id="rId40"/>
      <p:bold r:id="rId4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file>

<file path=ppt/_rels/presentation.xml.rels><?xml version="1.0" encoding="UTF-8" standalone="yes"?><Relationships xmlns="http://schemas.openxmlformats.org/package/2006/relationships"><Relationship Id="rId40" Type="http://schemas.openxmlformats.org/officeDocument/2006/relationships/font" Target="fonts/Tahoma-regular.fntdata"/><Relationship Id="rId20" Type="http://schemas.openxmlformats.org/officeDocument/2006/relationships/slide" Target="slides/slide16.xml"/><Relationship Id="rId41" Type="http://schemas.openxmlformats.org/officeDocument/2006/relationships/font" Target="fonts/Tahoma-bold.fntdata"/><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slide" Target="slides/slide25.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slide" Target="slides/slide27.xml"/><Relationship Id="rId30" Type="http://schemas.openxmlformats.org/officeDocument/2006/relationships/slide" Target="slides/slide26.xml"/><Relationship Id="rId11" Type="http://schemas.openxmlformats.org/officeDocument/2006/relationships/slide" Target="slides/slide7.xml"/><Relationship Id="rId33" Type="http://schemas.openxmlformats.org/officeDocument/2006/relationships/slide" Target="slides/slide29.xml"/><Relationship Id="rId10" Type="http://schemas.openxmlformats.org/officeDocument/2006/relationships/slide" Target="slides/slide6.xml"/><Relationship Id="rId32" Type="http://schemas.openxmlformats.org/officeDocument/2006/relationships/slide" Target="slides/slide28.xml"/><Relationship Id="rId13" Type="http://schemas.openxmlformats.org/officeDocument/2006/relationships/slide" Target="slides/slide9.xml"/><Relationship Id="rId35" Type="http://schemas.openxmlformats.org/officeDocument/2006/relationships/slide" Target="slides/slide31.xml"/><Relationship Id="rId12" Type="http://schemas.openxmlformats.org/officeDocument/2006/relationships/slide" Target="slides/slide8.xml"/><Relationship Id="rId34" Type="http://schemas.openxmlformats.org/officeDocument/2006/relationships/slide" Target="slides/slide30.xml"/><Relationship Id="rId15" Type="http://schemas.openxmlformats.org/officeDocument/2006/relationships/slide" Target="slides/slide11.xml"/><Relationship Id="rId37" Type="http://schemas.openxmlformats.org/officeDocument/2006/relationships/slide" Target="slides/slide33.xml"/><Relationship Id="rId14" Type="http://schemas.openxmlformats.org/officeDocument/2006/relationships/slide" Target="slides/slide10.xml"/><Relationship Id="rId36" Type="http://schemas.openxmlformats.org/officeDocument/2006/relationships/slide" Target="slides/slide32.xml"/><Relationship Id="rId17" Type="http://schemas.openxmlformats.org/officeDocument/2006/relationships/slide" Target="slides/slide13.xml"/><Relationship Id="rId39" Type="http://schemas.openxmlformats.org/officeDocument/2006/relationships/slide" Target="slides/slide35.xml"/><Relationship Id="rId16" Type="http://schemas.openxmlformats.org/officeDocument/2006/relationships/slide" Target="slides/slide12.xml"/><Relationship Id="rId38" Type="http://schemas.openxmlformats.org/officeDocument/2006/relationships/slide" Target="slides/slide34.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spTree>
      <p:nvGrpSpPr>
        <p:cNvPr id="2" name="Shape 2"/>
        <p:cNvGrpSpPr/>
        <p:nvPr/>
      </p:nvGrpSpPr>
      <p:grpSpPr>
        <a:xfrm>
          <a:off x="0" y="0"/>
          <a:ext cx="0" cy="0"/>
          <a:chOff x="0" y="0"/>
          <a:chExt cx="0" cy="0"/>
        </a:xfrm>
      </p:grpSpPr>
      <p:sp>
        <p:nvSpPr>
          <p:cNvPr id="3" name="Shape 3"/>
          <p:cNvSpPr/>
          <p:nvPr>
            <p:ph idx="2" type="sldImg"/>
          </p:nvPr>
        </p:nvSpPr>
        <p:spPr>
          <a:xfrm>
            <a:off x="1143225" y="685800"/>
            <a:ext cx="4572225" cy="3429000"/>
          </a:xfrm>
          <a:custGeom>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med" w="med" type="none"/>
            <a:tailEnd len="med" w="med" type="none"/>
          </a:ln>
        </p:spPr>
      </p:sp>
      <p:sp>
        <p:nvSpPr>
          <p:cNvPr id="4" name="Shape 4"/>
          <p:cNvSpPr txBox="1"/>
          <p:nvPr>
            <p:ph idx="1" type="body"/>
          </p:nvPr>
        </p:nvSpPr>
        <p:spPr>
          <a:xfrm>
            <a:off x="685800" y="4343400"/>
            <a:ext cx="5486399" cy="4114800"/>
          </a:xfrm>
          <a:prstGeom prst="rect">
            <a:avLst/>
          </a:prstGeom>
          <a:noFill/>
          <a:ln>
            <a:noFill/>
          </a:ln>
        </p:spPr>
        <p:txBody>
          <a:bodyPr anchorCtr="0" anchor="t" bIns="91425" lIns="91425" rIns="91425" tIns="91425"/>
          <a:lstStyle>
            <a:lvl1pPr lvl="0">
              <a:spcBef>
                <a:spcPts val="0"/>
              </a:spcBef>
              <a:defRPr sz="1100"/>
            </a:lvl1pPr>
            <a:lvl2pPr lvl="1">
              <a:spcBef>
                <a:spcPts val="0"/>
              </a:spcBef>
              <a:defRPr sz="1100"/>
            </a:lvl2pPr>
            <a:lvl3pPr lvl="2">
              <a:spcBef>
                <a:spcPts val="0"/>
              </a:spcBef>
              <a:defRPr sz="1100"/>
            </a:lvl3pPr>
            <a:lvl4pPr lvl="3">
              <a:spcBef>
                <a:spcPts val="0"/>
              </a:spcBef>
              <a:defRPr sz="1100"/>
            </a:lvl4pPr>
            <a:lvl5pPr lvl="4">
              <a:spcBef>
                <a:spcPts val="0"/>
              </a:spcBef>
              <a:defRPr sz="1100"/>
            </a:lvl5pPr>
            <a:lvl6pPr lvl="5">
              <a:spcBef>
                <a:spcPts val="0"/>
              </a:spcBef>
              <a:defRPr sz="1100"/>
            </a:lvl6pPr>
            <a:lvl7pPr lvl="6">
              <a:spcBef>
                <a:spcPts val="0"/>
              </a:spcBef>
              <a:defRPr sz="1100"/>
            </a:lvl7pPr>
            <a:lvl8pPr lvl="7">
              <a:spcBef>
                <a:spcPts val="0"/>
              </a:spcBef>
              <a:defRPr sz="1100"/>
            </a:lvl8pPr>
            <a:lvl9pPr lvl="8">
              <a:spcBef>
                <a:spcPts val="0"/>
              </a:spcBef>
              <a:defRPr sz="1100"/>
            </a:lvl9pPr>
          </a:lstStyle>
          <a:p/>
        </p:txBody>
      </p:sp>
    </p:spTree>
  </p:cSld>
  <p:clrMap accent1="accent1" accent2="accent2" accent3="accent3" accent4="accent4" accent5="accent5" accent6="accent6" bg1="lt1" bg2="dk2" tx1="dk1" tx2="lt2" folHlink="folHlink" hlink="hlink"/>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98" name="Shape 98"/>
        <p:cNvGrpSpPr/>
        <p:nvPr/>
      </p:nvGrpSpPr>
      <p:grpSpPr>
        <a:xfrm>
          <a:off x="0" y="0"/>
          <a:ext cx="0" cy="0"/>
          <a:chOff x="0" y="0"/>
          <a:chExt cx="0" cy="0"/>
        </a:xfrm>
      </p:grpSpPr>
      <p:sp>
        <p:nvSpPr>
          <p:cNvPr id="99" name="Shape 99"/>
          <p:cNvSpPr txBox="1"/>
          <p:nvPr>
            <p:ph idx="1" type="body"/>
          </p:nvPr>
        </p:nvSpPr>
        <p:spPr>
          <a:xfrm>
            <a:off x="685800" y="4343400"/>
            <a:ext cx="5486399" cy="4114800"/>
          </a:xfrm>
          <a:prstGeom prst="rect">
            <a:avLst/>
          </a:prstGeom>
          <a:noFill/>
          <a:ln>
            <a:noFill/>
          </a:ln>
        </p:spPr>
        <p:txBody>
          <a:bodyPr anchorCtr="0" anchor="ctr" bIns="91425" lIns="91425" rIns="91425" tIns="91425">
            <a:noAutofit/>
          </a:bodyPr>
          <a:lstStyle/>
          <a:p>
            <a:pPr lvl="0">
              <a:spcBef>
                <a:spcPts val="0"/>
              </a:spcBef>
              <a:buNone/>
            </a:pPr>
            <a:r>
              <a:t/>
            </a:r>
            <a:endParaRPr/>
          </a:p>
        </p:txBody>
      </p:sp>
      <p:sp>
        <p:nvSpPr>
          <p:cNvPr id="100" name="Shape 100"/>
          <p:cNvSpPr/>
          <p:nvPr>
            <p:ph idx="2" type="sldImg"/>
          </p:nvPr>
        </p:nvSpPr>
        <p:spPr>
          <a:xfrm>
            <a:off x="1143225" y="685800"/>
            <a:ext cx="4572225"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106" name="Shape 106"/>
        <p:cNvGrpSpPr/>
        <p:nvPr/>
      </p:nvGrpSpPr>
      <p:grpSpPr>
        <a:xfrm>
          <a:off x="0" y="0"/>
          <a:ext cx="0" cy="0"/>
          <a:chOff x="0" y="0"/>
          <a:chExt cx="0" cy="0"/>
        </a:xfrm>
      </p:grpSpPr>
      <p:sp>
        <p:nvSpPr>
          <p:cNvPr id="107" name="Shape 107"/>
          <p:cNvSpPr txBox="1"/>
          <p:nvPr>
            <p:ph idx="1" type="body"/>
          </p:nvPr>
        </p:nvSpPr>
        <p:spPr>
          <a:xfrm>
            <a:off x="685800" y="4343400"/>
            <a:ext cx="5486399" cy="4114800"/>
          </a:xfrm>
          <a:prstGeom prst="rect">
            <a:avLst/>
          </a:prstGeom>
          <a:noFill/>
          <a:ln>
            <a:noFill/>
          </a:ln>
        </p:spPr>
        <p:txBody>
          <a:bodyPr anchorCtr="0" anchor="ctr" bIns="91425" lIns="91425" rIns="91425" tIns="91425">
            <a:noAutofit/>
          </a:bodyPr>
          <a:lstStyle/>
          <a:p>
            <a:pPr lvl="0">
              <a:spcBef>
                <a:spcPts val="0"/>
              </a:spcBef>
              <a:buNone/>
            </a:pPr>
            <a:r>
              <a:t/>
            </a:r>
            <a:endParaRPr/>
          </a:p>
        </p:txBody>
      </p:sp>
      <p:sp>
        <p:nvSpPr>
          <p:cNvPr id="108" name="Shape 108"/>
          <p:cNvSpPr/>
          <p:nvPr>
            <p:ph idx="2" type="sldImg"/>
          </p:nvPr>
        </p:nvSpPr>
        <p:spPr>
          <a:xfrm>
            <a:off x="1143225" y="685800"/>
            <a:ext cx="4572225"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113" name="Shape 113"/>
        <p:cNvGrpSpPr/>
        <p:nvPr/>
      </p:nvGrpSpPr>
      <p:grpSpPr>
        <a:xfrm>
          <a:off x="0" y="0"/>
          <a:ext cx="0" cy="0"/>
          <a:chOff x="0" y="0"/>
          <a:chExt cx="0" cy="0"/>
        </a:xfrm>
      </p:grpSpPr>
      <p:sp>
        <p:nvSpPr>
          <p:cNvPr id="114" name="Shape 114"/>
          <p:cNvSpPr txBox="1"/>
          <p:nvPr>
            <p:ph idx="1" type="body"/>
          </p:nvPr>
        </p:nvSpPr>
        <p:spPr>
          <a:xfrm>
            <a:off x="685800" y="4343400"/>
            <a:ext cx="5486399" cy="4114800"/>
          </a:xfrm>
          <a:prstGeom prst="rect">
            <a:avLst/>
          </a:prstGeom>
          <a:noFill/>
          <a:ln>
            <a:noFill/>
          </a:ln>
        </p:spPr>
        <p:txBody>
          <a:bodyPr anchorCtr="0" anchor="ctr" bIns="91425" lIns="91425" rIns="91425" tIns="91425">
            <a:noAutofit/>
          </a:bodyPr>
          <a:lstStyle/>
          <a:p>
            <a:pPr lvl="0">
              <a:spcBef>
                <a:spcPts val="0"/>
              </a:spcBef>
              <a:buNone/>
            </a:pPr>
            <a:r>
              <a:t/>
            </a:r>
            <a:endParaRPr/>
          </a:p>
        </p:txBody>
      </p:sp>
      <p:sp>
        <p:nvSpPr>
          <p:cNvPr id="115" name="Shape 115"/>
          <p:cNvSpPr/>
          <p:nvPr>
            <p:ph idx="2" type="sldImg"/>
          </p:nvPr>
        </p:nvSpPr>
        <p:spPr>
          <a:xfrm>
            <a:off x="1143225" y="685800"/>
            <a:ext cx="4572225"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120" name="Shape 120"/>
        <p:cNvGrpSpPr/>
        <p:nvPr/>
      </p:nvGrpSpPr>
      <p:grpSpPr>
        <a:xfrm>
          <a:off x="0" y="0"/>
          <a:ext cx="0" cy="0"/>
          <a:chOff x="0" y="0"/>
          <a:chExt cx="0" cy="0"/>
        </a:xfrm>
      </p:grpSpPr>
      <p:sp>
        <p:nvSpPr>
          <p:cNvPr id="121" name="Shape 121"/>
          <p:cNvSpPr txBox="1"/>
          <p:nvPr>
            <p:ph idx="1" type="body"/>
          </p:nvPr>
        </p:nvSpPr>
        <p:spPr>
          <a:xfrm>
            <a:off x="685800" y="4343400"/>
            <a:ext cx="5486399" cy="4114800"/>
          </a:xfrm>
          <a:prstGeom prst="rect">
            <a:avLst/>
          </a:prstGeom>
          <a:noFill/>
          <a:ln>
            <a:noFill/>
          </a:ln>
        </p:spPr>
        <p:txBody>
          <a:bodyPr anchorCtr="0" anchor="ctr" bIns="91425" lIns="91425" rIns="91425" tIns="91425">
            <a:noAutofit/>
          </a:bodyPr>
          <a:lstStyle/>
          <a:p>
            <a:pPr lvl="0">
              <a:spcBef>
                <a:spcPts val="0"/>
              </a:spcBef>
              <a:buNone/>
            </a:pPr>
            <a:r>
              <a:t/>
            </a:r>
            <a:endParaRPr/>
          </a:p>
        </p:txBody>
      </p:sp>
      <p:sp>
        <p:nvSpPr>
          <p:cNvPr id="122" name="Shape 122"/>
          <p:cNvSpPr/>
          <p:nvPr>
            <p:ph idx="2" type="sldImg"/>
          </p:nvPr>
        </p:nvSpPr>
        <p:spPr>
          <a:xfrm>
            <a:off x="1143225" y="685800"/>
            <a:ext cx="4572225"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127" name="Shape 127"/>
        <p:cNvGrpSpPr/>
        <p:nvPr/>
      </p:nvGrpSpPr>
      <p:grpSpPr>
        <a:xfrm>
          <a:off x="0" y="0"/>
          <a:ext cx="0" cy="0"/>
          <a:chOff x="0" y="0"/>
          <a:chExt cx="0" cy="0"/>
        </a:xfrm>
      </p:grpSpPr>
      <p:sp>
        <p:nvSpPr>
          <p:cNvPr id="128" name="Shape 128"/>
          <p:cNvSpPr txBox="1"/>
          <p:nvPr>
            <p:ph idx="1" type="body"/>
          </p:nvPr>
        </p:nvSpPr>
        <p:spPr>
          <a:xfrm>
            <a:off x="685800" y="4343400"/>
            <a:ext cx="5486399" cy="4114800"/>
          </a:xfrm>
          <a:prstGeom prst="rect">
            <a:avLst/>
          </a:prstGeom>
          <a:noFill/>
          <a:ln>
            <a:noFill/>
          </a:ln>
        </p:spPr>
        <p:txBody>
          <a:bodyPr anchorCtr="0" anchor="ctr" bIns="91425" lIns="91425" rIns="91425" tIns="91425">
            <a:noAutofit/>
          </a:bodyPr>
          <a:lstStyle/>
          <a:p>
            <a:pPr lvl="0">
              <a:spcBef>
                <a:spcPts val="0"/>
              </a:spcBef>
              <a:buNone/>
            </a:pPr>
            <a:r>
              <a:t/>
            </a:r>
            <a:endParaRPr/>
          </a:p>
        </p:txBody>
      </p:sp>
      <p:sp>
        <p:nvSpPr>
          <p:cNvPr id="129" name="Shape 129"/>
          <p:cNvSpPr/>
          <p:nvPr>
            <p:ph idx="2" type="sldImg"/>
          </p:nvPr>
        </p:nvSpPr>
        <p:spPr>
          <a:xfrm>
            <a:off x="1143225" y="685800"/>
            <a:ext cx="4572225"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134" name="Shape 134"/>
        <p:cNvGrpSpPr/>
        <p:nvPr/>
      </p:nvGrpSpPr>
      <p:grpSpPr>
        <a:xfrm>
          <a:off x="0" y="0"/>
          <a:ext cx="0" cy="0"/>
          <a:chOff x="0" y="0"/>
          <a:chExt cx="0" cy="0"/>
        </a:xfrm>
      </p:grpSpPr>
      <p:sp>
        <p:nvSpPr>
          <p:cNvPr id="135" name="Shape 135"/>
          <p:cNvSpPr txBox="1"/>
          <p:nvPr>
            <p:ph idx="1" type="body"/>
          </p:nvPr>
        </p:nvSpPr>
        <p:spPr>
          <a:xfrm>
            <a:off x="685800" y="4343400"/>
            <a:ext cx="5486399" cy="4114800"/>
          </a:xfrm>
          <a:prstGeom prst="rect">
            <a:avLst/>
          </a:prstGeom>
          <a:noFill/>
          <a:ln>
            <a:noFill/>
          </a:ln>
        </p:spPr>
        <p:txBody>
          <a:bodyPr anchorCtr="0" anchor="ctr" bIns="91425" lIns="91425" rIns="91425" tIns="91425">
            <a:noAutofit/>
          </a:bodyPr>
          <a:lstStyle/>
          <a:p>
            <a:pPr lvl="0">
              <a:spcBef>
                <a:spcPts val="0"/>
              </a:spcBef>
              <a:buNone/>
            </a:pPr>
            <a:r>
              <a:t/>
            </a:r>
            <a:endParaRPr/>
          </a:p>
        </p:txBody>
      </p:sp>
      <p:sp>
        <p:nvSpPr>
          <p:cNvPr id="136" name="Shape 136"/>
          <p:cNvSpPr/>
          <p:nvPr>
            <p:ph idx="2" type="sldImg"/>
          </p:nvPr>
        </p:nvSpPr>
        <p:spPr>
          <a:xfrm>
            <a:off x="1143225" y="685800"/>
            <a:ext cx="4572225"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141" name="Shape 141"/>
        <p:cNvGrpSpPr/>
        <p:nvPr/>
      </p:nvGrpSpPr>
      <p:grpSpPr>
        <a:xfrm>
          <a:off x="0" y="0"/>
          <a:ext cx="0" cy="0"/>
          <a:chOff x="0" y="0"/>
          <a:chExt cx="0" cy="0"/>
        </a:xfrm>
      </p:grpSpPr>
      <p:sp>
        <p:nvSpPr>
          <p:cNvPr id="142" name="Shape 142"/>
          <p:cNvSpPr txBox="1"/>
          <p:nvPr>
            <p:ph idx="1" type="body"/>
          </p:nvPr>
        </p:nvSpPr>
        <p:spPr>
          <a:xfrm>
            <a:off x="685800" y="4343400"/>
            <a:ext cx="5486399" cy="4114800"/>
          </a:xfrm>
          <a:prstGeom prst="rect">
            <a:avLst/>
          </a:prstGeom>
          <a:noFill/>
          <a:ln>
            <a:noFill/>
          </a:ln>
        </p:spPr>
        <p:txBody>
          <a:bodyPr anchorCtr="0" anchor="ctr" bIns="91425" lIns="91425" rIns="91425" tIns="91425">
            <a:noAutofit/>
          </a:bodyPr>
          <a:lstStyle/>
          <a:p>
            <a:pPr lvl="0">
              <a:spcBef>
                <a:spcPts val="0"/>
              </a:spcBef>
              <a:buNone/>
            </a:pPr>
            <a:r>
              <a:t/>
            </a:r>
            <a:endParaRPr/>
          </a:p>
        </p:txBody>
      </p:sp>
      <p:sp>
        <p:nvSpPr>
          <p:cNvPr id="143" name="Shape 143"/>
          <p:cNvSpPr/>
          <p:nvPr>
            <p:ph idx="2" type="sldImg"/>
          </p:nvPr>
        </p:nvSpPr>
        <p:spPr>
          <a:xfrm>
            <a:off x="1143225" y="685800"/>
            <a:ext cx="4572225"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148" name="Shape 148"/>
        <p:cNvGrpSpPr/>
        <p:nvPr/>
      </p:nvGrpSpPr>
      <p:grpSpPr>
        <a:xfrm>
          <a:off x="0" y="0"/>
          <a:ext cx="0" cy="0"/>
          <a:chOff x="0" y="0"/>
          <a:chExt cx="0" cy="0"/>
        </a:xfrm>
      </p:grpSpPr>
      <p:sp>
        <p:nvSpPr>
          <p:cNvPr id="149" name="Shape 149"/>
          <p:cNvSpPr txBox="1"/>
          <p:nvPr>
            <p:ph idx="1" type="body"/>
          </p:nvPr>
        </p:nvSpPr>
        <p:spPr>
          <a:xfrm>
            <a:off x="685800" y="4343400"/>
            <a:ext cx="5486399" cy="4114800"/>
          </a:xfrm>
          <a:prstGeom prst="rect">
            <a:avLst/>
          </a:prstGeom>
          <a:noFill/>
          <a:ln>
            <a:noFill/>
          </a:ln>
        </p:spPr>
        <p:txBody>
          <a:bodyPr anchorCtr="0" anchor="ctr" bIns="91425" lIns="91425" rIns="91425" tIns="91425">
            <a:noAutofit/>
          </a:bodyPr>
          <a:lstStyle/>
          <a:p>
            <a:pPr lvl="0">
              <a:spcBef>
                <a:spcPts val="0"/>
              </a:spcBef>
              <a:buNone/>
            </a:pPr>
            <a:r>
              <a:t/>
            </a:r>
            <a:endParaRPr/>
          </a:p>
        </p:txBody>
      </p:sp>
      <p:sp>
        <p:nvSpPr>
          <p:cNvPr id="150" name="Shape 150"/>
          <p:cNvSpPr/>
          <p:nvPr>
            <p:ph idx="2" type="sldImg"/>
          </p:nvPr>
        </p:nvSpPr>
        <p:spPr>
          <a:xfrm>
            <a:off x="1143225" y="685800"/>
            <a:ext cx="4572225"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155" name="Shape 155"/>
        <p:cNvGrpSpPr/>
        <p:nvPr/>
      </p:nvGrpSpPr>
      <p:grpSpPr>
        <a:xfrm>
          <a:off x="0" y="0"/>
          <a:ext cx="0" cy="0"/>
          <a:chOff x="0" y="0"/>
          <a:chExt cx="0" cy="0"/>
        </a:xfrm>
      </p:grpSpPr>
      <p:sp>
        <p:nvSpPr>
          <p:cNvPr id="156" name="Shape 156"/>
          <p:cNvSpPr txBox="1"/>
          <p:nvPr>
            <p:ph idx="1" type="body"/>
          </p:nvPr>
        </p:nvSpPr>
        <p:spPr>
          <a:xfrm>
            <a:off x="685800" y="4343400"/>
            <a:ext cx="5486399" cy="4114800"/>
          </a:xfrm>
          <a:prstGeom prst="rect">
            <a:avLst/>
          </a:prstGeom>
          <a:noFill/>
          <a:ln>
            <a:noFill/>
          </a:ln>
        </p:spPr>
        <p:txBody>
          <a:bodyPr anchorCtr="0" anchor="ctr" bIns="91425" lIns="91425" rIns="91425" tIns="91425">
            <a:noAutofit/>
          </a:bodyPr>
          <a:lstStyle/>
          <a:p>
            <a:pPr lvl="0">
              <a:spcBef>
                <a:spcPts val="0"/>
              </a:spcBef>
              <a:buNone/>
            </a:pPr>
            <a:r>
              <a:t/>
            </a:r>
            <a:endParaRPr/>
          </a:p>
        </p:txBody>
      </p:sp>
      <p:sp>
        <p:nvSpPr>
          <p:cNvPr id="157" name="Shape 157"/>
          <p:cNvSpPr/>
          <p:nvPr>
            <p:ph idx="2" type="sldImg"/>
          </p:nvPr>
        </p:nvSpPr>
        <p:spPr>
          <a:xfrm>
            <a:off x="1143225" y="685800"/>
            <a:ext cx="4572225"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162" name="Shape 162"/>
        <p:cNvGrpSpPr/>
        <p:nvPr/>
      </p:nvGrpSpPr>
      <p:grpSpPr>
        <a:xfrm>
          <a:off x="0" y="0"/>
          <a:ext cx="0" cy="0"/>
          <a:chOff x="0" y="0"/>
          <a:chExt cx="0" cy="0"/>
        </a:xfrm>
      </p:grpSpPr>
      <p:sp>
        <p:nvSpPr>
          <p:cNvPr id="163" name="Shape 163"/>
          <p:cNvSpPr txBox="1"/>
          <p:nvPr>
            <p:ph idx="1" type="body"/>
          </p:nvPr>
        </p:nvSpPr>
        <p:spPr>
          <a:xfrm>
            <a:off x="685800" y="4343400"/>
            <a:ext cx="5486399" cy="4114800"/>
          </a:xfrm>
          <a:prstGeom prst="rect">
            <a:avLst/>
          </a:prstGeom>
          <a:noFill/>
          <a:ln>
            <a:noFill/>
          </a:ln>
        </p:spPr>
        <p:txBody>
          <a:bodyPr anchorCtr="0" anchor="ctr" bIns="91425" lIns="91425" rIns="91425" tIns="91425">
            <a:noAutofit/>
          </a:bodyPr>
          <a:lstStyle/>
          <a:p>
            <a:pPr lvl="0">
              <a:spcBef>
                <a:spcPts val="0"/>
              </a:spcBef>
              <a:buNone/>
            </a:pPr>
            <a:r>
              <a:t/>
            </a:r>
            <a:endParaRPr/>
          </a:p>
        </p:txBody>
      </p:sp>
      <p:sp>
        <p:nvSpPr>
          <p:cNvPr id="164" name="Shape 164"/>
          <p:cNvSpPr/>
          <p:nvPr>
            <p:ph idx="2" type="sldImg"/>
          </p:nvPr>
        </p:nvSpPr>
        <p:spPr>
          <a:xfrm>
            <a:off x="1143225" y="685800"/>
            <a:ext cx="4572225"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169" name="Shape 169"/>
        <p:cNvGrpSpPr/>
        <p:nvPr/>
      </p:nvGrpSpPr>
      <p:grpSpPr>
        <a:xfrm>
          <a:off x="0" y="0"/>
          <a:ext cx="0" cy="0"/>
          <a:chOff x="0" y="0"/>
          <a:chExt cx="0" cy="0"/>
        </a:xfrm>
      </p:grpSpPr>
      <p:sp>
        <p:nvSpPr>
          <p:cNvPr id="170" name="Shape 170"/>
          <p:cNvSpPr txBox="1"/>
          <p:nvPr>
            <p:ph idx="1" type="body"/>
          </p:nvPr>
        </p:nvSpPr>
        <p:spPr>
          <a:xfrm>
            <a:off x="685800" y="4343400"/>
            <a:ext cx="5486399" cy="4114800"/>
          </a:xfrm>
          <a:prstGeom prst="rect">
            <a:avLst/>
          </a:prstGeom>
          <a:noFill/>
          <a:ln>
            <a:noFill/>
          </a:ln>
        </p:spPr>
        <p:txBody>
          <a:bodyPr anchorCtr="0" anchor="ctr" bIns="91425" lIns="91425" rIns="91425" tIns="91425">
            <a:noAutofit/>
          </a:bodyPr>
          <a:lstStyle/>
          <a:p>
            <a:pPr lvl="0">
              <a:spcBef>
                <a:spcPts val="0"/>
              </a:spcBef>
              <a:buNone/>
            </a:pPr>
            <a:r>
              <a:t/>
            </a:r>
            <a:endParaRPr/>
          </a:p>
        </p:txBody>
      </p:sp>
      <p:sp>
        <p:nvSpPr>
          <p:cNvPr id="171" name="Shape 171"/>
          <p:cNvSpPr/>
          <p:nvPr>
            <p:ph idx="2" type="sldImg"/>
          </p:nvPr>
        </p:nvSpPr>
        <p:spPr>
          <a:xfrm>
            <a:off x="1143225" y="685800"/>
            <a:ext cx="4572225"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196" name="Shape 196"/>
        <p:cNvGrpSpPr/>
        <p:nvPr/>
      </p:nvGrpSpPr>
      <p:grpSpPr>
        <a:xfrm>
          <a:off x="0" y="0"/>
          <a:ext cx="0" cy="0"/>
          <a:chOff x="0" y="0"/>
          <a:chExt cx="0" cy="0"/>
        </a:xfrm>
      </p:grpSpPr>
      <p:sp>
        <p:nvSpPr>
          <p:cNvPr id="197" name="Shape 197"/>
          <p:cNvSpPr txBox="1"/>
          <p:nvPr>
            <p:ph idx="1" type="body"/>
          </p:nvPr>
        </p:nvSpPr>
        <p:spPr>
          <a:xfrm>
            <a:off x="685800" y="4343400"/>
            <a:ext cx="5486399" cy="4114800"/>
          </a:xfrm>
          <a:prstGeom prst="rect">
            <a:avLst/>
          </a:prstGeom>
          <a:noFill/>
          <a:ln>
            <a:noFill/>
          </a:ln>
        </p:spPr>
        <p:txBody>
          <a:bodyPr anchorCtr="0" anchor="ctr" bIns="91425" lIns="91425" rIns="91425" tIns="91425">
            <a:noAutofit/>
          </a:bodyPr>
          <a:lstStyle/>
          <a:p>
            <a:pPr lvl="0">
              <a:spcBef>
                <a:spcPts val="0"/>
              </a:spcBef>
              <a:buNone/>
            </a:pPr>
            <a:r>
              <a:t/>
            </a:r>
            <a:endParaRPr/>
          </a:p>
        </p:txBody>
      </p:sp>
      <p:sp>
        <p:nvSpPr>
          <p:cNvPr id="198" name="Shape 198"/>
          <p:cNvSpPr/>
          <p:nvPr>
            <p:ph idx="2" type="sldImg"/>
          </p:nvPr>
        </p:nvSpPr>
        <p:spPr>
          <a:xfrm>
            <a:off x="1143225" y="685800"/>
            <a:ext cx="4572225"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204" name="Shape 204"/>
        <p:cNvGrpSpPr/>
        <p:nvPr/>
      </p:nvGrpSpPr>
      <p:grpSpPr>
        <a:xfrm>
          <a:off x="0" y="0"/>
          <a:ext cx="0" cy="0"/>
          <a:chOff x="0" y="0"/>
          <a:chExt cx="0" cy="0"/>
        </a:xfrm>
      </p:grpSpPr>
      <p:sp>
        <p:nvSpPr>
          <p:cNvPr id="205" name="Shape 205"/>
          <p:cNvSpPr txBox="1"/>
          <p:nvPr>
            <p:ph idx="1" type="body"/>
          </p:nvPr>
        </p:nvSpPr>
        <p:spPr>
          <a:xfrm>
            <a:off x="685800" y="4343400"/>
            <a:ext cx="5486399" cy="4114800"/>
          </a:xfrm>
          <a:prstGeom prst="rect">
            <a:avLst/>
          </a:prstGeom>
          <a:noFill/>
          <a:ln>
            <a:noFill/>
          </a:ln>
        </p:spPr>
        <p:txBody>
          <a:bodyPr anchorCtr="0" anchor="ctr" bIns="91425" lIns="91425" rIns="91425" tIns="91425">
            <a:noAutofit/>
          </a:bodyPr>
          <a:lstStyle/>
          <a:p>
            <a:pPr lvl="0">
              <a:spcBef>
                <a:spcPts val="0"/>
              </a:spcBef>
              <a:buNone/>
            </a:pPr>
            <a:r>
              <a:t/>
            </a:r>
            <a:endParaRPr/>
          </a:p>
        </p:txBody>
      </p:sp>
      <p:sp>
        <p:nvSpPr>
          <p:cNvPr id="206" name="Shape 206"/>
          <p:cNvSpPr/>
          <p:nvPr>
            <p:ph idx="2" type="sldImg"/>
          </p:nvPr>
        </p:nvSpPr>
        <p:spPr>
          <a:xfrm>
            <a:off x="1143225" y="685800"/>
            <a:ext cx="4572225"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211" name="Shape 211"/>
        <p:cNvGrpSpPr/>
        <p:nvPr/>
      </p:nvGrpSpPr>
      <p:grpSpPr>
        <a:xfrm>
          <a:off x="0" y="0"/>
          <a:ext cx="0" cy="0"/>
          <a:chOff x="0" y="0"/>
          <a:chExt cx="0" cy="0"/>
        </a:xfrm>
      </p:grpSpPr>
      <p:sp>
        <p:nvSpPr>
          <p:cNvPr id="212" name="Shape 212"/>
          <p:cNvSpPr txBox="1"/>
          <p:nvPr>
            <p:ph idx="1" type="body"/>
          </p:nvPr>
        </p:nvSpPr>
        <p:spPr>
          <a:xfrm>
            <a:off x="685800" y="4343400"/>
            <a:ext cx="5486399" cy="4114800"/>
          </a:xfrm>
          <a:prstGeom prst="rect">
            <a:avLst/>
          </a:prstGeom>
          <a:noFill/>
          <a:ln>
            <a:noFill/>
          </a:ln>
        </p:spPr>
        <p:txBody>
          <a:bodyPr anchorCtr="0" anchor="ctr" bIns="91425" lIns="91425" rIns="91425" tIns="91425">
            <a:noAutofit/>
          </a:bodyPr>
          <a:lstStyle/>
          <a:p>
            <a:pPr lvl="0">
              <a:spcBef>
                <a:spcPts val="0"/>
              </a:spcBef>
              <a:buNone/>
            </a:pPr>
            <a:r>
              <a:t/>
            </a:r>
            <a:endParaRPr/>
          </a:p>
        </p:txBody>
      </p:sp>
      <p:sp>
        <p:nvSpPr>
          <p:cNvPr id="213" name="Shape 213"/>
          <p:cNvSpPr/>
          <p:nvPr>
            <p:ph idx="2" type="sldImg"/>
          </p:nvPr>
        </p:nvSpPr>
        <p:spPr>
          <a:xfrm>
            <a:off x="1143225" y="685800"/>
            <a:ext cx="4572225"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249" name="Shape 249"/>
        <p:cNvGrpSpPr/>
        <p:nvPr/>
      </p:nvGrpSpPr>
      <p:grpSpPr>
        <a:xfrm>
          <a:off x="0" y="0"/>
          <a:ext cx="0" cy="0"/>
          <a:chOff x="0" y="0"/>
          <a:chExt cx="0" cy="0"/>
        </a:xfrm>
      </p:grpSpPr>
      <p:sp>
        <p:nvSpPr>
          <p:cNvPr id="250" name="Shape 250"/>
          <p:cNvSpPr txBox="1"/>
          <p:nvPr>
            <p:ph idx="1" type="body"/>
          </p:nvPr>
        </p:nvSpPr>
        <p:spPr>
          <a:xfrm>
            <a:off x="685800" y="4343400"/>
            <a:ext cx="5486399" cy="4114800"/>
          </a:xfrm>
          <a:prstGeom prst="rect">
            <a:avLst/>
          </a:prstGeom>
          <a:noFill/>
          <a:ln>
            <a:noFill/>
          </a:ln>
        </p:spPr>
        <p:txBody>
          <a:bodyPr anchorCtr="0" anchor="ctr" bIns="91425" lIns="91425" rIns="91425" tIns="91425">
            <a:noAutofit/>
          </a:bodyPr>
          <a:lstStyle/>
          <a:p>
            <a:pPr lvl="0">
              <a:spcBef>
                <a:spcPts val="0"/>
              </a:spcBef>
              <a:buNone/>
            </a:pPr>
            <a:r>
              <a:t/>
            </a:r>
            <a:endParaRPr/>
          </a:p>
        </p:txBody>
      </p:sp>
      <p:sp>
        <p:nvSpPr>
          <p:cNvPr id="251" name="Shape 251"/>
          <p:cNvSpPr/>
          <p:nvPr>
            <p:ph idx="2" type="sldImg"/>
          </p:nvPr>
        </p:nvSpPr>
        <p:spPr>
          <a:xfrm>
            <a:off x="1143225" y="685800"/>
            <a:ext cx="4572225"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297" name="Shape 297"/>
        <p:cNvGrpSpPr/>
        <p:nvPr/>
      </p:nvGrpSpPr>
      <p:grpSpPr>
        <a:xfrm>
          <a:off x="0" y="0"/>
          <a:ext cx="0" cy="0"/>
          <a:chOff x="0" y="0"/>
          <a:chExt cx="0" cy="0"/>
        </a:xfrm>
      </p:grpSpPr>
      <p:sp>
        <p:nvSpPr>
          <p:cNvPr id="298" name="Shape 298"/>
          <p:cNvSpPr txBox="1"/>
          <p:nvPr>
            <p:ph idx="1" type="body"/>
          </p:nvPr>
        </p:nvSpPr>
        <p:spPr>
          <a:xfrm>
            <a:off x="685800" y="4343400"/>
            <a:ext cx="5486399" cy="4114800"/>
          </a:xfrm>
          <a:prstGeom prst="rect">
            <a:avLst/>
          </a:prstGeom>
          <a:noFill/>
          <a:ln>
            <a:noFill/>
          </a:ln>
        </p:spPr>
        <p:txBody>
          <a:bodyPr anchorCtr="0" anchor="ctr" bIns="91425" lIns="91425" rIns="91425" tIns="91425">
            <a:noAutofit/>
          </a:bodyPr>
          <a:lstStyle/>
          <a:p>
            <a:pPr lvl="0">
              <a:spcBef>
                <a:spcPts val="0"/>
              </a:spcBef>
              <a:buNone/>
            </a:pPr>
            <a:r>
              <a:t/>
            </a:r>
            <a:endParaRPr/>
          </a:p>
        </p:txBody>
      </p:sp>
      <p:sp>
        <p:nvSpPr>
          <p:cNvPr id="299" name="Shape 299"/>
          <p:cNvSpPr/>
          <p:nvPr>
            <p:ph idx="2" type="sldImg"/>
          </p:nvPr>
        </p:nvSpPr>
        <p:spPr>
          <a:xfrm>
            <a:off x="1143225" y="685800"/>
            <a:ext cx="4572225"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304" name="Shape 304"/>
        <p:cNvGrpSpPr/>
        <p:nvPr/>
      </p:nvGrpSpPr>
      <p:grpSpPr>
        <a:xfrm>
          <a:off x="0" y="0"/>
          <a:ext cx="0" cy="0"/>
          <a:chOff x="0" y="0"/>
          <a:chExt cx="0" cy="0"/>
        </a:xfrm>
      </p:grpSpPr>
      <p:sp>
        <p:nvSpPr>
          <p:cNvPr id="305" name="Shape 305"/>
          <p:cNvSpPr txBox="1"/>
          <p:nvPr>
            <p:ph idx="1" type="body"/>
          </p:nvPr>
        </p:nvSpPr>
        <p:spPr>
          <a:xfrm>
            <a:off x="685800" y="4343400"/>
            <a:ext cx="5486399" cy="4114800"/>
          </a:xfrm>
          <a:prstGeom prst="rect">
            <a:avLst/>
          </a:prstGeom>
          <a:noFill/>
          <a:ln>
            <a:noFill/>
          </a:ln>
        </p:spPr>
        <p:txBody>
          <a:bodyPr anchorCtr="0" anchor="ctr" bIns="91425" lIns="91425" rIns="91425" tIns="91425">
            <a:noAutofit/>
          </a:bodyPr>
          <a:lstStyle/>
          <a:p>
            <a:pPr lvl="0">
              <a:spcBef>
                <a:spcPts val="0"/>
              </a:spcBef>
              <a:buNone/>
            </a:pPr>
            <a:r>
              <a:t/>
            </a:r>
            <a:endParaRPr/>
          </a:p>
        </p:txBody>
      </p:sp>
      <p:sp>
        <p:nvSpPr>
          <p:cNvPr id="306" name="Shape 306"/>
          <p:cNvSpPr/>
          <p:nvPr>
            <p:ph idx="2" type="sldImg"/>
          </p:nvPr>
        </p:nvSpPr>
        <p:spPr>
          <a:xfrm>
            <a:off x="1143225" y="685800"/>
            <a:ext cx="4572225"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311" name="Shape 311"/>
        <p:cNvGrpSpPr/>
        <p:nvPr/>
      </p:nvGrpSpPr>
      <p:grpSpPr>
        <a:xfrm>
          <a:off x="0" y="0"/>
          <a:ext cx="0" cy="0"/>
          <a:chOff x="0" y="0"/>
          <a:chExt cx="0" cy="0"/>
        </a:xfrm>
      </p:grpSpPr>
      <p:sp>
        <p:nvSpPr>
          <p:cNvPr id="312" name="Shape 312"/>
          <p:cNvSpPr txBox="1"/>
          <p:nvPr>
            <p:ph idx="1" type="body"/>
          </p:nvPr>
        </p:nvSpPr>
        <p:spPr>
          <a:xfrm>
            <a:off x="685800" y="4343400"/>
            <a:ext cx="5486399" cy="4114800"/>
          </a:xfrm>
          <a:prstGeom prst="rect">
            <a:avLst/>
          </a:prstGeom>
          <a:noFill/>
          <a:ln>
            <a:noFill/>
          </a:ln>
        </p:spPr>
        <p:txBody>
          <a:bodyPr anchorCtr="0" anchor="ctr" bIns="91425" lIns="91425" rIns="91425" tIns="91425">
            <a:noAutofit/>
          </a:bodyPr>
          <a:lstStyle/>
          <a:p>
            <a:pPr lvl="0">
              <a:spcBef>
                <a:spcPts val="0"/>
              </a:spcBef>
              <a:buNone/>
            </a:pPr>
            <a:r>
              <a:t/>
            </a:r>
            <a:endParaRPr/>
          </a:p>
        </p:txBody>
      </p:sp>
      <p:sp>
        <p:nvSpPr>
          <p:cNvPr id="313" name="Shape 313"/>
          <p:cNvSpPr/>
          <p:nvPr>
            <p:ph idx="2" type="sldImg"/>
          </p:nvPr>
        </p:nvSpPr>
        <p:spPr>
          <a:xfrm>
            <a:off x="1143225" y="685800"/>
            <a:ext cx="4572225"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318" name="Shape 318"/>
        <p:cNvGrpSpPr/>
        <p:nvPr/>
      </p:nvGrpSpPr>
      <p:grpSpPr>
        <a:xfrm>
          <a:off x="0" y="0"/>
          <a:ext cx="0" cy="0"/>
          <a:chOff x="0" y="0"/>
          <a:chExt cx="0" cy="0"/>
        </a:xfrm>
      </p:grpSpPr>
      <p:sp>
        <p:nvSpPr>
          <p:cNvPr id="319" name="Shape 319"/>
          <p:cNvSpPr txBox="1"/>
          <p:nvPr>
            <p:ph idx="1" type="body"/>
          </p:nvPr>
        </p:nvSpPr>
        <p:spPr>
          <a:xfrm>
            <a:off x="685800" y="4343400"/>
            <a:ext cx="5486399" cy="4114800"/>
          </a:xfrm>
          <a:prstGeom prst="rect">
            <a:avLst/>
          </a:prstGeom>
          <a:noFill/>
          <a:ln>
            <a:noFill/>
          </a:ln>
        </p:spPr>
        <p:txBody>
          <a:bodyPr anchorCtr="0" anchor="ctr" bIns="91425" lIns="91425" rIns="91425" tIns="91425">
            <a:noAutofit/>
          </a:bodyPr>
          <a:lstStyle/>
          <a:p>
            <a:pPr lvl="0">
              <a:spcBef>
                <a:spcPts val="0"/>
              </a:spcBef>
              <a:buNone/>
            </a:pPr>
            <a:r>
              <a:t/>
            </a:r>
            <a:endParaRPr/>
          </a:p>
        </p:txBody>
      </p:sp>
      <p:sp>
        <p:nvSpPr>
          <p:cNvPr id="320" name="Shape 320"/>
          <p:cNvSpPr/>
          <p:nvPr>
            <p:ph idx="2" type="sldImg"/>
          </p:nvPr>
        </p:nvSpPr>
        <p:spPr>
          <a:xfrm>
            <a:off x="1143225" y="685800"/>
            <a:ext cx="4572225"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353" name="Shape 353"/>
        <p:cNvGrpSpPr/>
        <p:nvPr/>
      </p:nvGrpSpPr>
      <p:grpSpPr>
        <a:xfrm>
          <a:off x="0" y="0"/>
          <a:ext cx="0" cy="0"/>
          <a:chOff x="0" y="0"/>
          <a:chExt cx="0" cy="0"/>
        </a:xfrm>
      </p:grpSpPr>
      <p:sp>
        <p:nvSpPr>
          <p:cNvPr id="354" name="Shape 354"/>
          <p:cNvSpPr txBox="1"/>
          <p:nvPr>
            <p:ph idx="1" type="body"/>
          </p:nvPr>
        </p:nvSpPr>
        <p:spPr>
          <a:xfrm>
            <a:off x="685800" y="4343400"/>
            <a:ext cx="5486399" cy="4114800"/>
          </a:xfrm>
          <a:prstGeom prst="rect">
            <a:avLst/>
          </a:prstGeom>
          <a:noFill/>
          <a:ln>
            <a:noFill/>
          </a:ln>
        </p:spPr>
        <p:txBody>
          <a:bodyPr anchorCtr="0" anchor="ctr" bIns="91425" lIns="91425" rIns="91425" tIns="91425">
            <a:noAutofit/>
          </a:bodyPr>
          <a:lstStyle/>
          <a:p>
            <a:pPr lvl="0">
              <a:spcBef>
                <a:spcPts val="0"/>
              </a:spcBef>
              <a:buNone/>
            </a:pPr>
            <a:r>
              <a:t/>
            </a:r>
            <a:endParaRPr/>
          </a:p>
        </p:txBody>
      </p:sp>
      <p:sp>
        <p:nvSpPr>
          <p:cNvPr id="355" name="Shape 355"/>
          <p:cNvSpPr/>
          <p:nvPr>
            <p:ph idx="2" type="sldImg"/>
          </p:nvPr>
        </p:nvSpPr>
        <p:spPr>
          <a:xfrm>
            <a:off x="1143225" y="685800"/>
            <a:ext cx="4572225"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380" name="Shape 380"/>
        <p:cNvGrpSpPr/>
        <p:nvPr/>
      </p:nvGrpSpPr>
      <p:grpSpPr>
        <a:xfrm>
          <a:off x="0" y="0"/>
          <a:ext cx="0" cy="0"/>
          <a:chOff x="0" y="0"/>
          <a:chExt cx="0" cy="0"/>
        </a:xfrm>
      </p:grpSpPr>
      <p:sp>
        <p:nvSpPr>
          <p:cNvPr id="381" name="Shape 381"/>
          <p:cNvSpPr txBox="1"/>
          <p:nvPr>
            <p:ph idx="1" type="body"/>
          </p:nvPr>
        </p:nvSpPr>
        <p:spPr>
          <a:xfrm>
            <a:off x="685800" y="4343400"/>
            <a:ext cx="5486399" cy="4114800"/>
          </a:xfrm>
          <a:prstGeom prst="rect">
            <a:avLst/>
          </a:prstGeom>
          <a:noFill/>
          <a:ln>
            <a:noFill/>
          </a:ln>
        </p:spPr>
        <p:txBody>
          <a:bodyPr anchorCtr="0" anchor="ctr" bIns="91425" lIns="91425" rIns="91425" tIns="91425">
            <a:noAutofit/>
          </a:bodyPr>
          <a:lstStyle/>
          <a:p>
            <a:pPr lvl="0">
              <a:spcBef>
                <a:spcPts val="0"/>
              </a:spcBef>
              <a:buNone/>
            </a:pPr>
            <a:r>
              <a:t/>
            </a:r>
            <a:endParaRPr/>
          </a:p>
        </p:txBody>
      </p:sp>
      <p:sp>
        <p:nvSpPr>
          <p:cNvPr id="382" name="Shape 382"/>
          <p:cNvSpPr/>
          <p:nvPr>
            <p:ph idx="2" type="sldImg"/>
          </p:nvPr>
        </p:nvSpPr>
        <p:spPr>
          <a:xfrm>
            <a:off x="1143225" y="685800"/>
            <a:ext cx="4572225"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412" name="Shape 412"/>
        <p:cNvGrpSpPr/>
        <p:nvPr/>
      </p:nvGrpSpPr>
      <p:grpSpPr>
        <a:xfrm>
          <a:off x="0" y="0"/>
          <a:ext cx="0" cy="0"/>
          <a:chOff x="0" y="0"/>
          <a:chExt cx="0" cy="0"/>
        </a:xfrm>
      </p:grpSpPr>
      <p:sp>
        <p:nvSpPr>
          <p:cNvPr id="413" name="Shape 413"/>
          <p:cNvSpPr txBox="1"/>
          <p:nvPr>
            <p:ph idx="1" type="body"/>
          </p:nvPr>
        </p:nvSpPr>
        <p:spPr>
          <a:xfrm>
            <a:off x="685800" y="4343400"/>
            <a:ext cx="5486399" cy="4114800"/>
          </a:xfrm>
          <a:prstGeom prst="rect">
            <a:avLst/>
          </a:prstGeom>
          <a:noFill/>
          <a:ln>
            <a:noFill/>
          </a:ln>
        </p:spPr>
        <p:txBody>
          <a:bodyPr anchorCtr="0" anchor="ctr" bIns="91425" lIns="91425" rIns="91425" tIns="91425">
            <a:noAutofit/>
          </a:bodyPr>
          <a:lstStyle/>
          <a:p>
            <a:pPr lvl="0">
              <a:spcBef>
                <a:spcPts val="0"/>
              </a:spcBef>
              <a:buNone/>
            </a:pPr>
            <a:r>
              <a:t/>
            </a:r>
            <a:endParaRPr/>
          </a:p>
        </p:txBody>
      </p:sp>
      <p:sp>
        <p:nvSpPr>
          <p:cNvPr id="414" name="Shape 414"/>
          <p:cNvSpPr/>
          <p:nvPr>
            <p:ph idx="2" type="sldImg"/>
          </p:nvPr>
        </p:nvSpPr>
        <p:spPr>
          <a:xfrm>
            <a:off x="1143225" y="685800"/>
            <a:ext cx="4572225"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419" name="Shape 419"/>
        <p:cNvGrpSpPr/>
        <p:nvPr/>
      </p:nvGrpSpPr>
      <p:grpSpPr>
        <a:xfrm>
          <a:off x="0" y="0"/>
          <a:ext cx="0" cy="0"/>
          <a:chOff x="0" y="0"/>
          <a:chExt cx="0" cy="0"/>
        </a:xfrm>
      </p:grpSpPr>
      <p:sp>
        <p:nvSpPr>
          <p:cNvPr id="420" name="Shape 420"/>
          <p:cNvSpPr txBox="1"/>
          <p:nvPr>
            <p:ph idx="1" type="body"/>
          </p:nvPr>
        </p:nvSpPr>
        <p:spPr>
          <a:xfrm>
            <a:off x="685800" y="4343400"/>
            <a:ext cx="5486399" cy="4114800"/>
          </a:xfrm>
          <a:prstGeom prst="rect">
            <a:avLst/>
          </a:prstGeom>
          <a:noFill/>
          <a:ln>
            <a:noFill/>
          </a:ln>
        </p:spPr>
        <p:txBody>
          <a:bodyPr anchorCtr="0" anchor="ctr" bIns="91425" lIns="91425" rIns="91425" tIns="91425">
            <a:noAutofit/>
          </a:bodyPr>
          <a:lstStyle/>
          <a:p>
            <a:pPr lvl="0">
              <a:spcBef>
                <a:spcPts val="0"/>
              </a:spcBef>
              <a:buNone/>
            </a:pPr>
            <a:r>
              <a:t/>
            </a:r>
            <a:endParaRPr/>
          </a:p>
        </p:txBody>
      </p:sp>
      <p:sp>
        <p:nvSpPr>
          <p:cNvPr id="421" name="Shape 421"/>
          <p:cNvSpPr/>
          <p:nvPr>
            <p:ph idx="2" type="sldImg"/>
          </p:nvPr>
        </p:nvSpPr>
        <p:spPr>
          <a:xfrm>
            <a:off x="1143225" y="685800"/>
            <a:ext cx="4572225"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426" name="Shape 426"/>
        <p:cNvGrpSpPr/>
        <p:nvPr/>
      </p:nvGrpSpPr>
      <p:grpSpPr>
        <a:xfrm>
          <a:off x="0" y="0"/>
          <a:ext cx="0" cy="0"/>
          <a:chOff x="0" y="0"/>
          <a:chExt cx="0" cy="0"/>
        </a:xfrm>
      </p:grpSpPr>
      <p:sp>
        <p:nvSpPr>
          <p:cNvPr id="427" name="Shape 427"/>
          <p:cNvSpPr txBox="1"/>
          <p:nvPr>
            <p:ph idx="1" type="body"/>
          </p:nvPr>
        </p:nvSpPr>
        <p:spPr>
          <a:xfrm>
            <a:off x="685800" y="4343400"/>
            <a:ext cx="5486399" cy="4114800"/>
          </a:xfrm>
          <a:prstGeom prst="rect">
            <a:avLst/>
          </a:prstGeom>
          <a:noFill/>
          <a:ln>
            <a:noFill/>
          </a:ln>
        </p:spPr>
        <p:txBody>
          <a:bodyPr anchorCtr="0" anchor="ctr" bIns="91425" lIns="91425" rIns="91425" tIns="91425">
            <a:noAutofit/>
          </a:bodyPr>
          <a:lstStyle/>
          <a:p>
            <a:pPr lvl="0">
              <a:spcBef>
                <a:spcPts val="0"/>
              </a:spcBef>
              <a:buNone/>
            </a:pPr>
            <a:r>
              <a:t/>
            </a:r>
            <a:endParaRPr/>
          </a:p>
        </p:txBody>
      </p:sp>
      <p:sp>
        <p:nvSpPr>
          <p:cNvPr id="428" name="Shape 428"/>
          <p:cNvSpPr/>
          <p:nvPr>
            <p:ph idx="2" type="sldImg"/>
          </p:nvPr>
        </p:nvSpPr>
        <p:spPr>
          <a:xfrm>
            <a:off x="1143225" y="685800"/>
            <a:ext cx="4572225"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439" name="Shape 439"/>
        <p:cNvGrpSpPr/>
        <p:nvPr/>
      </p:nvGrpSpPr>
      <p:grpSpPr>
        <a:xfrm>
          <a:off x="0" y="0"/>
          <a:ext cx="0" cy="0"/>
          <a:chOff x="0" y="0"/>
          <a:chExt cx="0" cy="0"/>
        </a:xfrm>
      </p:grpSpPr>
      <p:sp>
        <p:nvSpPr>
          <p:cNvPr id="440" name="Shape 440"/>
          <p:cNvSpPr txBox="1"/>
          <p:nvPr>
            <p:ph idx="1" type="body"/>
          </p:nvPr>
        </p:nvSpPr>
        <p:spPr>
          <a:xfrm>
            <a:off x="685800" y="4343400"/>
            <a:ext cx="5486399" cy="4114800"/>
          </a:xfrm>
          <a:prstGeom prst="rect">
            <a:avLst/>
          </a:prstGeom>
          <a:noFill/>
          <a:ln>
            <a:noFill/>
          </a:ln>
        </p:spPr>
        <p:txBody>
          <a:bodyPr anchorCtr="0" anchor="ctr" bIns="91425" lIns="91425" rIns="91425" tIns="91425">
            <a:noAutofit/>
          </a:bodyPr>
          <a:lstStyle/>
          <a:p>
            <a:pPr lvl="0">
              <a:spcBef>
                <a:spcPts val="0"/>
              </a:spcBef>
              <a:buNone/>
            </a:pPr>
            <a:r>
              <a:t/>
            </a:r>
            <a:endParaRPr/>
          </a:p>
        </p:txBody>
      </p:sp>
      <p:sp>
        <p:nvSpPr>
          <p:cNvPr id="441" name="Shape 441"/>
          <p:cNvSpPr/>
          <p:nvPr>
            <p:ph idx="2" type="sldImg"/>
          </p:nvPr>
        </p:nvSpPr>
        <p:spPr>
          <a:xfrm>
            <a:off x="1143225" y="685800"/>
            <a:ext cx="4572225"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452" name="Shape 452"/>
        <p:cNvGrpSpPr/>
        <p:nvPr/>
      </p:nvGrpSpPr>
      <p:grpSpPr>
        <a:xfrm>
          <a:off x="0" y="0"/>
          <a:ext cx="0" cy="0"/>
          <a:chOff x="0" y="0"/>
          <a:chExt cx="0" cy="0"/>
        </a:xfrm>
      </p:grpSpPr>
      <p:sp>
        <p:nvSpPr>
          <p:cNvPr id="453" name="Shape 453"/>
          <p:cNvSpPr txBox="1"/>
          <p:nvPr>
            <p:ph idx="1" type="body"/>
          </p:nvPr>
        </p:nvSpPr>
        <p:spPr>
          <a:xfrm>
            <a:off x="685800" y="4343400"/>
            <a:ext cx="5486399" cy="4114800"/>
          </a:xfrm>
          <a:prstGeom prst="rect">
            <a:avLst/>
          </a:prstGeom>
          <a:noFill/>
          <a:ln>
            <a:noFill/>
          </a:ln>
        </p:spPr>
        <p:txBody>
          <a:bodyPr anchorCtr="0" anchor="ctr" bIns="91425" lIns="91425" rIns="91425" tIns="91425">
            <a:noAutofit/>
          </a:bodyPr>
          <a:lstStyle/>
          <a:p>
            <a:pPr lvl="0">
              <a:spcBef>
                <a:spcPts val="0"/>
              </a:spcBef>
              <a:buNone/>
            </a:pPr>
            <a:r>
              <a:t/>
            </a:r>
            <a:endParaRPr/>
          </a:p>
        </p:txBody>
      </p:sp>
      <p:sp>
        <p:nvSpPr>
          <p:cNvPr id="454" name="Shape 454"/>
          <p:cNvSpPr/>
          <p:nvPr>
            <p:ph idx="2" type="sldImg"/>
          </p:nvPr>
        </p:nvSpPr>
        <p:spPr>
          <a:xfrm>
            <a:off x="1143225" y="685800"/>
            <a:ext cx="4572225"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459" name="Shape 459"/>
        <p:cNvGrpSpPr/>
        <p:nvPr/>
      </p:nvGrpSpPr>
      <p:grpSpPr>
        <a:xfrm>
          <a:off x="0" y="0"/>
          <a:ext cx="0" cy="0"/>
          <a:chOff x="0" y="0"/>
          <a:chExt cx="0" cy="0"/>
        </a:xfrm>
      </p:grpSpPr>
      <p:sp>
        <p:nvSpPr>
          <p:cNvPr id="460" name="Shape 460"/>
          <p:cNvSpPr txBox="1"/>
          <p:nvPr>
            <p:ph idx="1" type="body"/>
          </p:nvPr>
        </p:nvSpPr>
        <p:spPr>
          <a:xfrm>
            <a:off x="685800" y="4343400"/>
            <a:ext cx="5486399" cy="4114800"/>
          </a:xfrm>
          <a:prstGeom prst="rect">
            <a:avLst/>
          </a:prstGeom>
          <a:noFill/>
          <a:ln>
            <a:noFill/>
          </a:ln>
        </p:spPr>
        <p:txBody>
          <a:bodyPr anchorCtr="0" anchor="ctr" bIns="91425" lIns="91425" rIns="91425" tIns="91425">
            <a:noAutofit/>
          </a:bodyPr>
          <a:lstStyle/>
          <a:p>
            <a:pPr lvl="0">
              <a:spcBef>
                <a:spcPts val="0"/>
              </a:spcBef>
              <a:buNone/>
            </a:pPr>
            <a:r>
              <a:t/>
            </a:r>
            <a:endParaRPr/>
          </a:p>
        </p:txBody>
      </p:sp>
      <p:sp>
        <p:nvSpPr>
          <p:cNvPr id="461" name="Shape 461"/>
          <p:cNvSpPr/>
          <p:nvPr>
            <p:ph idx="2" type="sldImg"/>
          </p:nvPr>
        </p:nvSpPr>
        <p:spPr>
          <a:xfrm>
            <a:off x="1143225" y="685800"/>
            <a:ext cx="4572225"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466" name="Shape 466"/>
        <p:cNvGrpSpPr/>
        <p:nvPr/>
      </p:nvGrpSpPr>
      <p:grpSpPr>
        <a:xfrm>
          <a:off x="0" y="0"/>
          <a:ext cx="0" cy="0"/>
          <a:chOff x="0" y="0"/>
          <a:chExt cx="0" cy="0"/>
        </a:xfrm>
      </p:grpSpPr>
      <p:sp>
        <p:nvSpPr>
          <p:cNvPr id="467" name="Shape 467"/>
          <p:cNvSpPr txBox="1"/>
          <p:nvPr>
            <p:ph idx="1" type="body"/>
          </p:nvPr>
        </p:nvSpPr>
        <p:spPr>
          <a:xfrm>
            <a:off x="685800" y="4343400"/>
            <a:ext cx="5486399" cy="4114800"/>
          </a:xfrm>
          <a:prstGeom prst="rect">
            <a:avLst/>
          </a:prstGeom>
          <a:noFill/>
          <a:ln>
            <a:noFill/>
          </a:ln>
        </p:spPr>
        <p:txBody>
          <a:bodyPr anchorCtr="0" anchor="ctr" bIns="91425" lIns="91425" rIns="91425" tIns="91425">
            <a:noAutofit/>
          </a:bodyPr>
          <a:lstStyle/>
          <a:p>
            <a:pPr lvl="0">
              <a:spcBef>
                <a:spcPts val="0"/>
              </a:spcBef>
              <a:buNone/>
            </a:pPr>
            <a:r>
              <a:t/>
            </a:r>
            <a:endParaRPr/>
          </a:p>
        </p:txBody>
      </p:sp>
      <p:sp>
        <p:nvSpPr>
          <p:cNvPr id="468" name="Shape 468"/>
          <p:cNvSpPr/>
          <p:nvPr>
            <p:ph idx="2" type="sldImg"/>
          </p:nvPr>
        </p:nvSpPr>
        <p:spPr>
          <a:xfrm>
            <a:off x="1143225" y="685800"/>
            <a:ext cx="4572225"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473" name="Shape 473"/>
        <p:cNvGrpSpPr/>
        <p:nvPr/>
      </p:nvGrpSpPr>
      <p:grpSpPr>
        <a:xfrm>
          <a:off x="0" y="0"/>
          <a:ext cx="0" cy="0"/>
          <a:chOff x="0" y="0"/>
          <a:chExt cx="0" cy="0"/>
        </a:xfrm>
      </p:grpSpPr>
      <p:sp>
        <p:nvSpPr>
          <p:cNvPr id="474" name="Shape 474"/>
          <p:cNvSpPr txBox="1"/>
          <p:nvPr>
            <p:ph idx="1" type="body"/>
          </p:nvPr>
        </p:nvSpPr>
        <p:spPr>
          <a:xfrm>
            <a:off x="685800" y="4343400"/>
            <a:ext cx="5486399" cy="4114800"/>
          </a:xfrm>
          <a:prstGeom prst="rect">
            <a:avLst/>
          </a:prstGeom>
          <a:noFill/>
          <a:ln>
            <a:noFill/>
          </a:ln>
        </p:spPr>
        <p:txBody>
          <a:bodyPr anchorCtr="0" anchor="ctr" bIns="91425" lIns="91425" rIns="91425" tIns="91425">
            <a:noAutofit/>
          </a:bodyPr>
          <a:lstStyle/>
          <a:p>
            <a:pPr lvl="0">
              <a:spcBef>
                <a:spcPts val="0"/>
              </a:spcBef>
              <a:buNone/>
            </a:pPr>
            <a:r>
              <a:t/>
            </a:r>
            <a:endParaRPr/>
          </a:p>
        </p:txBody>
      </p:sp>
      <p:sp>
        <p:nvSpPr>
          <p:cNvPr id="475" name="Shape 475"/>
          <p:cNvSpPr/>
          <p:nvPr>
            <p:ph idx="2" type="sldImg"/>
          </p:nvPr>
        </p:nvSpPr>
        <p:spPr>
          <a:xfrm>
            <a:off x="1143225" y="685800"/>
            <a:ext cx="4572225"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480" name="Shape 480"/>
        <p:cNvGrpSpPr/>
        <p:nvPr/>
      </p:nvGrpSpPr>
      <p:grpSpPr>
        <a:xfrm>
          <a:off x="0" y="0"/>
          <a:ext cx="0" cy="0"/>
          <a:chOff x="0" y="0"/>
          <a:chExt cx="0" cy="0"/>
        </a:xfrm>
      </p:grpSpPr>
      <p:sp>
        <p:nvSpPr>
          <p:cNvPr id="481" name="Shape 481"/>
          <p:cNvSpPr txBox="1"/>
          <p:nvPr>
            <p:ph idx="1" type="body"/>
          </p:nvPr>
        </p:nvSpPr>
        <p:spPr>
          <a:xfrm>
            <a:off x="685800" y="4343400"/>
            <a:ext cx="5486399" cy="4114800"/>
          </a:xfrm>
          <a:prstGeom prst="rect">
            <a:avLst/>
          </a:prstGeom>
          <a:noFill/>
          <a:ln>
            <a:noFill/>
          </a:ln>
        </p:spPr>
        <p:txBody>
          <a:bodyPr anchorCtr="0" anchor="ctr" bIns="91425" lIns="91425" rIns="91425" tIns="91425">
            <a:noAutofit/>
          </a:bodyPr>
          <a:lstStyle/>
          <a:p>
            <a:pPr lvl="0">
              <a:spcBef>
                <a:spcPts val="0"/>
              </a:spcBef>
              <a:buNone/>
            </a:pPr>
            <a:r>
              <a:t/>
            </a:r>
            <a:endParaRPr/>
          </a:p>
        </p:txBody>
      </p:sp>
      <p:sp>
        <p:nvSpPr>
          <p:cNvPr id="482" name="Shape 482"/>
          <p:cNvSpPr/>
          <p:nvPr>
            <p:ph idx="2" type="sldImg"/>
          </p:nvPr>
        </p:nvSpPr>
        <p:spPr>
          <a:xfrm>
            <a:off x="1143225" y="685800"/>
            <a:ext cx="4572225"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487" name="Shape 487"/>
        <p:cNvGrpSpPr/>
        <p:nvPr/>
      </p:nvGrpSpPr>
      <p:grpSpPr>
        <a:xfrm>
          <a:off x="0" y="0"/>
          <a:ext cx="0" cy="0"/>
          <a:chOff x="0" y="0"/>
          <a:chExt cx="0" cy="0"/>
        </a:xfrm>
      </p:grpSpPr>
      <p:sp>
        <p:nvSpPr>
          <p:cNvPr id="488" name="Shape 488"/>
          <p:cNvSpPr txBox="1"/>
          <p:nvPr>
            <p:ph idx="1" type="body"/>
          </p:nvPr>
        </p:nvSpPr>
        <p:spPr>
          <a:xfrm>
            <a:off x="685800" y="4343400"/>
            <a:ext cx="5486399" cy="4114800"/>
          </a:xfrm>
          <a:prstGeom prst="rect">
            <a:avLst/>
          </a:prstGeom>
          <a:noFill/>
          <a:ln>
            <a:noFill/>
          </a:ln>
        </p:spPr>
        <p:txBody>
          <a:bodyPr anchorCtr="0" anchor="ctr" bIns="91425" lIns="91425" rIns="91425" tIns="91425">
            <a:noAutofit/>
          </a:bodyPr>
          <a:lstStyle/>
          <a:p>
            <a:pPr lvl="0">
              <a:spcBef>
                <a:spcPts val="0"/>
              </a:spcBef>
              <a:buNone/>
            </a:pPr>
            <a:r>
              <a:t/>
            </a:r>
            <a:endParaRPr/>
          </a:p>
        </p:txBody>
      </p:sp>
      <p:sp>
        <p:nvSpPr>
          <p:cNvPr id="489" name="Shape 489"/>
          <p:cNvSpPr/>
          <p:nvPr>
            <p:ph idx="2" type="sldImg"/>
          </p:nvPr>
        </p:nvSpPr>
        <p:spPr>
          <a:xfrm>
            <a:off x="1143225" y="685800"/>
            <a:ext cx="4572225"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494" name="Shape 494"/>
        <p:cNvGrpSpPr/>
        <p:nvPr/>
      </p:nvGrpSpPr>
      <p:grpSpPr>
        <a:xfrm>
          <a:off x="0" y="0"/>
          <a:ext cx="0" cy="0"/>
          <a:chOff x="0" y="0"/>
          <a:chExt cx="0" cy="0"/>
        </a:xfrm>
      </p:grpSpPr>
      <p:sp>
        <p:nvSpPr>
          <p:cNvPr id="495" name="Shape 495"/>
          <p:cNvSpPr txBox="1"/>
          <p:nvPr>
            <p:ph idx="1" type="body"/>
          </p:nvPr>
        </p:nvSpPr>
        <p:spPr>
          <a:xfrm>
            <a:off x="685800" y="4343400"/>
            <a:ext cx="5486399" cy="4114800"/>
          </a:xfrm>
          <a:prstGeom prst="rect">
            <a:avLst/>
          </a:prstGeom>
          <a:noFill/>
          <a:ln>
            <a:noFill/>
          </a:ln>
        </p:spPr>
        <p:txBody>
          <a:bodyPr anchorCtr="0" anchor="ctr" bIns="91425" lIns="91425" rIns="91425" tIns="91425">
            <a:noAutofit/>
          </a:bodyPr>
          <a:lstStyle/>
          <a:p>
            <a:pPr lvl="0">
              <a:spcBef>
                <a:spcPts val="0"/>
              </a:spcBef>
              <a:buNone/>
            </a:pPr>
            <a:r>
              <a:t/>
            </a:r>
            <a:endParaRPr/>
          </a:p>
        </p:txBody>
      </p:sp>
      <p:sp>
        <p:nvSpPr>
          <p:cNvPr id="496" name="Shape 496"/>
          <p:cNvSpPr/>
          <p:nvPr>
            <p:ph idx="2" type="sldImg"/>
          </p:nvPr>
        </p:nvSpPr>
        <p:spPr>
          <a:xfrm>
            <a:off x="1143225" y="685800"/>
            <a:ext cx="4572225"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543" name="Shape 543"/>
        <p:cNvGrpSpPr/>
        <p:nvPr/>
      </p:nvGrpSpPr>
      <p:grpSpPr>
        <a:xfrm>
          <a:off x="0" y="0"/>
          <a:ext cx="0" cy="0"/>
          <a:chOff x="0" y="0"/>
          <a:chExt cx="0" cy="0"/>
        </a:xfrm>
      </p:grpSpPr>
      <p:sp>
        <p:nvSpPr>
          <p:cNvPr id="544" name="Shape 544"/>
          <p:cNvSpPr txBox="1"/>
          <p:nvPr>
            <p:ph idx="1" type="body"/>
          </p:nvPr>
        </p:nvSpPr>
        <p:spPr>
          <a:xfrm>
            <a:off x="685800" y="4343400"/>
            <a:ext cx="5486399" cy="4114800"/>
          </a:xfrm>
          <a:prstGeom prst="rect">
            <a:avLst/>
          </a:prstGeom>
          <a:noFill/>
          <a:ln>
            <a:noFill/>
          </a:ln>
        </p:spPr>
        <p:txBody>
          <a:bodyPr anchorCtr="0" anchor="ctr" bIns="91425" lIns="91425" rIns="91425" tIns="91425">
            <a:noAutofit/>
          </a:bodyPr>
          <a:lstStyle/>
          <a:p>
            <a:pPr lvl="0">
              <a:spcBef>
                <a:spcPts val="0"/>
              </a:spcBef>
              <a:buNone/>
            </a:pPr>
            <a:r>
              <a:t/>
            </a:r>
            <a:endParaRPr/>
          </a:p>
        </p:txBody>
      </p:sp>
      <p:sp>
        <p:nvSpPr>
          <p:cNvPr id="545" name="Shape 545"/>
          <p:cNvSpPr/>
          <p:nvPr>
            <p:ph idx="2" type="sldImg"/>
          </p:nvPr>
        </p:nvSpPr>
        <p:spPr>
          <a:xfrm>
            <a:off x="1143225" y="685800"/>
            <a:ext cx="4572225"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550" name="Shape 550"/>
        <p:cNvGrpSpPr/>
        <p:nvPr/>
      </p:nvGrpSpPr>
      <p:grpSpPr>
        <a:xfrm>
          <a:off x="0" y="0"/>
          <a:ext cx="0" cy="0"/>
          <a:chOff x="0" y="0"/>
          <a:chExt cx="0" cy="0"/>
        </a:xfrm>
      </p:grpSpPr>
      <p:sp>
        <p:nvSpPr>
          <p:cNvPr id="551" name="Shape 551"/>
          <p:cNvSpPr txBox="1"/>
          <p:nvPr>
            <p:ph idx="1" type="body"/>
          </p:nvPr>
        </p:nvSpPr>
        <p:spPr>
          <a:xfrm>
            <a:off x="685800" y="4343400"/>
            <a:ext cx="5486399" cy="4114800"/>
          </a:xfrm>
          <a:prstGeom prst="rect">
            <a:avLst/>
          </a:prstGeom>
          <a:noFill/>
          <a:ln>
            <a:noFill/>
          </a:ln>
        </p:spPr>
        <p:txBody>
          <a:bodyPr anchorCtr="0" anchor="ctr" bIns="91425" lIns="91425" rIns="91425" tIns="91425">
            <a:noAutofit/>
          </a:bodyPr>
          <a:lstStyle/>
          <a:p>
            <a:pPr lvl="0">
              <a:spcBef>
                <a:spcPts val="0"/>
              </a:spcBef>
              <a:buNone/>
            </a:pPr>
            <a:r>
              <a:t/>
            </a:r>
            <a:endParaRPr/>
          </a:p>
        </p:txBody>
      </p:sp>
      <p:sp>
        <p:nvSpPr>
          <p:cNvPr id="552" name="Shape 552"/>
          <p:cNvSpPr/>
          <p:nvPr>
            <p:ph idx="2" type="sldImg"/>
          </p:nvPr>
        </p:nvSpPr>
        <p:spPr>
          <a:xfrm>
            <a:off x="1143225" y="685800"/>
            <a:ext cx="4572225"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557" name="Shape 557"/>
        <p:cNvGrpSpPr/>
        <p:nvPr/>
      </p:nvGrpSpPr>
      <p:grpSpPr>
        <a:xfrm>
          <a:off x="0" y="0"/>
          <a:ext cx="0" cy="0"/>
          <a:chOff x="0" y="0"/>
          <a:chExt cx="0" cy="0"/>
        </a:xfrm>
      </p:grpSpPr>
      <p:sp>
        <p:nvSpPr>
          <p:cNvPr id="558" name="Shape 558"/>
          <p:cNvSpPr txBox="1"/>
          <p:nvPr>
            <p:ph idx="1" type="body"/>
          </p:nvPr>
        </p:nvSpPr>
        <p:spPr>
          <a:xfrm>
            <a:off x="685800" y="4343400"/>
            <a:ext cx="5486399" cy="4114800"/>
          </a:xfrm>
          <a:prstGeom prst="rect">
            <a:avLst/>
          </a:prstGeom>
          <a:noFill/>
          <a:ln>
            <a:noFill/>
          </a:ln>
        </p:spPr>
        <p:txBody>
          <a:bodyPr anchorCtr="0" anchor="ctr" bIns="91425" lIns="91425" rIns="91425" tIns="91425">
            <a:noAutofit/>
          </a:bodyPr>
          <a:lstStyle/>
          <a:p>
            <a:pPr lvl="0">
              <a:spcBef>
                <a:spcPts val="0"/>
              </a:spcBef>
              <a:buNone/>
            </a:pPr>
            <a:r>
              <a:t/>
            </a:r>
            <a:endParaRPr/>
          </a:p>
        </p:txBody>
      </p:sp>
      <p:sp>
        <p:nvSpPr>
          <p:cNvPr id="559" name="Shape 559"/>
          <p:cNvSpPr/>
          <p:nvPr>
            <p:ph idx="2" type="sldImg"/>
          </p:nvPr>
        </p:nvSpPr>
        <p:spPr>
          <a:xfrm>
            <a:off x="1143225" y="685800"/>
            <a:ext cx="4572225"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type="title">
  <p:cSld name="Title slide">
    <p:bg>
      <p:bgPr>
        <a:solidFill>
          <a:schemeClr val="lt1"/>
        </a:solidFill>
      </p:bgPr>
    </p:bg>
    <p:spTree>
      <p:nvGrpSpPr>
        <p:cNvPr id="44" name="Shape 44"/>
        <p:cNvGrpSpPr/>
        <p:nvPr/>
      </p:nvGrpSpPr>
      <p:grpSpPr>
        <a:xfrm>
          <a:off x="0" y="0"/>
          <a:ext cx="0" cy="0"/>
          <a:chOff x="0" y="0"/>
          <a:chExt cx="0" cy="0"/>
        </a:xfrm>
      </p:grpSpPr>
      <p:cxnSp>
        <p:nvCxnSpPr>
          <p:cNvPr id="45" name="Shape 45"/>
          <p:cNvCxnSpPr/>
          <p:nvPr/>
        </p:nvCxnSpPr>
        <p:spPr>
          <a:xfrm>
            <a:off x="7315200" y="1066800"/>
            <a:ext cx="0" cy="4495800"/>
          </a:xfrm>
          <a:prstGeom prst="straightConnector1">
            <a:avLst/>
          </a:prstGeom>
          <a:noFill/>
          <a:ln cap="flat" cmpd="sng" w="9525">
            <a:solidFill>
              <a:schemeClr val="dk1"/>
            </a:solidFill>
            <a:prstDash val="solid"/>
            <a:miter/>
            <a:headEnd len="med" w="med" type="none"/>
            <a:tailEnd len="med" w="med" type="none"/>
          </a:ln>
        </p:spPr>
      </p:cxnSp>
      <p:sp>
        <p:nvSpPr>
          <p:cNvPr id="46" name="Shape 46"/>
          <p:cNvSpPr txBox="1"/>
          <p:nvPr>
            <p:ph type="ctrTitle"/>
          </p:nvPr>
        </p:nvSpPr>
        <p:spPr>
          <a:xfrm>
            <a:off x="315912" y="466725"/>
            <a:ext cx="6781800" cy="2133599"/>
          </a:xfrm>
          <a:prstGeom prst="rect">
            <a:avLst/>
          </a:prstGeom>
          <a:noFill/>
          <a:ln>
            <a:noFill/>
          </a:ln>
        </p:spPr>
        <p:txBody>
          <a:bodyPr anchorCtr="0" anchor="b" bIns="91425" lIns="91425" rIns="91425" tIns="91425"/>
          <a:lstStyle>
            <a:lvl1pPr indent="0" lvl="0" marL="0" marR="0" rtl="0" algn="l">
              <a:lnSpc>
                <a:spcPct val="100000"/>
              </a:lnSpc>
              <a:spcBef>
                <a:spcPts val="0"/>
              </a:spcBef>
              <a:spcAft>
                <a:spcPts val="0"/>
              </a:spcAft>
              <a:defRPr/>
            </a:lvl1pPr>
            <a:lvl2pPr indent="0" lvl="1" marL="0" marR="0" rtl="0" algn="l">
              <a:lnSpc>
                <a:spcPct val="100000"/>
              </a:lnSpc>
              <a:spcBef>
                <a:spcPts val="0"/>
              </a:spcBef>
              <a:spcAft>
                <a:spcPts val="0"/>
              </a:spcAft>
              <a:defRPr/>
            </a:lvl2pPr>
            <a:lvl3pPr indent="0" lvl="2" marL="0" marR="0" rtl="0" algn="l">
              <a:lnSpc>
                <a:spcPct val="100000"/>
              </a:lnSpc>
              <a:spcBef>
                <a:spcPts val="0"/>
              </a:spcBef>
              <a:spcAft>
                <a:spcPts val="0"/>
              </a:spcAft>
              <a:defRPr/>
            </a:lvl3pPr>
            <a:lvl4pPr indent="0" lvl="3" marL="0" marR="0" rtl="0" algn="l">
              <a:lnSpc>
                <a:spcPct val="100000"/>
              </a:lnSpc>
              <a:spcBef>
                <a:spcPts val="0"/>
              </a:spcBef>
              <a:spcAft>
                <a:spcPts val="0"/>
              </a:spcAft>
              <a:defRPr/>
            </a:lvl4pPr>
            <a:lvl5pPr indent="0" lvl="4" marL="0" marR="0" rtl="0" algn="l">
              <a:lnSpc>
                <a:spcPct val="100000"/>
              </a:lnSpc>
              <a:spcBef>
                <a:spcPts val="0"/>
              </a:spcBef>
              <a:spcAft>
                <a:spcPts val="0"/>
              </a:spcAft>
              <a:defRPr/>
            </a:lvl5pPr>
            <a:lvl6pPr indent="0" lvl="5" marL="0" marR="0" rtl="0" algn="l">
              <a:lnSpc>
                <a:spcPct val="100000"/>
              </a:lnSpc>
              <a:spcBef>
                <a:spcPts val="0"/>
              </a:spcBef>
              <a:spcAft>
                <a:spcPts val="0"/>
              </a:spcAft>
              <a:defRPr/>
            </a:lvl6pPr>
            <a:lvl7pPr indent="0" lvl="6" marL="0" marR="0" rtl="0" algn="l">
              <a:lnSpc>
                <a:spcPct val="100000"/>
              </a:lnSpc>
              <a:spcBef>
                <a:spcPts val="0"/>
              </a:spcBef>
              <a:spcAft>
                <a:spcPts val="0"/>
              </a:spcAft>
              <a:defRPr/>
            </a:lvl7pPr>
            <a:lvl8pPr indent="0" lvl="7" marL="0" marR="0" rtl="0" algn="l">
              <a:lnSpc>
                <a:spcPct val="100000"/>
              </a:lnSpc>
              <a:spcBef>
                <a:spcPts val="0"/>
              </a:spcBef>
              <a:spcAft>
                <a:spcPts val="0"/>
              </a:spcAft>
              <a:defRPr/>
            </a:lvl8pPr>
            <a:lvl9pPr indent="0" lvl="8" marL="0" marR="0" rtl="0" algn="l">
              <a:lnSpc>
                <a:spcPct val="100000"/>
              </a:lnSpc>
              <a:spcBef>
                <a:spcPts val="0"/>
              </a:spcBef>
              <a:spcAft>
                <a:spcPts val="0"/>
              </a:spcAft>
              <a:defRPr/>
            </a:lvl9pPr>
          </a:lstStyle>
          <a:p/>
        </p:txBody>
      </p:sp>
      <p:sp>
        <p:nvSpPr>
          <p:cNvPr id="47" name="Shape 47"/>
          <p:cNvSpPr txBox="1"/>
          <p:nvPr>
            <p:ph idx="1" type="subTitle"/>
          </p:nvPr>
        </p:nvSpPr>
        <p:spPr>
          <a:xfrm>
            <a:off x="849312" y="3049586"/>
            <a:ext cx="6248399" cy="2362200"/>
          </a:xfrm>
          <a:prstGeom prst="rect">
            <a:avLst/>
          </a:prstGeom>
          <a:noFill/>
          <a:ln>
            <a:noFill/>
          </a:ln>
        </p:spPr>
        <p:txBody>
          <a:bodyPr anchorCtr="0" anchor="t" bIns="91425" lIns="91425" rIns="91425" tIns="91425"/>
          <a:lstStyle>
            <a:lvl1pPr indent="-209550" lvl="0" marL="342900" marR="0" rtl="0" algn="l">
              <a:lnSpc>
                <a:spcPct val="100000"/>
              </a:lnSpc>
              <a:spcBef>
                <a:spcPts val="600"/>
              </a:spcBef>
              <a:spcAft>
                <a:spcPts val="0"/>
              </a:spcAft>
              <a:buClr>
                <a:schemeClr val="dk2"/>
              </a:buClr>
              <a:buFont typeface="Noto Symbol"/>
              <a:buChar char="●"/>
              <a:defRPr/>
            </a:lvl1pPr>
            <a:lvl2pPr indent="-233680" lvl="1" marL="692150" marR="0" rtl="0" algn="l">
              <a:lnSpc>
                <a:spcPct val="100000"/>
              </a:lnSpc>
              <a:spcBef>
                <a:spcPts val="520"/>
              </a:spcBef>
              <a:spcAft>
                <a:spcPts val="0"/>
              </a:spcAft>
              <a:buClr>
                <a:schemeClr val="accent2"/>
              </a:buClr>
              <a:buFont typeface="Noto Symbol"/>
              <a:buChar char="●"/>
              <a:defRPr/>
            </a:lvl2pPr>
            <a:lvl3pPr indent="-199390" lvl="2" marL="987425" marR="0" rtl="0" algn="l">
              <a:lnSpc>
                <a:spcPct val="100000"/>
              </a:lnSpc>
              <a:spcBef>
                <a:spcPts val="460"/>
              </a:spcBef>
              <a:spcAft>
                <a:spcPts val="0"/>
              </a:spcAft>
              <a:buClr>
                <a:schemeClr val="accent1"/>
              </a:buClr>
              <a:buFont typeface="Noto Symbol"/>
              <a:buChar char="●"/>
              <a:defRPr/>
            </a:lvl3pPr>
            <a:lvl4pPr indent="-207962" lvl="3" marL="1281112" marR="0" rtl="0" algn="l">
              <a:lnSpc>
                <a:spcPct val="100000"/>
              </a:lnSpc>
              <a:spcBef>
                <a:spcPts val="400"/>
              </a:spcBef>
              <a:spcAft>
                <a:spcPts val="0"/>
              </a:spcAft>
              <a:buClr>
                <a:schemeClr val="dk2"/>
              </a:buClr>
              <a:buFont typeface="Noto Symbol"/>
              <a:buChar char="▪"/>
              <a:defRPr/>
            </a:lvl4pPr>
            <a:lvl5pPr indent="-214312" lvl="4" marL="1598612" marR="0" rtl="0" algn="l">
              <a:lnSpc>
                <a:spcPct val="100000"/>
              </a:lnSpc>
              <a:spcBef>
                <a:spcPts val="400"/>
              </a:spcBef>
              <a:spcAft>
                <a:spcPts val="0"/>
              </a:spcAft>
              <a:buClr>
                <a:schemeClr val="folHlink"/>
              </a:buClr>
              <a:buFont typeface="Noto Symbol"/>
              <a:buChar char="▪"/>
              <a:defRPr/>
            </a:lvl5pPr>
            <a:lvl6pPr indent="-239711" lvl="5" marL="1916111" marR="0" rtl="0" algn="l">
              <a:lnSpc>
                <a:spcPct val="100000"/>
              </a:lnSpc>
              <a:spcBef>
                <a:spcPts val="400"/>
              </a:spcBef>
              <a:spcAft>
                <a:spcPts val="0"/>
              </a:spcAft>
              <a:buClr>
                <a:schemeClr val="folHlink"/>
              </a:buClr>
              <a:buFont typeface="Noto Symbol"/>
              <a:buChar char="▪"/>
              <a:defRPr/>
            </a:lvl6pPr>
            <a:lvl7pPr indent="-290511" lvl="6" marL="2551112" marR="0" rtl="0" algn="l">
              <a:lnSpc>
                <a:spcPct val="100000"/>
              </a:lnSpc>
              <a:spcBef>
                <a:spcPts val="400"/>
              </a:spcBef>
              <a:spcAft>
                <a:spcPts val="0"/>
              </a:spcAft>
              <a:buClr>
                <a:schemeClr val="folHlink"/>
              </a:buClr>
              <a:buFont typeface="Noto Symbol"/>
              <a:buChar char="▪"/>
              <a:defRPr/>
            </a:lvl7pPr>
            <a:lvl8pPr indent="-366712" lvl="7" marL="3503612" marR="0" rtl="0" algn="l">
              <a:lnSpc>
                <a:spcPct val="100000"/>
              </a:lnSpc>
              <a:spcBef>
                <a:spcPts val="400"/>
              </a:spcBef>
              <a:spcAft>
                <a:spcPts val="0"/>
              </a:spcAft>
              <a:buClr>
                <a:schemeClr val="folHlink"/>
              </a:buClr>
              <a:buFont typeface="Noto Symbol"/>
              <a:buChar char="▪"/>
              <a:defRPr/>
            </a:lvl8pPr>
            <a:lvl9pPr indent="-455612" lvl="8" marL="4773612" marR="0" rtl="0" algn="l">
              <a:lnSpc>
                <a:spcPct val="100000"/>
              </a:lnSpc>
              <a:spcBef>
                <a:spcPts val="400"/>
              </a:spcBef>
              <a:spcAft>
                <a:spcPts val="0"/>
              </a:spcAft>
              <a:buClr>
                <a:schemeClr val="folHlink"/>
              </a:buClr>
              <a:buFont typeface="Noto Symbol"/>
              <a:buChar char="▪"/>
              <a:defRPr/>
            </a:lvl9pPr>
          </a:lstStyle>
          <a:p/>
        </p:txBody>
      </p:sp>
      <p:sp>
        <p:nvSpPr>
          <p:cNvPr id="48" name="Shape 48"/>
          <p:cNvSpPr txBox="1"/>
          <p:nvPr>
            <p:ph idx="10" type="dt"/>
          </p:nvPr>
        </p:nvSpPr>
        <p:spPr>
          <a:xfrm>
            <a:off x="457200" y="6248400"/>
            <a:ext cx="2133599" cy="457200"/>
          </a:xfrm>
          <a:prstGeom prst="rect">
            <a:avLst/>
          </a:prstGeom>
          <a:noFill/>
          <a:ln>
            <a:noFill/>
          </a:ln>
        </p:spPr>
        <p:txBody>
          <a:bodyPr anchorCtr="0" anchor="t" bIns="91425" lIns="91425" rIns="91425" tIns="91425"/>
          <a:lstStyle>
            <a:lvl1pPr indent="0" lvl="0" marL="0" marR="0" rtl="0" algn="l">
              <a:lnSpc>
                <a:spcPct val="100000"/>
              </a:lnSpc>
              <a:spcBef>
                <a:spcPts val="0"/>
              </a:spcBef>
              <a:spcAft>
                <a:spcPts val="0"/>
              </a:spcAft>
              <a:defRPr/>
            </a:lvl1pPr>
            <a:lvl2pPr indent="0" lvl="1" marL="457200" marR="0" rtl="0" algn="l">
              <a:lnSpc>
                <a:spcPct val="100000"/>
              </a:lnSpc>
              <a:spcBef>
                <a:spcPts val="0"/>
              </a:spcBef>
              <a:spcAft>
                <a:spcPts val="0"/>
              </a:spcAft>
              <a:defRPr/>
            </a:lvl2pPr>
            <a:lvl3pPr indent="0" lvl="2" marL="914400" marR="0" rtl="0" algn="l">
              <a:lnSpc>
                <a:spcPct val="100000"/>
              </a:lnSpc>
              <a:spcBef>
                <a:spcPts val="0"/>
              </a:spcBef>
              <a:spcAft>
                <a:spcPts val="0"/>
              </a:spcAft>
              <a:defRPr/>
            </a:lvl3pPr>
            <a:lvl4pPr indent="0" lvl="3" marL="1371600" marR="0" rtl="0" algn="l">
              <a:lnSpc>
                <a:spcPct val="100000"/>
              </a:lnSpc>
              <a:spcBef>
                <a:spcPts val="0"/>
              </a:spcBef>
              <a:spcAft>
                <a:spcPts val="0"/>
              </a:spcAft>
              <a:defRPr/>
            </a:lvl4pPr>
            <a:lvl5pPr indent="0" lvl="4" marL="1828800" marR="0" rtl="0" algn="l">
              <a:lnSpc>
                <a:spcPct val="100000"/>
              </a:lnSpc>
              <a:spcBef>
                <a:spcPts val="0"/>
              </a:spcBef>
              <a:spcAft>
                <a:spcPts val="0"/>
              </a:spcAft>
              <a:defRPr/>
            </a:lvl5pPr>
            <a:lvl6pPr indent="0" lvl="5" marL="2286000" marR="0" rtl="0" algn="l">
              <a:lnSpc>
                <a:spcPct val="100000"/>
              </a:lnSpc>
              <a:spcBef>
                <a:spcPts val="0"/>
              </a:spcBef>
              <a:spcAft>
                <a:spcPts val="0"/>
              </a:spcAft>
              <a:defRPr/>
            </a:lvl6pPr>
            <a:lvl7pPr indent="0" lvl="6" marL="3200400" marR="0" rtl="0" algn="l">
              <a:lnSpc>
                <a:spcPct val="100000"/>
              </a:lnSpc>
              <a:spcBef>
                <a:spcPts val="0"/>
              </a:spcBef>
              <a:spcAft>
                <a:spcPts val="0"/>
              </a:spcAft>
              <a:defRPr/>
            </a:lvl7pPr>
            <a:lvl8pPr indent="0" lvl="7" marL="4572000" marR="0" rtl="0" algn="l">
              <a:lnSpc>
                <a:spcPct val="100000"/>
              </a:lnSpc>
              <a:spcBef>
                <a:spcPts val="0"/>
              </a:spcBef>
              <a:spcAft>
                <a:spcPts val="0"/>
              </a:spcAft>
              <a:defRPr/>
            </a:lvl8pPr>
            <a:lvl9pPr indent="0" lvl="8" marL="6400800" marR="0" rtl="0" algn="l">
              <a:lnSpc>
                <a:spcPct val="100000"/>
              </a:lnSpc>
              <a:spcBef>
                <a:spcPts val="0"/>
              </a:spcBef>
              <a:spcAft>
                <a:spcPts val="0"/>
              </a:spcAft>
              <a:defRPr/>
            </a:lvl9pPr>
          </a:lstStyle>
          <a:p/>
        </p:txBody>
      </p:sp>
      <p:sp>
        <p:nvSpPr>
          <p:cNvPr id="49" name="Shape 49"/>
          <p:cNvSpPr txBox="1"/>
          <p:nvPr>
            <p:ph idx="11" type="ftr"/>
          </p:nvPr>
        </p:nvSpPr>
        <p:spPr>
          <a:xfrm>
            <a:off x="3124200" y="6248400"/>
            <a:ext cx="2895600" cy="457200"/>
          </a:xfrm>
          <a:prstGeom prst="rect">
            <a:avLst/>
          </a:prstGeom>
          <a:noFill/>
          <a:ln>
            <a:noFill/>
          </a:ln>
        </p:spPr>
        <p:txBody>
          <a:bodyPr anchorCtr="0" anchor="t" bIns="91425" lIns="91425" rIns="91425" tIns="91425"/>
          <a:lstStyle>
            <a:lvl1pPr indent="0" lvl="0" marL="0" marR="0" rtl="0" algn="ctr">
              <a:lnSpc>
                <a:spcPct val="100000"/>
              </a:lnSpc>
              <a:spcBef>
                <a:spcPts val="0"/>
              </a:spcBef>
              <a:spcAft>
                <a:spcPts val="0"/>
              </a:spcAft>
              <a:defRPr/>
            </a:lvl1pPr>
            <a:lvl2pPr indent="0" lvl="1" marL="457200" marR="0" rtl="0" algn="l">
              <a:lnSpc>
                <a:spcPct val="100000"/>
              </a:lnSpc>
              <a:spcBef>
                <a:spcPts val="0"/>
              </a:spcBef>
              <a:spcAft>
                <a:spcPts val="0"/>
              </a:spcAft>
              <a:defRPr/>
            </a:lvl2pPr>
            <a:lvl3pPr indent="0" lvl="2" marL="914400" marR="0" rtl="0" algn="l">
              <a:lnSpc>
                <a:spcPct val="100000"/>
              </a:lnSpc>
              <a:spcBef>
                <a:spcPts val="0"/>
              </a:spcBef>
              <a:spcAft>
                <a:spcPts val="0"/>
              </a:spcAft>
              <a:defRPr/>
            </a:lvl3pPr>
            <a:lvl4pPr indent="0" lvl="3" marL="1371600" marR="0" rtl="0" algn="l">
              <a:lnSpc>
                <a:spcPct val="100000"/>
              </a:lnSpc>
              <a:spcBef>
                <a:spcPts val="0"/>
              </a:spcBef>
              <a:spcAft>
                <a:spcPts val="0"/>
              </a:spcAft>
              <a:defRPr/>
            </a:lvl4pPr>
            <a:lvl5pPr indent="0" lvl="4" marL="1828800" marR="0" rtl="0" algn="l">
              <a:lnSpc>
                <a:spcPct val="100000"/>
              </a:lnSpc>
              <a:spcBef>
                <a:spcPts val="0"/>
              </a:spcBef>
              <a:spcAft>
                <a:spcPts val="0"/>
              </a:spcAft>
              <a:defRPr/>
            </a:lvl5pPr>
            <a:lvl6pPr indent="0" lvl="5" marL="2286000" marR="0" rtl="0" algn="l">
              <a:lnSpc>
                <a:spcPct val="100000"/>
              </a:lnSpc>
              <a:spcBef>
                <a:spcPts val="0"/>
              </a:spcBef>
              <a:spcAft>
                <a:spcPts val="0"/>
              </a:spcAft>
              <a:defRPr/>
            </a:lvl6pPr>
            <a:lvl7pPr indent="0" lvl="6" marL="3200400" marR="0" rtl="0" algn="l">
              <a:lnSpc>
                <a:spcPct val="100000"/>
              </a:lnSpc>
              <a:spcBef>
                <a:spcPts val="0"/>
              </a:spcBef>
              <a:spcAft>
                <a:spcPts val="0"/>
              </a:spcAft>
              <a:defRPr/>
            </a:lvl7pPr>
            <a:lvl8pPr indent="0" lvl="7" marL="4572000" marR="0" rtl="0" algn="l">
              <a:lnSpc>
                <a:spcPct val="100000"/>
              </a:lnSpc>
              <a:spcBef>
                <a:spcPts val="0"/>
              </a:spcBef>
              <a:spcAft>
                <a:spcPts val="0"/>
              </a:spcAft>
              <a:defRPr/>
            </a:lvl8pPr>
            <a:lvl9pPr indent="0" lvl="8" marL="6400800" marR="0" rtl="0" algn="l">
              <a:lnSpc>
                <a:spcPct val="100000"/>
              </a:lnSpc>
              <a:spcBef>
                <a:spcPts val="0"/>
              </a:spcBef>
              <a:spcAft>
                <a:spcPts val="0"/>
              </a:spcAft>
              <a:defRPr/>
            </a:lvl9pPr>
          </a:lstStyle>
          <a:p/>
        </p:txBody>
      </p:sp>
      <p:sp>
        <p:nvSpPr>
          <p:cNvPr id="50" name="Shape 50"/>
          <p:cNvSpPr txBox="1"/>
          <p:nvPr>
            <p:ph idx="12" type="sldNum"/>
          </p:nvPr>
        </p:nvSpPr>
        <p:spPr>
          <a:xfrm>
            <a:off x="6553200" y="6248400"/>
            <a:ext cx="2133599" cy="457200"/>
          </a:xfrm>
          <a:prstGeom prst="rect">
            <a:avLst/>
          </a:prstGeom>
          <a:noFill/>
          <a:ln>
            <a:noFill/>
          </a:ln>
        </p:spPr>
        <p:txBody>
          <a:bodyPr anchorCtr="0" anchor="t" bIns="45700" lIns="91425" rIns="91425" tIns="45700">
            <a:noAutofit/>
          </a:bodyPr>
          <a:lstStyle/>
          <a:p>
            <a:pPr indent="0" lvl="0" marL="0" marR="0" rtl="0" algn="r">
              <a:lnSpc>
                <a:spcPct val="100000"/>
              </a:lnSpc>
              <a:spcBef>
                <a:spcPts val="0"/>
              </a:spcBef>
              <a:spcAft>
                <a:spcPts val="0"/>
              </a:spcAft>
              <a:buClr>
                <a:schemeClr val="dk1"/>
              </a:buClr>
              <a:buSzPct val="25000"/>
              <a:buFont typeface="Arial"/>
              <a:buNone/>
            </a:pPr>
            <a:fld id="{00000000-1234-1234-1234-123412341234}" type="slidenum">
              <a:rPr b="0" i="0" lang="en-US" sz="1000" u="none" cap="none" strike="noStrike">
                <a:solidFill>
                  <a:schemeClr val="dk1"/>
                </a:solidFill>
                <a:latin typeface="Arial"/>
                <a:ea typeface="Arial"/>
                <a:cs typeface="Arial"/>
                <a:sym typeface="Arial"/>
              </a:rPr>
              <a:t>‹#›</a:t>
            </a:fld>
          </a:p>
        </p:txBody>
      </p:sp>
      <p:grpSp>
        <p:nvGrpSpPr>
          <p:cNvPr id="51" name="Shape 51"/>
          <p:cNvGrpSpPr/>
          <p:nvPr/>
        </p:nvGrpSpPr>
        <p:grpSpPr>
          <a:xfrm>
            <a:off x="7493000" y="2992436"/>
            <a:ext cx="1338261" cy="2189162"/>
            <a:chOff x="7467600" y="2992436"/>
            <a:chExt cx="1338261" cy="2189162"/>
          </a:xfrm>
        </p:grpSpPr>
        <p:sp>
          <p:nvSpPr>
            <p:cNvPr id="52" name="Shape 52"/>
            <p:cNvSpPr/>
            <p:nvPr/>
          </p:nvSpPr>
          <p:spPr>
            <a:xfrm>
              <a:off x="7467600" y="2992436"/>
              <a:ext cx="201611" cy="201611"/>
            </a:xfrm>
            <a:prstGeom prst="ellipse">
              <a:avLst/>
            </a:prstGeom>
            <a:solidFill>
              <a:schemeClr val="dk2"/>
            </a:solidFill>
            <a:ln>
              <a:noFill/>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53" name="Shape 53"/>
            <p:cNvSpPr/>
            <p:nvPr/>
          </p:nvSpPr>
          <p:spPr>
            <a:xfrm>
              <a:off x="7751761" y="2992436"/>
              <a:ext cx="201611" cy="201611"/>
            </a:xfrm>
            <a:prstGeom prst="ellipse">
              <a:avLst/>
            </a:prstGeom>
            <a:solidFill>
              <a:schemeClr val="dk2"/>
            </a:solidFill>
            <a:ln>
              <a:noFill/>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54" name="Shape 54"/>
            <p:cNvSpPr/>
            <p:nvPr/>
          </p:nvSpPr>
          <p:spPr>
            <a:xfrm>
              <a:off x="8035925" y="2992436"/>
              <a:ext cx="201611" cy="201611"/>
            </a:xfrm>
            <a:prstGeom prst="ellipse">
              <a:avLst/>
            </a:prstGeom>
            <a:solidFill>
              <a:schemeClr val="dk2"/>
            </a:solidFill>
            <a:ln>
              <a:noFill/>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55" name="Shape 55"/>
            <p:cNvSpPr/>
            <p:nvPr/>
          </p:nvSpPr>
          <p:spPr>
            <a:xfrm>
              <a:off x="7467600" y="3276600"/>
              <a:ext cx="201611" cy="201611"/>
            </a:xfrm>
            <a:prstGeom prst="ellipse">
              <a:avLst/>
            </a:prstGeom>
            <a:solidFill>
              <a:schemeClr val="dk2"/>
            </a:solidFill>
            <a:ln>
              <a:noFill/>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56" name="Shape 56"/>
            <p:cNvSpPr/>
            <p:nvPr/>
          </p:nvSpPr>
          <p:spPr>
            <a:xfrm>
              <a:off x="7751761" y="3276600"/>
              <a:ext cx="201611" cy="201611"/>
            </a:xfrm>
            <a:prstGeom prst="ellipse">
              <a:avLst/>
            </a:prstGeom>
            <a:solidFill>
              <a:schemeClr val="dk2"/>
            </a:solidFill>
            <a:ln>
              <a:noFill/>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57" name="Shape 57"/>
            <p:cNvSpPr/>
            <p:nvPr/>
          </p:nvSpPr>
          <p:spPr>
            <a:xfrm>
              <a:off x="8035925" y="3276600"/>
              <a:ext cx="201611" cy="201611"/>
            </a:xfrm>
            <a:prstGeom prst="ellipse">
              <a:avLst/>
            </a:prstGeom>
            <a:solidFill>
              <a:schemeClr val="dk2"/>
            </a:solidFill>
            <a:ln>
              <a:noFill/>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58" name="Shape 58"/>
            <p:cNvSpPr/>
            <p:nvPr/>
          </p:nvSpPr>
          <p:spPr>
            <a:xfrm>
              <a:off x="8320086" y="3276600"/>
              <a:ext cx="201611" cy="201611"/>
            </a:xfrm>
            <a:prstGeom prst="ellipse">
              <a:avLst/>
            </a:prstGeom>
            <a:solidFill>
              <a:schemeClr val="accent2"/>
            </a:solidFill>
            <a:ln>
              <a:noFill/>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59" name="Shape 59"/>
            <p:cNvSpPr/>
            <p:nvPr/>
          </p:nvSpPr>
          <p:spPr>
            <a:xfrm>
              <a:off x="7467600" y="3560762"/>
              <a:ext cx="201611" cy="201611"/>
            </a:xfrm>
            <a:prstGeom prst="ellipse">
              <a:avLst/>
            </a:prstGeom>
            <a:solidFill>
              <a:schemeClr val="dk2"/>
            </a:solidFill>
            <a:ln>
              <a:noFill/>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60" name="Shape 60"/>
            <p:cNvSpPr/>
            <p:nvPr/>
          </p:nvSpPr>
          <p:spPr>
            <a:xfrm>
              <a:off x="7751761" y="3560762"/>
              <a:ext cx="201611" cy="201611"/>
            </a:xfrm>
            <a:prstGeom prst="ellipse">
              <a:avLst/>
            </a:prstGeom>
            <a:solidFill>
              <a:schemeClr val="dk2"/>
            </a:solidFill>
            <a:ln>
              <a:noFill/>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61" name="Shape 61"/>
            <p:cNvSpPr/>
            <p:nvPr/>
          </p:nvSpPr>
          <p:spPr>
            <a:xfrm>
              <a:off x="8035925" y="3560762"/>
              <a:ext cx="201611" cy="201611"/>
            </a:xfrm>
            <a:prstGeom prst="ellipse">
              <a:avLst/>
            </a:prstGeom>
            <a:solidFill>
              <a:schemeClr val="accent2"/>
            </a:solidFill>
            <a:ln>
              <a:noFill/>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62" name="Shape 62"/>
            <p:cNvSpPr/>
            <p:nvPr/>
          </p:nvSpPr>
          <p:spPr>
            <a:xfrm>
              <a:off x="8320086" y="3560762"/>
              <a:ext cx="201611" cy="201611"/>
            </a:xfrm>
            <a:prstGeom prst="ellipse">
              <a:avLst/>
            </a:prstGeom>
            <a:solidFill>
              <a:schemeClr val="accent2"/>
            </a:solidFill>
            <a:ln>
              <a:noFill/>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63" name="Shape 63"/>
            <p:cNvSpPr/>
            <p:nvPr/>
          </p:nvSpPr>
          <p:spPr>
            <a:xfrm>
              <a:off x="8604250" y="3560762"/>
              <a:ext cx="201611" cy="201611"/>
            </a:xfrm>
            <a:prstGeom prst="ellipse">
              <a:avLst/>
            </a:prstGeom>
            <a:solidFill>
              <a:schemeClr val="accent1"/>
            </a:solidFill>
            <a:ln>
              <a:noFill/>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64" name="Shape 64"/>
            <p:cNvSpPr/>
            <p:nvPr/>
          </p:nvSpPr>
          <p:spPr>
            <a:xfrm>
              <a:off x="7467600" y="3843337"/>
              <a:ext cx="201611" cy="203199"/>
            </a:xfrm>
            <a:prstGeom prst="ellipse">
              <a:avLst/>
            </a:prstGeom>
            <a:solidFill>
              <a:schemeClr val="dk2"/>
            </a:solidFill>
            <a:ln>
              <a:noFill/>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65" name="Shape 65"/>
            <p:cNvSpPr/>
            <p:nvPr/>
          </p:nvSpPr>
          <p:spPr>
            <a:xfrm>
              <a:off x="7751761" y="3843337"/>
              <a:ext cx="201611" cy="203199"/>
            </a:xfrm>
            <a:prstGeom prst="ellipse">
              <a:avLst/>
            </a:prstGeom>
            <a:solidFill>
              <a:schemeClr val="accent2"/>
            </a:solidFill>
            <a:ln>
              <a:noFill/>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66" name="Shape 66"/>
            <p:cNvSpPr/>
            <p:nvPr/>
          </p:nvSpPr>
          <p:spPr>
            <a:xfrm>
              <a:off x="8035925" y="3843337"/>
              <a:ext cx="201611" cy="203199"/>
            </a:xfrm>
            <a:prstGeom prst="ellipse">
              <a:avLst/>
            </a:prstGeom>
            <a:solidFill>
              <a:schemeClr val="accent2"/>
            </a:solidFill>
            <a:ln>
              <a:noFill/>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67" name="Shape 67"/>
            <p:cNvSpPr/>
            <p:nvPr/>
          </p:nvSpPr>
          <p:spPr>
            <a:xfrm>
              <a:off x="8320086" y="3843337"/>
              <a:ext cx="201611" cy="203199"/>
            </a:xfrm>
            <a:prstGeom prst="ellipse">
              <a:avLst/>
            </a:prstGeom>
            <a:solidFill>
              <a:schemeClr val="accent1"/>
            </a:solidFill>
            <a:ln>
              <a:noFill/>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68" name="Shape 68"/>
            <p:cNvSpPr/>
            <p:nvPr/>
          </p:nvSpPr>
          <p:spPr>
            <a:xfrm>
              <a:off x="7467600" y="4127500"/>
              <a:ext cx="201611" cy="203199"/>
            </a:xfrm>
            <a:prstGeom prst="ellipse">
              <a:avLst/>
            </a:prstGeom>
            <a:solidFill>
              <a:schemeClr val="accent2"/>
            </a:solidFill>
            <a:ln>
              <a:noFill/>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69" name="Shape 69"/>
            <p:cNvSpPr/>
            <p:nvPr/>
          </p:nvSpPr>
          <p:spPr>
            <a:xfrm>
              <a:off x="7751761" y="4127500"/>
              <a:ext cx="201611" cy="203199"/>
            </a:xfrm>
            <a:prstGeom prst="ellipse">
              <a:avLst/>
            </a:prstGeom>
            <a:solidFill>
              <a:schemeClr val="accent2"/>
            </a:solidFill>
            <a:ln>
              <a:noFill/>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70" name="Shape 70"/>
            <p:cNvSpPr/>
            <p:nvPr/>
          </p:nvSpPr>
          <p:spPr>
            <a:xfrm>
              <a:off x="8035925" y="4127500"/>
              <a:ext cx="201611" cy="203199"/>
            </a:xfrm>
            <a:prstGeom prst="ellipse">
              <a:avLst/>
            </a:prstGeom>
            <a:solidFill>
              <a:schemeClr val="accent1"/>
            </a:solidFill>
            <a:ln>
              <a:noFill/>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71" name="Shape 71"/>
            <p:cNvSpPr/>
            <p:nvPr/>
          </p:nvSpPr>
          <p:spPr>
            <a:xfrm>
              <a:off x="8320086" y="4127500"/>
              <a:ext cx="201611" cy="203199"/>
            </a:xfrm>
            <a:prstGeom prst="ellipse">
              <a:avLst/>
            </a:prstGeom>
            <a:solidFill>
              <a:schemeClr val="accent1"/>
            </a:solidFill>
            <a:ln>
              <a:noFill/>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72" name="Shape 72"/>
            <p:cNvSpPr/>
            <p:nvPr/>
          </p:nvSpPr>
          <p:spPr>
            <a:xfrm>
              <a:off x="8604250" y="4127500"/>
              <a:ext cx="201611" cy="203199"/>
            </a:xfrm>
            <a:prstGeom prst="ellipse">
              <a:avLst/>
            </a:prstGeom>
            <a:solidFill>
              <a:schemeClr val="folHlink"/>
            </a:solidFill>
            <a:ln>
              <a:noFill/>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73" name="Shape 73"/>
            <p:cNvSpPr/>
            <p:nvPr/>
          </p:nvSpPr>
          <p:spPr>
            <a:xfrm>
              <a:off x="7467600" y="4411662"/>
              <a:ext cx="201611" cy="201611"/>
            </a:xfrm>
            <a:prstGeom prst="ellipse">
              <a:avLst/>
            </a:prstGeom>
            <a:solidFill>
              <a:schemeClr val="accent2"/>
            </a:solidFill>
            <a:ln>
              <a:noFill/>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74" name="Shape 74"/>
            <p:cNvSpPr/>
            <p:nvPr/>
          </p:nvSpPr>
          <p:spPr>
            <a:xfrm>
              <a:off x="7751761" y="4411662"/>
              <a:ext cx="201611" cy="201611"/>
            </a:xfrm>
            <a:prstGeom prst="ellipse">
              <a:avLst/>
            </a:prstGeom>
            <a:solidFill>
              <a:schemeClr val="accent1"/>
            </a:solidFill>
            <a:ln>
              <a:noFill/>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75" name="Shape 75"/>
            <p:cNvSpPr/>
            <p:nvPr/>
          </p:nvSpPr>
          <p:spPr>
            <a:xfrm>
              <a:off x="8035925" y="4411662"/>
              <a:ext cx="201611" cy="201611"/>
            </a:xfrm>
            <a:prstGeom prst="ellipse">
              <a:avLst/>
            </a:prstGeom>
            <a:solidFill>
              <a:schemeClr val="accent1"/>
            </a:solidFill>
            <a:ln>
              <a:noFill/>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76" name="Shape 76"/>
            <p:cNvSpPr/>
            <p:nvPr/>
          </p:nvSpPr>
          <p:spPr>
            <a:xfrm>
              <a:off x="8320086" y="4411662"/>
              <a:ext cx="201611" cy="201611"/>
            </a:xfrm>
            <a:prstGeom prst="ellipse">
              <a:avLst/>
            </a:prstGeom>
            <a:solidFill>
              <a:schemeClr val="folHlink"/>
            </a:solidFill>
            <a:ln>
              <a:noFill/>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77" name="Shape 77"/>
            <p:cNvSpPr/>
            <p:nvPr/>
          </p:nvSpPr>
          <p:spPr>
            <a:xfrm>
              <a:off x="7467600" y="4695825"/>
              <a:ext cx="201611" cy="201611"/>
            </a:xfrm>
            <a:prstGeom prst="ellipse">
              <a:avLst/>
            </a:prstGeom>
            <a:solidFill>
              <a:schemeClr val="accent1"/>
            </a:solidFill>
            <a:ln>
              <a:noFill/>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78" name="Shape 78"/>
            <p:cNvSpPr/>
            <p:nvPr/>
          </p:nvSpPr>
          <p:spPr>
            <a:xfrm>
              <a:off x="7751761" y="4695825"/>
              <a:ext cx="201611" cy="201611"/>
            </a:xfrm>
            <a:prstGeom prst="ellipse">
              <a:avLst/>
            </a:prstGeom>
            <a:solidFill>
              <a:schemeClr val="accent1"/>
            </a:solidFill>
            <a:ln>
              <a:noFill/>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79" name="Shape 79"/>
            <p:cNvSpPr/>
            <p:nvPr/>
          </p:nvSpPr>
          <p:spPr>
            <a:xfrm>
              <a:off x="8035925" y="4695825"/>
              <a:ext cx="201611" cy="201611"/>
            </a:xfrm>
            <a:prstGeom prst="ellipse">
              <a:avLst/>
            </a:prstGeom>
            <a:solidFill>
              <a:schemeClr val="folHlink"/>
            </a:solidFill>
            <a:ln>
              <a:noFill/>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80" name="Shape 80"/>
            <p:cNvSpPr/>
            <p:nvPr/>
          </p:nvSpPr>
          <p:spPr>
            <a:xfrm>
              <a:off x="8320086" y="4695825"/>
              <a:ext cx="201611" cy="201611"/>
            </a:xfrm>
            <a:prstGeom prst="ellipse">
              <a:avLst/>
            </a:prstGeom>
            <a:solidFill>
              <a:schemeClr val="folHlink"/>
            </a:solidFill>
            <a:ln>
              <a:noFill/>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81" name="Shape 81"/>
            <p:cNvSpPr/>
            <p:nvPr/>
          </p:nvSpPr>
          <p:spPr>
            <a:xfrm>
              <a:off x="7751761" y="4979987"/>
              <a:ext cx="201611" cy="201611"/>
            </a:xfrm>
            <a:prstGeom prst="ellipse">
              <a:avLst/>
            </a:prstGeom>
            <a:solidFill>
              <a:schemeClr val="folHlink"/>
            </a:solidFill>
            <a:ln>
              <a:noFill/>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82" name="Shape 82"/>
            <p:cNvSpPr/>
            <p:nvPr/>
          </p:nvSpPr>
          <p:spPr>
            <a:xfrm>
              <a:off x="8320086" y="4979987"/>
              <a:ext cx="201611" cy="201611"/>
            </a:xfrm>
            <a:prstGeom prst="ellipse">
              <a:avLst/>
            </a:prstGeom>
            <a:solidFill>
              <a:schemeClr val="folHlink"/>
            </a:solidFill>
            <a:ln>
              <a:noFill/>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grpSp>
      <p:cxnSp>
        <p:nvCxnSpPr>
          <p:cNvPr id="83" name="Shape 83"/>
          <p:cNvCxnSpPr/>
          <p:nvPr/>
        </p:nvCxnSpPr>
        <p:spPr>
          <a:xfrm>
            <a:off x="304800" y="2819400"/>
            <a:ext cx="8229600" cy="0"/>
          </a:xfrm>
          <a:prstGeom prst="straightConnector1">
            <a:avLst/>
          </a:prstGeom>
          <a:noFill/>
          <a:ln cap="flat" cmpd="sng" w="9525">
            <a:solidFill>
              <a:schemeClr val="dk1"/>
            </a:solidFill>
            <a:prstDash val="solid"/>
            <a:miter/>
            <a:headEnd len="med" w="med" type="none"/>
            <a:tailEnd len="med" w="med" type="none"/>
          </a:ln>
        </p:spPr>
      </p:cxn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type="twoColTx">
  <p:cSld name="Title, text on left, text on right">
    <p:spTree>
      <p:nvGrpSpPr>
        <p:cNvPr id="84" name="Shape 84"/>
        <p:cNvGrpSpPr/>
        <p:nvPr/>
      </p:nvGrpSpPr>
      <p:grpSpPr>
        <a:xfrm>
          <a:off x="0" y="0"/>
          <a:ext cx="0" cy="0"/>
          <a:chOff x="0" y="0"/>
          <a:chExt cx="0" cy="0"/>
        </a:xfrm>
      </p:grpSpPr>
      <p:sp>
        <p:nvSpPr>
          <p:cNvPr id="85" name="Shape 85"/>
          <p:cNvSpPr txBox="1"/>
          <p:nvPr>
            <p:ph idx="10" type="dt"/>
          </p:nvPr>
        </p:nvSpPr>
        <p:spPr>
          <a:xfrm>
            <a:off x="457200" y="6248400"/>
            <a:ext cx="2133599" cy="457200"/>
          </a:xfrm>
          <a:prstGeom prst="rect">
            <a:avLst/>
          </a:prstGeom>
          <a:noFill/>
          <a:ln>
            <a:noFill/>
          </a:ln>
        </p:spPr>
        <p:txBody>
          <a:bodyPr anchorCtr="0" anchor="t" bIns="91425" lIns="91425" rIns="91425" tIns="91425"/>
          <a:lstStyle>
            <a:lvl1pPr indent="0" lvl="0" marL="0" marR="0" rtl="0" algn="l">
              <a:lnSpc>
                <a:spcPct val="100000"/>
              </a:lnSpc>
              <a:spcBef>
                <a:spcPts val="0"/>
              </a:spcBef>
              <a:spcAft>
                <a:spcPts val="0"/>
              </a:spcAft>
              <a:defRPr/>
            </a:lvl1pPr>
            <a:lvl2pPr indent="0" lvl="1" marL="457200" marR="0" rtl="0" algn="l">
              <a:lnSpc>
                <a:spcPct val="100000"/>
              </a:lnSpc>
              <a:spcBef>
                <a:spcPts val="0"/>
              </a:spcBef>
              <a:spcAft>
                <a:spcPts val="0"/>
              </a:spcAft>
              <a:defRPr/>
            </a:lvl2pPr>
            <a:lvl3pPr indent="0" lvl="2" marL="914400" marR="0" rtl="0" algn="l">
              <a:lnSpc>
                <a:spcPct val="100000"/>
              </a:lnSpc>
              <a:spcBef>
                <a:spcPts val="0"/>
              </a:spcBef>
              <a:spcAft>
                <a:spcPts val="0"/>
              </a:spcAft>
              <a:defRPr/>
            </a:lvl3pPr>
            <a:lvl4pPr indent="0" lvl="3" marL="1371600" marR="0" rtl="0" algn="l">
              <a:lnSpc>
                <a:spcPct val="100000"/>
              </a:lnSpc>
              <a:spcBef>
                <a:spcPts val="0"/>
              </a:spcBef>
              <a:spcAft>
                <a:spcPts val="0"/>
              </a:spcAft>
              <a:defRPr/>
            </a:lvl4pPr>
            <a:lvl5pPr indent="0" lvl="4" marL="1828800" marR="0" rtl="0" algn="l">
              <a:lnSpc>
                <a:spcPct val="100000"/>
              </a:lnSpc>
              <a:spcBef>
                <a:spcPts val="0"/>
              </a:spcBef>
              <a:spcAft>
                <a:spcPts val="0"/>
              </a:spcAft>
              <a:defRPr/>
            </a:lvl5pPr>
            <a:lvl6pPr indent="0" lvl="5" marL="2286000" marR="0" rtl="0" algn="l">
              <a:lnSpc>
                <a:spcPct val="100000"/>
              </a:lnSpc>
              <a:spcBef>
                <a:spcPts val="0"/>
              </a:spcBef>
              <a:spcAft>
                <a:spcPts val="0"/>
              </a:spcAft>
              <a:defRPr/>
            </a:lvl6pPr>
            <a:lvl7pPr indent="0" lvl="6" marL="3200400" marR="0" rtl="0" algn="l">
              <a:lnSpc>
                <a:spcPct val="100000"/>
              </a:lnSpc>
              <a:spcBef>
                <a:spcPts val="0"/>
              </a:spcBef>
              <a:spcAft>
                <a:spcPts val="0"/>
              </a:spcAft>
              <a:defRPr/>
            </a:lvl7pPr>
            <a:lvl8pPr indent="0" lvl="7" marL="4572000" marR="0" rtl="0" algn="l">
              <a:lnSpc>
                <a:spcPct val="100000"/>
              </a:lnSpc>
              <a:spcBef>
                <a:spcPts val="0"/>
              </a:spcBef>
              <a:spcAft>
                <a:spcPts val="0"/>
              </a:spcAft>
              <a:defRPr/>
            </a:lvl8pPr>
            <a:lvl9pPr indent="0" lvl="8" marL="6400800" marR="0" rtl="0" algn="l">
              <a:lnSpc>
                <a:spcPct val="100000"/>
              </a:lnSpc>
              <a:spcBef>
                <a:spcPts val="0"/>
              </a:spcBef>
              <a:spcAft>
                <a:spcPts val="0"/>
              </a:spcAft>
              <a:defRPr/>
            </a:lvl9pPr>
          </a:lstStyle>
          <a:p/>
        </p:txBody>
      </p:sp>
      <p:sp>
        <p:nvSpPr>
          <p:cNvPr id="86" name="Shape 86"/>
          <p:cNvSpPr txBox="1"/>
          <p:nvPr>
            <p:ph idx="11" type="ftr"/>
          </p:nvPr>
        </p:nvSpPr>
        <p:spPr>
          <a:xfrm>
            <a:off x="3124200" y="6248400"/>
            <a:ext cx="2895600" cy="457200"/>
          </a:xfrm>
          <a:prstGeom prst="rect">
            <a:avLst/>
          </a:prstGeom>
          <a:noFill/>
          <a:ln>
            <a:noFill/>
          </a:ln>
        </p:spPr>
        <p:txBody>
          <a:bodyPr anchorCtr="0" anchor="t" bIns="91425" lIns="91425" rIns="91425" tIns="91425"/>
          <a:lstStyle>
            <a:lvl1pPr indent="0" lvl="0" marL="0" marR="0" rtl="0" algn="ctr">
              <a:lnSpc>
                <a:spcPct val="100000"/>
              </a:lnSpc>
              <a:spcBef>
                <a:spcPts val="0"/>
              </a:spcBef>
              <a:spcAft>
                <a:spcPts val="0"/>
              </a:spcAft>
              <a:defRPr/>
            </a:lvl1pPr>
            <a:lvl2pPr indent="0" lvl="1" marL="457200" marR="0" rtl="0" algn="l">
              <a:lnSpc>
                <a:spcPct val="100000"/>
              </a:lnSpc>
              <a:spcBef>
                <a:spcPts val="0"/>
              </a:spcBef>
              <a:spcAft>
                <a:spcPts val="0"/>
              </a:spcAft>
              <a:defRPr/>
            </a:lvl2pPr>
            <a:lvl3pPr indent="0" lvl="2" marL="914400" marR="0" rtl="0" algn="l">
              <a:lnSpc>
                <a:spcPct val="100000"/>
              </a:lnSpc>
              <a:spcBef>
                <a:spcPts val="0"/>
              </a:spcBef>
              <a:spcAft>
                <a:spcPts val="0"/>
              </a:spcAft>
              <a:defRPr/>
            </a:lvl3pPr>
            <a:lvl4pPr indent="0" lvl="3" marL="1371600" marR="0" rtl="0" algn="l">
              <a:lnSpc>
                <a:spcPct val="100000"/>
              </a:lnSpc>
              <a:spcBef>
                <a:spcPts val="0"/>
              </a:spcBef>
              <a:spcAft>
                <a:spcPts val="0"/>
              </a:spcAft>
              <a:defRPr/>
            </a:lvl4pPr>
            <a:lvl5pPr indent="0" lvl="4" marL="1828800" marR="0" rtl="0" algn="l">
              <a:lnSpc>
                <a:spcPct val="100000"/>
              </a:lnSpc>
              <a:spcBef>
                <a:spcPts val="0"/>
              </a:spcBef>
              <a:spcAft>
                <a:spcPts val="0"/>
              </a:spcAft>
              <a:defRPr/>
            </a:lvl5pPr>
            <a:lvl6pPr indent="0" lvl="5" marL="2286000" marR="0" rtl="0" algn="l">
              <a:lnSpc>
                <a:spcPct val="100000"/>
              </a:lnSpc>
              <a:spcBef>
                <a:spcPts val="0"/>
              </a:spcBef>
              <a:spcAft>
                <a:spcPts val="0"/>
              </a:spcAft>
              <a:defRPr/>
            </a:lvl6pPr>
            <a:lvl7pPr indent="0" lvl="6" marL="3200400" marR="0" rtl="0" algn="l">
              <a:lnSpc>
                <a:spcPct val="100000"/>
              </a:lnSpc>
              <a:spcBef>
                <a:spcPts val="0"/>
              </a:spcBef>
              <a:spcAft>
                <a:spcPts val="0"/>
              </a:spcAft>
              <a:defRPr/>
            </a:lvl7pPr>
            <a:lvl8pPr indent="0" lvl="7" marL="4572000" marR="0" rtl="0" algn="l">
              <a:lnSpc>
                <a:spcPct val="100000"/>
              </a:lnSpc>
              <a:spcBef>
                <a:spcPts val="0"/>
              </a:spcBef>
              <a:spcAft>
                <a:spcPts val="0"/>
              </a:spcAft>
              <a:defRPr/>
            </a:lvl8pPr>
            <a:lvl9pPr indent="0" lvl="8" marL="6400800" marR="0" rtl="0" algn="l">
              <a:lnSpc>
                <a:spcPct val="100000"/>
              </a:lnSpc>
              <a:spcBef>
                <a:spcPts val="0"/>
              </a:spcBef>
              <a:spcAft>
                <a:spcPts val="0"/>
              </a:spcAft>
              <a:defRPr/>
            </a:lvl9pPr>
          </a:lstStyle>
          <a:p/>
        </p:txBody>
      </p:sp>
      <p:sp>
        <p:nvSpPr>
          <p:cNvPr id="87" name="Shape 87"/>
          <p:cNvSpPr txBox="1"/>
          <p:nvPr>
            <p:ph idx="12" type="sldNum"/>
          </p:nvPr>
        </p:nvSpPr>
        <p:spPr>
          <a:xfrm>
            <a:off x="6553200" y="6248400"/>
            <a:ext cx="2133599" cy="457200"/>
          </a:xfrm>
          <a:prstGeom prst="rect">
            <a:avLst/>
          </a:prstGeom>
          <a:noFill/>
          <a:ln>
            <a:noFill/>
          </a:ln>
        </p:spPr>
        <p:txBody>
          <a:bodyPr anchorCtr="0" anchor="t" bIns="45700" lIns="91425" rIns="91425" tIns="45700">
            <a:noAutofit/>
          </a:bodyPr>
          <a:lstStyle/>
          <a:p>
            <a:pPr indent="0" lvl="0" marL="0" marR="0" rtl="0" algn="r">
              <a:lnSpc>
                <a:spcPct val="100000"/>
              </a:lnSpc>
              <a:spcBef>
                <a:spcPts val="0"/>
              </a:spcBef>
              <a:spcAft>
                <a:spcPts val="0"/>
              </a:spcAft>
              <a:buSzPct val="25000"/>
              <a:buNone/>
            </a:pPr>
            <a:fld id="{00000000-1234-1234-1234-123412341234}" type="slidenum">
              <a:rPr b="0" i="0" lang="en-US" sz="1000" u="none" cap="none" strike="noStrike">
                <a:solidFill>
                  <a:schemeClr val="dk1"/>
                </a:solidFill>
                <a:latin typeface="Arial"/>
                <a:ea typeface="Arial"/>
                <a:cs typeface="Arial"/>
                <a:sym typeface="Arial"/>
              </a:rPr>
              <a:t>‹#›</a:t>
            </a:fld>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type="tx">
  <p:cSld name="Title and text">
    <p:spTree>
      <p:nvGrpSpPr>
        <p:cNvPr id="88" name="Shape 88"/>
        <p:cNvGrpSpPr/>
        <p:nvPr/>
      </p:nvGrpSpPr>
      <p:grpSpPr>
        <a:xfrm>
          <a:off x="0" y="0"/>
          <a:ext cx="0" cy="0"/>
          <a:chOff x="0" y="0"/>
          <a:chExt cx="0" cy="0"/>
        </a:xfrm>
      </p:grpSpPr>
      <p:sp>
        <p:nvSpPr>
          <p:cNvPr id="89" name="Shape 89"/>
          <p:cNvSpPr txBox="1"/>
          <p:nvPr>
            <p:ph type="title"/>
          </p:nvPr>
        </p:nvSpPr>
        <p:spPr>
          <a:xfrm>
            <a:off x="457200" y="122236"/>
            <a:ext cx="7543800" cy="1295400"/>
          </a:xfrm>
          <a:prstGeom prst="rect">
            <a:avLst/>
          </a:prstGeom>
          <a:noFill/>
          <a:ln>
            <a:noFill/>
          </a:ln>
        </p:spPr>
        <p:txBody>
          <a:bodyPr anchorCtr="0" anchor="b" bIns="91425" lIns="91425" rIns="91425" tIns="91425"/>
          <a:lstStyle>
            <a:lvl1pPr indent="0" lvl="0" marL="0" rtl="0" algn="l">
              <a:lnSpc>
                <a:spcPct val="100000"/>
              </a:lnSpc>
              <a:spcBef>
                <a:spcPts val="0"/>
              </a:spcBef>
              <a:spcAft>
                <a:spcPts val="0"/>
              </a:spcAft>
              <a:defRPr/>
            </a:lvl1pPr>
            <a:lvl2pPr indent="0" lvl="1" marL="0" rtl="0" algn="l">
              <a:lnSpc>
                <a:spcPct val="100000"/>
              </a:lnSpc>
              <a:spcBef>
                <a:spcPts val="0"/>
              </a:spcBef>
              <a:spcAft>
                <a:spcPts val="0"/>
              </a:spcAft>
              <a:defRPr/>
            </a:lvl2pPr>
            <a:lvl3pPr indent="0" lvl="2" marL="0" rtl="0" algn="l">
              <a:lnSpc>
                <a:spcPct val="100000"/>
              </a:lnSpc>
              <a:spcBef>
                <a:spcPts val="0"/>
              </a:spcBef>
              <a:spcAft>
                <a:spcPts val="0"/>
              </a:spcAft>
              <a:defRPr/>
            </a:lvl3pPr>
            <a:lvl4pPr indent="0" lvl="3" marL="0" rtl="0" algn="l">
              <a:lnSpc>
                <a:spcPct val="100000"/>
              </a:lnSpc>
              <a:spcBef>
                <a:spcPts val="0"/>
              </a:spcBef>
              <a:spcAft>
                <a:spcPts val="0"/>
              </a:spcAft>
              <a:defRPr/>
            </a:lvl4pPr>
            <a:lvl5pPr indent="0" lvl="4" marL="0" rtl="0" algn="l">
              <a:lnSpc>
                <a:spcPct val="100000"/>
              </a:lnSpc>
              <a:spcBef>
                <a:spcPts val="0"/>
              </a:spcBef>
              <a:spcAft>
                <a:spcPts val="0"/>
              </a:spcAft>
              <a:defRPr/>
            </a:lvl5pPr>
            <a:lvl6pPr indent="0" lvl="5" marL="0" rtl="0" algn="l">
              <a:lnSpc>
                <a:spcPct val="100000"/>
              </a:lnSpc>
              <a:spcBef>
                <a:spcPts val="0"/>
              </a:spcBef>
              <a:spcAft>
                <a:spcPts val="0"/>
              </a:spcAft>
              <a:defRPr/>
            </a:lvl6pPr>
            <a:lvl7pPr indent="0" lvl="6" marL="0" rtl="0" algn="l">
              <a:lnSpc>
                <a:spcPct val="100000"/>
              </a:lnSpc>
              <a:spcBef>
                <a:spcPts val="0"/>
              </a:spcBef>
              <a:spcAft>
                <a:spcPts val="0"/>
              </a:spcAft>
              <a:defRPr/>
            </a:lvl7pPr>
            <a:lvl8pPr indent="0" lvl="7" marL="0" rtl="0" algn="l">
              <a:lnSpc>
                <a:spcPct val="100000"/>
              </a:lnSpc>
              <a:spcBef>
                <a:spcPts val="0"/>
              </a:spcBef>
              <a:spcAft>
                <a:spcPts val="0"/>
              </a:spcAft>
              <a:defRPr/>
            </a:lvl8pPr>
            <a:lvl9pPr indent="0" lvl="8" marL="0" rtl="0" algn="l">
              <a:lnSpc>
                <a:spcPct val="100000"/>
              </a:lnSpc>
              <a:spcBef>
                <a:spcPts val="0"/>
              </a:spcBef>
              <a:spcAft>
                <a:spcPts val="0"/>
              </a:spcAft>
              <a:defRPr/>
            </a:lvl9pPr>
          </a:lstStyle>
          <a:p/>
        </p:txBody>
      </p:sp>
      <p:sp>
        <p:nvSpPr>
          <p:cNvPr id="90" name="Shape 90"/>
          <p:cNvSpPr txBox="1"/>
          <p:nvPr>
            <p:ph idx="1" type="body"/>
          </p:nvPr>
        </p:nvSpPr>
        <p:spPr>
          <a:xfrm>
            <a:off x="457200" y="1719261"/>
            <a:ext cx="8229600" cy="4411661"/>
          </a:xfrm>
          <a:prstGeom prst="rect">
            <a:avLst/>
          </a:prstGeom>
          <a:noFill/>
          <a:ln>
            <a:noFill/>
          </a:ln>
        </p:spPr>
        <p:txBody>
          <a:bodyPr anchorCtr="0" anchor="t" bIns="91425" lIns="91425" rIns="91425" tIns="91425"/>
          <a:lstStyle>
            <a:lvl1pPr indent="-209550" lvl="0" marL="342900" rtl="0" algn="l">
              <a:lnSpc>
                <a:spcPct val="100000"/>
              </a:lnSpc>
              <a:spcBef>
                <a:spcPts val="600"/>
              </a:spcBef>
              <a:spcAft>
                <a:spcPts val="0"/>
              </a:spcAft>
              <a:buClr>
                <a:schemeClr val="dk2"/>
              </a:buClr>
              <a:buFont typeface="Noto Symbol"/>
              <a:buChar char="●"/>
              <a:defRPr/>
            </a:lvl1pPr>
            <a:lvl2pPr indent="-233680" lvl="1" marL="692150" rtl="0" algn="l">
              <a:lnSpc>
                <a:spcPct val="100000"/>
              </a:lnSpc>
              <a:spcBef>
                <a:spcPts val="520"/>
              </a:spcBef>
              <a:spcAft>
                <a:spcPts val="0"/>
              </a:spcAft>
              <a:buClr>
                <a:schemeClr val="accent2"/>
              </a:buClr>
              <a:buFont typeface="Noto Symbol"/>
              <a:buChar char="●"/>
              <a:defRPr/>
            </a:lvl2pPr>
            <a:lvl3pPr indent="-199390" lvl="2" marL="987425" rtl="0" algn="l">
              <a:lnSpc>
                <a:spcPct val="100000"/>
              </a:lnSpc>
              <a:spcBef>
                <a:spcPts val="460"/>
              </a:spcBef>
              <a:spcAft>
                <a:spcPts val="0"/>
              </a:spcAft>
              <a:buClr>
                <a:schemeClr val="accent1"/>
              </a:buClr>
              <a:buFont typeface="Noto Symbol"/>
              <a:buChar char="●"/>
              <a:defRPr/>
            </a:lvl3pPr>
            <a:lvl4pPr indent="-207962" lvl="3" marL="1281112" rtl="0" algn="l">
              <a:lnSpc>
                <a:spcPct val="100000"/>
              </a:lnSpc>
              <a:spcBef>
                <a:spcPts val="400"/>
              </a:spcBef>
              <a:spcAft>
                <a:spcPts val="0"/>
              </a:spcAft>
              <a:buClr>
                <a:schemeClr val="dk2"/>
              </a:buClr>
              <a:buFont typeface="Noto Symbol"/>
              <a:buChar char="▪"/>
              <a:defRPr/>
            </a:lvl4pPr>
            <a:lvl5pPr indent="-214312" lvl="4" marL="1598612" rtl="0" algn="l">
              <a:lnSpc>
                <a:spcPct val="100000"/>
              </a:lnSpc>
              <a:spcBef>
                <a:spcPts val="400"/>
              </a:spcBef>
              <a:spcAft>
                <a:spcPts val="0"/>
              </a:spcAft>
              <a:buClr>
                <a:schemeClr val="folHlink"/>
              </a:buClr>
              <a:buFont typeface="Noto Symbol"/>
              <a:buChar char="▪"/>
              <a:defRPr/>
            </a:lvl5pPr>
            <a:lvl6pPr indent="-239711" lvl="5" marL="1916111" rtl="0" algn="l">
              <a:lnSpc>
                <a:spcPct val="100000"/>
              </a:lnSpc>
              <a:spcBef>
                <a:spcPts val="400"/>
              </a:spcBef>
              <a:spcAft>
                <a:spcPts val="0"/>
              </a:spcAft>
              <a:buClr>
                <a:schemeClr val="folHlink"/>
              </a:buClr>
              <a:buFont typeface="Noto Symbol"/>
              <a:buChar char="▪"/>
              <a:defRPr/>
            </a:lvl6pPr>
            <a:lvl7pPr indent="-290511" lvl="6" marL="2551112" rtl="0" algn="l">
              <a:lnSpc>
                <a:spcPct val="100000"/>
              </a:lnSpc>
              <a:spcBef>
                <a:spcPts val="400"/>
              </a:spcBef>
              <a:spcAft>
                <a:spcPts val="0"/>
              </a:spcAft>
              <a:buClr>
                <a:schemeClr val="folHlink"/>
              </a:buClr>
              <a:buFont typeface="Noto Symbol"/>
              <a:buChar char="▪"/>
              <a:defRPr/>
            </a:lvl7pPr>
            <a:lvl8pPr indent="-366712" lvl="7" marL="3503612" rtl="0" algn="l">
              <a:lnSpc>
                <a:spcPct val="100000"/>
              </a:lnSpc>
              <a:spcBef>
                <a:spcPts val="400"/>
              </a:spcBef>
              <a:spcAft>
                <a:spcPts val="0"/>
              </a:spcAft>
              <a:buClr>
                <a:schemeClr val="folHlink"/>
              </a:buClr>
              <a:buFont typeface="Noto Symbol"/>
              <a:buChar char="▪"/>
              <a:defRPr/>
            </a:lvl8pPr>
            <a:lvl9pPr indent="-455612" lvl="8" marL="4773612" rtl="0" algn="l">
              <a:lnSpc>
                <a:spcPct val="100000"/>
              </a:lnSpc>
              <a:spcBef>
                <a:spcPts val="400"/>
              </a:spcBef>
              <a:spcAft>
                <a:spcPts val="0"/>
              </a:spcAft>
              <a:buClr>
                <a:schemeClr val="folHlink"/>
              </a:buClr>
              <a:buFont typeface="Noto Symbol"/>
              <a:buChar char="▪"/>
              <a:defRPr/>
            </a:lvl9pPr>
          </a:lstStyle>
          <a:p/>
        </p:txBody>
      </p:sp>
      <p:sp>
        <p:nvSpPr>
          <p:cNvPr id="91" name="Shape 91"/>
          <p:cNvSpPr txBox="1"/>
          <p:nvPr>
            <p:ph idx="10" type="dt"/>
          </p:nvPr>
        </p:nvSpPr>
        <p:spPr>
          <a:xfrm>
            <a:off x="457200" y="6248400"/>
            <a:ext cx="2133599" cy="457200"/>
          </a:xfrm>
          <a:prstGeom prst="rect">
            <a:avLst/>
          </a:prstGeom>
          <a:noFill/>
          <a:ln>
            <a:noFill/>
          </a:ln>
        </p:spPr>
        <p:txBody>
          <a:bodyPr anchorCtr="0" anchor="t" bIns="91425" lIns="91425" rIns="91425" tIns="91425"/>
          <a:lstStyle>
            <a:lvl1pPr indent="0" lvl="0" marL="0" marR="0" rtl="0" algn="l">
              <a:lnSpc>
                <a:spcPct val="100000"/>
              </a:lnSpc>
              <a:spcBef>
                <a:spcPts val="0"/>
              </a:spcBef>
              <a:spcAft>
                <a:spcPts val="0"/>
              </a:spcAft>
              <a:defRPr/>
            </a:lvl1pPr>
            <a:lvl2pPr indent="0" lvl="1" marL="457200" marR="0" rtl="0" algn="l">
              <a:lnSpc>
                <a:spcPct val="100000"/>
              </a:lnSpc>
              <a:spcBef>
                <a:spcPts val="0"/>
              </a:spcBef>
              <a:spcAft>
                <a:spcPts val="0"/>
              </a:spcAft>
              <a:defRPr/>
            </a:lvl2pPr>
            <a:lvl3pPr indent="0" lvl="2" marL="914400" marR="0" rtl="0" algn="l">
              <a:lnSpc>
                <a:spcPct val="100000"/>
              </a:lnSpc>
              <a:spcBef>
                <a:spcPts val="0"/>
              </a:spcBef>
              <a:spcAft>
                <a:spcPts val="0"/>
              </a:spcAft>
              <a:defRPr/>
            </a:lvl3pPr>
            <a:lvl4pPr indent="0" lvl="3" marL="1371600" marR="0" rtl="0" algn="l">
              <a:lnSpc>
                <a:spcPct val="100000"/>
              </a:lnSpc>
              <a:spcBef>
                <a:spcPts val="0"/>
              </a:spcBef>
              <a:spcAft>
                <a:spcPts val="0"/>
              </a:spcAft>
              <a:defRPr/>
            </a:lvl4pPr>
            <a:lvl5pPr indent="0" lvl="4" marL="1828800" marR="0" rtl="0" algn="l">
              <a:lnSpc>
                <a:spcPct val="100000"/>
              </a:lnSpc>
              <a:spcBef>
                <a:spcPts val="0"/>
              </a:spcBef>
              <a:spcAft>
                <a:spcPts val="0"/>
              </a:spcAft>
              <a:defRPr/>
            </a:lvl5pPr>
            <a:lvl6pPr indent="0" lvl="5" marL="2286000" marR="0" rtl="0" algn="l">
              <a:lnSpc>
                <a:spcPct val="100000"/>
              </a:lnSpc>
              <a:spcBef>
                <a:spcPts val="0"/>
              </a:spcBef>
              <a:spcAft>
                <a:spcPts val="0"/>
              </a:spcAft>
              <a:defRPr/>
            </a:lvl6pPr>
            <a:lvl7pPr indent="0" lvl="6" marL="3200400" marR="0" rtl="0" algn="l">
              <a:lnSpc>
                <a:spcPct val="100000"/>
              </a:lnSpc>
              <a:spcBef>
                <a:spcPts val="0"/>
              </a:spcBef>
              <a:spcAft>
                <a:spcPts val="0"/>
              </a:spcAft>
              <a:defRPr/>
            </a:lvl7pPr>
            <a:lvl8pPr indent="0" lvl="7" marL="4572000" marR="0" rtl="0" algn="l">
              <a:lnSpc>
                <a:spcPct val="100000"/>
              </a:lnSpc>
              <a:spcBef>
                <a:spcPts val="0"/>
              </a:spcBef>
              <a:spcAft>
                <a:spcPts val="0"/>
              </a:spcAft>
              <a:defRPr/>
            </a:lvl8pPr>
            <a:lvl9pPr indent="0" lvl="8" marL="6400800" marR="0" rtl="0" algn="l">
              <a:lnSpc>
                <a:spcPct val="100000"/>
              </a:lnSpc>
              <a:spcBef>
                <a:spcPts val="0"/>
              </a:spcBef>
              <a:spcAft>
                <a:spcPts val="0"/>
              </a:spcAft>
              <a:defRPr/>
            </a:lvl9pPr>
          </a:lstStyle>
          <a:p/>
        </p:txBody>
      </p:sp>
      <p:sp>
        <p:nvSpPr>
          <p:cNvPr id="92" name="Shape 92"/>
          <p:cNvSpPr txBox="1"/>
          <p:nvPr>
            <p:ph idx="11" type="ftr"/>
          </p:nvPr>
        </p:nvSpPr>
        <p:spPr>
          <a:xfrm>
            <a:off x="3124200" y="6248400"/>
            <a:ext cx="2895600" cy="457200"/>
          </a:xfrm>
          <a:prstGeom prst="rect">
            <a:avLst/>
          </a:prstGeom>
          <a:noFill/>
          <a:ln>
            <a:noFill/>
          </a:ln>
        </p:spPr>
        <p:txBody>
          <a:bodyPr anchorCtr="0" anchor="t" bIns="91425" lIns="91425" rIns="91425" tIns="91425"/>
          <a:lstStyle>
            <a:lvl1pPr indent="0" lvl="0" marL="0" marR="0" rtl="0" algn="ctr">
              <a:lnSpc>
                <a:spcPct val="100000"/>
              </a:lnSpc>
              <a:spcBef>
                <a:spcPts val="0"/>
              </a:spcBef>
              <a:spcAft>
                <a:spcPts val="0"/>
              </a:spcAft>
              <a:defRPr/>
            </a:lvl1pPr>
            <a:lvl2pPr indent="0" lvl="1" marL="457200" marR="0" rtl="0" algn="l">
              <a:lnSpc>
                <a:spcPct val="100000"/>
              </a:lnSpc>
              <a:spcBef>
                <a:spcPts val="0"/>
              </a:spcBef>
              <a:spcAft>
                <a:spcPts val="0"/>
              </a:spcAft>
              <a:defRPr/>
            </a:lvl2pPr>
            <a:lvl3pPr indent="0" lvl="2" marL="914400" marR="0" rtl="0" algn="l">
              <a:lnSpc>
                <a:spcPct val="100000"/>
              </a:lnSpc>
              <a:spcBef>
                <a:spcPts val="0"/>
              </a:spcBef>
              <a:spcAft>
                <a:spcPts val="0"/>
              </a:spcAft>
              <a:defRPr/>
            </a:lvl3pPr>
            <a:lvl4pPr indent="0" lvl="3" marL="1371600" marR="0" rtl="0" algn="l">
              <a:lnSpc>
                <a:spcPct val="100000"/>
              </a:lnSpc>
              <a:spcBef>
                <a:spcPts val="0"/>
              </a:spcBef>
              <a:spcAft>
                <a:spcPts val="0"/>
              </a:spcAft>
              <a:defRPr/>
            </a:lvl4pPr>
            <a:lvl5pPr indent="0" lvl="4" marL="1828800" marR="0" rtl="0" algn="l">
              <a:lnSpc>
                <a:spcPct val="100000"/>
              </a:lnSpc>
              <a:spcBef>
                <a:spcPts val="0"/>
              </a:spcBef>
              <a:spcAft>
                <a:spcPts val="0"/>
              </a:spcAft>
              <a:defRPr/>
            </a:lvl5pPr>
            <a:lvl6pPr indent="0" lvl="5" marL="2286000" marR="0" rtl="0" algn="l">
              <a:lnSpc>
                <a:spcPct val="100000"/>
              </a:lnSpc>
              <a:spcBef>
                <a:spcPts val="0"/>
              </a:spcBef>
              <a:spcAft>
                <a:spcPts val="0"/>
              </a:spcAft>
              <a:defRPr/>
            </a:lvl6pPr>
            <a:lvl7pPr indent="0" lvl="6" marL="3200400" marR="0" rtl="0" algn="l">
              <a:lnSpc>
                <a:spcPct val="100000"/>
              </a:lnSpc>
              <a:spcBef>
                <a:spcPts val="0"/>
              </a:spcBef>
              <a:spcAft>
                <a:spcPts val="0"/>
              </a:spcAft>
              <a:defRPr/>
            </a:lvl7pPr>
            <a:lvl8pPr indent="0" lvl="7" marL="4572000" marR="0" rtl="0" algn="l">
              <a:lnSpc>
                <a:spcPct val="100000"/>
              </a:lnSpc>
              <a:spcBef>
                <a:spcPts val="0"/>
              </a:spcBef>
              <a:spcAft>
                <a:spcPts val="0"/>
              </a:spcAft>
              <a:defRPr/>
            </a:lvl8pPr>
            <a:lvl9pPr indent="0" lvl="8" marL="6400800" marR="0" rtl="0" algn="l">
              <a:lnSpc>
                <a:spcPct val="100000"/>
              </a:lnSpc>
              <a:spcBef>
                <a:spcPts val="0"/>
              </a:spcBef>
              <a:spcAft>
                <a:spcPts val="0"/>
              </a:spcAft>
              <a:defRPr/>
            </a:lvl9pPr>
          </a:lstStyle>
          <a:p/>
        </p:txBody>
      </p:sp>
      <p:sp>
        <p:nvSpPr>
          <p:cNvPr id="93" name="Shape 93"/>
          <p:cNvSpPr txBox="1"/>
          <p:nvPr>
            <p:ph idx="12" type="sldNum"/>
          </p:nvPr>
        </p:nvSpPr>
        <p:spPr>
          <a:xfrm>
            <a:off x="6553200" y="6248400"/>
            <a:ext cx="2133599" cy="457200"/>
          </a:xfrm>
          <a:prstGeom prst="rect">
            <a:avLst/>
          </a:prstGeom>
          <a:noFill/>
          <a:ln>
            <a:noFill/>
          </a:ln>
        </p:spPr>
        <p:txBody>
          <a:bodyPr anchorCtr="0" anchor="t" bIns="45700" lIns="91425" rIns="91425" tIns="45700">
            <a:noAutofit/>
          </a:bodyPr>
          <a:lstStyle/>
          <a:p>
            <a:pPr indent="0" lvl="0" marL="0" marR="0" rtl="0" algn="r">
              <a:lnSpc>
                <a:spcPct val="100000"/>
              </a:lnSpc>
              <a:spcBef>
                <a:spcPts val="0"/>
              </a:spcBef>
              <a:spcAft>
                <a:spcPts val="0"/>
              </a:spcAft>
              <a:buSzPct val="25000"/>
              <a:buNone/>
            </a:pPr>
            <a:fld id="{00000000-1234-1234-1234-123412341234}" type="slidenum">
              <a:rPr b="0" i="0" lang="en-US" sz="1000" u="none" cap="none" strike="noStrike">
                <a:solidFill>
                  <a:schemeClr val="dk1"/>
                </a:solidFill>
                <a:latin typeface="Arial"/>
                <a:ea typeface="Arial"/>
                <a:cs typeface="Arial"/>
                <a:sym typeface="Arial"/>
              </a:rPr>
              <a:t>‹#›</a:t>
            </a:fld>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type="txAndTwoObj">
  <p:cSld name="Title, text on left, two objects on right">
    <p:spTree>
      <p:nvGrpSpPr>
        <p:cNvPr id="94" name="Shape 94"/>
        <p:cNvGrpSpPr/>
        <p:nvPr/>
      </p:nvGrpSpPr>
      <p:grpSpPr>
        <a:xfrm>
          <a:off x="0" y="0"/>
          <a:ext cx="0" cy="0"/>
          <a:chOff x="0" y="0"/>
          <a:chExt cx="0" cy="0"/>
        </a:xfrm>
      </p:grpSpPr>
      <p:sp>
        <p:nvSpPr>
          <p:cNvPr id="95" name="Shape 95"/>
          <p:cNvSpPr txBox="1"/>
          <p:nvPr>
            <p:ph idx="10" type="dt"/>
          </p:nvPr>
        </p:nvSpPr>
        <p:spPr>
          <a:xfrm>
            <a:off x="457200" y="6248400"/>
            <a:ext cx="2133599" cy="457200"/>
          </a:xfrm>
          <a:prstGeom prst="rect">
            <a:avLst/>
          </a:prstGeom>
          <a:noFill/>
          <a:ln>
            <a:noFill/>
          </a:ln>
        </p:spPr>
        <p:txBody>
          <a:bodyPr anchorCtr="0" anchor="t" bIns="91425" lIns="91425" rIns="91425" tIns="91425"/>
          <a:lstStyle>
            <a:lvl1pPr indent="0" lvl="0" marL="0" marR="0" rtl="0" algn="l">
              <a:lnSpc>
                <a:spcPct val="100000"/>
              </a:lnSpc>
              <a:spcBef>
                <a:spcPts val="0"/>
              </a:spcBef>
              <a:spcAft>
                <a:spcPts val="0"/>
              </a:spcAft>
              <a:defRPr/>
            </a:lvl1pPr>
            <a:lvl2pPr indent="0" lvl="1" marL="457200" marR="0" rtl="0" algn="l">
              <a:lnSpc>
                <a:spcPct val="100000"/>
              </a:lnSpc>
              <a:spcBef>
                <a:spcPts val="0"/>
              </a:spcBef>
              <a:spcAft>
                <a:spcPts val="0"/>
              </a:spcAft>
              <a:defRPr/>
            </a:lvl2pPr>
            <a:lvl3pPr indent="0" lvl="2" marL="914400" marR="0" rtl="0" algn="l">
              <a:lnSpc>
                <a:spcPct val="100000"/>
              </a:lnSpc>
              <a:spcBef>
                <a:spcPts val="0"/>
              </a:spcBef>
              <a:spcAft>
                <a:spcPts val="0"/>
              </a:spcAft>
              <a:defRPr/>
            </a:lvl3pPr>
            <a:lvl4pPr indent="0" lvl="3" marL="1371600" marR="0" rtl="0" algn="l">
              <a:lnSpc>
                <a:spcPct val="100000"/>
              </a:lnSpc>
              <a:spcBef>
                <a:spcPts val="0"/>
              </a:spcBef>
              <a:spcAft>
                <a:spcPts val="0"/>
              </a:spcAft>
              <a:defRPr/>
            </a:lvl4pPr>
            <a:lvl5pPr indent="0" lvl="4" marL="1828800" marR="0" rtl="0" algn="l">
              <a:lnSpc>
                <a:spcPct val="100000"/>
              </a:lnSpc>
              <a:spcBef>
                <a:spcPts val="0"/>
              </a:spcBef>
              <a:spcAft>
                <a:spcPts val="0"/>
              </a:spcAft>
              <a:defRPr/>
            </a:lvl5pPr>
            <a:lvl6pPr indent="0" lvl="5" marL="2286000" marR="0" rtl="0" algn="l">
              <a:lnSpc>
                <a:spcPct val="100000"/>
              </a:lnSpc>
              <a:spcBef>
                <a:spcPts val="0"/>
              </a:spcBef>
              <a:spcAft>
                <a:spcPts val="0"/>
              </a:spcAft>
              <a:defRPr/>
            </a:lvl6pPr>
            <a:lvl7pPr indent="0" lvl="6" marL="3200400" marR="0" rtl="0" algn="l">
              <a:lnSpc>
                <a:spcPct val="100000"/>
              </a:lnSpc>
              <a:spcBef>
                <a:spcPts val="0"/>
              </a:spcBef>
              <a:spcAft>
                <a:spcPts val="0"/>
              </a:spcAft>
              <a:defRPr/>
            </a:lvl7pPr>
            <a:lvl8pPr indent="0" lvl="7" marL="4572000" marR="0" rtl="0" algn="l">
              <a:lnSpc>
                <a:spcPct val="100000"/>
              </a:lnSpc>
              <a:spcBef>
                <a:spcPts val="0"/>
              </a:spcBef>
              <a:spcAft>
                <a:spcPts val="0"/>
              </a:spcAft>
              <a:defRPr/>
            </a:lvl8pPr>
            <a:lvl9pPr indent="0" lvl="8" marL="6400800" marR="0" rtl="0" algn="l">
              <a:lnSpc>
                <a:spcPct val="100000"/>
              </a:lnSpc>
              <a:spcBef>
                <a:spcPts val="0"/>
              </a:spcBef>
              <a:spcAft>
                <a:spcPts val="0"/>
              </a:spcAft>
              <a:defRPr/>
            </a:lvl9pPr>
          </a:lstStyle>
          <a:p/>
        </p:txBody>
      </p:sp>
      <p:sp>
        <p:nvSpPr>
          <p:cNvPr id="96" name="Shape 96"/>
          <p:cNvSpPr txBox="1"/>
          <p:nvPr>
            <p:ph idx="11" type="ftr"/>
          </p:nvPr>
        </p:nvSpPr>
        <p:spPr>
          <a:xfrm>
            <a:off x="3124200" y="6248400"/>
            <a:ext cx="2895600" cy="457200"/>
          </a:xfrm>
          <a:prstGeom prst="rect">
            <a:avLst/>
          </a:prstGeom>
          <a:noFill/>
          <a:ln>
            <a:noFill/>
          </a:ln>
        </p:spPr>
        <p:txBody>
          <a:bodyPr anchorCtr="0" anchor="t" bIns="91425" lIns="91425" rIns="91425" tIns="91425"/>
          <a:lstStyle>
            <a:lvl1pPr indent="0" lvl="0" marL="0" marR="0" rtl="0" algn="ctr">
              <a:lnSpc>
                <a:spcPct val="100000"/>
              </a:lnSpc>
              <a:spcBef>
                <a:spcPts val="0"/>
              </a:spcBef>
              <a:spcAft>
                <a:spcPts val="0"/>
              </a:spcAft>
              <a:defRPr/>
            </a:lvl1pPr>
            <a:lvl2pPr indent="0" lvl="1" marL="457200" marR="0" rtl="0" algn="l">
              <a:lnSpc>
                <a:spcPct val="100000"/>
              </a:lnSpc>
              <a:spcBef>
                <a:spcPts val="0"/>
              </a:spcBef>
              <a:spcAft>
                <a:spcPts val="0"/>
              </a:spcAft>
              <a:defRPr/>
            </a:lvl2pPr>
            <a:lvl3pPr indent="0" lvl="2" marL="914400" marR="0" rtl="0" algn="l">
              <a:lnSpc>
                <a:spcPct val="100000"/>
              </a:lnSpc>
              <a:spcBef>
                <a:spcPts val="0"/>
              </a:spcBef>
              <a:spcAft>
                <a:spcPts val="0"/>
              </a:spcAft>
              <a:defRPr/>
            </a:lvl3pPr>
            <a:lvl4pPr indent="0" lvl="3" marL="1371600" marR="0" rtl="0" algn="l">
              <a:lnSpc>
                <a:spcPct val="100000"/>
              </a:lnSpc>
              <a:spcBef>
                <a:spcPts val="0"/>
              </a:spcBef>
              <a:spcAft>
                <a:spcPts val="0"/>
              </a:spcAft>
              <a:defRPr/>
            </a:lvl4pPr>
            <a:lvl5pPr indent="0" lvl="4" marL="1828800" marR="0" rtl="0" algn="l">
              <a:lnSpc>
                <a:spcPct val="100000"/>
              </a:lnSpc>
              <a:spcBef>
                <a:spcPts val="0"/>
              </a:spcBef>
              <a:spcAft>
                <a:spcPts val="0"/>
              </a:spcAft>
              <a:defRPr/>
            </a:lvl5pPr>
            <a:lvl6pPr indent="0" lvl="5" marL="2286000" marR="0" rtl="0" algn="l">
              <a:lnSpc>
                <a:spcPct val="100000"/>
              </a:lnSpc>
              <a:spcBef>
                <a:spcPts val="0"/>
              </a:spcBef>
              <a:spcAft>
                <a:spcPts val="0"/>
              </a:spcAft>
              <a:defRPr/>
            </a:lvl6pPr>
            <a:lvl7pPr indent="0" lvl="6" marL="3200400" marR="0" rtl="0" algn="l">
              <a:lnSpc>
                <a:spcPct val="100000"/>
              </a:lnSpc>
              <a:spcBef>
                <a:spcPts val="0"/>
              </a:spcBef>
              <a:spcAft>
                <a:spcPts val="0"/>
              </a:spcAft>
              <a:defRPr/>
            </a:lvl7pPr>
            <a:lvl8pPr indent="0" lvl="7" marL="4572000" marR="0" rtl="0" algn="l">
              <a:lnSpc>
                <a:spcPct val="100000"/>
              </a:lnSpc>
              <a:spcBef>
                <a:spcPts val="0"/>
              </a:spcBef>
              <a:spcAft>
                <a:spcPts val="0"/>
              </a:spcAft>
              <a:defRPr/>
            </a:lvl8pPr>
            <a:lvl9pPr indent="0" lvl="8" marL="6400800" marR="0" rtl="0" algn="l">
              <a:lnSpc>
                <a:spcPct val="100000"/>
              </a:lnSpc>
              <a:spcBef>
                <a:spcPts val="0"/>
              </a:spcBef>
              <a:spcAft>
                <a:spcPts val="0"/>
              </a:spcAft>
              <a:defRPr/>
            </a:lvl9pPr>
          </a:lstStyle>
          <a:p/>
        </p:txBody>
      </p:sp>
      <p:sp>
        <p:nvSpPr>
          <p:cNvPr id="97" name="Shape 97"/>
          <p:cNvSpPr txBox="1"/>
          <p:nvPr>
            <p:ph idx="12" type="sldNum"/>
          </p:nvPr>
        </p:nvSpPr>
        <p:spPr>
          <a:xfrm>
            <a:off x="6553200" y="6248400"/>
            <a:ext cx="2133599" cy="457200"/>
          </a:xfrm>
          <a:prstGeom prst="rect">
            <a:avLst/>
          </a:prstGeom>
          <a:noFill/>
          <a:ln>
            <a:noFill/>
          </a:ln>
        </p:spPr>
        <p:txBody>
          <a:bodyPr anchorCtr="0" anchor="t" bIns="45700" lIns="91425" rIns="91425" tIns="45700">
            <a:noAutofit/>
          </a:bodyPr>
          <a:lstStyle/>
          <a:p>
            <a:pPr indent="0" lvl="0" marL="0" marR="0" rtl="0" algn="r">
              <a:lnSpc>
                <a:spcPct val="100000"/>
              </a:lnSpc>
              <a:spcBef>
                <a:spcPts val="0"/>
              </a:spcBef>
              <a:spcAft>
                <a:spcPts val="0"/>
              </a:spcAft>
              <a:buSzPct val="25000"/>
              <a:buNone/>
            </a:pPr>
            <a:fld id="{00000000-1234-1234-1234-123412341234}" type="slidenum">
              <a:rPr b="0" i="0" lang="en-US" sz="1000" u="none" cap="none" strike="noStrike">
                <a:solidFill>
                  <a:schemeClr val="dk1"/>
                </a:solidFill>
                <a:latin typeface="Arial"/>
                <a:ea typeface="Arial"/>
                <a:cs typeface="Arial"/>
                <a:sym typeface="Arial"/>
              </a:rPr>
              <a:t>‹#›</a:t>
            </a:fld>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5" name="Shape 5"/>
        <p:cNvGrpSpPr/>
        <p:nvPr/>
      </p:nvGrpSpPr>
      <p:grpSpPr>
        <a:xfrm>
          <a:off x="0" y="0"/>
          <a:ext cx="0" cy="0"/>
          <a:chOff x="0" y="0"/>
          <a:chExt cx="0" cy="0"/>
        </a:xfrm>
      </p:grpSpPr>
      <p:cxnSp>
        <p:nvCxnSpPr>
          <p:cNvPr id="6" name="Shape 6"/>
          <p:cNvCxnSpPr/>
          <p:nvPr/>
        </p:nvCxnSpPr>
        <p:spPr>
          <a:xfrm>
            <a:off x="7962900" y="152400"/>
            <a:ext cx="0" cy="1524000"/>
          </a:xfrm>
          <a:prstGeom prst="straightConnector1">
            <a:avLst/>
          </a:prstGeom>
          <a:noFill/>
          <a:ln cap="flat" cmpd="sng" w="9525">
            <a:solidFill>
              <a:schemeClr val="dk1"/>
            </a:solidFill>
            <a:prstDash val="solid"/>
            <a:miter/>
            <a:headEnd len="med" w="med" type="none"/>
            <a:tailEnd len="med" w="med" type="none"/>
          </a:ln>
        </p:spPr>
      </p:cxnSp>
      <p:sp>
        <p:nvSpPr>
          <p:cNvPr id="7" name="Shape 7"/>
          <p:cNvSpPr txBox="1"/>
          <p:nvPr>
            <p:ph type="title"/>
          </p:nvPr>
        </p:nvSpPr>
        <p:spPr>
          <a:xfrm>
            <a:off x="457200" y="122236"/>
            <a:ext cx="7543800" cy="1295400"/>
          </a:xfrm>
          <a:prstGeom prst="rect">
            <a:avLst/>
          </a:prstGeom>
          <a:noFill/>
          <a:ln>
            <a:noFill/>
          </a:ln>
        </p:spPr>
        <p:txBody>
          <a:bodyPr anchorCtr="0" anchor="b" bIns="91425" lIns="91425" rIns="91425" tIns="91425"/>
          <a:lstStyle>
            <a:lvl1pPr indent="0" lvl="0" marL="0" marR="0" rtl="0" algn="l">
              <a:lnSpc>
                <a:spcPct val="100000"/>
              </a:lnSpc>
              <a:spcBef>
                <a:spcPts val="0"/>
              </a:spcBef>
              <a:spcAft>
                <a:spcPts val="0"/>
              </a:spcAft>
              <a:defRPr/>
            </a:lvl1pPr>
            <a:lvl2pPr indent="0" lvl="1" marL="0" marR="0" rtl="0" algn="l">
              <a:lnSpc>
                <a:spcPct val="100000"/>
              </a:lnSpc>
              <a:spcBef>
                <a:spcPts val="0"/>
              </a:spcBef>
              <a:spcAft>
                <a:spcPts val="0"/>
              </a:spcAft>
              <a:defRPr/>
            </a:lvl2pPr>
            <a:lvl3pPr indent="0" lvl="2" marL="0" marR="0" rtl="0" algn="l">
              <a:lnSpc>
                <a:spcPct val="100000"/>
              </a:lnSpc>
              <a:spcBef>
                <a:spcPts val="0"/>
              </a:spcBef>
              <a:spcAft>
                <a:spcPts val="0"/>
              </a:spcAft>
              <a:defRPr/>
            </a:lvl3pPr>
            <a:lvl4pPr indent="0" lvl="3" marL="0" marR="0" rtl="0" algn="l">
              <a:lnSpc>
                <a:spcPct val="100000"/>
              </a:lnSpc>
              <a:spcBef>
                <a:spcPts val="0"/>
              </a:spcBef>
              <a:spcAft>
                <a:spcPts val="0"/>
              </a:spcAft>
              <a:defRPr/>
            </a:lvl4pPr>
            <a:lvl5pPr indent="0" lvl="4" marL="0" marR="0" rtl="0" algn="l">
              <a:lnSpc>
                <a:spcPct val="100000"/>
              </a:lnSpc>
              <a:spcBef>
                <a:spcPts val="0"/>
              </a:spcBef>
              <a:spcAft>
                <a:spcPts val="0"/>
              </a:spcAft>
              <a:defRPr/>
            </a:lvl5pPr>
            <a:lvl6pPr indent="0" lvl="5" marL="0" marR="0" rtl="0" algn="l">
              <a:lnSpc>
                <a:spcPct val="100000"/>
              </a:lnSpc>
              <a:spcBef>
                <a:spcPts val="0"/>
              </a:spcBef>
              <a:spcAft>
                <a:spcPts val="0"/>
              </a:spcAft>
              <a:defRPr/>
            </a:lvl6pPr>
            <a:lvl7pPr indent="0" lvl="6" marL="0" marR="0" rtl="0" algn="l">
              <a:lnSpc>
                <a:spcPct val="100000"/>
              </a:lnSpc>
              <a:spcBef>
                <a:spcPts val="0"/>
              </a:spcBef>
              <a:spcAft>
                <a:spcPts val="0"/>
              </a:spcAft>
              <a:defRPr/>
            </a:lvl7pPr>
            <a:lvl8pPr indent="0" lvl="7" marL="0" marR="0" rtl="0" algn="l">
              <a:lnSpc>
                <a:spcPct val="100000"/>
              </a:lnSpc>
              <a:spcBef>
                <a:spcPts val="0"/>
              </a:spcBef>
              <a:spcAft>
                <a:spcPts val="0"/>
              </a:spcAft>
              <a:defRPr/>
            </a:lvl8pPr>
            <a:lvl9pPr indent="0" lvl="8" marL="0" marR="0" rtl="0" algn="l">
              <a:lnSpc>
                <a:spcPct val="100000"/>
              </a:lnSpc>
              <a:spcBef>
                <a:spcPts val="0"/>
              </a:spcBef>
              <a:spcAft>
                <a:spcPts val="0"/>
              </a:spcAft>
              <a:defRPr/>
            </a:lvl9pPr>
          </a:lstStyle>
          <a:p/>
        </p:txBody>
      </p:sp>
      <p:sp>
        <p:nvSpPr>
          <p:cNvPr id="8" name="Shape 8"/>
          <p:cNvSpPr txBox="1"/>
          <p:nvPr>
            <p:ph idx="1" type="body"/>
          </p:nvPr>
        </p:nvSpPr>
        <p:spPr>
          <a:xfrm>
            <a:off x="457200" y="1719261"/>
            <a:ext cx="8229600" cy="4411661"/>
          </a:xfrm>
          <a:prstGeom prst="rect">
            <a:avLst/>
          </a:prstGeom>
          <a:noFill/>
          <a:ln>
            <a:noFill/>
          </a:ln>
        </p:spPr>
        <p:txBody>
          <a:bodyPr anchorCtr="0" anchor="t" bIns="91425" lIns="91425" rIns="91425" tIns="91425"/>
          <a:lstStyle>
            <a:lvl1pPr indent="-209550" lvl="0" marL="342900" marR="0" rtl="0" algn="l">
              <a:lnSpc>
                <a:spcPct val="100000"/>
              </a:lnSpc>
              <a:spcBef>
                <a:spcPts val="600"/>
              </a:spcBef>
              <a:spcAft>
                <a:spcPts val="0"/>
              </a:spcAft>
              <a:buClr>
                <a:schemeClr val="dk2"/>
              </a:buClr>
              <a:buFont typeface="Noto Symbol"/>
              <a:buChar char="●"/>
              <a:defRPr/>
            </a:lvl1pPr>
            <a:lvl2pPr indent="-233680" lvl="1" marL="692150" marR="0" rtl="0" algn="l">
              <a:lnSpc>
                <a:spcPct val="100000"/>
              </a:lnSpc>
              <a:spcBef>
                <a:spcPts val="520"/>
              </a:spcBef>
              <a:spcAft>
                <a:spcPts val="0"/>
              </a:spcAft>
              <a:buClr>
                <a:schemeClr val="accent2"/>
              </a:buClr>
              <a:buFont typeface="Noto Symbol"/>
              <a:buChar char="●"/>
              <a:defRPr/>
            </a:lvl2pPr>
            <a:lvl3pPr indent="-199390" lvl="2" marL="987425" marR="0" rtl="0" algn="l">
              <a:lnSpc>
                <a:spcPct val="100000"/>
              </a:lnSpc>
              <a:spcBef>
                <a:spcPts val="460"/>
              </a:spcBef>
              <a:spcAft>
                <a:spcPts val="0"/>
              </a:spcAft>
              <a:buClr>
                <a:schemeClr val="accent1"/>
              </a:buClr>
              <a:buFont typeface="Noto Symbol"/>
              <a:buChar char="●"/>
              <a:defRPr/>
            </a:lvl3pPr>
            <a:lvl4pPr indent="-207962" lvl="3" marL="1281112" marR="0" rtl="0" algn="l">
              <a:lnSpc>
                <a:spcPct val="100000"/>
              </a:lnSpc>
              <a:spcBef>
                <a:spcPts val="400"/>
              </a:spcBef>
              <a:spcAft>
                <a:spcPts val="0"/>
              </a:spcAft>
              <a:buClr>
                <a:schemeClr val="dk2"/>
              </a:buClr>
              <a:buFont typeface="Noto Symbol"/>
              <a:buChar char="▪"/>
              <a:defRPr/>
            </a:lvl4pPr>
            <a:lvl5pPr indent="-214312" lvl="4" marL="1598612" marR="0" rtl="0" algn="l">
              <a:lnSpc>
                <a:spcPct val="100000"/>
              </a:lnSpc>
              <a:spcBef>
                <a:spcPts val="400"/>
              </a:spcBef>
              <a:spcAft>
                <a:spcPts val="0"/>
              </a:spcAft>
              <a:buClr>
                <a:schemeClr val="folHlink"/>
              </a:buClr>
              <a:buFont typeface="Noto Symbol"/>
              <a:buChar char="▪"/>
              <a:defRPr/>
            </a:lvl5pPr>
            <a:lvl6pPr indent="-239711" lvl="5" marL="1916111" marR="0" rtl="0" algn="l">
              <a:lnSpc>
                <a:spcPct val="100000"/>
              </a:lnSpc>
              <a:spcBef>
                <a:spcPts val="400"/>
              </a:spcBef>
              <a:spcAft>
                <a:spcPts val="0"/>
              </a:spcAft>
              <a:buClr>
                <a:schemeClr val="folHlink"/>
              </a:buClr>
              <a:buFont typeface="Noto Symbol"/>
              <a:buChar char="▪"/>
              <a:defRPr/>
            </a:lvl6pPr>
            <a:lvl7pPr indent="-290511" lvl="6" marL="2551112" marR="0" rtl="0" algn="l">
              <a:lnSpc>
                <a:spcPct val="100000"/>
              </a:lnSpc>
              <a:spcBef>
                <a:spcPts val="400"/>
              </a:spcBef>
              <a:spcAft>
                <a:spcPts val="0"/>
              </a:spcAft>
              <a:buClr>
                <a:schemeClr val="folHlink"/>
              </a:buClr>
              <a:buFont typeface="Noto Symbol"/>
              <a:buChar char="▪"/>
              <a:defRPr/>
            </a:lvl7pPr>
            <a:lvl8pPr indent="-366712" lvl="7" marL="3503612" marR="0" rtl="0" algn="l">
              <a:lnSpc>
                <a:spcPct val="100000"/>
              </a:lnSpc>
              <a:spcBef>
                <a:spcPts val="400"/>
              </a:spcBef>
              <a:spcAft>
                <a:spcPts val="0"/>
              </a:spcAft>
              <a:buClr>
                <a:schemeClr val="folHlink"/>
              </a:buClr>
              <a:buFont typeface="Noto Symbol"/>
              <a:buChar char="▪"/>
              <a:defRPr/>
            </a:lvl8pPr>
            <a:lvl9pPr indent="-455612" lvl="8" marL="4773612" marR="0" rtl="0" algn="l">
              <a:lnSpc>
                <a:spcPct val="100000"/>
              </a:lnSpc>
              <a:spcBef>
                <a:spcPts val="400"/>
              </a:spcBef>
              <a:spcAft>
                <a:spcPts val="0"/>
              </a:spcAft>
              <a:buClr>
                <a:schemeClr val="folHlink"/>
              </a:buClr>
              <a:buFont typeface="Noto Symbol"/>
              <a:buChar char="▪"/>
              <a:defRPr/>
            </a:lvl9pPr>
          </a:lstStyle>
          <a:p/>
        </p:txBody>
      </p:sp>
      <p:sp>
        <p:nvSpPr>
          <p:cNvPr id="9" name="Shape 9"/>
          <p:cNvSpPr txBox="1"/>
          <p:nvPr>
            <p:ph idx="10" type="dt"/>
          </p:nvPr>
        </p:nvSpPr>
        <p:spPr>
          <a:xfrm>
            <a:off x="457200" y="6248400"/>
            <a:ext cx="2133599" cy="457200"/>
          </a:xfrm>
          <a:prstGeom prst="rect">
            <a:avLst/>
          </a:prstGeom>
          <a:noFill/>
          <a:ln>
            <a:noFill/>
          </a:ln>
        </p:spPr>
        <p:txBody>
          <a:bodyPr anchorCtr="0" anchor="t" bIns="91425" lIns="91425" rIns="91425" tIns="91425"/>
          <a:lstStyle>
            <a:lvl1pPr indent="0" lvl="0" marL="0" marR="0" rtl="0" algn="l">
              <a:lnSpc>
                <a:spcPct val="100000"/>
              </a:lnSpc>
              <a:spcBef>
                <a:spcPts val="0"/>
              </a:spcBef>
              <a:spcAft>
                <a:spcPts val="0"/>
              </a:spcAft>
              <a:defRPr/>
            </a:lvl1pPr>
            <a:lvl2pPr indent="0" lvl="1" marL="457200" marR="0" rtl="0" algn="l">
              <a:lnSpc>
                <a:spcPct val="100000"/>
              </a:lnSpc>
              <a:spcBef>
                <a:spcPts val="0"/>
              </a:spcBef>
              <a:spcAft>
                <a:spcPts val="0"/>
              </a:spcAft>
              <a:defRPr/>
            </a:lvl2pPr>
            <a:lvl3pPr indent="0" lvl="2" marL="914400" marR="0" rtl="0" algn="l">
              <a:lnSpc>
                <a:spcPct val="100000"/>
              </a:lnSpc>
              <a:spcBef>
                <a:spcPts val="0"/>
              </a:spcBef>
              <a:spcAft>
                <a:spcPts val="0"/>
              </a:spcAft>
              <a:defRPr/>
            </a:lvl3pPr>
            <a:lvl4pPr indent="0" lvl="3" marL="1371600" marR="0" rtl="0" algn="l">
              <a:lnSpc>
                <a:spcPct val="100000"/>
              </a:lnSpc>
              <a:spcBef>
                <a:spcPts val="0"/>
              </a:spcBef>
              <a:spcAft>
                <a:spcPts val="0"/>
              </a:spcAft>
              <a:defRPr/>
            </a:lvl4pPr>
            <a:lvl5pPr indent="0" lvl="4" marL="1828800" marR="0" rtl="0" algn="l">
              <a:lnSpc>
                <a:spcPct val="100000"/>
              </a:lnSpc>
              <a:spcBef>
                <a:spcPts val="0"/>
              </a:spcBef>
              <a:spcAft>
                <a:spcPts val="0"/>
              </a:spcAft>
              <a:defRPr/>
            </a:lvl5pPr>
            <a:lvl6pPr indent="0" lvl="5" marL="2286000" marR="0" rtl="0" algn="l">
              <a:lnSpc>
                <a:spcPct val="100000"/>
              </a:lnSpc>
              <a:spcBef>
                <a:spcPts val="0"/>
              </a:spcBef>
              <a:spcAft>
                <a:spcPts val="0"/>
              </a:spcAft>
              <a:defRPr/>
            </a:lvl6pPr>
            <a:lvl7pPr indent="0" lvl="6" marL="3200400" marR="0" rtl="0" algn="l">
              <a:lnSpc>
                <a:spcPct val="100000"/>
              </a:lnSpc>
              <a:spcBef>
                <a:spcPts val="0"/>
              </a:spcBef>
              <a:spcAft>
                <a:spcPts val="0"/>
              </a:spcAft>
              <a:defRPr/>
            </a:lvl7pPr>
            <a:lvl8pPr indent="0" lvl="7" marL="4572000" marR="0" rtl="0" algn="l">
              <a:lnSpc>
                <a:spcPct val="100000"/>
              </a:lnSpc>
              <a:spcBef>
                <a:spcPts val="0"/>
              </a:spcBef>
              <a:spcAft>
                <a:spcPts val="0"/>
              </a:spcAft>
              <a:defRPr/>
            </a:lvl8pPr>
            <a:lvl9pPr indent="0" lvl="8" marL="6400800" marR="0" rtl="0" algn="l">
              <a:lnSpc>
                <a:spcPct val="100000"/>
              </a:lnSpc>
              <a:spcBef>
                <a:spcPts val="0"/>
              </a:spcBef>
              <a:spcAft>
                <a:spcPts val="0"/>
              </a:spcAft>
              <a:defRPr/>
            </a:lvl9pPr>
          </a:lstStyle>
          <a:p/>
        </p:txBody>
      </p:sp>
      <p:sp>
        <p:nvSpPr>
          <p:cNvPr id="10" name="Shape 10"/>
          <p:cNvSpPr txBox="1"/>
          <p:nvPr>
            <p:ph idx="11" type="ftr"/>
          </p:nvPr>
        </p:nvSpPr>
        <p:spPr>
          <a:xfrm>
            <a:off x="3124200" y="6248400"/>
            <a:ext cx="2895600" cy="457200"/>
          </a:xfrm>
          <a:prstGeom prst="rect">
            <a:avLst/>
          </a:prstGeom>
          <a:noFill/>
          <a:ln>
            <a:noFill/>
          </a:ln>
        </p:spPr>
        <p:txBody>
          <a:bodyPr anchorCtr="0" anchor="t" bIns="91425" lIns="91425" rIns="91425" tIns="91425"/>
          <a:lstStyle>
            <a:lvl1pPr indent="0" lvl="0" marL="0" marR="0" rtl="0" algn="ctr">
              <a:lnSpc>
                <a:spcPct val="100000"/>
              </a:lnSpc>
              <a:spcBef>
                <a:spcPts val="0"/>
              </a:spcBef>
              <a:spcAft>
                <a:spcPts val="0"/>
              </a:spcAft>
              <a:defRPr/>
            </a:lvl1pPr>
            <a:lvl2pPr indent="0" lvl="1" marL="457200" marR="0" rtl="0" algn="l">
              <a:lnSpc>
                <a:spcPct val="100000"/>
              </a:lnSpc>
              <a:spcBef>
                <a:spcPts val="0"/>
              </a:spcBef>
              <a:spcAft>
                <a:spcPts val="0"/>
              </a:spcAft>
              <a:defRPr/>
            </a:lvl2pPr>
            <a:lvl3pPr indent="0" lvl="2" marL="914400" marR="0" rtl="0" algn="l">
              <a:lnSpc>
                <a:spcPct val="100000"/>
              </a:lnSpc>
              <a:spcBef>
                <a:spcPts val="0"/>
              </a:spcBef>
              <a:spcAft>
                <a:spcPts val="0"/>
              </a:spcAft>
              <a:defRPr/>
            </a:lvl3pPr>
            <a:lvl4pPr indent="0" lvl="3" marL="1371600" marR="0" rtl="0" algn="l">
              <a:lnSpc>
                <a:spcPct val="100000"/>
              </a:lnSpc>
              <a:spcBef>
                <a:spcPts val="0"/>
              </a:spcBef>
              <a:spcAft>
                <a:spcPts val="0"/>
              </a:spcAft>
              <a:defRPr/>
            </a:lvl4pPr>
            <a:lvl5pPr indent="0" lvl="4" marL="1828800" marR="0" rtl="0" algn="l">
              <a:lnSpc>
                <a:spcPct val="100000"/>
              </a:lnSpc>
              <a:spcBef>
                <a:spcPts val="0"/>
              </a:spcBef>
              <a:spcAft>
                <a:spcPts val="0"/>
              </a:spcAft>
              <a:defRPr/>
            </a:lvl5pPr>
            <a:lvl6pPr indent="0" lvl="5" marL="2286000" marR="0" rtl="0" algn="l">
              <a:lnSpc>
                <a:spcPct val="100000"/>
              </a:lnSpc>
              <a:spcBef>
                <a:spcPts val="0"/>
              </a:spcBef>
              <a:spcAft>
                <a:spcPts val="0"/>
              </a:spcAft>
              <a:defRPr/>
            </a:lvl6pPr>
            <a:lvl7pPr indent="0" lvl="6" marL="3200400" marR="0" rtl="0" algn="l">
              <a:lnSpc>
                <a:spcPct val="100000"/>
              </a:lnSpc>
              <a:spcBef>
                <a:spcPts val="0"/>
              </a:spcBef>
              <a:spcAft>
                <a:spcPts val="0"/>
              </a:spcAft>
              <a:defRPr/>
            </a:lvl7pPr>
            <a:lvl8pPr indent="0" lvl="7" marL="4572000" marR="0" rtl="0" algn="l">
              <a:lnSpc>
                <a:spcPct val="100000"/>
              </a:lnSpc>
              <a:spcBef>
                <a:spcPts val="0"/>
              </a:spcBef>
              <a:spcAft>
                <a:spcPts val="0"/>
              </a:spcAft>
              <a:defRPr/>
            </a:lvl8pPr>
            <a:lvl9pPr indent="0" lvl="8" marL="6400800" marR="0" rtl="0" algn="l">
              <a:lnSpc>
                <a:spcPct val="100000"/>
              </a:lnSpc>
              <a:spcBef>
                <a:spcPts val="0"/>
              </a:spcBef>
              <a:spcAft>
                <a:spcPts val="0"/>
              </a:spcAft>
              <a:defRPr/>
            </a:lvl9pPr>
          </a:lstStyle>
          <a:p/>
        </p:txBody>
      </p:sp>
      <p:sp>
        <p:nvSpPr>
          <p:cNvPr id="11" name="Shape 11"/>
          <p:cNvSpPr txBox="1"/>
          <p:nvPr>
            <p:ph idx="12" type="sldNum"/>
          </p:nvPr>
        </p:nvSpPr>
        <p:spPr>
          <a:xfrm>
            <a:off x="6553200" y="6248400"/>
            <a:ext cx="2133599" cy="457200"/>
          </a:xfrm>
          <a:prstGeom prst="rect">
            <a:avLst/>
          </a:prstGeom>
          <a:noFill/>
          <a:ln>
            <a:noFill/>
          </a:ln>
        </p:spPr>
        <p:txBody>
          <a:bodyPr anchorCtr="0" anchor="t" bIns="45700" lIns="91425" rIns="91425" tIns="45700">
            <a:noAutofit/>
          </a:bodyPr>
          <a:lstStyle/>
          <a:p>
            <a:pPr indent="0" lvl="0" marL="0" marR="0" rtl="0" algn="r">
              <a:lnSpc>
                <a:spcPct val="100000"/>
              </a:lnSpc>
              <a:spcBef>
                <a:spcPts val="0"/>
              </a:spcBef>
              <a:spcAft>
                <a:spcPts val="0"/>
              </a:spcAft>
              <a:buClr>
                <a:schemeClr val="dk1"/>
              </a:buClr>
              <a:buSzPct val="25000"/>
              <a:buFont typeface="Arial"/>
              <a:buNone/>
            </a:pPr>
            <a:fld id="{00000000-1234-1234-1234-123412341234}" type="slidenum">
              <a:rPr b="0" i="0" lang="en-US" sz="1000" u="none" cap="none" strike="noStrike">
                <a:solidFill>
                  <a:schemeClr val="dk1"/>
                </a:solidFill>
                <a:latin typeface="Arial"/>
                <a:ea typeface="Arial"/>
                <a:cs typeface="Arial"/>
                <a:sym typeface="Arial"/>
              </a:rPr>
              <a:t>‹#›</a:t>
            </a:fld>
          </a:p>
        </p:txBody>
      </p:sp>
      <p:grpSp>
        <p:nvGrpSpPr>
          <p:cNvPr id="12" name="Shape 12"/>
          <p:cNvGrpSpPr/>
          <p:nvPr/>
        </p:nvGrpSpPr>
        <p:grpSpPr>
          <a:xfrm>
            <a:off x="8153399" y="152399"/>
            <a:ext cx="792161" cy="1295399"/>
            <a:chOff x="8153400" y="1524000"/>
            <a:chExt cx="838200" cy="1371600"/>
          </a:xfrm>
        </p:grpSpPr>
        <p:sp>
          <p:nvSpPr>
            <p:cNvPr id="13" name="Shape 13"/>
            <p:cNvSpPr/>
            <p:nvPr/>
          </p:nvSpPr>
          <p:spPr>
            <a:xfrm>
              <a:off x="8153400" y="1524000"/>
              <a:ext cx="127000" cy="127000"/>
            </a:xfrm>
            <a:prstGeom prst="ellipse">
              <a:avLst/>
            </a:prstGeom>
            <a:solidFill>
              <a:schemeClr val="dk2"/>
            </a:solidFill>
            <a:ln>
              <a:noFill/>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14" name="Shape 14"/>
            <p:cNvSpPr/>
            <p:nvPr/>
          </p:nvSpPr>
          <p:spPr>
            <a:xfrm>
              <a:off x="8331200" y="1524000"/>
              <a:ext cx="127000" cy="127000"/>
            </a:xfrm>
            <a:prstGeom prst="ellipse">
              <a:avLst/>
            </a:prstGeom>
            <a:solidFill>
              <a:schemeClr val="dk2"/>
            </a:solidFill>
            <a:ln>
              <a:noFill/>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15" name="Shape 15"/>
            <p:cNvSpPr/>
            <p:nvPr/>
          </p:nvSpPr>
          <p:spPr>
            <a:xfrm>
              <a:off x="8509000" y="1524000"/>
              <a:ext cx="127000" cy="127000"/>
            </a:xfrm>
            <a:prstGeom prst="ellipse">
              <a:avLst/>
            </a:prstGeom>
            <a:solidFill>
              <a:schemeClr val="dk2"/>
            </a:solidFill>
            <a:ln>
              <a:noFill/>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16" name="Shape 16"/>
            <p:cNvSpPr/>
            <p:nvPr/>
          </p:nvSpPr>
          <p:spPr>
            <a:xfrm>
              <a:off x="8153400" y="1701800"/>
              <a:ext cx="127000" cy="127000"/>
            </a:xfrm>
            <a:prstGeom prst="ellipse">
              <a:avLst/>
            </a:prstGeom>
            <a:solidFill>
              <a:schemeClr val="dk2"/>
            </a:solidFill>
            <a:ln>
              <a:noFill/>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17" name="Shape 17"/>
            <p:cNvSpPr/>
            <p:nvPr/>
          </p:nvSpPr>
          <p:spPr>
            <a:xfrm>
              <a:off x="8331200" y="1701800"/>
              <a:ext cx="127000" cy="127000"/>
            </a:xfrm>
            <a:prstGeom prst="ellipse">
              <a:avLst/>
            </a:prstGeom>
            <a:solidFill>
              <a:schemeClr val="dk2"/>
            </a:solidFill>
            <a:ln>
              <a:noFill/>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18" name="Shape 18"/>
            <p:cNvSpPr/>
            <p:nvPr/>
          </p:nvSpPr>
          <p:spPr>
            <a:xfrm>
              <a:off x="8509000" y="1701800"/>
              <a:ext cx="127000" cy="127000"/>
            </a:xfrm>
            <a:prstGeom prst="ellipse">
              <a:avLst/>
            </a:prstGeom>
            <a:solidFill>
              <a:schemeClr val="dk2"/>
            </a:solidFill>
            <a:ln>
              <a:noFill/>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19" name="Shape 19"/>
            <p:cNvSpPr/>
            <p:nvPr/>
          </p:nvSpPr>
          <p:spPr>
            <a:xfrm>
              <a:off x="8686800" y="1701800"/>
              <a:ext cx="127000" cy="127000"/>
            </a:xfrm>
            <a:prstGeom prst="ellipse">
              <a:avLst/>
            </a:prstGeom>
            <a:solidFill>
              <a:schemeClr val="accent2"/>
            </a:solidFill>
            <a:ln>
              <a:noFill/>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20" name="Shape 20"/>
            <p:cNvSpPr/>
            <p:nvPr/>
          </p:nvSpPr>
          <p:spPr>
            <a:xfrm>
              <a:off x="8153400" y="1879600"/>
              <a:ext cx="127000" cy="127000"/>
            </a:xfrm>
            <a:prstGeom prst="ellipse">
              <a:avLst/>
            </a:prstGeom>
            <a:solidFill>
              <a:schemeClr val="dk2"/>
            </a:solidFill>
            <a:ln>
              <a:noFill/>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21" name="Shape 21"/>
            <p:cNvSpPr/>
            <p:nvPr/>
          </p:nvSpPr>
          <p:spPr>
            <a:xfrm>
              <a:off x="8331200" y="1879600"/>
              <a:ext cx="127000" cy="127000"/>
            </a:xfrm>
            <a:prstGeom prst="ellipse">
              <a:avLst/>
            </a:prstGeom>
            <a:solidFill>
              <a:schemeClr val="dk2"/>
            </a:solidFill>
            <a:ln>
              <a:noFill/>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22" name="Shape 22"/>
            <p:cNvSpPr/>
            <p:nvPr/>
          </p:nvSpPr>
          <p:spPr>
            <a:xfrm>
              <a:off x="8509000" y="1879600"/>
              <a:ext cx="127000" cy="127000"/>
            </a:xfrm>
            <a:prstGeom prst="ellipse">
              <a:avLst/>
            </a:prstGeom>
            <a:solidFill>
              <a:schemeClr val="accent2"/>
            </a:solidFill>
            <a:ln>
              <a:noFill/>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23" name="Shape 23"/>
            <p:cNvSpPr/>
            <p:nvPr/>
          </p:nvSpPr>
          <p:spPr>
            <a:xfrm>
              <a:off x="8686800" y="1879600"/>
              <a:ext cx="127000" cy="127000"/>
            </a:xfrm>
            <a:prstGeom prst="ellipse">
              <a:avLst/>
            </a:prstGeom>
            <a:solidFill>
              <a:schemeClr val="accent2"/>
            </a:solidFill>
            <a:ln>
              <a:noFill/>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24" name="Shape 24"/>
            <p:cNvSpPr/>
            <p:nvPr/>
          </p:nvSpPr>
          <p:spPr>
            <a:xfrm>
              <a:off x="8864600" y="1879600"/>
              <a:ext cx="127000" cy="127000"/>
            </a:xfrm>
            <a:prstGeom prst="ellipse">
              <a:avLst/>
            </a:prstGeom>
            <a:solidFill>
              <a:schemeClr val="accent1"/>
            </a:solidFill>
            <a:ln>
              <a:noFill/>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25" name="Shape 25"/>
            <p:cNvSpPr/>
            <p:nvPr/>
          </p:nvSpPr>
          <p:spPr>
            <a:xfrm>
              <a:off x="8153400" y="2057400"/>
              <a:ext cx="127000" cy="127000"/>
            </a:xfrm>
            <a:prstGeom prst="ellipse">
              <a:avLst/>
            </a:prstGeom>
            <a:solidFill>
              <a:schemeClr val="dk2"/>
            </a:solidFill>
            <a:ln>
              <a:noFill/>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26" name="Shape 26"/>
            <p:cNvSpPr/>
            <p:nvPr/>
          </p:nvSpPr>
          <p:spPr>
            <a:xfrm>
              <a:off x="8331200" y="2057400"/>
              <a:ext cx="127000" cy="127000"/>
            </a:xfrm>
            <a:prstGeom prst="ellipse">
              <a:avLst/>
            </a:prstGeom>
            <a:solidFill>
              <a:schemeClr val="accent2"/>
            </a:solidFill>
            <a:ln>
              <a:noFill/>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27" name="Shape 27"/>
            <p:cNvSpPr/>
            <p:nvPr/>
          </p:nvSpPr>
          <p:spPr>
            <a:xfrm>
              <a:off x="8509000" y="2057400"/>
              <a:ext cx="127000" cy="127000"/>
            </a:xfrm>
            <a:prstGeom prst="ellipse">
              <a:avLst/>
            </a:prstGeom>
            <a:solidFill>
              <a:schemeClr val="accent2"/>
            </a:solidFill>
            <a:ln>
              <a:noFill/>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28" name="Shape 28"/>
            <p:cNvSpPr/>
            <p:nvPr/>
          </p:nvSpPr>
          <p:spPr>
            <a:xfrm>
              <a:off x="8686800" y="2057400"/>
              <a:ext cx="127000" cy="127000"/>
            </a:xfrm>
            <a:prstGeom prst="ellipse">
              <a:avLst/>
            </a:prstGeom>
            <a:solidFill>
              <a:schemeClr val="accent1"/>
            </a:solidFill>
            <a:ln>
              <a:noFill/>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29" name="Shape 29"/>
            <p:cNvSpPr/>
            <p:nvPr/>
          </p:nvSpPr>
          <p:spPr>
            <a:xfrm>
              <a:off x="8153400" y="2235200"/>
              <a:ext cx="127000" cy="127000"/>
            </a:xfrm>
            <a:prstGeom prst="ellipse">
              <a:avLst/>
            </a:prstGeom>
            <a:solidFill>
              <a:schemeClr val="accent2"/>
            </a:solidFill>
            <a:ln>
              <a:noFill/>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30" name="Shape 30"/>
            <p:cNvSpPr/>
            <p:nvPr/>
          </p:nvSpPr>
          <p:spPr>
            <a:xfrm>
              <a:off x="8331200" y="2235200"/>
              <a:ext cx="127000" cy="127000"/>
            </a:xfrm>
            <a:prstGeom prst="ellipse">
              <a:avLst/>
            </a:prstGeom>
            <a:solidFill>
              <a:schemeClr val="accent2"/>
            </a:solidFill>
            <a:ln>
              <a:noFill/>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31" name="Shape 31"/>
            <p:cNvSpPr/>
            <p:nvPr/>
          </p:nvSpPr>
          <p:spPr>
            <a:xfrm>
              <a:off x="8509000" y="2235200"/>
              <a:ext cx="127000" cy="127000"/>
            </a:xfrm>
            <a:prstGeom prst="ellipse">
              <a:avLst/>
            </a:prstGeom>
            <a:solidFill>
              <a:schemeClr val="accent1"/>
            </a:solidFill>
            <a:ln>
              <a:noFill/>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32" name="Shape 32"/>
            <p:cNvSpPr/>
            <p:nvPr/>
          </p:nvSpPr>
          <p:spPr>
            <a:xfrm>
              <a:off x="8686800" y="2235200"/>
              <a:ext cx="127000" cy="127000"/>
            </a:xfrm>
            <a:prstGeom prst="ellipse">
              <a:avLst/>
            </a:prstGeom>
            <a:solidFill>
              <a:schemeClr val="accent1"/>
            </a:solidFill>
            <a:ln>
              <a:noFill/>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33" name="Shape 33"/>
            <p:cNvSpPr/>
            <p:nvPr/>
          </p:nvSpPr>
          <p:spPr>
            <a:xfrm>
              <a:off x="8864600" y="2235200"/>
              <a:ext cx="127000" cy="127000"/>
            </a:xfrm>
            <a:prstGeom prst="ellipse">
              <a:avLst/>
            </a:prstGeom>
            <a:solidFill>
              <a:schemeClr val="folHlink"/>
            </a:solidFill>
            <a:ln>
              <a:noFill/>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34" name="Shape 34"/>
            <p:cNvSpPr/>
            <p:nvPr/>
          </p:nvSpPr>
          <p:spPr>
            <a:xfrm>
              <a:off x="8153400" y="2413000"/>
              <a:ext cx="127000" cy="127000"/>
            </a:xfrm>
            <a:prstGeom prst="ellipse">
              <a:avLst/>
            </a:prstGeom>
            <a:solidFill>
              <a:schemeClr val="accent2"/>
            </a:solidFill>
            <a:ln>
              <a:noFill/>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35" name="Shape 35"/>
            <p:cNvSpPr/>
            <p:nvPr/>
          </p:nvSpPr>
          <p:spPr>
            <a:xfrm>
              <a:off x="8331200" y="2413000"/>
              <a:ext cx="127000" cy="127000"/>
            </a:xfrm>
            <a:prstGeom prst="ellipse">
              <a:avLst/>
            </a:prstGeom>
            <a:solidFill>
              <a:schemeClr val="accent1"/>
            </a:solidFill>
            <a:ln>
              <a:noFill/>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36" name="Shape 36"/>
            <p:cNvSpPr/>
            <p:nvPr/>
          </p:nvSpPr>
          <p:spPr>
            <a:xfrm>
              <a:off x="8509000" y="2413000"/>
              <a:ext cx="127000" cy="127000"/>
            </a:xfrm>
            <a:prstGeom prst="ellipse">
              <a:avLst/>
            </a:prstGeom>
            <a:solidFill>
              <a:schemeClr val="accent1"/>
            </a:solidFill>
            <a:ln>
              <a:noFill/>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37" name="Shape 37"/>
            <p:cNvSpPr/>
            <p:nvPr/>
          </p:nvSpPr>
          <p:spPr>
            <a:xfrm>
              <a:off x="8686800" y="2413000"/>
              <a:ext cx="127000" cy="127000"/>
            </a:xfrm>
            <a:prstGeom prst="ellipse">
              <a:avLst/>
            </a:prstGeom>
            <a:solidFill>
              <a:schemeClr val="folHlink"/>
            </a:solidFill>
            <a:ln>
              <a:noFill/>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38" name="Shape 38"/>
            <p:cNvSpPr/>
            <p:nvPr/>
          </p:nvSpPr>
          <p:spPr>
            <a:xfrm>
              <a:off x="8153400" y="2590800"/>
              <a:ext cx="127000" cy="127000"/>
            </a:xfrm>
            <a:prstGeom prst="ellipse">
              <a:avLst/>
            </a:prstGeom>
            <a:solidFill>
              <a:schemeClr val="accent1"/>
            </a:solidFill>
            <a:ln>
              <a:noFill/>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39" name="Shape 39"/>
            <p:cNvSpPr/>
            <p:nvPr/>
          </p:nvSpPr>
          <p:spPr>
            <a:xfrm>
              <a:off x="8331200" y="2590800"/>
              <a:ext cx="127000" cy="127000"/>
            </a:xfrm>
            <a:prstGeom prst="ellipse">
              <a:avLst/>
            </a:prstGeom>
            <a:solidFill>
              <a:schemeClr val="accent1"/>
            </a:solidFill>
            <a:ln>
              <a:noFill/>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40" name="Shape 40"/>
            <p:cNvSpPr/>
            <p:nvPr/>
          </p:nvSpPr>
          <p:spPr>
            <a:xfrm>
              <a:off x="8509000" y="2590800"/>
              <a:ext cx="127000" cy="127000"/>
            </a:xfrm>
            <a:prstGeom prst="ellipse">
              <a:avLst/>
            </a:prstGeom>
            <a:solidFill>
              <a:schemeClr val="folHlink"/>
            </a:solidFill>
            <a:ln>
              <a:noFill/>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41" name="Shape 41"/>
            <p:cNvSpPr/>
            <p:nvPr/>
          </p:nvSpPr>
          <p:spPr>
            <a:xfrm>
              <a:off x="8686800" y="2590800"/>
              <a:ext cx="127000" cy="127000"/>
            </a:xfrm>
            <a:prstGeom prst="ellipse">
              <a:avLst/>
            </a:prstGeom>
            <a:solidFill>
              <a:schemeClr val="folHlink"/>
            </a:solidFill>
            <a:ln>
              <a:noFill/>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42" name="Shape 42"/>
            <p:cNvSpPr/>
            <p:nvPr/>
          </p:nvSpPr>
          <p:spPr>
            <a:xfrm>
              <a:off x="8331200" y="2768600"/>
              <a:ext cx="127000" cy="127000"/>
            </a:xfrm>
            <a:prstGeom prst="ellipse">
              <a:avLst/>
            </a:prstGeom>
            <a:solidFill>
              <a:schemeClr val="folHlink"/>
            </a:solidFill>
            <a:ln>
              <a:noFill/>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43" name="Shape 43"/>
            <p:cNvSpPr/>
            <p:nvPr/>
          </p:nvSpPr>
          <p:spPr>
            <a:xfrm>
              <a:off x="8686800" y="2768600"/>
              <a:ext cx="127000" cy="127000"/>
            </a:xfrm>
            <a:prstGeom prst="ellipse">
              <a:avLst/>
            </a:prstGeom>
            <a:solidFill>
              <a:schemeClr val="folHlink"/>
            </a:solidFill>
            <a:ln>
              <a:noFill/>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gr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1pPr>
    </p:titleStyle>
    <p:bodyStyle>
      <a:defPPr lvl="0" marR="0" rtl="0" algn="l">
        <a:lnSpc>
          <a:spcPct val="100000"/>
        </a:lnSpc>
        <a:spcBef>
          <a:spcPts val="0"/>
        </a:spcBef>
        <a:spcAft>
          <a:spcPts val="0"/>
        </a:spcAft>
      </a:defPPr>
      <a:lvl1pPr lvl="0"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00.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00.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00.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00.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0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0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0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0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0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0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0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 Id="rId3" Type="http://schemas.openxmlformats.org/officeDocument/2006/relationships/image" Target="../media/image01.png"/><Relationship Id="rId4" Type="http://schemas.openxmlformats.org/officeDocument/2006/relationships/image" Target="../media/image0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0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0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0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0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00.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00.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00.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00.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00.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00.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00.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00.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00.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00.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00.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00.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00.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00.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00.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image" Target="../media/image00.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image" Target="../media/image00.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 Id="rId3" Type="http://schemas.openxmlformats.org/officeDocument/2006/relationships/image" Target="../media/image00.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 Id="rId3" Type="http://schemas.openxmlformats.org/officeDocument/2006/relationships/image" Target="../media/image00.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101" name="Shape 101"/>
        <p:cNvGrpSpPr/>
        <p:nvPr/>
      </p:nvGrpSpPr>
      <p:grpSpPr>
        <a:xfrm>
          <a:off x="0" y="0"/>
          <a:ext cx="0" cy="0"/>
          <a:chOff x="0" y="0"/>
          <a:chExt cx="0" cy="0"/>
        </a:xfrm>
      </p:grpSpPr>
      <p:sp>
        <p:nvSpPr>
          <p:cNvPr id="102" name="Shape 102"/>
          <p:cNvSpPr txBox="1"/>
          <p:nvPr>
            <p:ph type="ctrTitle"/>
          </p:nvPr>
        </p:nvSpPr>
        <p:spPr>
          <a:xfrm>
            <a:off x="107950" y="115886"/>
            <a:ext cx="5688011" cy="1152525"/>
          </a:xfrm>
          <a:prstGeom prst="rect">
            <a:avLst/>
          </a:prstGeom>
          <a:noFill/>
          <a:ln>
            <a:noFill/>
          </a:ln>
        </p:spPr>
        <p:txBody>
          <a:bodyPr anchorCtr="0" anchor="b" bIns="45700" lIns="91425" rIns="91425" tIns="45700">
            <a:noAutofit/>
          </a:bodyPr>
          <a:lstStyle/>
          <a:p>
            <a:pPr indent="0" lvl="0" marL="0" marR="0" rtl="0" algn="l">
              <a:lnSpc>
                <a:spcPct val="90000"/>
              </a:lnSpc>
              <a:spcBef>
                <a:spcPts val="0"/>
              </a:spcBef>
              <a:spcAft>
                <a:spcPts val="0"/>
              </a:spcAft>
              <a:buClr>
                <a:srgbClr val="EC1914"/>
              </a:buClr>
              <a:buSzPct val="25000"/>
              <a:buFont typeface="Tahoma"/>
              <a:buNone/>
            </a:pPr>
            <a:r>
              <a:rPr b="1" i="0" lang="en-US" sz="2800" u="none" cap="none" strike="noStrike">
                <a:solidFill>
                  <a:srgbClr val="EC1914"/>
                </a:solidFill>
                <a:latin typeface="Tahoma"/>
                <a:ea typeface="Tahoma"/>
                <a:cs typeface="Tahoma"/>
                <a:sym typeface="Tahoma"/>
              </a:rPr>
              <a:t>MERCADOS   </a:t>
            </a:r>
            <a:r>
              <a:rPr b="1" i="0" lang="en-US" sz="2800" u="none" cap="none" strike="noStrike">
                <a:solidFill>
                  <a:schemeClr val="dk2"/>
                </a:solidFill>
                <a:latin typeface="Tahoma"/>
                <a:ea typeface="Tahoma"/>
                <a:cs typeface="Tahoma"/>
                <a:sym typeface="Tahoma"/>
              </a:rPr>
              <a:t>IMPERFECTOS</a:t>
            </a:r>
            <a:r>
              <a:rPr b="1" i="0" lang="en-US" sz="5400" u="none" cap="none" strike="noStrike">
                <a:solidFill>
                  <a:schemeClr val="dk2"/>
                </a:solidFill>
                <a:latin typeface="Arial"/>
                <a:ea typeface="Arial"/>
                <a:cs typeface="Arial"/>
                <a:sym typeface="Arial"/>
              </a:rPr>
              <a:t> </a:t>
            </a:r>
            <a:br>
              <a:rPr b="1" i="0" lang="en-US" sz="5400" u="none" cap="none" strike="noStrike">
                <a:solidFill>
                  <a:schemeClr val="dk2"/>
                </a:solidFill>
                <a:latin typeface="Arial"/>
                <a:ea typeface="Arial"/>
                <a:cs typeface="Arial"/>
                <a:sym typeface="Arial"/>
              </a:rPr>
            </a:br>
            <a:r>
              <a:rPr b="1" i="0" lang="en-US" sz="3200" u="none" cap="none" strike="noStrike">
                <a:solidFill>
                  <a:schemeClr val="dk2"/>
                </a:solidFill>
                <a:latin typeface="Arial"/>
                <a:ea typeface="Arial"/>
                <a:cs typeface="Arial"/>
                <a:sym typeface="Arial"/>
              </a:rPr>
              <a:t>Clase N° 10 </a:t>
            </a:r>
          </a:p>
        </p:txBody>
      </p:sp>
      <p:sp>
        <p:nvSpPr>
          <p:cNvPr id="103" name="Shape 103"/>
          <p:cNvSpPr txBox="1"/>
          <p:nvPr>
            <p:ph idx="1" type="subTitle"/>
          </p:nvPr>
        </p:nvSpPr>
        <p:spPr>
          <a:xfrm>
            <a:off x="107950" y="1223962"/>
            <a:ext cx="7129461" cy="5589586"/>
          </a:xfrm>
          <a:prstGeom prst="rect">
            <a:avLst/>
          </a:prstGeom>
          <a:solidFill>
            <a:srgbClr val="FFFF00"/>
          </a:solidFill>
          <a:ln>
            <a:noFill/>
          </a:ln>
        </p:spPr>
        <p:txBody>
          <a:bodyPr anchorCtr="0" anchor="t" bIns="45700" lIns="162000" rIns="91425" tIns="45700">
            <a:noAutofit/>
          </a:bodyPr>
          <a:lstStyle/>
          <a:p>
            <a:pPr indent="0" lvl="0" marL="0" marR="0" rtl="0" algn="l">
              <a:lnSpc>
                <a:spcPct val="110000"/>
              </a:lnSpc>
              <a:spcBef>
                <a:spcPts val="0"/>
              </a:spcBef>
              <a:spcAft>
                <a:spcPts val="0"/>
              </a:spcAft>
              <a:buClr>
                <a:schemeClr val="dk2"/>
              </a:buClr>
              <a:buSzPct val="80000"/>
              <a:buFont typeface="Noto Symbol"/>
              <a:buNone/>
            </a:pPr>
            <a:r>
              <a:t/>
            </a:r>
            <a:endParaRPr b="1" i="1" sz="1000" u="none" cap="none" strike="noStrike">
              <a:solidFill>
                <a:schemeClr val="dk1"/>
              </a:solidFill>
              <a:latin typeface="Tahoma"/>
              <a:ea typeface="Tahoma"/>
              <a:cs typeface="Tahoma"/>
              <a:sym typeface="Tahoma"/>
            </a:endParaRPr>
          </a:p>
          <a:p>
            <a:pPr indent="0" lvl="0" marL="0" marR="0" rtl="0" algn="l">
              <a:lnSpc>
                <a:spcPct val="110000"/>
              </a:lnSpc>
              <a:spcBef>
                <a:spcPts val="100"/>
              </a:spcBef>
              <a:spcAft>
                <a:spcPts val="0"/>
              </a:spcAft>
              <a:buClr>
                <a:schemeClr val="dk2"/>
              </a:buClr>
              <a:buSzPct val="80000"/>
              <a:buFont typeface="Noto Symbol"/>
              <a:buChar char="✓"/>
            </a:pPr>
            <a:r>
              <a:rPr b="1" i="1" lang="en-US" sz="1000" u="none" cap="none" strike="noStrike">
                <a:solidFill>
                  <a:schemeClr val="dk1"/>
                </a:solidFill>
                <a:latin typeface="Tahoma"/>
                <a:ea typeface="Tahoma"/>
                <a:cs typeface="Tahoma"/>
                <a:sym typeface="Tahoma"/>
              </a:rPr>
              <a:t>TEORÍA DE LOS JUEGOS</a:t>
            </a:r>
          </a:p>
          <a:p>
            <a:pPr indent="0" lvl="0" marL="0" marR="0" rtl="0" algn="l">
              <a:lnSpc>
                <a:spcPct val="110000"/>
              </a:lnSpc>
              <a:spcBef>
                <a:spcPts val="100"/>
              </a:spcBef>
              <a:spcAft>
                <a:spcPts val="0"/>
              </a:spcAft>
              <a:buClr>
                <a:schemeClr val="dk2"/>
              </a:buClr>
              <a:buSzPct val="80000"/>
              <a:buFont typeface="Noto Symbol"/>
              <a:buChar char="✓"/>
            </a:pPr>
            <a:r>
              <a:rPr b="1" i="1" lang="en-US" sz="1000" u="none" cap="none" strike="noStrike">
                <a:solidFill>
                  <a:schemeClr val="dk1"/>
                </a:solidFill>
                <a:latin typeface="Tahoma"/>
                <a:ea typeface="Tahoma"/>
                <a:cs typeface="Tahoma"/>
                <a:sym typeface="Tahoma"/>
              </a:rPr>
              <a:t>CONFLICTO Y COOPERACIÓN</a:t>
            </a:r>
          </a:p>
          <a:p>
            <a:pPr indent="0" lvl="0" marL="0" marR="0" rtl="0" algn="l">
              <a:lnSpc>
                <a:spcPct val="110000"/>
              </a:lnSpc>
              <a:spcBef>
                <a:spcPts val="100"/>
              </a:spcBef>
              <a:spcAft>
                <a:spcPts val="0"/>
              </a:spcAft>
              <a:buClr>
                <a:schemeClr val="dk2"/>
              </a:buClr>
              <a:buSzPct val="80000"/>
              <a:buFont typeface="Noto Symbol"/>
              <a:buChar char="✓"/>
            </a:pPr>
            <a:r>
              <a:rPr b="1" i="1" lang="en-US" sz="1000" u="none" cap="none" strike="noStrike">
                <a:solidFill>
                  <a:schemeClr val="dk1"/>
                </a:solidFill>
                <a:latin typeface="Tahoma"/>
                <a:ea typeface="Tahoma"/>
                <a:cs typeface="Tahoma"/>
                <a:sym typeface="Tahoma"/>
              </a:rPr>
              <a:t>JUEGOS Y COOPERACIÓN</a:t>
            </a:r>
          </a:p>
          <a:p>
            <a:pPr indent="0" lvl="0" marL="0" marR="0" rtl="0" algn="l">
              <a:lnSpc>
                <a:spcPct val="110000"/>
              </a:lnSpc>
              <a:spcBef>
                <a:spcPts val="100"/>
              </a:spcBef>
              <a:spcAft>
                <a:spcPts val="0"/>
              </a:spcAft>
              <a:buClr>
                <a:schemeClr val="dk2"/>
              </a:buClr>
              <a:buSzPct val="80000"/>
              <a:buFont typeface="Noto Symbol"/>
              <a:buChar char="✓"/>
            </a:pPr>
            <a:r>
              <a:rPr b="1" i="1" lang="en-US" sz="1000" u="none" cap="none" strike="noStrike">
                <a:solidFill>
                  <a:schemeClr val="dk1"/>
                </a:solidFill>
                <a:latin typeface="Tahoma"/>
                <a:ea typeface="Tahoma"/>
                <a:cs typeface="Tahoma"/>
                <a:sym typeface="Tahoma"/>
              </a:rPr>
              <a:t>SOLUCIONES NO COOPERATIVAS</a:t>
            </a:r>
          </a:p>
          <a:p>
            <a:pPr indent="0" lvl="0" marL="0" marR="0" rtl="0" algn="l">
              <a:lnSpc>
                <a:spcPct val="110000"/>
              </a:lnSpc>
              <a:spcBef>
                <a:spcPts val="100"/>
              </a:spcBef>
              <a:spcAft>
                <a:spcPts val="0"/>
              </a:spcAft>
              <a:buClr>
                <a:schemeClr val="dk2"/>
              </a:buClr>
              <a:buSzPct val="80000"/>
              <a:buFont typeface="Noto Symbol"/>
              <a:buChar char="✓"/>
            </a:pPr>
            <a:r>
              <a:rPr b="1" i="1" lang="en-US" sz="1000" u="none" cap="none" strike="noStrike">
                <a:solidFill>
                  <a:schemeClr val="dk1"/>
                </a:solidFill>
                <a:latin typeface="Tahoma"/>
                <a:ea typeface="Tahoma"/>
                <a:cs typeface="Tahoma"/>
                <a:sym typeface="Tahoma"/>
              </a:rPr>
              <a:t>JUEGO CON INFORMACIÓN COMPLETA</a:t>
            </a:r>
          </a:p>
          <a:p>
            <a:pPr indent="0" lvl="0" marL="0" marR="0" rtl="0" algn="l">
              <a:lnSpc>
                <a:spcPct val="110000"/>
              </a:lnSpc>
              <a:spcBef>
                <a:spcPts val="100"/>
              </a:spcBef>
              <a:spcAft>
                <a:spcPts val="0"/>
              </a:spcAft>
              <a:buClr>
                <a:schemeClr val="dk2"/>
              </a:buClr>
              <a:buSzPct val="80000"/>
              <a:buFont typeface="Noto Symbol"/>
              <a:buChar char="✓"/>
            </a:pPr>
            <a:r>
              <a:rPr b="1" i="1" lang="en-US" sz="1000" u="none" cap="none" strike="noStrike">
                <a:solidFill>
                  <a:schemeClr val="dk1"/>
                </a:solidFill>
                <a:latin typeface="Tahoma"/>
                <a:ea typeface="Tahoma"/>
                <a:cs typeface="Tahoma"/>
                <a:sym typeface="Tahoma"/>
              </a:rPr>
              <a:t>NÚMERO Y ORDEN DE LOS GOLPES</a:t>
            </a:r>
          </a:p>
          <a:p>
            <a:pPr indent="0" lvl="0" marL="0" marR="0" rtl="0" algn="l">
              <a:lnSpc>
                <a:spcPct val="110000"/>
              </a:lnSpc>
              <a:spcBef>
                <a:spcPts val="100"/>
              </a:spcBef>
              <a:spcAft>
                <a:spcPts val="0"/>
              </a:spcAft>
              <a:buClr>
                <a:schemeClr val="dk2"/>
              </a:buClr>
              <a:buSzPct val="80000"/>
              <a:buFont typeface="Noto Symbol"/>
              <a:buChar char="✓"/>
            </a:pPr>
            <a:r>
              <a:rPr b="1" i="1" lang="en-US" sz="1000" u="none" cap="none" strike="noStrike">
                <a:solidFill>
                  <a:schemeClr val="dk1"/>
                </a:solidFill>
                <a:latin typeface="Tahoma"/>
                <a:ea typeface="Tahoma"/>
                <a:cs typeface="Tahoma"/>
                <a:sym typeface="Tahoma"/>
              </a:rPr>
              <a:t>ACCIONES Y ESTRATEGIAS</a:t>
            </a:r>
          </a:p>
          <a:p>
            <a:pPr indent="0" lvl="0" marL="0" marR="0" rtl="0" algn="l">
              <a:lnSpc>
                <a:spcPct val="110000"/>
              </a:lnSpc>
              <a:spcBef>
                <a:spcPts val="100"/>
              </a:spcBef>
              <a:spcAft>
                <a:spcPts val="0"/>
              </a:spcAft>
              <a:buClr>
                <a:schemeClr val="dk2"/>
              </a:buClr>
              <a:buSzPct val="80000"/>
              <a:buFont typeface="Noto Symbol"/>
              <a:buChar char="✓"/>
            </a:pPr>
            <a:r>
              <a:rPr b="1" i="1" lang="en-US" sz="1000" u="none" cap="none" strike="noStrike">
                <a:solidFill>
                  <a:schemeClr val="dk1"/>
                </a:solidFill>
                <a:latin typeface="Tahoma"/>
                <a:ea typeface="Tahoma"/>
                <a:cs typeface="Tahoma"/>
                <a:sym typeface="Tahoma"/>
              </a:rPr>
              <a:t>SUN TZU (496-544 adC)</a:t>
            </a:r>
          </a:p>
          <a:p>
            <a:pPr indent="0" lvl="0" marL="0" marR="0" rtl="0" algn="l">
              <a:lnSpc>
                <a:spcPct val="110000"/>
              </a:lnSpc>
              <a:spcBef>
                <a:spcPts val="100"/>
              </a:spcBef>
              <a:spcAft>
                <a:spcPts val="0"/>
              </a:spcAft>
              <a:buClr>
                <a:schemeClr val="dk2"/>
              </a:buClr>
              <a:buSzPct val="80000"/>
              <a:buFont typeface="Noto Symbol"/>
              <a:buChar char="✓"/>
            </a:pPr>
            <a:r>
              <a:rPr b="1" i="1" lang="en-US" sz="1000" u="none" cap="none" strike="noStrike">
                <a:solidFill>
                  <a:schemeClr val="dk1"/>
                </a:solidFill>
                <a:latin typeface="Tahoma"/>
                <a:ea typeface="Tahoma"/>
                <a:cs typeface="Tahoma"/>
                <a:sym typeface="Tahoma"/>
              </a:rPr>
              <a:t>EQUILIBRIO NASH – ESTRATEGIA DOMINANTE</a:t>
            </a:r>
          </a:p>
          <a:p>
            <a:pPr indent="0" lvl="0" marL="0" marR="0" rtl="0" algn="l">
              <a:lnSpc>
                <a:spcPct val="110000"/>
              </a:lnSpc>
              <a:spcBef>
                <a:spcPts val="100"/>
              </a:spcBef>
              <a:spcAft>
                <a:spcPts val="0"/>
              </a:spcAft>
              <a:buClr>
                <a:schemeClr val="dk2"/>
              </a:buClr>
              <a:buSzPct val="80000"/>
              <a:buFont typeface="Noto Symbol"/>
              <a:buChar char="✓"/>
            </a:pPr>
            <a:r>
              <a:rPr b="1" i="1" lang="en-US" sz="1000" u="none" cap="none" strike="noStrike">
                <a:solidFill>
                  <a:schemeClr val="dk1"/>
                </a:solidFill>
                <a:latin typeface="Tahoma"/>
                <a:ea typeface="Tahoma"/>
                <a:cs typeface="Tahoma"/>
                <a:sym typeface="Tahoma"/>
              </a:rPr>
              <a:t>DILEMA DEL PRISONERO – ESTRATEGIA DOMINANTE: CONFESAR</a:t>
            </a:r>
          </a:p>
          <a:p>
            <a:pPr indent="0" lvl="0" marL="0" marR="0" rtl="0" algn="l">
              <a:lnSpc>
                <a:spcPct val="110000"/>
              </a:lnSpc>
              <a:spcBef>
                <a:spcPts val="100"/>
              </a:spcBef>
              <a:spcAft>
                <a:spcPts val="0"/>
              </a:spcAft>
              <a:buClr>
                <a:schemeClr val="dk2"/>
              </a:buClr>
              <a:buSzPct val="80000"/>
              <a:buFont typeface="Noto Symbol"/>
              <a:buChar char="✓"/>
            </a:pPr>
            <a:r>
              <a:rPr b="1" i="1" lang="en-US" sz="1000" u="none" cap="none" strike="noStrike">
                <a:solidFill>
                  <a:schemeClr val="dk1"/>
                </a:solidFill>
                <a:latin typeface="Tahoma"/>
                <a:ea typeface="Tahoma"/>
                <a:cs typeface="Tahoma"/>
                <a:sym typeface="Tahoma"/>
              </a:rPr>
              <a:t>DUOPOLIO Y OLIGOPOLIO</a:t>
            </a:r>
          </a:p>
          <a:p>
            <a:pPr indent="0" lvl="0" marL="0" marR="0" rtl="0" algn="l">
              <a:lnSpc>
                <a:spcPct val="110000"/>
              </a:lnSpc>
              <a:spcBef>
                <a:spcPts val="100"/>
              </a:spcBef>
              <a:spcAft>
                <a:spcPts val="0"/>
              </a:spcAft>
              <a:buClr>
                <a:schemeClr val="dk2"/>
              </a:buClr>
              <a:buSzPct val="80000"/>
              <a:buFont typeface="Noto Symbol"/>
              <a:buChar char="✓"/>
            </a:pPr>
            <a:r>
              <a:rPr b="1" i="1" lang="en-US" sz="1000" u="none" cap="none" strike="noStrike">
                <a:solidFill>
                  <a:schemeClr val="dk1"/>
                </a:solidFill>
                <a:latin typeface="Tahoma"/>
                <a:ea typeface="Tahoma"/>
                <a:cs typeface="Tahoma"/>
                <a:sym typeface="Tahoma"/>
              </a:rPr>
              <a:t>CARACTERÍSTICAS PRINCIPALES</a:t>
            </a:r>
          </a:p>
          <a:p>
            <a:pPr indent="0" lvl="0" marL="0" marR="0" rtl="0" algn="l">
              <a:lnSpc>
                <a:spcPct val="110000"/>
              </a:lnSpc>
              <a:spcBef>
                <a:spcPts val="100"/>
              </a:spcBef>
              <a:spcAft>
                <a:spcPts val="0"/>
              </a:spcAft>
              <a:buClr>
                <a:schemeClr val="dk2"/>
              </a:buClr>
              <a:buSzPct val="80000"/>
              <a:buFont typeface="Noto Symbol"/>
              <a:buChar char="✓"/>
            </a:pPr>
            <a:r>
              <a:rPr b="1" i="1" lang="en-US" sz="1000" u="none" cap="none" strike="noStrike">
                <a:solidFill>
                  <a:schemeClr val="dk1"/>
                </a:solidFill>
                <a:latin typeface="Tahoma"/>
                <a:ea typeface="Tahoma"/>
                <a:cs typeface="Tahoma"/>
                <a:sym typeface="Tahoma"/>
              </a:rPr>
              <a:t>OLIGOPOLIO – LIDERAZGO DE LA EMPRESA DE MENOR COSTO</a:t>
            </a:r>
          </a:p>
          <a:p>
            <a:pPr indent="0" lvl="0" marL="0" marR="0" rtl="0" algn="l">
              <a:lnSpc>
                <a:spcPct val="110000"/>
              </a:lnSpc>
              <a:spcBef>
                <a:spcPts val="100"/>
              </a:spcBef>
              <a:spcAft>
                <a:spcPts val="0"/>
              </a:spcAft>
              <a:buClr>
                <a:schemeClr val="dk2"/>
              </a:buClr>
              <a:buSzPct val="80000"/>
              <a:buFont typeface="Noto Symbol"/>
              <a:buChar char="✓"/>
            </a:pPr>
            <a:r>
              <a:rPr b="1" i="1" lang="en-US" sz="1000" u="none" cap="none" strike="noStrike">
                <a:solidFill>
                  <a:schemeClr val="dk1"/>
                </a:solidFill>
                <a:latin typeface="Tahoma"/>
                <a:ea typeface="Tahoma"/>
                <a:cs typeface="Tahoma"/>
                <a:sym typeface="Tahoma"/>
              </a:rPr>
              <a:t>OLIGOPOLIO – CON EMPRESA DOMINANTECOMPETENCIA MONOPOLÍSTICA</a:t>
            </a:r>
          </a:p>
          <a:p>
            <a:pPr indent="0" lvl="0" marL="0" marR="0" rtl="0" algn="l">
              <a:lnSpc>
                <a:spcPct val="110000"/>
              </a:lnSpc>
              <a:spcBef>
                <a:spcPts val="100"/>
              </a:spcBef>
              <a:spcAft>
                <a:spcPts val="0"/>
              </a:spcAft>
              <a:buClr>
                <a:schemeClr val="dk2"/>
              </a:buClr>
              <a:buSzPct val="80000"/>
              <a:buFont typeface="Noto Symbol"/>
              <a:buChar char="✓"/>
            </a:pPr>
            <a:r>
              <a:rPr b="1" i="1" lang="en-US" sz="1000" u="none" cap="none" strike="noStrike">
                <a:solidFill>
                  <a:schemeClr val="dk1"/>
                </a:solidFill>
                <a:latin typeface="Tahoma"/>
                <a:ea typeface="Tahoma"/>
                <a:cs typeface="Tahoma"/>
                <a:sym typeface="Tahoma"/>
              </a:rPr>
              <a:t>CARACTERÍSTICAS PRINCIPALES</a:t>
            </a:r>
          </a:p>
          <a:p>
            <a:pPr indent="0" lvl="0" marL="0" marR="0" rtl="0" algn="l">
              <a:lnSpc>
                <a:spcPct val="110000"/>
              </a:lnSpc>
              <a:spcBef>
                <a:spcPts val="100"/>
              </a:spcBef>
              <a:spcAft>
                <a:spcPts val="0"/>
              </a:spcAft>
              <a:buClr>
                <a:schemeClr val="dk2"/>
              </a:buClr>
              <a:buSzPct val="80000"/>
              <a:buFont typeface="Noto Symbol"/>
              <a:buChar char="✓"/>
            </a:pPr>
            <a:r>
              <a:rPr b="1" i="1" lang="en-US" sz="1000" u="none" cap="none" strike="noStrike">
                <a:solidFill>
                  <a:schemeClr val="dk1"/>
                </a:solidFill>
                <a:latin typeface="Tahoma"/>
                <a:ea typeface="Tahoma"/>
                <a:cs typeface="Tahoma"/>
                <a:sym typeface="Tahoma"/>
              </a:rPr>
              <a:t>COMPARACIÓN CON COMPETENCIA PERFECTA</a:t>
            </a:r>
          </a:p>
          <a:p>
            <a:pPr indent="0" lvl="0" marL="0" marR="0" rtl="0" algn="l">
              <a:lnSpc>
                <a:spcPct val="110000"/>
              </a:lnSpc>
              <a:spcBef>
                <a:spcPts val="100"/>
              </a:spcBef>
              <a:spcAft>
                <a:spcPts val="0"/>
              </a:spcAft>
              <a:buClr>
                <a:schemeClr val="dk2"/>
              </a:buClr>
              <a:buSzPct val="80000"/>
              <a:buFont typeface="Noto Symbol"/>
              <a:buChar char="✓"/>
            </a:pPr>
            <a:r>
              <a:rPr b="1" i="1" lang="en-US" sz="1000" u="none" cap="none" strike="noStrike">
                <a:solidFill>
                  <a:schemeClr val="dk1"/>
                </a:solidFill>
                <a:latin typeface="Tahoma"/>
                <a:ea typeface="Tahoma"/>
                <a:cs typeface="Tahoma"/>
                <a:sym typeface="Tahoma"/>
              </a:rPr>
              <a:t>INDUSTRIA VERSUS GRUPO DE PRODUCTOS</a:t>
            </a:r>
          </a:p>
          <a:p>
            <a:pPr indent="0" lvl="0" marL="0" marR="0" rtl="0" algn="l">
              <a:lnSpc>
                <a:spcPct val="110000"/>
              </a:lnSpc>
              <a:spcBef>
                <a:spcPts val="100"/>
              </a:spcBef>
              <a:spcAft>
                <a:spcPts val="0"/>
              </a:spcAft>
              <a:buClr>
                <a:schemeClr val="dk2"/>
              </a:buClr>
              <a:buSzPct val="80000"/>
              <a:buFont typeface="Noto Symbol"/>
              <a:buChar char="✓"/>
            </a:pPr>
            <a:r>
              <a:rPr b="1" i="1" lang="en-US" sz="1000" u="none" cap="none" strike="noStrike">
                <a:solidFill>
                  <a:schemeClr val="dk1"/>
                </a:solidFill>
                <a:latin typeface="Tahoma"/>
                <a:ea typeface="Tahoma"/>
                <a:cs typeface="Tahoma"/>
                <a:sym typeface="Tahoma"/>
              </a:rPr>
              <a:t>ANALISIS DE BENEFICIO DEL PRODUCTOR EN EL CORTO PLAZO</a:t>
            </a:r>
          </a:p>
          <a:p>
            <a:pPr indent="0" lvl="0" marL="0" marR="0" rtl="0" algn="l">
              <a:lnSpc>
                <a:spcPct val="110000"/>
              </a:lnSpc>
              <a:spcBef>
                <a:spcPts val="100"/>
              </a:spcBef>
              <a:spcAft>
                <a:spcPts val="0"/>
              </a:spcAft>
              <a:buClr>
                <a:schemeClr val="dk2"/>
              </a:buClr>
              <a:buSzPct val="80000"/>
              <a:buFont typeface="Noto Symbol"/>
              <a:buChar char="✓"/>
            </a:pPr>
            <a:r>
              <a:rPr b="1" i="1" lang="en-US" sz="1000" u="none" cap="none" strike="noStrike">
                <a:solidFill>
                  <a:schemeClr val="dk1"/>
                </a:solidFill>
                <a:latin typeface="Tahoma"/>
                <a:ea typeface="Tahoma"/>
                <a:cs typeface="Tahoma"/>
                <a:sym typeface="Tahoma"/>
              </a:rPr>
              <a:t>ANALISIS DE BENEFICIO DEL PRODUCTOR EN EL LARGO PLAZO</a:t>
            </a:r>
          </a:p>
          <a:p>
            <a:pPr indent="0" lvl="0" marL="0" marR="0" rtl="0" algn="l">
              <a:lnSpc>
                <a:spcPct val="110000"/>
              </a:lnSpc>
              <a:spcBef>
                <a:spcPts val="100"/>
              </a:spcBef>
              <a:spcAft>
                <a:spcPts val="0"/>
              </a:spcAft>
              <a:buClr>
                <a:schemeClr val="dk2"/>
              </a:buClr>
              <a:buSzPct val="80000"/>
              <a:buFont typeface="Noto Symbol"/>
              <a:buChar char="✓"/>
            </a:pPr>
            <a:r>
              <a:rPr b="1" i="1" lang="en-US" sz="1000" u="none" cap="none" strike="noStrike">
                <a:solidFill>
                  <a:schemeClr val="dk1"/>
                </a:solidFill>
                <a:latin typeface="Tahoma"/>
                <a:ea typeface="Tahoma"/>
                <a:cs typeface="Tahoma"/>
                <a:sym typeface="Tahoma"/>
              </a:rPr>
              <a:t>GRUPOS DE EMPRESAS</a:t>
            </a:r>
          </a:p>
          <a:p>
            <a:pPr indent="0" lvl="0" marL="0" marR="0" rtl="0" algn="l">
              <a:lnSpc>
                <a:spcPct val="110000"/>
              </a:lnSpc>
              <a:spcBef>
                <a:spcPts val="100"/>
              </a:spcBef>
              <a:spcAft>
                <a:spcPts val="0"/>
              </a:spcAft>
              <a:buClr>
                <a:schemeClr val="dk2"/>
              </a:buClr>
              <a:buSzPct val="80000"/>
              <a:buFont typeface="Noto Symbol"/>
              <a:buChar char="✓"/>
            </a:pPr>
            <a:r>
              <a:rPr b="1" i="1" lang="en-US" sz="1000" u="none" cap="none" strike="noStrike">
                <a:solidFill>
                  <a:schemeClr val="dk1"/>
                </a:solidFill>
                <a:latin typeface="Tahoma"/>
                <a:ea typeface="Tahoma"/>
                <a:cs typeface="Tahoma"/>
                <a:sym typeface="Tahoma"/>
              </a:rPr>
              <a:t>MOTIVOS PARA SU FORMACIÓN</a:t>
            </a:r>
          </a:p>
          <a:p>
            <a:pPr indent="0" lvl="0" marL="0" marR="0" rtl="0" algn="l">
              <a:lnSpc>
                <a:spcPct val="110000"/>
              </a:lnSpc>
              <a:spcBef>
                <a:spcPts val="100"/>
              </a:spcBef>
              <a:spcAft>
                <a:spcPts val="0"/>
              </a:spcAft>
              <a:buClr>
                <a:schemeClr val="dk2"/>
              </a:buClr>
              <a:buSzPct val="80000"/>
              <a:buFont typeface="Noto Symbol"/>
              <a:buChar char="✓"/>
            </a:pPr>
            <a:r>
              <a:rPr b="1" i="1" lang="en-US" sz="1000" u="none" cap="none" strike="noStrike">
                <a:solidFill>
                  <a:schemeClr val="dk1"/>
                </a:solidFill>
                <a:latin typeface="Tahoma"/>
                <a:ea typeface="Tahoma"/>
                <a:cs typeface="Tahoma"/>
                <a:sym typeface="Tahoma"/>
              </a:rPr>
              <a:t>INTEGRACIÓN HORIZONTAL</a:t>
            </a:r>
          </a:p>
          <a:p>
            <a:pPr indent="0" lvl="0" marL="0" marR="0" rtl="0" algn="l">
              <a:lnSpc>
                <a:spcPct val="110000"/>
              </a:lnSpc>
              <a:spcBef>
                <a:spcPts val="100"/>
              </a:spcBef>
              <a:spcAft>
                <a:spcPts val="0"/>
              </a:spcAft>
              <a:buClr>
                <a:schemeClr val="dk2"/>
              </a:buClr>
              <a:buSzPct val="80000"/>
              <a:buFont typeface="Noto Symbol"/>
              <a:buChar char="✓"/>
            </a:pPr>
            <a:r>
              <a:rPr b="1" i="1" lang="en-US" sz="1000" u="none" cap="none" strike="noStrike">
                <a:solidFill>
                  <a:schemeClr val="dk1"/>
                </a:solidFill>
                <a:latin typeface="Tahoma"/>
                <a:ea typeface="Tahoma"/>
                <a:cs typeface="Tahoma"/>
                <a:sym typeface="Tahoma"/>
              </a:rPr>
              <a:t>INTEGRACIÓN VERTICAL</a:t>
            </a:r>
          </a:p>
          <a:p>
            <a:pPr indent="0" lvl="0" marL="0" marR="0" rtl="0" algn="l">
              <a:lnSpc>
                <a:spcPct val="110000"/>
              </a:lnSpc>
              <a:spcBef>
                <a:spcPts val="100"/>
              </a:spcBef>
              <a:spcAft>
                <a:spcPts val="0"/>
              </a:spcAft>
              <a:buClr>
                <a:schemeClr val="dk2"/>
              </a:buClr>
              <a:buSzPct val="80000"/>
              <a:buFont typeface="Noto Symbol"/>
              <a:buChar char="✓"/>
            </a:pPr>
            <a:r>
              <a:rPr b="1" i="1" lang="en-US" sz="1000" u="none" cap="none" strike="noStrike">
                <a:solidFill>
                  <a:schemeClr val="dk1"/>
                </a:solidFill>
                <a:latin typeface="Tahoma"/>
                <a:ea typeface="Tahoma"/>
                <a:cs typeface="Tahoma"/>
                <a:sym typeface="Tahoma"/>
              </a:rPr>
              <a:t>CÁMARAS Y FEDERACIONES</a:t>
            </a:r>
          </a:p>
          <a:p>
            <a:pPr indent="0" lvl="0" marL="0" marR="0" rtl="0" algn="l">
              <a:lnSpc>
                <a:spcPct val="110000"/>
              </a:lnSpc>
              <a:spcBef>
                <a:spcPts val="100"/>
              </a:spcBef>
              <a:spcAft>
                <a:spcPts val="0"/>
              </a:spcAft>
              <a:buClr>
                <a:schemeClr val="dk2"/>
              </a:buClr>
              <a:buSzPct val="80000"/>
              <a:buFont typeface="Noto Symbol"/>
              <a:buChar char="✓"/>
            </a:pPr>
            <a:r>
              <a:rPr b="1" i="1" lang="en-US" sz="1000" u="none" cap="none" strike="noStrike">
                <a:solidFill>
                  <a:schemeClr val="dk1"/>
                </a:solidFill>
                <a:latin typeface="Tahoma"/>
                <a:ea typeface="Tahoma"/>
                <a:cs typeface="Tahoma"/>
                <a:sym typeface="Tahoma"/>
              </a:rPr>
              <a:t>SERVICIOS HABITUALES DE LAS CÁMARAS Y FEDERACIONES</a:t>
            </a:r>
          </a:p>
          <a:p>
            <a:pPr indent="0" lvl="0" marL="0" marR="0" rtl="0" algn="l">
              <a:lnSpc>
                <a:spcPct val="110000"/>
              </a:lnSpc>
              <a:spcBef>
                <a:spcPts val="100"/>
              </a:spcBef>
              <a:spcAft>
                <a:spcPts val="0"/>
              </a:spcAft>
              <a:buClr>
                <a:schemeClr val="dk2"/>
              </a:buClr>
              <a:buSzPct val="80000"/>
              <a:buFont typeface="Noto Symbol"/>
              <a:buChar char="✓"/>
            </a:pPr>
            <a:r>
              <a:rPr b="1" i="1" lang="en-US" sz="1000" u="none" cap="none" strike="noStrike">
                <a:solidFill>
                  <a:schemeClr val="dk1"/>
                </a:solidFill>
                <a:latin typeface="Tahoma"/>
                <a:ea typeface="Tahoma"/>
                <a:cs typeface="Tahoma"/>
                <a:sym typeface="Tahoma"/>
              </a:rPr>
              <a:t>CARTEL – CORNER – POOL - POOL DE SIEMBRA EN LA ARGENTINA- HOLDING  - TRUST - FIDEICOMISO</a:t>
            </a:r>
          </a:p>
          <a:p>
            <a:pPr indent="0" lvl="0" marL="0" marR="0" rtl="0" algn="l">
              <a:lnSpc>
                <a:spcPct val="110000"/>
              </a:lnSpc>
              <a:spcBef>
                <a:spcPts val="100"/>
              </a:spcBef>
              <a:spcAft>
                <a:spcPts val="0"/>
              </a:spcAft>
              <a:buClr>
                <a:schemeClr val="dk2"/>
              </a:buClr>
              <a:buSzPct val="80000"/>
              <a:buFont typeface="Noto Symbol"/>
              <a:buChar char="✓"/>
            </a:pPr>
            <a:r>
              <a:rPr b="1" i="1" lang="en-US" sz="1000" u="none" cap="none" strike="noStrike">
                <a:solidFill>
                  <a:schemeClr val="dk1"/>
                </a:solidFill>
                <a:latin typeface="Tahoma"/>
                <a:ea typeface="Tahoma"/>
                <a:cs typeface="Tahoma"/>
                <a:sym typeface="Tahoma"/>
              </a:rPr>
              <a:t>PARTES INTERVINIENTES EN EL FIDEICOMISO</a:t>
            </a:r>
          </a:p>
          <a:p>
            <a:pPr indent="-342900" lvl="0" marL="342900" marR="0" rtl="0" algn="l">
              <a:lnSpc>
                <a:spcPct val="100000"/>
              </a:lnSpc>
              <a:spcBef>
                <a:spcPts val="200"/>
              </a:spcBef>
              <a:spcAft>
                <a:spcPts val="0"/>
              </a:spcAft>
              <a:buClr>
                <a:schemeClr val="dk2"/>
              </a:buClr>
              <a:buSzPct val="70000"/>
              <a:buFont typeface="Noto Symbol"/>
              <a:buNone/>
            </a:pPr>
            <a:r>
              <a:t/>
            </a:r>
            <a:endParaRPr b="1" i="1" sz="1000" u="none" cap="none" strike="noStrike">
              <a:solidFill>
                <a:schemeClr val="dk1"/>
              </a:solidFill>
              <a:latin typeface="Tahoma"/>
              <a:ea typeface="Tahoma"/>
              <a:cs typeface="Tahoma"/>
              <a:sym typeface="Tahoma"/>
            </a:endParaRPr>
          </a:p>
        </p:txBody>
      </p:sp>
      <p:pic>
        <p:nvPicPr>
          <p:cNvPr id="104" name="Shape 104"/>
          <p:cNvPicPr preferRelativeResize="0"/>
          <p:nvPr/>
        </p:nvPicPr>
        <p:blipFill rotWithShape="1">
          <a:blip r:embed="rId3">
            <a:alphaModFix/>
          </a:blip>
          <a:srcRect b="0" l="0" r="0" t="0"/>
          <a:stretch/>
        </p:blipFill>
        <p:spPr>
          <a:xfrm>
            <a:off x="5940425" y="260350"/>
            <a:ext cx="3013074" cy="608011"/>
          </a:xfrm>
          <a:prstGeom prst="rect">
            <a:avLst/>
          </a:prstGeom>
          <a:noFill/>
          <a:ln>
            <a:noFill/>
          </a:ln>
        </p:spPr>
      </p:pic>
      <p:sp>
        <p:nvSpPr>
          <p:cNvPr id="105" name="Shape 105"/>
          <p:cNvSpPr txBox="1"/>
          <p:nvPr/>
        </p:nvSpPr>
        <p:spPr>
          <a:xfrm>
            <a:off x="7380286" y="1289050"/>
            <a:ext cx="1763711" cy="915986"/>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1" i="0" lang="en-US" sz="1800" u="none" cap="none" strike="noStrike">
                <a:solidFill>
                  <a:schemeClr val="dk1"/>
                </a:solidFill>
                <a:latin typeface="Arial"/>
                <a:ea typeface="Arial"/>
                <a:cs typeface="Arial"/>
                <a:sym typeface="Arial"/>
              </a:rPr>
              <a:t>TEMARIO </a:t>
            </a:r>
          </a:p>
          <a:p>
            <a:pPr indent="0" lvl="0" marL="0" marR="0" rtl="0" algn="l">
              <a:lnSpc>
                <a:spcPct val="100000"/>
              </a:lnSpc>
              <a:spcBef>
                <a:spcPts val="0"/>
              </a:spcBef>
              <a:spcAft>
                <a:spcPts val="0"/>
              </a:spcAft>
              <a:buClr>
                <a:schemeClr val="dk1"/>
              </a:buClr>
              <a:buSzPct val="25000"/>
              <a:buFont typeface="Arial"/>
              <a:buNone/>
            </a:pPr>
            <a:r>
              <a:rPr b="1" i="0" lang="en-US" sz="1800" u="none" cap="none" strike="noStrike">
                <a:solidFill>
                  <a:schemeClr val="dk1"/>
                </a:solidFill>
                <a:latin typeface="Arial"/>
                <a:ea typeface="Arial"/>
                <a:cs typeface="Arial"/>
                <a:sym typeface="Arial"/>
              </a:rPr>
              <a:t>3° CLASE</a:t>
            </a:r>
          </a:p>
          <a:p>
            <a:pPr indent="0" lvl="0" marL="0" marR="0" rtl="0" algn="l">
              <a:lnSpc>
                <a:spcPct val="100000"/>
              </a:lnSpc>
              <a:spcBef>
                <a:spcPts val="0"/>
              </a:spcBef>
              <a:spcAft>
                <a:spcPts val="0"/>
              </a:spcAft>
              <a:buClr>
                <a:schemeClr val="dk1"/>
              </a:buClr>
              <a:buSzPct val="25000"/>
              <a:buFont typeface="Arial"/>
              <a:buNone/>
            </a:pPr>
            <a:r>
              <a:rPr b="1" i="0" lang="en-US" sz="1800" u="none" cap="none" strike="noStrike">
                <a:solidFill>
                  <a:schemeClr val="dk1"/>
                </a:solidFill>
                <a:latin typeface="Arial"/>
                <a:ea typeface="Arial"/>
                <a:cs typeface="Arial"/>
                <a:sym typeface="Arial"/>
              </a:rPr>
              <a:t>UNIDAD N° 3</a:t>
            </a:r>
          </a:p>
        </p:txBody>
      </p:sp>
    </p:spTree>
  </p:cSld>
  <p:clrMapOvr>
    <a:masterClrMapping/>
  </p:clrMapOvr>
  <p:transition spd="slow">
    <p:cut/>
  </p:transition>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109" name="Shape 109"/>
        <p:cNvGrpSpPr/>
        <p:nvPr/>
      </p:nvGrpSpPr>
      <p:grpSpPr>
        <a:xfrm>
          <a:off x="0" y="0"/>
          <a:ext cx="0" cy="0"/>
          <a:chOff x="0" y="0"/>
          <a:chExt cx="0" cy="0"/>
        </a:xfrm>
      </p:grpSpPr>
      <p:sp>
        <p:nvSpPr>
          <p:cNvPr id="110" name="Shape 110"/>
          <p:cNvSpPr txBox="1"/>
          <p:nvPr>
            <p:ph idx="4294967295" type="title"/>
          </p:nvPr>
        </p:nvSpPr>
        <p:spPr>
          <a:xfrm>
            <a:off x="179386" y="188911"/>
            <a:ext cx="3933825" cy="1295400"/>
          </a:xfrm>
          <a:prstGeom prst="rect">
            <a:avLst/>
          </a:prstGeom>
          <a:noFill/>
          <a:ln>
            <a:noFill/>
          </a:ln>
        </p:spPr>
        <p:txBody>
          <a:bodyPr anchorCtr="0" anchor="b" bIns="45700" lIns="91425" rIns="91425" tIns="45700">
            <a:noAutofit/>
          </a:bodyPr>
          <a:lstStyle/>
          <a:p>
            <a:pPr indent="0" lvl="0" marL="0" marR="0" rtl="0" algn="ctr">
              <a:lnSpc>
                <a:spcPct val="100000"/>
              </a:lnSpc>
              <a:spcBef>
                <a:spcPts val="0"/>
              </a:spcBef>
              <a:spcAft>
                <a:spcPts val="0"/>
              </a:spcAft>
              <a:buClr>
                <a:srgbClr val="EC1914"/>
              </a:buClr>
              <a:buSzPct val="25000"/>
              <a:buFont typeface="Arial"/>
              <a:buNone/>
            </a:pPr>
            <a:r>
              <a:rPr b="1" i="0" lang="en-US" sz="3500" u="none" cap="none" strike="noStrike">
                <a:solidFill>
                  <a:srgbClr val="EC1914"/>
                </a:solidFill>
                <a:latin typeface="Arial"/>
                <a:ea typeface="Arial"/>
                <a:cs typeface="Arial"/>
                <a:sym typeface="Arial"/>
              </a:rPr>
              <a:t>TEORÍA </a:t>
            </a:r>
            <a:br>
              <a:rPr b="1" i="0" lang="en-US" sz="3500" u="none" cap="none" strike="noStrike">
                <a:solidFill>
                  <a:srgbClr val="EC1914"/>
                </a:solidFill>
                <a:latin typeface="Arial"/>
                <a:ea typeface="Arial"/>
                <a:cs typeface="Arial"/>
                <a:sym typeface="Arial"/>
              </a:rPr>
            </a:br>
            <a:r>
              <a:rPr b="1" i="0" lang="en-US" sz="3500" u="none" cap="none" strike="noStrike">
                <a:solidFill>
                  <a:srgbClr val="EC1914"/>
                </a:solidFill>
                <a:latin typeface="Arial"/>
                <a:ea typeface="Arial"/>
                <a:cs typeface="Arial"/>
                <a:sym typeface="Arial"/>
              </a:rPr>
              <a:t>DE LOS JUEGOS</a:t>
            </a:r>
          </a:p>
        </p:txBody>
      </p:sp>
      <p:sp>
        <p:nvSpPr>
          <p:cNvPr id="111" name="Shape 111"/>
          <p:cNvSpPr txBox="1"/>
          <p:nvPr>
            <p:ph idx="4294967295" type="body"/>
          </p:nvPr>
        </p:nvSpPr>
        <p:spPr>
          <a:xfrm>
            <a:off x="0" y="1719261"/>
            <a:ext cx="9144000" cy="5138736"/>
          </a:xfrm>
          <a:prstGeom prst="rect">
            <a:avLst/>
          </a:prstGeom>
          <a:noFill/>
          <a:ln>
            <a:noFill/>
          </a:ln>
        </p:spPr>
        <p:txBody>
          <a:bodyPr anchorCtr="0" anchor="t" bIns="45700" lIns="91425" rIns="91425" tIns="45700">
            <a:noAutofit/>
          </a:bodyPr>
          <a:lstStyle/>
          <a:p>
            <a:pPr indent="-342900" lvl="0" marL="342900" marR="0" rtl="0" algn="l">
              <a:lnSpc>
                <a:spcPct val="135000"/>
              </a:lnSpc>
              <a:spcBef>
                <a:spcPts val="0"/>
              </a:spcBef>
              <a:spcAft>
                <a:spcPts val="0"/>
              </a:spcAft>
              <a:buClr>
                <a:schemeClr val="dk2"/>
              </a:buClr>
              <a:buSzPct val="25000"/>
              <a:buFont typeface="Noto Symbol"/>
              <a:buNone/>
            </a:pPr>
            <a:r>
              <a:t/>
            </a:r>
            <a:endParaRPr b="0" i="0" sz="2000" u="none" cap="none" strike="noStrike">
              <a:solidFill>
                <a:schemeClr val="dk1"/>
              </a:solidFill>
              <a:latin typeface="Arial"/>
              <a:ea typeface="Arial"/>
              <a:cs typeface="Arial"/>
              <a:sym typeface="Arial"/>
            </a:endParaRPr>
          </a:p>
          <a:p>
            <a:pPr indent="-342900" lvl="0" marL="342900" marR="0" rtl="0" algn="l">
              <a:lnSpc>
                <a:spcPct val="135000"/>
              </a:lnSpc>
              <a:spcBef>
                <a:spcPts val="400"/>
              </a:spcBef>
              <a:spcAft>
                <a:spcPts val="0"/>
              </a:spcAft>
              <a:buClr>
                <a:schemeClr val="dk2"/>
              </a:buClr>
              <a:buSzPct val="25000"/>
              <a:buFont typeface="Noto Symbol"/>
              <a:buNone/>
            </a:pPr>
            <a:r>
              <a:rPr b="0" i="0" lang="en-US" sz="2000" u="none" cap="none" strike="noStrike">
                <a:solidFill>
                  <a:schemeClr val="dk1"/>
                </a:solidFill>
                <a:latin typeface="Arial"/>
                <a:ea typeface="Arial"/>
                <a:cs typeface="Arial"/>
                <a:sym typeface="Arial"/>
              </a:rPr>
              <a:t>Existe una situación de juego cuando:</a:t>
            </a:r>
          </a:p>
          <a:p>
            <a:pPr indent="-342900" lvl="0" marL="342900" marR="0" rtl="0" algn="ctr">
              <a:lnSpc>
                <a:spcPct val="135000"/>
              </a:lnSpc>
              <a:spcBef>
                <a:spcPts val="400"/>
              </a:spcBef>
              <a:spcAft>
                <a:spcPts val="0"/>
              </a:spcAft>
              <a:buClr>
                <a:schemeClr val="dk2"/>
              </a:buClr>
              <a:buSzPct val="25000"/>
              <a:buFont typeface="Noto Symbol"/>
              <a:buNone/>
            </a:pPr>
            <a:r>
              <a:rPr b="0" i="0" lang="en-US" sz="2000" u="none" cap="none" strike="noStrike">
                <a:solidFill>
                  <a:schemeClr val="dk1"/>
                </a:solidFill>
                <a:latin typeface="Arial"/>
                <a:ea typeface="Arial"/>
                <a:cs typeface="Arial"/>
                <a:sym typeface="Arial"/>
              </a:rPr>
              <a:t> </a:t>
            </a:r>
            <a:r>
              <a:rPr b="1" i="0" lang="en-US" sz="2000" u="none" cap="none" strike="noStrike">
                <a:solidFill>
                  <a:srgbClr val="EC1914"/>
                </a:solidFill>
                <a:latin typeface="Arial"/>
                <a:ea typeface="Arial"/>
                <a:cs typeface="Arial"/>
                <a:sym typeface="Arial"/>
              </a:rPr>
              <a:t>Dos o más individuos buscan relacionarse </a:t>
            </a:r>
          </a:p>
          <a:p>
            <a:pPr indent="-342900" lvl="0" marL="342900" marR="0" rtl="0" algn="l">
              <a:lnSpc>
                <a:spcPct val="135000"/>
              </a:lnSpc>
              <a:spcBef>
                <a:spcPts val="400"/>
              </a:spcBef>
              <a:spcAft>
                <a:spcPts val="0"/>
              </a:spcAft>
              <a:buClr>
                <a:schemeClr val="dk2"/>
              </a:buClr>
              <a:buSzPct val="25000"/>
              <a:buFont typeface="Noto Symbol"/>
              <a:buNone/>
            </a:pPr>
            <a:r>
              <a:t/>
            </a:r>
            <a:endParaRPr b="0" i="0" sz="2000" u="none" cap="none" strike="noStrike">
              <a:solidFill>
                <a:schemeClr val="dk1"/>
              </a:solidFill>
              <a:latin typeface="Arial"/>
              <a:ea typeface="Arial"/>
              <a:cs typeface="Arial"/>
              <a:sym typeface="Arial"/>
            </a:endParaRPr>
          </a:p>
          <a:p>
            <a:pPr indent="-342900" lvl="0" marL="342900" marR="0" rtl="0" algn="l">
              <a:lnSpc>
                <a:spcPct val="135000"/>
              </a:lnSpc>
              <a:spcBef>
                <a:spcPts val="400"/>
              </a:spcBef>
              <a:spcAft>
                <a:spcPts val="0"/>
              </a:spcAft>
              <a:buClr>
                <a:schemeClr val="dk2"/>
              </a:buClr>
              <a:buSzPct val="25000"/>
              <a:buFont typeface="Noto Symbol"/>
              <a:buNone/>
            </a:pPr>
            <a:r>
              <a:t/>
            </a:r>
            <a:endParaRPr b="0" i="0" sz="2000" u="none" cap="none" strike="noStrike">
              <a:solidFill>
                <a:schemeClr val="dk1"/>
              </a:solidFill>
              <a:latin typeface="Arial"/>
              <a:ea typeface="Arial"/>
              <a:cs typeface="Arial"/>
              <a:sym typeface="Arial"/>
            </a:endParaRPr>
          </a:p>
          <a:p>
            <a:pPr indent="-342900" lvl="0" marL="342900" marR="0" rtl="0" algn="l">
              <a:lnSpc>
                <a:spcPct val="135000"/>
              </a:lnSpc>
              <a:spcBef>
                <a:spcPts val="400"/>
              </a:spcBef>
              <a:spcAft>
                <a:spcPts val="0"/>
              </a:spcAft>
              <a:buClr>
                <a:schemeClr val="dk2"/>
              </a:buClr>
              <a:buSzPct val="25000"/>
              <a:buFont typeface="Noto Symbol"/>
              <a:buNone/>
            </a:pPr>
            <a:r>
              <a:rPr b="0" i="0" lang="en-US" sz="2000" u="none" cap="none" strike="noStrike">
                <a:solidFill>
                  <a:schemeClr val="dk1"/>
                </a:solidFill>
                <a:latin typeface="Arial"/>
                <a:ea typeface="Arial"/>
                <a:cs typeface="Arial"/>
                <a:sym typeface="Arial"/>
              </a:rPr>
              <a:t>Un juego es cualquier </a:t>
            </a:r>
            <a:r>
              <a:rPr b="1" i="0" lang="en-US" sz="2000" u="none" cap="none" strike="noStrike">
                <a:solidFill>
                  <a:srgbClr val="EC1914"/>
                </a:solidFill>
                <a:latin typeface="Arial"/>
                <a:ea typeface="Arial"/>
                <a:cs typeface="Arial"/>
                <a:sym typeface="Arial"/>
              </a:rPr>
              <a:t>situación de toma de decisión</a:t>
            </a:r>
            <a:r>
              <a:rPr b="0" i="0" lang="en-US" sz="2000" u="none" cap="none" strike="noStrike">
                <a:solidFill>
                  <a:schemeClr val="dk1"/>
                </a:solidFill>
                <a:latin typeface="Arial"/>
                <a:ea typeface="Arial"/>
                <a:cs typeface="Arial"/>
                <a:sym typeface="Arial"/>
              </a:rPr>
              <a:t> caracterizada por:</a:t>
            </a:r>
          </a:p>
          <a:p>
            <a:pPr indent="-349250" lvl="1" marL="692150" marR="0" rtl="0" algn="l">
              <a:lnSpc>
                <a:spcPct val="135000"/>
              </a:lnSpc>
              <a:spcBef>
                <a:spcPts val="360"/>
              </a:spcBef>
              <a:spcAft>
                <a:spcPts val="0"/>
              </a:spcAft>
              <a:buClr>
                <a:schemeClr val="dk1"/>
              </a:buClr>
              <a:buSzPct val="104999"/>
              <a:buFont typeface="Noto Symbol"/>
              <a:buChar char="●"/>
            </a:pPr>
            <a:r>
              <a:rPr b="0" i="0" lang="en-US" sz="1800" u="none" cap="none" strike="noStrike">
                <a:solidFill>
                  <a:schemeClr val="dk1"/>
                </a:solidFill>
                <a:latin typeface="Arial"/>
                <a:ea typeface="Arial"/>
                <a:cs typeface="Arial"/>
                <a:sym typeface="Arial"/>
              </a:rPr>
              <a:t>Una </a:t>
            </a:r>
            <a:r>
              <a:rPr b="1" i="0" lang="en-US" sz="1800" u="none" cap="none" strike="noStrike">
                <a:solidFill>
                  <a:srgbClr val="EC1914"/>
                </a:solidFill>
                <a:latin typeface="Arial"/>
                <a:ea typeface="Arial"/>
                <a:cs typeface="Arial"/>
                <a:sym typeface="Arial"/>
              </a:rPr>
              <a:t>interdependencia estratégica</a:t>
            </a:r>
            <a:r>
              <a:rPr b="0" i="0" lang="en-US" sz="1800" u="none" cap="none" strike="noStrike">
                <a:solidFill>
                  <a:schemeClr val="dk1"/>
                </a:solidFill>
                <a:latin typeface="Arial"/>
                <a:ea typeface="Arial"/>
                <a:cs typeface="Arial"/>
                <a:sym typeface="Arial"/>
              </a:rPr>
              <a:t>, </a:t>
            </a:r>
            <a:r>
              <a:rPr b="1" i="1" lang="en-US" sz="1800" u="none" cap="none" strike="noStrike">
                <a:solidFill>
                  <a:srgbClr val="EC1914"/>
                </a:solidFill>
                <a:latin typeface="Arial"/>
                <a:ea typeface="Arial"/>
                <a:cs typeface="Arial"/>
                <a:sym typeface="Arial"/>
              </a:rPr>
              <a:t>gobernada por reglas y con un resultado definido. </a:t>
            </a:r>
          </a:p>
          <a:p>
            <a:pPr indent="-349250" lvl="1" marL="692150" marR="0" rtl="0" algn="l">
              <a:lnSpc>
                <a:spcPct val="135000"/>
              </a:lnSpc>
              <a:spcBef>
                <a:spcPts val="360"/>
              </a:spcBef>
              <a:spcAft>
                <a:spcPts val="0"/>
              </a:spcAft>
              <a:buClr>
                <a:schemeClr val="dk1"/>
              </a:buClr>
              <a:buSzPct val="104999"/>
              <a:buFont typeface="Noto Symbol"/>
              <a:buChar char="●"/>
            </a:pPr>
            <a:r>
              <a:rPr b="0" i="0" lang="en-US" sz="1800" u="none" cap="none" strike="noStrike">
                <a:solidFill>
                  <a:schemeClr val="dk1"/>
                </a:solidFill>
                <a:latin typeface="Arial"/>
                <a:ea typeface="Arial"/>
                <a:cs typeface="Arial"/>
                <a:sym typeface="Arial"/>
              </a:rPr>
              <a:t>Un resultado que depende </a:t>
            </a:r>
            <a:r>
              <a:rPr b="1" i="0" lang="en-US" sz="1800" u="none" cap="none" strike="noStrike">
                <a:solidFill>
                  <a:srgbClr val="EC1914"/>
                </a:solidFill>
                <a:latin typeface="Arial"/>
                <a:ea typeface="Arial"/>
                <a:cs typeface="Arial"/>
                <a:sym typeface="Arial"/>
              </a:rPr>
              <a:t>no sólo de la estrategia que se elige</a:t>
            </a:r>
            <a:r>
              <a:rPr b="0" i="0" lang="en-US" sz="1800" u="none" cap="none" strike="noStrike">
                <a:solidFill>
                  <a:schemeClr val="dk1"/>
                </a:solidFill>
                <a:latin typeface="Arial"/>
                <a:ea typeface="Arial"/>
                <a:cs typeface="Arial"/>
                <a:sym typeface="Arial"/>
              </a:rPr>
              <a:t>, sino también de </a:t>
            </a:r>
            <a:r>
              <a:rPr b="1" i="0" lang="en-US" sz="1800" u="none" cap="none" strike="noStrike">
                <a:solidFill>
                  <a:srgbClr val="EC1914"/>
                </a:solidFill>
                <a:latin typeface="Arial"/>
                <a:ea typeface="Arial"/>
                <a:cs typeface="Arial"/>
                <a:sym typeface="Arial"/>
              </a:rPr>
              <a:t>las estrategias que eligen los competidores</a:t>
            </a:r>
            <a:r>
              <a:rPr b="0" i="0" lang="en-US" sz="1800" u="none" cap="none" strike="noStrike">
                <a:solidFill>
                  <a:schemeClr val="dk1"/>
                </a:solidFill>
                <a:latin typeface="Arial"/>
                <a:ea typeface="Arial"/>
                <a:cs typeface="Arial"/>
                <a:sym typeface="Arial"/>
              </a:rPr>
              <a:t> guiados por sus propios intereses.</a:t>
            </a:r>
          </a:p>
          <a:p>
            <a:pPr indent="-342900" lvl="0" marL="342900" marR="0" rtl="0" algn="l">
              <a:lnSpc>
                <a:spcPct val="135000"/>
              </a:lnSpc>
              <a:spcBef>
                <a:spcPts val="400"/>
              </a:spcBef>
              <a:spcAft>
                <a:spcPts val="0"/>
              </a:spcAft>
              <a:buClr>
                <a:schemeClr val="dk2"/>
              </a:buClr>
              <a:buSzPct val="25000"/>
              <a:buFont typeface="Noto Symbol"/>
              <a:buNone/>
            </a:pPr>
            <a:r>
              <a:rPr b="0" i="0" lang="en-US" sz="2000" u="none" cap="none" strike="noStrike">
                <a:solidFill>
                  <a:schemeClr val="dk1"/>
                </a:solidFill>
                <a:latin typeface="Arial"/>
                <a:ea typeface="Arial"/>
                <a:cs typeface="Arial"/>
                <a:sym typeface="Arial"/>
              </a:rPr>
              <a:t> </a:t>
            </a:r>
          </a:p>
        </p:txBody>
      </p:sp>
      <p:pic>
        <p:nvPicPr>
          <p:cNvPr id="112" name="Shape 112"/>
          <p:cNvPicPr preferRelativeResize="0"/>
          <p:nvPr>
            <p:ph idx="4294967295" type="body"/>
          </p:nvPr>
        </p:nvPicPr>
        <p:blipFill rotWithShape="1">
          <a:blip r:embed="rId3">
            <a:alphaModFix/>
          </a:blip>
          <a:srcRect b="0" l="0" r="0" t="0"/>
          <a:stretch/>
        </p:blipFill>
        <p:spPr>
          <a:xfrm>
            <a:off x="4932362" y="620712"/>
            <a:ext cx="3009899" cy="609599"/>
          </a:xfrm>
          <a:prstGeom prst="rect">
            <a:avLst/>
          </a:prstGeom>
          <a:noFill/>
          <a:ln>
            <a:noFill/>
          </a:ln>
        </p:spPr>
      </p:pic>
    </p:spTree>
  </p:cSld>
  <p:clrMapOvr>
    <a:masterClrMapping/>
  </p:clrMapOvr>
  <p:transition spd="slow">
    <p:cut/>
  </p:transition>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116" name="Shape 116"/>
        <p:cNvGrpSpPr/>
        <p:nvPr/>
      </p:nvGrpSpPr>
      <p:grpSpPr>
        <a:xfrm>
          <a:off x="0" y="0"/>
          <a:ext cx="0" cy="0"/>
          <a:chOff x="0" y="0"/>
          <a:chExt cx="0" cy="0"/>
        </a:xfrm>
      </p:grpSpPr>
      <p:sp>
        <p:nvSpPr>
          <p:cNvPr id="117" name="Shape 117"/>
          <p:cNvSpPr txBox="1"/>
          <p:nvPr>
            <p:ph idx="4294967295" type="title"/>
          </p:nvPr>
        </p:nvSpPr>
        <p:spPr>
          <a:xfrm>
            <a:off x="0" y="188911"/>
            <a:ext cx="3789361" cy="1793874"/>
          </a:xfrm>
          <a:prstGeom prst="rect">
            <a:avLst/>
          </a:prstGeom>
          <a:noFill/>
          <a:ln>
            <a:noFill/>
          </a:ln>
        </p:spPr>
        <p:txBody>
          <a:bodyPr anchorCtr="0" anchor="b" bIns="45700" lIns="91425" rIns="91425" tIns="45700">
            <a:noAutofit/>
          </a:bodyPr>
          <a:lstStyle/>
          <a:p>
            <a:pPr indent="0" lvl="0" marL="0" marR="0" rtl="0" algn="ctr">
              <a:lnSpc>
                <a:spcPct val="100000"/>
              </a:lnSpc>
              <a:spcBef>
                <a:spcPts val="0"/>
              </a:spcBef>
              <a:spcAft>
                <a:spcPts val="0"/>
              </a:spcAft>
              <a:buClr>
                <a:srgbClr val="EC1914"/>
              </a:buClr>
              <a:buSzPct val="25000"/>
              <a:buFont typeface="Arial"/>
              <a:buNone/>
            </a:pPr>
            <a:r>
              <a:rPr b="1" i="0" lang="en-US" sz="3500" u="none" cap="none" strike="noStrike">
                <a:solidFill>
                  <a:srgbClr val="EC1914"/>
                </a:solidFill>
                <a:latin typeface="Arial"/>
                <a:ea typeface="Arial"/>
                <a:cs typeface="Arial"/>
                <a:sym typeface="Arial"/>
              </a:rPr>
              <a:t>CONFLICTO </a:t>
            </a:r>
            <a:br>
              <a:rPr b="1" i="0" lang="en-US" sz="3500" u="none" cap="none" strike="noStrike">
                <a:solidFill>
                  <a:srgbClr val="EC1914"/>
                </a:solidFill>
                <a:latin typeface="Arial"/>
                <a:ea typeface="Arial"/>
                <a:cs typeface="Arial"/>
                <a:sym typeface="Arial"/>
              </a:rPr>
            </a:br>
            <a:r>
              <a:rPr b="1" i="0" lang="en-US" sz="3500" u="none" cap="none" strike="noStrike">
                <a:solidFill>
                  <a:srgbClr val="EC1914"/>
                </a:solidFill>
                <a:latin typeface="Arial"/>
                <a:ea typeface="Arial"/>
                <a:cs typeface="Arial"/>
                <a:sym typeface="Arial"/>
              </a:rPr>
              <a:t>Y</a:t>
            </a:r>
            <a:br>
              <a:rPr b="1" i="0" lang="en-US" sz="3500" u="none" cap="none" strike="noStrike">
                <a:solidFill>
                  <a:srgbClr val="EC1914"/>
                </a:solidFill>
                <a:latin typeface="Arial"/>
                <a:ea typeface="Arial"/>
                <a:cs typeface="Arial"/>
                <a:sym typeface="Arial"/>
              </a:rPr>
            </a:br>
            <a:r>
              <a:rPr b="1" i="0" lang="en-US" sz="3500" u="none" cap="none" strike="noStrike">
                <a:solidFill>
                  <a:srgbClr val="EC1914"/>
                </a:solidFill>
                <a:latin typeface="Arial"/>
                <a:ea typeface="Arial"/>
                <a:cs typeface="Arial"/>
                <a:sym typeface="Arial"/>
              </a:rPr>
              <a:t> COOPERACIÓN</a:t>
            </a:r>
          </a:p>
        </p:txBody>
      </p:sp>
      <p:sp>
        <p:nvSpPr>
          <p:cNvPr id="118" name="Shape 118"/>
          <p:cNvSpPr txBox="1"/>
          <p:nvPr>
            <p:ph idx="4294967295" type="body"/>
          </p:nvPr>
        </p:nvSpPr>
        <p:spPr>
          <a:xfrm>
            <a:off x="395287" y="2152650"/>
            <a:ext cx="8362950" cy="3005136"/>
          </a:xfrm>
          <a:prstGeom prst="rect">
            <a:avLst/>
          </a:prstGeom>
          <a:noFill/>
          <a:ln>
            <a:noFill/>
          </a:ln>
        </p:spPr>
        <p:txBody>
          <a:bodyPr anchorCtr="0" anchor="t" bIns="45700" lIns="91425" rIns="91425" tIns="45700">
            <a:noAutofit/>
          </a:bodyPr>
          <a:lstStyle/>
          <a:p>
            <a:pPr indent="-342900" lvl="0" marL="342900" marR="0" rtl="0" algn="l">
              <a:lnSpc>
                <a:spcPct val="110000"/>
              </a:lnSpc>
              <a:spcBef>
                <a:spcPts val="0"/>
              </a:spcBef>
              <a:spcAft>
                <a:spcPts val="0"/>
              </a:spcAft>
              <a:buClr>
                <a:schemeClr val="dk2"/>
              </a:buClr>
              <a:buSzPct val="70000"/>
              <a:buFont typeface="Noto Symbol"/>
              <a:buChar char="●"/>
            </a:pPr>
            <a:r>
              <a:rPr b="0" i="0" lang="en-US" sz="2000" u="none" cap="none" strike="noStrike">
                <a:solidFill>
                  <a:schemeClr val="dk1"/>
                </a:solidFill>
                <a:latin typeface="Arial"/>
                <a:ea typeface="Arial"/>
                <a:cs typeface="Arial"/>
                <a:sym typeface="Arial"/>
              </a:rPr>
              <a:t>Los dos </a:t>
            </a:r>
            <a:r>
              <a:rPr b="1" i="0" lang="en-US" sz="2000" u="none" cap="none" strike="noStrike">
                <a:solidFill>
                  <a:srgbClr val="EC1914"/>
                </a:solidFill>
                <a:latin typeface="Arial"/>
                <a:ea typeface="Arial"/>
                <a:cs typeface="Arial"/>
                <a:sym typeface="Arial"/>
              </a:rPr>
              <a:t>aspectos esenciales</a:t>
            </a:r>
            <a:r>
              <a:rPr b="0" i="0" lang="en-US" sz="2000" u="none" cap="none" strike="noStrike">
                <a:solidFill>
                  <a:schemeClr val="dk1"/>
                </a:solidFill>
                <a:latin typeface="Arial"/>
                <a:ea typeface="Arial"/>
                <a:cs typeface="Arial"/>
                <a:sym typeface="Arial"/>
              </a:rPr>
              <a:t> de un conjunto de acciones que se llevan a cabo para alcanzar un determinado fin (estrategia) son </a:t>
            </a:r>
            <a:r>
              <a:rPr b="1" i="0" lang="en-US" sz="2000" u="none" cap="none" strike="noStrike">
                <a:solidFill>
                  <a:schemeClr val="dk1"/>
                </a:solidFill>
                <a:latin typeface="Arial"/>
                <a:ea typeface="Arial"/>
                <a:cs typeface="Arial"/>
                <a:sym typeface="Arial"/>
              </a:rPr>
              <a:t>el conflicto y la cooperación</a:t>
            </a:r>
            <a:r>
              <a:rPr b="0" i="0" lang="en-US" sz="2000" u="none" cap="none" strike="noStrike">
                <a:solidFill>
                  <a:schemeClr val="dk1"/>
                </a:solidFill>
                <a:latin typeface="Arial"/>
                <a:ea typeface="Arial"/>
                <a:cs typeface="Arial"/>
                <a:sym typeface="Arial"/>
              </a:rPr>
              <a:t>. </a:t>
            </a:r>
          </a:p>
          <a:p>
            <a:pPr indent="-342900" lvl="0" marL="342900" marR="0" rtl="0" algn="l">
              <a:lnSpc>
                <a:spcPct val="110000"/>
              </a:lnSpc>
              <a:spcBef>
                <a:spcPts val="400"/>
              </a:spcBef>
              <a:spcAft>
                <a:spcPts val="0"/>
              </a:spcAft>
              <a:buClr>
                <a:schemeClr val="dk2"/>
              </a:buClr>
              <a:buSzPct val="70000"/>
              <a:buFont typeface="Noto Symbol"/>
              <a:buChar char="●"/>
            </a:pPr>
            <a:r>
              <a:rPr b="0" i="0" lang="en-US" sz="2000" u="none" cap="none" strike="noStrike">
                <a:solidFill>
                  <a:schemeClr val="dk1"/>
                </a:solidFill>
                <a:latin typeface="Arial"/>
                <a:ea typeface="Arial"/>
                <a:cs typeface="Arial"/>
                <a:sym typeface="Arial"/>
              </a:rPr>
              <a:t>Es </a:t>
            </a:r>
            <a:r>
              <a:rPr b="1" i="0" lang="en-US" sz="2000" u="none" cap="none" strike="noStrike">
                <a:solidFill>
                  <a:schemeClr val="dk1"/>
                </a:solidFill>
                <a:latin typeface="Arial"/>
                <a:ea typeface="Arial"/>
                <a:cs typeface="Arial"/>
                <a:sym typeface="Arial"/>
              </a:rPr>
              <a:t>poco usual que los objetivos de los participantes sean idénticos (coalición)</a:t>
            </a:r>
            <a:r>
              <a:rPr b="0" i="0" lang="en-US" sz="2000" u="none" cap="none" strike="noStrike">
                <a:solidFill>
                  <a:schemeClr val="dk1"/>
                </a:solidFill>
                <a:latin typeface="Arial"/>
                <a:ea typeface="Arial"/>
                <a:cs typeface="Arial"/>
                <a:sym typeface="Arial"/>
              </a:rPr>
              <a:t>, pero también es </a:t>
            </a:r>
            <a:r>
              <a:rPr b="1" i="0" lang="en-US" sz="2000" u="none" cap="none" strike="noStrike">
                <a:solidFill>
                  <a:schemeClr val="dk1"/>
                </a:solidFill>
                <a:latin typeface="Arial"/>
                <a:ea typeface="Arial"/>
                <a:cs typeface="Arial"/>
                <a:sym typeface="Arial"/>
              </a:rPr>
              <a:t>inusual que sean opuestos o de conflicto puro (juego de suma cero).</a:t>
            </a:r>
          </a:p>
          <a:p>
            <a:pPr indent="-342900" lvl="0" marL="342900" marR="0" rtl="0" algn="l">
              <a:lnSpc>
                <a:spcPct val="110000"/>
              </a:lnSpc>
              <a:spcBef>
                <a:spcPts val="400"/>
              </a:spcBef>
              <a:spcAft>
                <a:spcPts val="0"/>
              </a:spcAft>
              <a:buClr>
                <a:schemeClr val="dk2"/>
              </a:buClr>
              <a:buSzPct val="70000"/>
              <a:buFont typeface="Noto Symbol"/>
              <a:buChar char="●"/>
            </a:pPr>
            <a:r>
              <a:rPr b="0" i="0" lang="en-US" sz="2000" u="none" cap="none" strike="noStrike">
                <a:solidFill>
                  <a:schemeClr val="dk1"/>
                </a:solidFill>
                <a:latin typeface="Arial"/>
                <a:ea typeface="Arial"/>
                <a:cs typeface="Arial"/>
                <a:sym typeface="Arial"/>
              </a:rPr>
              <a:t>En general hay algunas </a:t>
            </a:r>
            <a:r>
              <a:rPr b="1" i="0" lang="en-US" sz="2000" u="none" cap="none" strike="noStrike">
                <a:solidFill>
                  <a:schemeClr val="dk1"/>
                </a:solidFill>
                <a:latin typeface="Arial"/>
                <a:ea typeface="Arial"/>
                <a:cs typeface="Arial"/>
                <a:sym typeface="Arial"/>
              </a:rPr>
              <a:t>posibilidades de cooperación</a:t>
            </a:r>
            <a:r>
              <a:rPr b="0" i="0" lang="en-US" sz="2000" u="none" cap="none" strike="noStrike">
                <a:solidFill>
                  <a:schemeClr val="dk1"/>
                </a:solidFill>
                <a:latin typeface="Arial"/>
                <a:ea typeface="Arial"/>
                <a:cs typeface="Arial"/>
                <a:sym typeface="Arial"/>
              </a:rPr>
              <a:t> que generan una </a:t>
            </a:r>
            <a:r>
              <a:rPr b="1" i="0" lang="en-US" sz="2000" u="none" cap="none" strike="noStrike">
                <a:solidFill>
                  <a:schemeClr val="dk1"/>
                </a:solidFill>
                <a:latin typeface="Arial"/>
                <a:ea typeface="Arial"/>
                <a:cs typeface="Arial"/>
                <a:sym typeface="Arial"/>
              </a:rPr>
              <a:t>ganancia mutua resultante de la interacción.</a:t>
            </a:r>
          </a:p>
        </p:txBody>
      </p:sp>
      <p:pic>
        <p:nvPicPr>
          <p:cNvPr id="119" name="Shape 119"/>
          <p:cNvPicPr preferRelativeResize="0"/>
          <p:nvPr>
            <p:ph idx="4294967295" type="body"/>
          </p:nvPr>
        </p:nvPicPr>
        <p:blipFill rotWithShape="1">
          <a:blip r:embed="rId3">
            <a:alphaModFix/>
          </a:blip>
          <a:srcRect b="0" l="0" r="0" t="0"/>
          <a:stretch/>
        </p:blipFill>
        <p:spPr>
          <a:xfrm>
            <a:off x="4932362" y="620712"/>
            <a:ext cx="3009899" cy="609599"/>
          </a:xfrm>
          <a:prstGeom prst="rect">
            <a:avLst/>
          </a:prstGeom>
          <a:noFill/>
          <a:ln>
            <a:noFill/>
          </a:ln>
        </p:spPr>
      </p:pic>
    </p:spTree>
  </p:cSld>
  <p:clrMapOvr>
    <a:masterClrMapping/>
  </p:clrMapOvr>
  <p:transition spd="slow">
    <p:cut/>
  </p:transition>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123" name="Shape 123"/>
        <p:cNvGrpSpPr/>
        <p:nvPr/>
      </p:nvGrpSpPr>
      <p:grpSpPr>
        <a:xfrm>
          <a:off x="0" y="0"/>
          <a:ext cx="0" cy="0"/>
          <a:chOff x="0" y="0"/>
          <a:chExt cx="0" cy="0"/>
        </a:xfrm>
      </p:grpSpPr>
      <p:sp>
        <p:nvSpPr>
          <p:cNvPr id="124" name="Shape 124"/>
          <p:cNvSpPr txBox="1"/>
          <p:nvPr>
            <p:ph idx="4294967295" type="title"/>
          </p:nvPr>
        </p:nvSpPr>
        <p:spPr>
          <a:xfrm>
            <a:off x="250825" y="188911"/>
            <a:ext cx="4221161" cy="1722437"/>
          </a:xfrm>
          <a:prstGeom prst="rect">
            <a:avLst/>
          </a:prstGeom>
          <a:noFill/>
          <a:ln>
            <a:noFill/>
          </a:ln>
        </p:spPr>
        <p:txBody>
          <a:bodyPr anchorCtr="0" anchor="b" bIns="45700" lIns="91425" rIns="91425" tIns="45700">
            <a:noAutofit/>
          </a:bodyPr>
          <a:lstStyle/>
          <a:p>
            <a:pPr indent="0" lvl="0" marL="0" marR="0" rtl="0" algn="ctr">
              <a:lnSpc>
                <a:spcPct val="100000"/>
              </a:lnSpc>
              <a:spcBef>
                <a:spcPts val="0"/>
              </a:spcBef>
              <a:spcAft>
                <a:spcPts val="0"/>
              </a:spcAft>
              <a:buClr>
                <a:srgbClr val="EC1914"/>
              </a:buClr>
              <a:buSzPct val="25000"/>
              <a:buFont typeface="Arial"/>
              <a:buNone/>
            </a:pPr>
            <a:r>
              <a:rPr b="1" i="0" lang="en-US" sz="3500" u="none" cap="none" strike="noStrike">
                <a:solidFill>
                  <a:srgbClr val="EC1914"/>
                </a:solidFill>
                <a:latin typeface="Arial"/>
                <a:ea typeface="Arial"/>
                <a:cs typeface="Arial"/>
                <a:sym typeface="Arial"/>
              </a:rPr>
              <a:t>JUEGOS </a:t>
            </a:r>
            <a:br>
              <a:rPr b="1" i="0" lang="en-US" sz="3500" u="none" cap="none" strike="noStrike">
                <a:solidFill>
                  <a:srgbClr val="EC1914"/>
                </a:solidFill>
                <a:latin typeface="Arial"/>
                <a:ea typeface="Arial"/>
                <a:cs typeface="Arial"/>
                <a:sym typeface="Arial"/>
              </a:rPr>
            </a:br>
            <a:r>
              <a:rPr b="1" i="0" lang="en-US" sz="3500" u="none" cap="none" strike="noStrike">
                <a:solidFill>
                  <a:srgbClr val="EC1914"/>
                </a:solidFill>
                <a:latin typeface="Arial"/>
                <a:ea typeface="Arial"/>
                <a:cs typeface="Arial"/>
                <a:sym typeface="Arial"/>
              </a:rPr>
              <a:t>Y </a:t>
            </a:r>
            <a:br>
              <a:rPr b="1" i="0" lang="en-US" sz="3500" u="none" cap="none" strike="noStrike">
                <a:solidFill>
                  <a:srgbClr val="EC1914"/>
                </a:solidFill>
                <a:latin typeface="Arial"/>
                <a:ea typeface="Arial"/>
                <a:cs typeface="Arial"/>
                <a:sym typeface="Arial"/>
              </a:rPr>
            </a:br>
            <a:r>
              <a:rPr b="1" i="0" lang="en-US" sz="3500" u="none" cap="none" strike="noStrike">
                <a:solidFill>
                  <a:srgbClr val="EC1914"/>
                </a:solidFill>
                <a:latin typeface="Arial"/>
                <a:ea typeface="Arial"/>
                <a:cs typeface="Arial"/>
                <a:sym typeface="Arial"/>
              </a:rPr>
              <a:t>COOPERACIÓN</a:t>
            </a:r>
          </a:p>
        </p:txBody>
      </p:sp>
      <p:sp>
        <p:nvSpPr>
          <p:cNvPr id="125" name="Shape 125"/>
          <p:cNvSpPr txBox="1"/>
          <p:nvPr>
            <p:ph idx="4294967295" type="body"/>
          </p:nvPr>
        </p:nvSpPr>
        <p:spPr>
          <a:xfrm>
            <a:off x="250825" y="2276475"/>
            <a:ext cx="8353425" cy="4105275"/>
          </a:xfrm>
          <a:prstGeom prst="rect">
            <a:avLst/>
          </a:prstGeom>
          <a:noFill/>
          <a:ln>
            <a:noFill/>
          </a:ln>
        </p:spPr>
        <p:txBody>
          <a:bodyPr anchorCtr="0" anchor="t" bIns="45700" lIns="91425" rIns="91425" tIns="45700">
            <a:noAutofit/>
          </a:bodyPr>
          <a:lstStyle/>
          <a:p>
            <a:pPr indent="-342900" lvl="0" marL="342900" marR="0" rtl="0" algn="l">
              <a:lnSpc>
                <a:spcPct val="80000"/>
              </a:lnSpc>
              <a:spcBef>
                <a:spcPts val="0"/>
              </a:spcBef>
              <a:spcAft>
                <a:spcPts val="0"/>
              </a:spcAft>
              <a:buClr>
                <a:schemeClr val="dk2"/>
              </a:buClr>
              <a:buSzPct val="25000"/>
              <a:buFont typeface="Noto Symbol"/>
              <a:buNone/>
            </a:pPr>
            <a:r>
              <a:rPr b="0" i="0" lang="en-US" sz="1800" u="none" cap="none" strike="noStrike">
                <a:solidFill>
                  <a:schemeClr val="dk1"/>
                </a:solidFill>
                <a:latin typeface="Arial"/>
                <a:ea typeface="Arial"/>
                <a:cs typeface="Arial"/>
                <a:sym typeface="Arial"/>
              </a:rPr>
              <a:t>Todo juego supone: Un </a:t>
            </a:r>
            <a:r>
              <a:rPr b="1" i="1" lang="en-US" sz="1800" u="none" cap="none" strike="noStrike">
                <a:solidFill>
                  <a:schemeClr val="dk1"/>
                </a:solidFill>
                <a:latin typeface="Arial"/>
                <a:ea typeface="Arial"/>
                <a:cs typeface="Arial"/>
                <a:sym typeface="Arial"/>
              </a:rPr>
              <a:t>consenso mínimo</a:t>
            </a:r>
            <a:r>
              <a:rPr b="0" i="0" lang="en-US" sz="1800" u="none" cap="none" strike="noStrike">
                <a:solidFill>
                  <a:schemeClr val="dk1"/>
                </a:solidFill>
                <a:latin typeface="Arial"/>
                <a:ea typeface="Arial"/>
                <a:cs typeface="Arial"/>
                <a:sym typeface="Arial"/>
              </a:rPr>
              <a:t> de los participantes y un </a:t>
            </a:r>
            <a:r>
              <a:rPr b="1" i="1" lang="en-US" sz="1800" u="none" cap="none" strike="noStrike">
                <a:solidFill>
                  <a:schemeClr val="dk1"/>
                </a:solidFill>
                <a:latin typeface="Arial"/>
                <a:ea typeface="Arial"/>
                <a:cs typeface="Arial"/>
                <a:sym typeface="Arial"/>
              </a:rPr>
              <a:t>nivel mínimo de cooperación</a:t>
            </a:r>
            <a:r>
              <a:rPr b="0" i="0" lang="en-US" sz="1800" u="none" cap="none" strike="noStrike">
                <a:solidFill>
                  <a:schemeClr val="dk1"/>
                </a:solidFill>
                <a:latin typeface="Arial"/>
                <a:ea typeface="Arial"/>
                <a:cs typeface="Arial"/>
                <a:sym typeface="Arial"/>
              </a:rPr>
              <a:t>, necesario para la vida en sociedad. </a:t>
            </a:r>
          </a:p>
          <a:p>
            <a:pPr indent="-342900" lvl="0" marL="342900" marR="0" rtl="0" algn="l">
              <a:lnSpc>
                <a:spcPct val="80000"/>
              </a:lnSpc>
              <a:spcBef>
                <a:spcPts val="360"/>
              </a:spcBef>
              <a:spcAft>
                <a:spcPts val="0"/>
              </a:spcAft>
              <a:buClr>
                <a:schemeClr val="dk2"/>
              </a:buClr>
              <a:buSzPct val="25000"/>
              <a:buFont typeface="Noto Symbol"/>
              <a:buNone/>
            </a:pPr>
            <a:r>
              <a:rPr b="0" i="0" lang="en-US" sz="1800" u="none" cap="none" strike="noStrike">
                <a:solidFill>
                  <a:schemeClr val="dk1"/>
                </a:solidFill>
                <a:latin typeface="Arial"/>
                <a:ea typeface="Arial"/>
                <a:cs typeface="Arial"/>
                <a:sym typeface="Arial"/>
              </a:rPr>
              <a:t>        </a:t>
            </a:r>
          </a:p>
          <a:p>
            <a:pPr indent="-342900" lvl="0" marL="342900" marR="0" rtl="0" algn="l">
              <a:lnSpc>
                <a:spcPct val="80000"/>
              </a:lnSpc>
              <a:spcBef>
                <a:spcPts val="360"/>
              </a:spcBef>
              <a:spcAft>
                <a:spcPts val="0"/>
              </a:spcAft>
              <a:buClr>
                <a:schemeClr val="dk2"/>
              </a:buClr>
              <a:buSzPct val="25000"/>
              <a:buFont typeface="Noto Symbol"/>
              <a:buNone/>
            </a:pPr>
            <a:r>
              <a:rPr b="0" i="0" lang="en-US" sz="1800" u="none" cap="none" strike="noStrike">
                <a:solidFill>
                  <a:schemeClr val="dk1"/>
                </a:solidFill>
                <a:latin typeface="Arial"/>
                <a:ea typeface="Arial"/>
                <a:cs typeface="Arial"/>
                <a:sym typeface="Arial"/>
              </a:rPr>
              <a:t>Las soluciones cooperativas: </a:t>
            </a:r>
          </a:p>
          <a:p>
            <a:pPr indent="-342900" lvl="0" marL="342900" marR="0" rtl="0" algn="l">
              <a:lnSpc>
                <a:spcPct val="80000"/>
              </a:lnSpc>
              <a:spcBef>
                <a:spcPts val="360"/>
              </a:spcBef>
              <a:spcAft>
                <a:spcPts val="0"/>
              </a:spcAft>
              <a:buClr>
                <a:srgbClr val="EC1914"/>
              </a:buClr>
              <a:buSzPct val="109999"/>
              <a:buFont typeface="Noto Symbol"/>
              <a:buAutoNum type="arabicPeriod"/>
            </a:pPr>
            <a:r>
              <a:rPr b="0" i="1" lang="en-US" sz="1800" u="none" cap="none" strike="noStrike">
                <a:solidFill>
                  <a:schemeClr val="dk1"/>
                </a:solidFill>
                <a:latin typeface="Arial"/>
                <a:ea typeface="Arial"/>
                <a:cs typeface="Arial"/>
                <a:sym typeface="Arial"/>
              </a:rPr>
              <a:t>Son generalmente </a:t>
            </a:r>
            <a:r>
              <a:rPr b="1" i="1" lang="en-US" sz="1800" u="none" cap="none" strike="noStrike">
                <a:solidFill>
                  <a:srgbClr val="EC1914"/>
                </a:solidFill>
                <a:latin typeface="Arial"/>
                <a:ea typeface="Arial"/>
                <a:cs typeface="Arial"/>
                <a:sym typeface="Arial"/>
              </a:rPr>
              <a:t>indeterminadas </a:t>
            </a:r>
            <a:r>
              <a:rPr b="0" i="1" lang="en-US" sz="1800" u="none" cap="none" strike="noStrike">
                <a:solidFill>
                  <a:schemeClr val="dk1"/>
                </a:solidFill>
                <a:latin typeface="Arial"/>
                <a:ea typeface="Arial"/>
                <a:cs typeface="Arial"/>
                <a:sym typeface="Arial"/>
              </a:rPr>
              <a:t>es decir, no únicas, ya que se deja abierta la cuestión del reparto de los frutos de la cooperación entre los jugadores.</a:t>
            </a:r>
          </a:p>
          <a:p>
            <a:pPr indent="-342900" lvl="0" marL="342900" marR="0" rtl="0" algn="l">
              <a:lnSpc>
                <a:spcPct val="80000"/>
              </a:lnSpc>
              <a:spcBef>
                <a:spcPts val="360"/>
              </a:spcBef>
              <a:spcAft>
                <a:spcPts val="0"/>
              </a:spcAft>
              <a:buClr>
                <a:schemeClr val="dk2"/>
              </a:buClr>
              <a:buSzPct val="25000"/>
              <a:buFont typeface="Noto Symbol"/>
              <a:buNone/>
            </a:pPr>
            <a:r>
              <a:rPr b="0" i="0" lang="en-US" sz="1800" u="none" cap="none" strike="noStrike">
                <a:solidFill>
                  <a:schemeClr val="dk1"/>
                </a:solidFill>
                <a:latin typeface="Arial"/>
                <a:ea typeface="Arial"/>
                <a:cs typeface="Arial"/>
                <a:sym typeface="Arial"/>
              </a:rPr>
              <a:t> </a:t>
            </a:r>
          </a:p>
          <a:p>
            <a:pPr indent="-342900" lvl="0" marL="342900" marR="0" rtl="0" algn="l">
              <a:lnSpc>
                <a:spcPct val="80000"/>
              </a:lnSpc>
              <a:spcBef>
                <a:spcPts val="360"/>
              </a:spcBef>
              <a:spcAft>
                <a:spcPts val="0"/>
              </a:spcAft>
              <a:buClr>
                <a:srgbClr val="EC1914"/>
              </a:buClr>
              <a:buSzPct val="109999"/>
              <a:buFont typeface="Noto Symbol"/>
              <a:buAutoNum type="arabicPeriod" startAt="2"/>
            </a:pPr>
            <a:r>
              <a:rPr b="0" i="1" lang="en-US" sz="1800" u="none" cap="none" strike="noStrike">
                <a:solidFill>
                  <a:schemeClr val="dk1"/>
                </a:solidFill>
                <a:latin typeface="Arial"/>
                <a:ea typeface="Arial"/>
                <a:cs typeface="Arial"/>
                <a:sym typeface="Arial"/>
              </a:rPr>
              <a:t>Con frecuencia </a:t>
            </a:r>
            <a:r>
              <a:rPr b="1" i="1" lang="en-US" sz="1800" u="none" cap="none" strike="noStrike">
                <a:solidFill>
                  <a:srgbClr val="EC1914"/>
                </a:solidFill>
                <a:latin typeface="Arial"/>
                <a:ea typeface="Arial"/>
                <a:cs typeface="Arial"/>
                <a:sym typeface="Arial"/>
              </a:rPr>
              <a:t>no son “estables”</a:t>
            </a:r>
            <a:r>
              <a:rPr b="0" i="1" lang="en-US" sz="1800" u="none" cap="none" strike="noStrike">
                <a:solidFill>
                  <a:schemeClr val="dk1"/>
                </a:solidFill>
                <a:latin typeface="Arial"/>
                <a:ea typeface="Arial"/>
                <a:cs typeface="Arial"/>
                <a:sym typeface="Arial"/>
              </a:rPr>
              <a:t> en la medida en que ciertos jugadores (a veces todos), tienen interés en apartarse de la solución.</a:t>
            </a:r>
          </a:p>
          <a:p>
            <a:pPr indent="-342900" lvl="0" marL="342900" marR="0" rtl="0" algn="l">
              <a:lnSpc>
                <a:spcPct val="80000"/>
              </a:lnSpc>
              <a:spcBef>
                <a:spcPts val="360"/>
              </a:spcBef>
              <a:spcAft>
                <a:spcPts val="0"/>
              </a:spcAft>
              <a:buClr>
                <a:srgbClr val="EC1914"/>
              </a:buClr>
              <a:buSzPct val="109999"/>
              <a:buFont typeface="Noto Symbol"/>
              <a:buNone/>
            </a:pPr>
            <a:r>
              <a:t/>
            </a:r>
            <a:endParaRPr b="0" i="1" sz="1800" u="none" cap="none" strike="noStrike">
              <a:solidFill>
                <a:schemeClr val="dk1"/>
              </a:solidFill>
              <a:latin typeface="Arial"/>
              <a:ea typeface="Arial"/>
              <a:cs typeface="Arial"/>
              <a:sym typeface="Arial"/>
            </a:endParaRPr>
          </a:p>
          <a:p>
            <a:pPr indent="-342900" lvl="0" marL="342900" marR="0" rtl="0" algn="l">
              <a:lnSpc>
                <a:spcPct val="80000"/>
              </a:lnSpc>
              <a:spcBef>
                <a:spcPts val="360"/>
              </a:spcBef>
              <a:spcAft>
                <a:spcPts val="0"/>
              </a:spcAft>
              <a:buClr>
                <a:schemeClr val="dk2"/>
              </a:buClr>
              <a:buSzPct val="25000"/>
              <a:buFont typeface="Noto Symbol"/>
              <a:buNone/>
            </a:pPr>
            <a:r>
              <a:rPr b="0" i="1" lang="en-US" sz="1800" u="none" cap="none" strike="noStrike">
                <a:solidFill>
                  <a:srgbClr val="EC1914"/>
                </a:solidFill>
                <a:latin typeface="Arial"/>
                <a:ea typeface="Arial"/>
                <a:cs typeface="Arial"/>
                <a:sym typeface="Arial"/>
              </a:rPr>
              <a:t>Frente a tales dificultades, en microeconomía se privilegia las soluciones no cooperativas, que resultan de la aplicación estricta del principio individualista (cada uno para sí mismo). </a:t>
            </a:r>
          </a:p>
        </p:txBody>
      </p:sp>
      <p:pic>
        <p:nvPicPr>
          <p:cNvPr id="126" name="Shape 126"/>
          <p:cNvPicPr preferRelativeResize="0"/>
          <p:nvPr>
            <p:ph idx="4294967295" type="body"/>
          </p:nvPr>
        </p:nvPicPr>
        <p:blipFill rotWithShape="1">
          <a:blip r:embed="rId3">
            <a:alphaModFix/>
          </a:blip>
          <a:srcRect b="0" l="0" r="0" t="0"/>
          <a:stretch/>
        </p:blipFill>
        <p:spPr>
          <a:xfrm>
            <a:off x="4932362" y="692150"/>
            <a:ext cx="3009899" cy="609599"/>
          </a:xfrm>
          <a:prstGeom prst="rect">
            <a:avLst/>
          </a:prstGeom>
          <a:noFill/>
          <a:ln>
            <a:noFill/>
          </a:ln>
        </p:spPr>
      </p:pic>
    </p:spTree>
  </p:cSld>
  <p:clrMapOvr>
    <a:masterClrMapping/>
  </p:clrMapOvr>
  <p:transition spd="slow">
    <p:cut/>
  </p:transition>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130" name="Shape 130"/>
        <p:cNvGrpSpPr/>
        <p:nvPr/>
      </p:nvGrpSpPr>
      <p:grpSpPr>
        <a:xfrm>
          <a:off x="0" y="0"/>
          <a:ext cx="0" cy="0"/>
          <a:chOff x="0" y="0"/>
          <a:chExt cx="0" cy="0"/>
        </a:xfrm>
      </p:grpSpPr>
      <p:sp>
        <p:nvSpPr>
          <p:cNvPr id="131" name="Shape 131"/>
          <p:cNvSpPr txBox="1"/>
          <p:nvPr>
            <p:ph idx="4294967295" type="title"/>
          </p:nvPr>
        </p:nvSpPr>
        <p:spPr>
          <a:xfrm>
            <a:off x="0" y="188911"/>
            <a:ext cx="4906961" cy="1295400"/>
          </a:xfrm>
          <a:prstGeom prst="rect">
            <a:avLst/>
          </a:prstGeom>
          <a:noFill/>
          <a:ln>
            <a:noFill/>
          </a:ln>
        </p:spPr>
        <p:txBody>
          <a:bodyPr anchorCtr="0" anchor="b" bIns="45700" lIns="91425" rIns="91425" tIns="45700">
            <a:noAutofit/>
          </a:bodyPr>
          <a:lstStyle/>
          <a:p>
            <a:pPr indent="0" lvl="0" marL="0" marR="0" rtl="0" algn="ctr">
              <a:lnSpc>
                <a:spcPct val="100000"/>
              </a:lnSpc>
              <a:spcBef>
                <a:spcPts val="0"/>
              </a:spcBef>
              <a:spcAft>
                <a:spcPts val="0"/>
              </a:spcAft>
              <a:buClr>
                <a:srgbClr val="EC1914"/>
              </a:buClr>
              <a:buSzPct val="25000"/>
              <a:buFont typeface="Arial"/>
              <a:buNone/>
            </a:pPr>
            <a:r>
              <a:rPr b="1" i="0" lang="en-US" sz="3500" u="none" cap="none" strike="noStrike">
                <a:solidFill>
                  <a:srgbClr val="EC1914"/>
                </a:solidFill>
                <a:latin typeface="Arial"/>
                <a:ea typeface="Arial"/>
                <a:cs typeface="Arial"/>
                <a:sym typeface="Arial"/>
              </a:rPr>
              <a:t>SOLUCIONES </a:t>
            </a:r>
            <a:br>
              <a:rPr b="1" i="0" lang="en-US" sz="3500" u="none" cap="none" strike="noStrike">
                <a:solidFill>
                  <a:srgbClr val="EC1914"/>
                </a:solidFill>
                <a:latin typeface="Arial"/>
                <a:ea typeface="Arial"/>
                <a:cs typeface="Arial"/>
                <a:sym typeface="Arial"/>
              </a:rPr>
            </a:br>
            <a:r>
              <a:rPr b="1" i="0" lang="en-US" sz="3500" u="none" cap="none" strike="noStrike">
                <a:solidFill>
                  <a:srgbClr val="EC1914"/>
                </a:solidFill>
                <a:latin typeface="Arial"/>
                <a:ea typeface="Arial"/>
                <a:cs typeface="Arial"/>
                <a:sym typeface="Arial"/>
              </a:rPr>
              <a:t>NO COOPERATIVAS</a:t>
            </a:r>
          </a:p>
        </p:txBody>
      </p:sp>
      <p:sp>
        <p:nvSpPr>
          <p:cNvPr id="132" name="Shape 132"/>
          <p:cNvSpPr txBox="1"/>
          <p:nvPr>
            <p:ph idx="4294967295" type="body"/>
          </p:nvPr>
        </p:nvSpPr>
        <p:spPr>
          <a:xfrm>
            <a:off x="457200" y="1719261"/>
            <a:ext cx="8362950" cy="4411661"/>
          </a:xfrm>
          <a:prstGeom prst="rect">
            <a:avLst/>
          </a:prstGeom>
          <a:noFill/>
          <a:ln>
            <a:noFill/>
          </a:ln>
        </p:spPr>
        <p:txBody>
          <a:bodyPr anchorCtr="0" anchor="t" bIns="45700" lIns="91425" rIns="91425" tIns="45700">
            <a:noAutofit/>
          </a:bodyPr>
          <a:lstStyle/>
          <a:p>
            <a:pPr indent="-342900" lvl="0" marL="342900" marR="0" rtl="0" algn="l">
              <a:lnSpc>
                <a:spcPct val="100000"/>
              </a:lnSpc>
              <a:spcBef>
                <a:spcPts val="0"/>
              </a:spcBef>
              <a:spcAft>
                <a:spcPts val="0"/>
              </a:spcAft>
              <a:buClr>
                <a:schemeClr val="dk2"/>
              </a:buClr>
              <a:buSzPct val="25000"/>
              <a:buFont typeface="Noto Symbol"/>
              <a:buNone/>
            </a:pPr>
            <a:r>
              <a:rPr b="0" i="0" lang="en-US" sz="2600" u="none" cap="none" strike="noStrike">
                <a:solidFill>
                  <a:schemeClr val="dk1"/>
                </a:solidFill>
                <a:latin typeface="Arial"/>
                <a:ea typeface="Arial"/>
                <a:cs typeface="Arial"/>
                <a:sym typeface="Arial"/>
              </a:rPr>
              <a:t>Los jugadores toman decisiones de manera independiente para su beneficio personal, lo cual no impide que en algunos casos, dicha toma de decisiones pueda favorecerlos a todos, como es lo que se busca en los juegos cooperativos. </a:t>
            </a:r>
          </a:p>
          <a:p>
            <a:pPr indent="-342900" lvl="0" marL="342900" marR="0" rtl="0" algn="l">
              <a:lnSpc>
                <a:spcPct val="100000"/>
              </a:lnSpc>
              <a:spcBef>
                <a:spcPts val="520"/>
              </a:spcBef>
              <a:spcAft>
                <a:spcPts val="0"/>
              </a:spcAft>
              <a:buClr>
                <a:schemeClr val="dk2"/>
              </a:buClr>
              <a:buSzPct val="25000"/>
              <a:buFont typeface="Noto Symbol"/>
              <a:buNone/>
            </a:pPr>
            <a:r>
              <a:rPr b="1" i="1" lang="en-US" sz="1600" u="none" cap="none" strike="noStrike">
                <a:solidFill>
                  <a:schemeClr val="dk1"/>
                </a:solidFill>
                <a:latin typeface="Arial"/>
                <a:ea typeface="Arial"/>
                <a:cs typeface="Arial"/>
                <a:sym typeface="Arial"/>
              </a:rPr>
              <a:t>Por lo tanto</a:t>
            </a:r>
            <a:r>
              <a:rPr b="0" i="0" lang="en-US" sz="2600" u="none" cap="none" strike="noStrike">
                <a:solidFill>
                  <a:schemeClr val="dk1"/>
                </a:solidFill>
                <a:latin typeface="Arial"/>
                <a:ea typeface="Arial"/>
                <a:cs typeface="Arial"/>
                <a:sym typeface="Arial"/>
              </a:rPr>
              <a:t>: </a:t>
            </a:r>
          </a:p>
          <a:p>
            <a:pPr indent="-342900" lvl="0" marL="342900" marR="0" rtl="0" algn="l">
              <a:lnSpc>
                <a:spcPct val="100000"/>
              </a:lnSpc>
              <a:spcBef>
                <a:spcPts val="520"/>
              </a:spcBef>
              <a:spcAft>
                <a:spcPts val="0"/>
              </a:spcAft>
              <a:buClr>
                <a:schemeClr val="dk2"/>
              </a:buClr>
              <a:buSzPct val="25000"/>
              <a:buFont typeface="Noto Symbol"/>
              <a:buNone/>
            </a:pPr>
            <a:r>
              <a:rPr b="1" i="0" lang="en-US" sz="2600" u="none" cap="none" strike="noStrike">
                <a:solidFill>
                  <a:srgbClr val="EC1914"/>
                </a:solidFill>
                <a:latin typeface="Arial"/>
                <a:ea typeface="Arial"/>
                <a:cs typeface="Arial"/>
                <a:sym typeface="Arial"/>
              </a:rPr>
              <a:t>Procurarán ponerse de acuerdo o buscarán la conformación de coaliciones para conseguir las soluciones que resulten mas convenientes para todos ellos. (soluciones preferibles)</a:t>
            </a:r>
          </a:p>
        </p:txBody>
      </p:sp>
      <p:pic>
        <p:nvPicPr>
          <p:cNvPr id="133" name="Shape 133"/>
          <p:cNvPicPr preferRelativeResize="0"/>
          <p:nvPr>
            <p:ph idx="4294967295" type="body"/>
          </p:nvPr>
        </p:nvPicPr>
        <p:blipFill rotWithShape="1">
          <a:blip r:embed="rId3">
            <a:alphaModFix/>
          </a:blip>
          <a:srcRect b="0" l="0" r="0" t="0"/>
          <a:stretch/>
        </p:blipFill>
        <p:spPr>
          <a:xfrm>
            <a:off x="4932362" y="549275"/>
            <a:ext cx="3009899" cy="609599"/>
          </a:xfrm>
          <a:prstGeom prst="rect">
            <a:avLst/>
          </a:prstGeom>
          <a:noFill/>
          <a:ln>
            <a:noFill/>
          </a:ln>
        </p:spPr>
      </p:pic>
    </p:spTree>
  </p:cSld>
  <p:clrMapOvr>
    <a:masterClrMapping/>
  </p:clrMapOvr>
  <p:transition spd="slow">
    <p:cut/>
  </p:transition>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137" name="Shape 137"/>
        <p:cNvGrpSpPr/>
        <p:nvPr/>
      </p:nvGrpSpPr>
      <p:grpSpPr>
        <a:xfrm>
          <a:off x="0" y="0"/>
          <a:ext cx="0" cy="0"/>
          <a:chOff x="0" y="0"/>
          <a:chExt cx="0" cy="0"/>
        </a:xfrm>
      </p:grpSpPr>
      <p:sp>
        <p:nvSpPr>
          <p:cNvPr id="138" name="Shape 138"/>
          <p:cNvSpPr txBox="1"/>
          <p:nvPr>
            <p:ph idx="4294967295" type="title"/>
          </p:nvPr>
        </p:nvSpPr>
        <p:spPr>
          <a:xfrm>
            <a:off x="179386" y="260350"/>
            <a:ext cx="4221161" cy="1295400"/>
          </a:xfrm>
          <a:prstGeom prst="rect">
            <a:avLst/>
          </a:prstGeom>
          <a:noFill/>
          <a:ln>
            <a:noFill/>
          </a:ln>
        </p:spPr>
        <p:txBody>
          <a:bodyPr anchorCtr="0" anchor="b" bIns="45700" lIns="91425" rIns="91425" tIns="45700">
            <a:noAutofit/>
          </a:bodyPr>
          <a:lstStyle/>
          <a:p>
            <a:pPr indent="0" lvl="0" marL="0" marR="0" rtl="0" algn="ctr">
              <a:lnSpc>
                <a:spcPct val="100000"/>
              </a:lnSpc>
              <a:spcBef>
                <a:spcPts val="0"/>
              </a:spcBef>
              <a:spcAft>
                <a:spcPts val="0"/>
              </a:spcAft>
              <a:buClr>
                <a:srgbClr val="EC1914"/>
              </a:buClr>
              <a:buSzPct val="25000"/>
              <a:buFont typeface="Arial"/>
              <a:buNone/>
            </a:pPr>
            <a:r>
              <a:rPr b="1" i="0" lang="en-US" sz="3500" u="none" cap="none" strike="noStrike">
                <a:solidFill>
                  <a:srgbClr val="EC1914"/>
                </a:solidFill>
                <a:latin typeface="Arial"/>
                <a:ea typeface="Arial"/>
                <a:cs typeface="Arial"/>
                <a:sym typeface="Arial"/>
              </a:rPr>
              <a:t>JUEGO </a:t>
            </a:r>
            <a:br>
              <a:rPr b="1" i="0" lang="en-US" sz="3500" u="none" cap="none" strike="noStrike">
                <a:solidFill>
                  <a:srgbClr val="EC1914"/>
                </a:solidFill>
                <a:latin typeface="Arial"/>
                <a:ea typeface="Arial"/>
                <a:cs typeface="Arial"/>
                <a:sym typeface="Arial"/>
              </a:rPr>
            </a:br>
            <a:r>
              <a:rPr b="1" i="0" lang="en-US" sz="2000" u="none" cap="none" strike="noStrike">
                <a:solidFill>
                  <a:srgbClr val="EC1914"/>
                </a:solidFill>
                <a:latin typeface="Arial"/>
                <a:ea typeface="Arial"/>
                <a:cs typeface="Arial"/>
                <a:sym typeface="Arial"/>
              </a:rPr>
              <a:t>CON INFORMACIÓN COMPLETA</a:t>
            </a:r>
          </a:p>
        </p:txBody>
      </p:sp>
      <p:sp>
        <p:nvSpPr>
          <p:cNvPr id="139" name="Shape 139"/>
          <p:cNvSpPr txBox="1"/>
          <p:nvPr>
            <p:ph idx="4294967295" type="body"/>
          </p:nvPr>
        </p:nvSpPr>
        <p:spPr>
          <a:xfrm>
            <a:off x="457200" y="1719261"/>
            <a:ext cx="8435975" cy="4411661"/>
          </a:xfrm>
          <a:prstGeom prst="rect">
            <a:avLst/>
          </a:prstGeom>
          <a:noFill/>
          <a:ln>
            <a:noFill/>
          </a:ln>
        </p:spPr>
        <p:txBody>
          <a:bodyPr anchorCtr="0" anchor="t" bIns="45700" lIns="91425" rIns="91425" tIns="45700">
            <a:noAutofit/>
          </a:bodyPr>
          <a:lstStyle/>
          <a:p>
            <a:pPr indent="-342900" lvl="0" marL="342900" marR="0" rtl="0" algn="l">
              <a:lnSpc>
                <a:spcPct val="100000"/>
              </a:lnSpc>
              <a:spcBef>
                <a:spcPts val="0"/>
              </a:spcBef>
              <a:spcAft>
                <a:spcPts val="0"/>
              </a:spcAft>
              <a:buClr>
                <a:schemeClr val="dk2"/>
              </a:buClr>
              <a:buSzPct val="25000"/>
              <a:buFont typeface="Noto Symbol"/>
              <a:buNone/>
            </a:pPr>
            <a:r>
              <a:rPr b="1" i="0" lang="en-US" sz="2600" u="none" cap="none" strike="noStrike">
                <a:solidFill>
                  <a:schemeClr val="dk1"/>
                </a:solidFill>
                <a:latin typeface="Arial"/>
                <a:ea typeface="Arial"/>
                <a:cs typeface="Arial"/>
                <a:sym typeface="Arial"/>
              </a:rPr>
              <a:t>La información disponible por los individuos juega un papel esencial en el momento de tomar sus decisiones.</a:t>
            </a:r>
            <a:r>
              <a:rPr b="0" i="0" lang="en-US" sz="2600" u="none" cap="none" strike="noStrike">
                <a:solidFill>
                  <a:schemeClr val="dk1"/>
                </a:solidFill>
                <a:latin typeface="Arial"/>
                <a:ea typeface="Arial"/>
                <a:cs typeface="Arial"/>
                <a:sym typeface="Arial"/>
              </a:rPr>
              <a:t> </a:t>
            </a:r>
          </a:p>
          <a:p>
            <a:pPr indent="-342900" lvl="0" marL="342900" marR="0" rtl="0" algn="l">
              <a:lnSpc>
                <a:spcPct val="100000"/>
              </a:lnSpc>
              <a:spcBef>
                <a:spcPts val="520"/>
              </a:spcBef>
              <a:spcAft>
                <a:spcPts val="0"/>
              </a:spcAft>
              <a:buClr>
                <a:schemeClr val="dk2"/>
              </a:buClr>
              <a:buSzPct val="25000"/>
              <a:buFont typeface="Noto Symbol"/>
              <a:buNone/>
            </a:pPr>
            <a:r>
              <a:t/>
            </a:r>
            <a:endParaRPr b="0" i="0" sz="2600" u="none" cap="none" strike="noStrike">
              <a:solidFill>
                <a:schemeClr val="dk1"/>
              </a:solidFill>
              <a:latin typeface="Arial"/>
              <a:ea typeface="Arial"/>
              <a:cs typeface="Arial"/>
              <a:sym typeface="Arial"/>
            </a:endParaRPr>
          </a:p>
          <a:p>
            <a:pPr indent="-342900" lvl="0" marL="342900" marR="0" rtl="0" algn="l">
              <a:lnSpc>
                <a:spcPct val="100000"/>
              </a:lnSpc>
              <a:spcBef>
                <a:spcPts val="520"/>
              </a:spcBef>
              <a:spcAft>
                <a:spcPts val="0"/>
              </a:spcAft>
              <a:buClr>
                <a:schemeClr val="dk2"/>
              </a:buClr>
              <a:buSzPct val="25000"/>
              <a:buFont typeface="Noto Symbol"/>
              <a:buNone/>
            </a:pPr>
            <a:r>
              <a:rPr b="0" i="1" lang="en-US" sz="2600" u="none" cap="none" strike="noStrike">
                <a:solidFill>
                  <a:srgbClr val="EC1914"/>
                </a:solidFill>
                <a:latin typeface="Arial"/>
                <a:ea typeface="Arial"/>
                <a:cs typeface="Arial"/>
                <a:sym typeface="Arial"/>
              </a:rPr>
              <a:t>Esta información puede referirse no sólo sobre las diversas salidas del “juego” y de sus ganancias asociadas sino también sobre el comportamiento del conjunto de participantes con sus funciones de utilidad respectivas. </a:t>
            </a:r>
          </a:p>
        </p:txBody>
      </p:sp>
      <p:pic>
        <p:nvPicPr>
          <p:cNvPr id="140" name="Shape 140"/>
          <p:cNvPicPr preferRelativeResize="0"/>
          <p:nvPr>
            <p:ph idx="4294967295" type="body"/>
          </p:nvPr>
        </p:nvPicPr>
        <p:blipFill rotWithShape="1">
          <a:blip r:embed="rId3">
            <a:alphaModFix/>
          </a:blip>
          <a:srcRect b="0" l="0" r="0" t="0"/>
          <a:stretch/>
        </p:blipFill>
        <p:spPr>
          <a:xfrm>
            <a:off x="4946650" y="476250"/>
            <a:ext cx="3009899" cy="609599"/>
          </a:xfrm>
          <a:prstGeom prst="rect">
            <a:avLst/>
          </a:prstGeom>
          <a:noFill/>
          <a:ln>
            <a:noFill/>
          </a:ln>
        </p:spPr>
      </p:pic>
    </p:spTree>
  </p:cSld>
  <p:clrMapOvr>
    <a:masterClrMapping/>
  </p:clrMapOvr>
  <p:transition spd="slow">
    <p:cut/>
  </p:transition>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144" name="Shape 144"/>
        <p:cNvGrpSpPr/>
        <p:nvPr/>
      </p:nvGrpSpPr>
      <p:grpSpPr>
        <a:xfrm>
          <a:off x="0" y="0"/>
          <a:ext cx="0" cy="0"/>
          <a:chOff x="0" y="0"/>
          <a:chExt cx="0" cy="0"/>
        </a:xfrm>
      </p:grpSpPr>
      <p:sp>
        <p:nvSpPr>
          <p:cNvPr id="145" name="Shape 145"/>
          <p:cNvSpPr txBox="1"/>
          <p:nvPr>
            <p:ph idx="4294967295" type="title"/>
          </p:nvPr>
        </p:nvSpPr>
        <p:spPr>
          <a:xfrm>
            <a:off x="179386" y="188911"/>
            <a:ext cx="3789361" cy="1506537"/>
          </a:xfrm>
          <a:prstGeom prst="rect">
            <a:avLst/>
          </a:prstGeom>
          <a:noFill/>
          <a:ln>
            <a:noFill/>
          </a:ln>
        </p:spPr>
        <p:txBody>
          <a:bodyPr anchorCtr="0" anchor="b" bIns="45700" lIns="91425" rIns="91425" tIns="45700">
            <a:noAutofit/>
          </a:bodyPr>
          <a:lstStyle/>
          <a:p>
            <a:pPr indent="0" lvl="0" marL="0" marR="0" rtl="0" algn="ctr">
              <a:lnSpc>
                <a:spcPct val="100000"/>
              </a:lnSpc>
              <a:spcBef>
                <a:spcPts val="0"/>
              </a:spcBef>
              <a:spcAft>
                <a:spcPts val="0"/>
              </a:spcAft>
              <a:buClr>
                <a:srgbClr val="EC1914"/>
              </a:buClr>
              <a:buSzPct val="25000"/>
              <a:buFont typeface="Arial"/>
              <a:buNone/>
            </a:pPr>
            <a:r>
              <a:rPr b="1" i="0" lang="en-US" sz="3600" u="none" cap="none" strike="noStrike">
                <a:solidFill>
                  <a:srgbClr val="EC1914"/>
                </a:solidFill>
                <a:latin typeface="Arial"/>
                <a:ea typeface="Arial"/>
                <a:cs typeface="Arial"/>
                <a:sym typeface="Arial"/>
              </a:rPr>
              <a:t>ACCIONES </a:t>
            </a:r>
            <a:br>
              <a:rPr b="1" i="0" lang="en-US" sz="3600" u="none" cap="none" strike="noStrike">
                <a:solidFill>
                  <a:srgbClr val="EC1914"/>
                </a:solidFill>
                <a:latin typeface="Arial"/>
                <a:ea typeface="Arial"/>
                <a:cs typeface="Arial"/>
                <a:sym typeface="Arial"/>
              </a:rPr>
            </a:br>
            <a:r>
              <a:rPr b="1" i="0" lang="en-US" sz="3600" u="none" cap="none" strike="noStrike">
                <a:solidFill>
                  <a:srgbClr val="EC1914"/>
                </a:solidFill>
                <a:latin typeface="Arial"/>
                <a:ea typeface="Arial"/>
                <a:cs typeface="Arial"/>
                <a:sym typeface="Arial"/>
              </a:rPr>
              <a:t>Y </a:t>
            </a:r>
            <a:br>
              <a:rPr b="1" i="0" lang="en-US" sz="3600" u="none" cap="none" strike="noStrike">
                <a:solidFill>
                  <a:srgbClr val="EC1914"/>
                </a:solidFill>
                <a:latin typeface="Arial"/>
                <a:ea typeface="Arial"/>
                <a:cs typeface="Arial"/>
                <a:sym typeface="Arial"/>
              </a:rPr>
            </a:br>
            <a:r>
              <a:rPr b="1" i="0" lang="en-US" sz="3600" u="none" cap="none" strike="noStrike">
                <a:solidFill>
                  <a:srgbClr val="EC1914"/>
                </a:solidFill>
                <a:latin typeface="Arial"/>
                <a:ea typeface="Arial"/>
                <a:cs typeface="Arial"/>
                <a:sym typeface="Arial"/>
              </a:rPr>
              <a:t>ESTRATEGIAS</a:t>
            </a:r>
          </a:p>
        </p:txBody>
      </p:sp>
      <p:sp>
        <p:nvSpPr>
          <p:cNvPr id="146" name="Shape 146"/>
          <p:cNvSpPr txBox="1"/>
          <p:nvPr>
            <p:ph idx="4294967295" type="body"/>
          </p:nvPr>
        </p:nvSpPr>
        <p:spPr>
          <a:xfrm>
            <a:off x="457200" y="1719261"/>
            <a:ext cx="8218487" cy="4411661"/>
          </a:xfrm>
          <a:prstGeom prst="rect">
            <a:avLst/>
          </a:prstGeom>
          <a:noFill/>
          <a:ln>
            <a:noFill/>
          </a:ln>
        </p:spPr>
        <p:txBody>
          <a:bodyPr anchorCtr="0" anchor="t" bIns="45700" lIns="91425" rIns="91425" tIns="45700">
            <a:noAutofit/>
          </a:bodyPr>
          <a:lstStyle/>
          <a:p>
            <a:pPr indent="-342900" lvl="0" marL="342900" marR="0" rtl="0" algn="l">
              <a:lnSpc>
                <a:spcPct val="90000"/>
              </a:lnSpc>
              <a:spcBef>
                <a:spcPts val="0"/>
              </a:spcBef>
              <a:spcAft>
                <a:spcPts val="0"/>
              </a:spcAft>
              <a:buClr>
                <a:schemeClr val="dk2"/>
              </a:buClr>
              <a:buSzPct val="25000"/>
              <a:buFont typeface="Noto Symbol"/>
              <a:buNone/>
            </a:pPr>
            <a:r>
              <a:rPr b="0" i="0" lang="en-US" sz="1900" u="none" cap="none" strike="noStrike">
                <a:solidFill>
                  <a:schemeClr val="dk1"/>
                </a:solidFill>
                <a:latin typeface="Arial"/>
                <a:ea typeface="Arial"/>
                <a:cs typeface="Arial"/>
                <a:sym typeface="Arial"/>
              </a:rPr>
              <a:t>Todo modelo de juego necesita que se precise:</a:t>
            </a:r>
          </a:p>
          <a:p>
            <a:pPr indent="-342900" lvl="0" marL="342900" marR="0" rtl="0" algn="l">
              <a:lnSpc>
                <a:spcPct val="90000"/>
              </a:lnSpc>
              <a:spcBef>
                <a:spcPts val="380"/>
              </a:spcBef>
              <a:spcAft>
                <a:spcPts val="0"/>
              </a:spcAft>
              <a:buClr>
                <a:schemeClr val="dk2"/>
              </a:buClr>
              <a:buSzPct val="25000"/>
              <a:buFont typeface="Noto Symbol"/>
              <a:buNone/>
            </a:pPr>
            <a:r>
              <a:rPr b="1" i="0" lang="en-US" sz="1900" u="none" cap="none" strike="noStrike">
                <a:solidFill>
                  <a:srgbClr val="EC1914"/>
                </a:solidFill>
                <a:latin typeface="Arial"/>
                <a:ea typeface="Arial"/>
                <a:cs typeface="Arial"/>
                <a:sym typeface="Arial"/>
              </a:rPr>
              <a:t>El </a:t>
            </a:r>
            <a:r>
              <a:rPr b="1" i="1" lang="en-US" sz="1900" u="none" cap="none" strike="noStrike">
                <a:solidFill>
                  <a:srgbClr val="EC1914"/>
                </a:solidFill>
                <a:latin typeface="Arial"/>
                <a:ea typeface="Arial"/>
                <a:cs typeface="Arial"/>
                <a:sym typeface="Arial"/>
              </a:rPr>
              <a:t>dominio de elección</a:t>
            </a:r>
            <a:r>
              <a:rPr b="1" i="0" lang="en-US" sz="1900" u="none" cap="none" strike="noStrike">
                <a:solidFill>
                  <a:srgbClr val="EC1914"/>
                </a:solidFill>
                <a:latin typeface="Arial"/>
                <a:ea typeface="Arial"/>
                <a:cs typeface="Arial"/>
                <a:sym typeface="Arial"/>
              </a:rPr>
              <a:t> de cada uno de los participantes, o del conjunto de </a:t>
            </a:r>
            <a:r>
              <a:rPr b="1" i="1" lang="en-US" sz="1900" u="none" cap="none" strike="noStrike">
                <a:solidFill>
                  <a:srgbClr val="EC1914"/>
                </a:solidFill>
                <a:latin typeface="Arial"/>
                <a:ea typeface="Arial"/>
                <a:cs typeface="Arial"/>
                <a:sym typeface="Arial"/>
              </a:rPr>
              <a:t>acciones</a:t>
            </a:r>
            <a:r>
              <a:rPr b="1" i="0" lang="en-US" sz="1900" u="none" cap="none" strike="noStrike">
                <a:solidFill>
                  <a:srgbClr val="EC1914"/>
                </a:solidFill>
                <a:latin typeface="Arial"/>
                <a:ea typeface="Arial"/>
                <a:cs typeface="Arial"/>
                <a:sym typeface="Arial"/>
              </a:rPr>
              <a:t> a disposición de cada uno.</a:t>
            </a:r>
          </a:p>
          <a:p>
            <a:pPr indent="-342900" lvl="0" marL="342900" marR="0" rtl="0" algn="l">
              <a:lnSpc>
                <a:spcPct val="90000"/>
              </a:lnSpc>
              <a:spcBef>
                <a:spcPts val="380"/>
              </a:spcBef>
              <a:spcAft>
                <a:spcPts val="0"/>
              </a:spcAft>
              <a:buClr>
                <a:schemeClr val="dk2"/>
              </a:buClr>
              <a:buSzPct val="25000"/>
              <a:buFont typeface="Noto Symbol"/>
              <a:buNone/>
            </a:pPr>
            <a:r>
              <a:rPr b="0" i="0" lang="en-US" sz="1900" u="none" cap="none" strike="noStrike">
                <a:solidFill>
                  <a:schemeClr val="dk1"/>
                </a:solidFill>
                <a:latin typeface="Arial"/>
                <a:ea typeface="Arial"/>
                <a:cs typeface="Arial"/>
                <a:sym typeface="Arial"/>
              </a:rPr>
              <a:t>La solución de un juego puede cambiar radicalmente según el tipo de acción vislumbrada.</a:t>
            </a:r>
          </a:p>
          <a:p>
            <a:pPr indent="-342900" lvl="0" marL="342900" marR="0" rtl="0" algn="l">
              <a:lnSpc>
                <a:spcPct val="90000"/>
              </a:lnSpc>
              <a:spcBef>
                <a:spcPts val="380"/>
              </a:spcBef>
              <a:spcAft>
                <a:spcPts val="0"/>
              </a:spcAft>
              <a:buClr>
                <a:schemeClr val="dk2"/>
              </a:buClr>
              <a:buSzPct val="25000"/>
              <a:buFont typeface="Noto Symbol"/>
              <a:buNone/>
            </a:pPr>
            <a:r>
              <a:rPr b="0" i="0" lang="en-US" sz="1900" u="none" cap="none" strike="noStrike">
                <a:solidFill>
                  <a:schemeClr val="dk1"/>
                </a:solidFill>
                <a:latin typeface="Arial"/>
                <a:ea typeface="Arial"/>
                <a:cs typeface="Arial"/>
                <a:sym typeface="Arial"/>
              </a:rPr>
              <a:t>Los jugadores pueden establecer planes de acción, denominados:</a:t>
            </a:r>
          </a:p>
          <a:p>
            <a:pPr indent="-342900" lvl="0" marL="342900" marR="0" rtl="0" algn="l">
              <a:lnSpc>
                <a:spcPct val="90000"/>
              </a:lnSpc>
              <a:spcBef>
                <a:spcPts val="380"/>
              </a:spcBef>
              <a:spcAft>
                <a:spcPts val="0"/>
              </a:spcAft>
              <a:buClr>
                <a:schemeClr val="dk2"/>
              </a:buClr>
              <a:buSzPct val="25000"/>
              <a:buFont typeface="Noto Symbol"/>
              <a:buNone/>
            </a:pPr>
            <a:r>
              <a:rPr b="0" i="0" lang="en-US" sz="1900" u="none" cap="none" strike="noStrike">
                <a:solidFill>
                  <a:schemeClr val="dk1"/>
                </a:solidFill>
                <a:latin typeface="Arial"/>
                <a:ea typeface="Arial"/>
                <a:cs typeface="Arial"/>
                <a:sym typeface="Arial"/>
              </a:rPr>
              <a:t>			</a:t>
            </a:r>
            <a:r>
              <a:rPr b="1" i="0" lang="en-US" sz="1900" u="none" cap="none" strike="noStrike">
                <a:solidFill>
                  <a:srgbClr val="EC1914"/>
                </a:solidFill>
                <a:latin typeface="Arial"/>
                <a:ea typeface="Arial"/>
                <a:cs typeface="Arial"/>
                <a:sym typeface="Arial"/>
              </a:rPr>
              <a:t>ESTRATEGIAS</a:t>
            </a:r>
          </a:p>
          <a:p>
            <a:pPr indent="-342900" lvl="0" marL="342900" marR="0" rtl="0" algn="l">
              <a:lnSpc>
                <a:spcPct val="90000"/>
              </a:lnSpc>
              <a:spcBef>
                <a:spcPts val="380"/>
              </a:spcBef>
              <a:spcAft>
                <a:spcPts val="0"/>
              </a:spcAft>
              <a:buClr>
                <a:schemeClr val="dk2"/>
              </a:buClr>
              <a:buSzPct val="25000"/>
              <a:buFont typeface="Noto Symbol"/>
              <a:buNone/>
            </a:pPr>
            <a:r>
              <a:rPr b="0" i="0" lang="en-US" sz="1900" u="none" cap="none" strike="noStrike">
                <a:solidFill>
                  <a:schemeClr val="dk1"/>
                </a:solidFill>
                <a:latin typeface="Arial"/>
                <a:ea typeface="Arial"/>
                <a:cs typeface="Arial"/>
                <a:sym typeface="Arial"/>
              </a:rPr>
              <a:t>En tanto conozcan la cantidad acciones que se les “permite” realizar, lo mismo que las reglas del juego y el orden de los golpes.</a:t>
            </a:r>
          </a:p>
          <a:p>
            <a:pPr indent="-342900" lvl="0" marL="342900" marR="0" rtl="0" algn="l">
              <a:lnSpc>
                <a:spcPct val="90000"/>
              </a:lnSpc>
              <a:spcBef>
                <a:spcPts val="380"/>
              </a:spcBef>
              <a:spcAft>
                <a:spcPts val="0"/>
              </a:spcAft>
              <a:buClr>
                <a:schemeClr val="dk2"/>
              </a:buClr>
              <a:buSzPct val="25000"/>
              <a:buFont typeface="Noto Symbol"/>
              <a:buNone/>
            </a:pPr>
            <a:r>
              <a:t/>
            </a:r>
            <a:endParaRPr b="0" i="1" sz="1900" u="none" cap="none" strike="noStrike">
              <a:solidFill>
                <a:schemeClr val="dk1"/>
              </a:solidFill>
              <a:latin typeface="Arial"/>
              <a:ea typeface="Arial"/>
              <a:cs typeface="Arial"/>
              <a:sym typeface="Arial"/>
            </a:endParaRPr>
          </a:p>
          <a:p>
            <a:pPr indent="-342900" lvl="0" marL="342900" marR="0" rtl="0" algn="l">
              <a:lnSpc>
                <a:spcPct val="90000"/>
              </a:lnSpc>
              <a:spcBef>
                <a:spcPts val="380"/>
              </a:spcBef>
              <a:spcAft>
                <a:spcPts val="0"/>
              </a:spcAft>
              <a:buClr>
                <a:schemeClr val="dk2"/>
              </a:buClr>
              <a:buSzPct val="25000"/>
              <a:buFont typeface="Noto Symbol"/>
              <a:buNone/>
            </a:pPr>
            <a:r>
              <a:rPr b="0" i="0" lang="en-US" sz="1900" u="none" cap="none" strike="noStrike">
                <a:solidFill>
                  <a:srgbClr val="4A23DB"/>
                </a:solidFill>
                <a:latin typeface="Arial"/>
                <a:ea typeface="Arial"/>
                <a:cs typeface="Arial"/>
                <a:sym typeface="Arial"/>
              </a:rPr>
              <a:t>Se puede demostrar que </a:t>
            </a:r>
            <a:r>
              <a:rPr b="0" i="1" lang="en-US" sz="1900" u="none" cap="none" strike="noStrike">
                <a:solidFill>
                  <a:srgbClr val="4A23DB"/>
                </a:solidFill>
                <a:latin typeface="Arial"/>
                <a:ea typeface="Arial"/>
                <a:cs typeface="Arial"/>
                <a:sym typeface="Arial"/>
              </a:rPr>
              <a:t>el número de estrategias aumenta de manera exponencial con el número de golpes, </a:t>
            </a:r>
            <a:r>
              <a:rPr b="0" i="0" lang="en-US" sz="1900" u="none" cap="none" strike="noStrike">
                <a:solidFill>
                  <a:srgbClr val="4A23DB"/>
                </a:solidFill>
                <a:latin typeface="Arial"/>
                <a:ea typeface="Arial"/>
                <a:cs typeface="Arial"/>
                <a:sym typeface="Arial"/>
              </a:rPr>
              <a:t>la base del exponencial está dada por el número de acciones a disposición de los jugadores   </a:t>
            </a:r>
          </a:p>
        </p:txBody>
      </p:sp>
      <p:pic>
        <p:nvPicPr>
          <p:cNvPr id="147" name="Shape 147"/>
          <p:cNvPicPr preferRelativeResize="0"/>
          <p:nvPr>
            <p:ph idx="4294967295" type="body"/>
          </p:nvPr>
        </p:nvPicPr>
        <p:blipFill rotWithShape="1">
          <a:blip r:embed="rId3">
            <a:alphaModFix/>
          </a:blip>
          <a:srcRect b="0" l="0" r="0" t="0"/>
          <a:stretch/>
        </p:blipFill>
        <p:spPr>
          <a:xfrm>
            <a:off x="4932362" y="620712"/>
            <a:ext cx="3009899" cy="609599"/>
          </a:xfrm>
          <a:prstGeom prst="rect">
            <a:avLst/>
          </a:prstGeom>
          <a:noFill/>
          <a:ln>
            <a:noFill/>
          </a:ln>
        </p:spPr>
      </p:pic>
    </p:spTree>
  </p:cSld>
  <p:clrMapOvr>
    <a:masterClrMapping/>
  </p:clrMapOvr>
  <p:transition spd="slow">
    <p:cut/>
  </p:transition>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151" name="Shape 151"/>
        <p:cNvGrpSpPr/>
        <p:nvPr/>
      </p:nvGrpSpPr>
      <p:grpSpPr>
        <a:xfrm>
          <a:off x="0" y="0"/>
          <a:ext cx="0" cy="0"/>
          <a:chOff x="0" y="0"/>
          <a:chExt cx="0" cy="0"/>
        </a:xfrm>
      </p:grpSpPr>
      <p:sp>
        <p:nvSpPr>
          <p:cNvPr id="152" name="Shape 152"/>
          <p:cNvSpPr txBox="1"/>
          <p:nvPr>
            <p:ph idx="4294967295" type="title"/>
          </p:nvPr>
        </p:nvSpPr>
        <p:spPr>
          <a:xfrm>
            <a:off x="179386" y="260350"/>
            <a:ext cx="4365624" cy="1362075"/>
          </a:xfrm>
          <a:prstGeom prst="rect">
            <a:avLst/>
          </a:prstGeom>
          <a:noFill/>
          <a:ln>
            <a:noFill/>
          </a:ln>
        </p:spPr>
        <p:txBody>
          <a:bodyPr anchorCtr="0" anchor="b" bIns="45700" lIns="91425" rIns="91425" tIns="45700">
            <a:noAutofit/>
          </a:bodyPr>
          <a:lstStyle/>
          <a:p>
            <a:pPr indent="0" lvl="0" marL="0" marR="0" rtl="0" algn="ctr">
              <a:lnSpc>
                <a:spcPct val="100000"/>
              </a:lnSpc>
              <a:spcBef>
                <a:spcPts val="0"/>
              </a:spcBef>
              <a:spcAft>
                <a:spcPts val="0"/>
              </a:spcAft>
              <a:buClr>
                <a:srgbClr val="EC1914"/>
              </a:buClr>
              <a:buSzPct val="25000"/>
              <a:buFont typeface="Arial"/>
              <a:buNone/>
            </a:pPr>
            <a:r>
              <a:rPr b="1" i="0" lang="en-US" sz="3500" u="none" cap="none" strike="noStrike">
                <a:solidFill>
                  <a:srgbClr val="EC1914"/>
                </a:solidFill>
                <a:latin typeface="Arial"/>
                <a:ea typeface="Arial"/>
                <a:cs typeface="Arial"/>
                <a:sym typeface="Arial"/>
              </a:rPr>
              <a:t>NUMERO Y ORDEN DE LOS GOLPES</a:t>
            </a:r>
            <a:br>
              <a:rPr b="1" i="0" lang="en-US" sz="3500" u="none" cap="none" strike="noStrike">
                <a:solidFill>
                  <a:srgbClr val="EC1914"/>
                </a:solidFill>
                <a:latin typeface="Arial"/>
                <a:ea typeface="Arial"/>
                <a:cs typeface="Arial"/>
                <a:sym typeface="Arial"/>
              </a:rPr>
            </a:br>
            <a:r>
              <a:rPr b="1" i="0" lang="en-US" sz="1800" u="none" cap="none" strike="noStrike">
                <a:solidFill>
                  <a:srgbClr val="EC1914"/>
                </a:solidFill>
                <a:latin typeface="Arial"/>
                <a:ea typeface="Arial"/>
                <a:cs typeface="Arial"/>
                <a:sym typeface="Arial"/>
              </a:rPr>
              <a:t>IMPORTANCIA</a:t>
            </a:r>
          </a:p>
        </p:txBody>
      </p:sp>
      <p:sp>
        <p:nvSpPr>
          <p:cNvPr id="153" name="Shape 153"/>
          <p:cNvSpPr txBox="1"/>
          <p:nvPr>
            <p:ph idx="4294967295" type="body"/>
          </p:nvPr>
        </p:nvSpPr>
        <p:spPr>
          <a:xfrm>
            <a:off x="457200" y="1719261"/>
            <a:ext cx="8435975" cy="4878387"/>
          </a:xfrm>
          <a:prstGeom prst="rect">
            <a:avLst/>
          </a:prstGeom>
          <a:noFill/>
          <a:ln>
            <a:noFill/>
          </a:ln>
        </p:spPr>
        <p:txBody>
          <a:bodyPr anchorCtr="0" anchor="t" bIns="45700" lIns="91425" rIns="91425" tIns="45700">
            <a:noAutofit/>
          </a:bodyPr>
          <a:lstStyle/>
          <a:p>
            <a:pPr indent="-342900" lvl="0" marL="342900" marR="0" rtl="0" algn="l">
              <a:lnSpc>
                <a:spcPct val="100000"/>
              </a:lnSpc>
              <a:spcBef>
                <a:spcPts val="0"/>
              </a:spcBef>
              <a:spcAft>
                <a:spcPts val="0"/>
              </a:spcAft>
              <a:buClr>
                <a:schemeClr val="dk2"/>
              </a:buClr>
              <a:buSzPct val="25000"/>
              <a:buFont typeface="Noto Symbol"/>
              <a:buNone/>
            </a:pPr>
            <a:r>
              <a:rPr b="0" i="0" lang="en-US" sz="2800" u="none" cap="none" strike="noStrike">
                <a:solidFill>
                  <a:schemeClr val="dk1"/>
                </a:solidFill>
                <a:latin typeface="Arial"/>
                <a:ea typeface="Arial"/>
                <a:cs typeface="Arial"/>
                <a:sym typeface="Arial"/>
              </a:rPr>
              <a:t>Entre las reglas del juego existe la siguiente: </a:t>
            </a:r>
          </a:p>
          <a:p>
            <a:pPr indent="-342900" lvl="0" marL="342900" marR="0" rtl="0" algn="ctr">
              <a:lnSpc>
                <a:spcPct val="100000"/>
              </a:lnSpc>
              <a:spcBef>
                <a:spcPts val="560"/>
              </a:spcBef>
              <a:spcAft>
                <a:spcPts val="0"/>
              </a:spcAft>
              <a:buClr>
                <a:schemeClr val="dk2"/>
              </a:buClr>
              <a:buSzPct val="25000"/>
              <a:buFont typeface="Noto Symbol"/>
              <a:buNone/>
            </a:pPr>
            <a:r>
              <a:t/>
            </a:r>
            <a:endParaRPr b="0" i="0" sz="2800" u="none" cap="none" strike="noStrike">
              <a:solidFill>
                <a:schemeClr val="dk1"/>
              </a:solidFill>
              <a:latin typeface="Arial"/>
              <a:ea typeface="Arial"/>
              <a:cs typeface="Arial"/>
              <a:sym typeface="Arial"/>
            </a:endParaRPr>
          </a:p>
          <a:p>
            <a:pPr indent="-342900" lvl="0" marL="342900" marR="0" rtl="0" algn="ctr">
              <a:lnSpc>
                <a:spcPct val="100000"/>
              </a:lnSpc>
              <a:spcBef>
                <a:spcPts val="560"/>
              </a:spcBef>
              <a:spcAft>
                <a:spcPts val="0"/>
              </a:spcAft>
              <a:buClr>
                <a:schemeClr val="dk2"/>
              </a:buClr>
              <a:buSzPct val="25000"/>
              <a:buFont typeface="Noto Symbol"/>
              <a:buNone/>
            </a:pPr>
            <a:r>
              <a:rPr b="1" i="1" lang="en-US" sz="2800" u="none" cap="none" strike="noStrike">
                <a:solidFill>
                  <a:schemeClr val="dk1"/>
                </a:solidFill>
                <a:latin typeface="Arial"/>
                <a:ea typeface="Arial"/>
                <a:cs typeface="Arial"/>
                <a:sym typeface="Arial"/>
              </a:rPr>
              <a:t>“ Regla del número y orden de los “golpes”</a:t>
            </a:r>
          </a:p>
          <a:p>
            <a:pPr indent="-342900" lvl="0" marL="342900" marR="0" rtl="0" algn="l">
              <a:lnSpc>
                <a:spcPct val="100000"/>
              </a:lnSpc>
              <a:spcBef>
                <a:spcPts val="560"/>
              </a:spcBef>
              <a:spcAft>
                <a:spcPts val="0"/>
              </a:spcAft>
              <a:buClr>
                <a:schemeClr val="dk2"/>
              </a:buClr>
              <a:buSzPct val="25000"/>
              <a:buFont typeface="Noto Symbol"/>
              <a:buNone/>
            </a:pPr>
            <a:r>
              <a:t/>
            </a:r>
            <a:endParaRPr b="0" i="0" sz="2800" u="none" cap="none" strike="noStrike">
              <a:solidFill>
                <a:schemeClr val="dk1"/>
              </a:solidFill>
              <a:latin typeface="Arial"/>
              <a:ea typeface="Arial"/>
              <a:cs typeface="Arial"/>
              <a:sym typeface="Arial"/>
            </a:endParaRPr>
          </a:p>
          <a:p>
            <a:pPr indent="-342900" lvl="0" marL="342900" marR="0" rtl="0" algn="l">
              <a:lnSpc>
                <a:spcPct val="100000"/>
              </a:lnSpc>
              <a:spcBef>
                <a:spcPts val="560"/>
              </a:spcBef>
              <a:spcAft>
                <a:spcPts val="0"/>
              </a:spcAft>
              <a:buClr>
                <a:schemeClr val="dk2"/>
              </a:buClr>
              <a:buSzPct val="25000"/>
              <a:buFont typeface="Noto Symbol"/>
              <a:buNone/>
            </a:pPr>
            <a:r>
              <a:t/>
            </a:r>
            <a:endParaRPr b="0" i="0" sz="2800" u="none" cap="none" strike="noStrike">
              <a:solidFill>
                <a:schemeClr val="dk1"/>
              </a:solidFill>
              <a:latin typeface="Arial"/>
              <a:ea typeface="Arial"/>
              <a:cs typeface="Arial"/>
              <a:sym typeface="Arial"/>
            </a:endParaRPr>
          </a:p>
          <a:p>
            <a:pPr indent="-342900" lvl="0" marL="342900" marR="0" rtl="0" algn="l">
              <a:lnSpc>
                <a:spcPct val="100000"/>
              </a:lnSpc>
              <a:spcBef>
                <a:spcPts val="560"/>
              </a:spcBef>
              <a:spcAft>
                <a:spcPts val="0"/>
              </a:spcAft>
              <a:buClr>
                <a:schemeClr val="dk2"/>
              </a:buClr>
              <a:buSzPct val="25000"/>
              <a:buFont typeface="Noto Symbol"/>
              <a:buNone/>
            </a:pPr>
            <a:r>
              <a:rPr b="0" i="0" lang="en-US" sz="2800" u="none" cap="none" strike="noStrike">
                <a:solidFill>
                  <a:schemeClr val="dk1"/>
                </a:solidFill>
                <a:latin typeface="Arial"/>
                <a:ea typeface="Arial"/>
                <a:cs typeface="Arial"/>
                <a:sym typeface="Arial"/>
              </a:rPr>
              <a:t>Estos pueden ser anuncios del precio, ofertas o demandas de cantidades, decisiones de producción, etc. y darse simultáneamente en el tiempo o sucesivamente.  </a:t>
            </a:r>
          </a:p>
        </p:txBody>
      </p:sp>
      <p:pic>
        <p:nvPicPr>
          <p:cNvPr id="154" name="Shape 154"/>
          <p:cNvPicPr preferRelativeResize="0"/>
          <p:nvPr>
            <p:ph idx="4294967295" type="body"/>
          </p:nvPr>
        </p:nvPicPr>
        <p:blipFill rotWithShape="1">
          <a:blip r:embed="rId3">
            <a:alphaModFix/>
          </a:blip>
          <a:srcRect b="0" l="0" r="0" t="0"/>
          <a:stretch/>
        </p:blipFill>
        <p:spPr>
          <a:xfrm>
            <a:off x="4932362" y="476250"/>
            <a:ext cx="3009899" cy="609599"/>
          </a:xfrm>
          <a:prstGeom prst="rect">
            <a:avLst/>
          </a:prstGeom>
          <a:noFill/>
          <a:ln>
            <a:noFill/>
          </a:ln>
        </p:spPr>
      </p:pic>
    </p:spTree>
  </p:cSld>
  <p:clrMapOvr>
    <a:masterClrMapping/>
  </p:clrMapOvr>
  <p:transition spd="slow">
    <p:cut/>
  </p:transition>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158" name="Shape 158"/>
        <p:cNvGrpSpPr/>
        <p:nvPr/>
      </p:nvGrpSpPr>
      <p:grpSpPr>
        <a:xfrm>
          <a:off x="0" y="0"/>
          <a:ext cx="0" cy="0"/>
          <a:chOff x="0" y="0"/>
          <a:chExt cx="0" cy="0"/>
        </a:xfrm>
      </p:grpSpPr>
      <p:sp>
        <p:nvSpPr>
          <p:cNvPr id="159" name="Shape 159"/>
          <p:cNvSpPr txBox="1"/>
          <p:nvPr>
            <p:ph idx="4294967295" type="title"/>
          </p:nvPr>
        </p:nvSpPr>
        <p:spPr>
          <a:xfrm>
            <a:off x="323850" y="260350"/>
            <a:ext cx="3716336" cy="1295400"/>
          </a:xfrm>
          <a:prstGeom prst="rect">
            <a:avLst/>
          </a:prstGeom>
          <a:noFill/>
          <a:ln>
            <a:noFill/>
          </a:ln>
        </p:spPr>
        <p:txBody>
          <a:bodyPr anchorCtr="0" anchor="b" bIns="45700" lIns="91425" rIns="91425" tIns="45700">
            <a:noAutofit/>
          </a:bodyPr>
          <a:lstStyle/>
          <a:p>
            <a:pPr indent="0" lvl="0" marL="0" marR="0" rtl="0" algn="ctr">
              <a:lnSpc>
                <a:spcPct val="100000"/>
              </a:lnSpc>
              <a:spcBef>
                <a:spcPts val="0"/>
              </a:spcBef>
              <a:spcAft>
                <a:spcPts val="0"/>
              </a:spcAft>
              <a:buClr>
                <a:srgbClr val="EC1914"/>
              </a:buClr>
              <a:buSzPct val="25000"/>
              <a:buFont typeface="Arial"/>
              <a:buNone/>
            </a:pPr>
            <a:r>
              <a:rPr b="1" i="0" lang="en-US" sz="3600" u="none" cap="none" strike="noStrike">
                <a:solidFill>
                  <a:srgbClr val="EC1914"/>
                </a:solidFill>
                <a:latin typeface="Arial"/>
                <a:ea typeface="Arial"/>
                <a:cs typeface="Arial"/>
                <a:sym typeface="Arial"/>
              </a:rPr>
              <a:t>Sun Tzu </a:t>
            </a:r>
            <a:br>
              <a:rPr b="1" i="0" lang="en-US" sz="3600" u="none" cap="none" strike="noStrike">
                <a:solidFill>
                  <a:srgbClr val="EC1914"/>
                </a:solidFill>
                <a:latin typeface="Arial"/>
                <a:ea typeface="Arial"/>
                <a:cs typeface="Arial"/>
                <a:sym typeface="Arial"/>
              </a:rPr>
            </a:br>
            <a:r>
              <a:rPr b="1" i="0" lang="en-US" sz="3600" u="none" cap="none" strike="noStrike">
                <a:solidFill>
                  <a:srgbClr val="EC1914"/>
                </a:solidFill>
                <a:latin typeface="Arial"/>
                <a:ea typeface="Arial"/>
                <a:cs typeface="Arial"/>
                <a:sym typeface="Arial"/>
              </a:rPr>
              <a:t>(496 - 544 adC)</a:t>
            </a:r>
            <a:r>
              <a:rPr b="1" i="0" lang="en-US" sz="3900" u="none" cap="none" strike="noStrike">
                <a:solidFill>
                  <a:schemeClr val="dk2"/>
                </a:solidFill>
                <a:latin typeface="Arial"/>
                <a:ea typeface="Arial"/>
                <a:cs typeface="Arial"/>
                <a:sym typeface="Arial"/>
              </a:rPr>
              <a:t> </a:t>
            </a:r>
          </a:p>
        </p:txBody>
      </p:sp>
      <p:sp>
        <p:nvSpPr>
          <p:cNvPr id="160" name="Shape 160"/>
          <p:cNvSpPr txBox="1"/>
          <p:nvPr>
            <p:ph idx="4294967295" type="body"/>
          </p:nvPr>
        </p:nvSpPr>
        <p:spPr>
          <a:xfrm>
            <a:off x="457200" y="1719261"/>
            <a:ext cx="8291512" cy="3797299"/>
          </a:xfrm>
          <a:prstGeom prst="rect">
            <a:avLst/>
          </a:prstGeom>
          <a:noFill/>
          <a:ln>
            <a:noFill/>
          </a:ln>
        </p:spPr>
        <p:txBody>
          <a:bodyPr anchorCtr="0" anchor="t" bIns="45700" lIns="91425" rIns="91425" tIns="45700">
            <a:noAutofit/>
          </a:bodyPr>
          <a:lstStyle/>
          <a:p>
            <a:pPr indent="-342900" lvl="0" marL="342900" marR="0" rtl="0" algn="l">
              <a:lnSpc>
                <a:spcPct val="90000"/>
              </a:lnSpc>
              <a:spcBef>
                <a:spcPts val="0"/>
              </a:spcBef>
              <a:spcAft>
                <a:spcPts val="0"/>
              </a:spcAft>
              <a:buClr>
                <a:schemeClr val="dk2"/>
              </a:buClr>
              <a:buSzPct val="70000"/>
              <a:buFont typeface="Noto Symbol"/>
              <a:buChar char="●"/>
            </a:pPr>
            <a:r>
              <a:rPr b="0" i="0" lang="en-US" sz="1900" u="none" cap="none" strike="noStrike">
                <a:solidFill>
                  <a:schemeClr val="dk1"/>
                </a:solidFill>
                <a:latin typeface="Arial"/>
                <a:ea typeface="Arial"/>
                <a:cs typeface="Arial"/>
                <a:sym typeface="Arial"/>
              </a:rPr>
              <a:t>Conoce al enemigo y conócete a ti mismo y en cien batallas, no correrás jamás el más mínimo peligro.</a:t>
            </a:r>
            <a:br>
              <a:rPr b="0" i="0" lang="en-US" sz="1900" u="none" cap="none" strike="noStrike">
                <a:solidFill>
                  <a:schemeClr val="dk1"/>
                </a:solidFill>
                <a:latin typeface="Arial"/>
                <a:ea typeface="Arial"/>
                <a:cs typeface="Arial"/>
                <a:sym typeface="Arial"/>
              </a:rPr>
            </a:br>
          </a:p>
          <a:p>
            <a:pPr indent="-342900" lvl="0" marL="342900" marR="0" rtl="0" algn="l">
              <a:lnSpc>
                <a:spcPct val="90000"/>
              </a:lnSpc>
              <a:spcBef>
                <a:spcPts val="380"/>
              </a:spcBef>
              <a:spcAft>
                <a:spcPts val="0"/>
              </a:spcAft>
              <a:buClr>
                <a:schemeClr val="dk2"/>
              </a:buClr>
              <a:buSzPct val="70000"/>
              <a:buFont typeface="Noto Symbol"/>
              <a:buChar char="●"/>
            </a:pPr>
            <a:r>
              <a:rPr b="0" i="0" lang="en-US" sz="1900" u="none" cap="none" strike="noStrike">
                <a:solidFill>
                  <a:schemeClr val="dk1"/>
                </a:solidFill>
                <a:latin typeface="Arial"/>
                <a:ea typeface="Arial"/>
                <a:cs typeface="Arial"/>
                <a:sym typeface="Arial"/>
              </a:rPr>
              <a:t>Cuando no conozcas al enemigo, pero te conozcas a ti mismo, las probabilidades de victoria o de derrota son iguales.</a:t>
            </a:r>
            <a:br>
              <a:rPr b="0" i="0" lang="en-US" sz="1900" u="none" cap="none" strike="noStrike">
                <a:solidFill>
                  <a:schemeClr val="dk1"/>
                </a:solidFill>
                <a:latin typeface="Arial"/>
                <a:ea typeface="Arial"/>
                <a:cs typeface="Arial"/>
                <a:sym typeface="Arial"/>
              </a:rPr>
            </a:br>
          </a:p>
          <a:p>
            <a:pPr indent="-342900" lvl="0" marL="342900" marR="0" rtl="0" algn="l">
              <a:lnSpc>
                <a:spcPct val="90000"/>
              </a:lnSpc>
              <a:spcBef>
                <a:spcPts val="380"/>
              </a:spcBef>
              <a:spcAft>
                <a:spcPts val="0"/>
              </a:spcAft>
              <a:buClr>
                <a:schemeClr val="dk2"/>
              </a:buClr>
              <a:buSzPct val="70000"/>
              <a:buFont typeface="Noto Symbol"/>
              <a:buChar char="●"/>
            </a:pPr>
            <a:r>
              <a:rPr b="0" i="0" lang="en-US" sz="1900" u="none" cap="none" strike="noStrike">
                <a:solidFill>
                  <a:schemeClr val="dk1"/>
                </a:solidFill>
                <a:latin typeface="Arial"/>
                <a:ea typeface="Arial"/>
                <a:cs typeface="Arial"/>
                <a:sym typeface="Arial"/>
              </a:rPr>
              <a:t>Si a un tiempo ignoras todo del enemigo y de ti mismo, es seguro que estás en peligro en cada batalla.</a:t>
            </a:r>
          </a:p>
          <a:p>
            <a:pPr indent="-342900" lvl="0" marL="342900" marR="0" rtl="0" algn="l">
              <a:lnSpc>
                <a:spcPct val="90000"/>
              </a:lnSpc>
              <a:spcBef>
                <a:spcPts val="380"/>
              </a:spcBef>
              <a:spcAft>
                <a:spcPts val="0"/>
              </a:spcAft>
              <a:buClr>
                <a:schemeClr val="dk2"/>
              </a:buClr>
              <a:buSzPct val="25000"/>
              <a:buFont typeface="Noto Symbol"/>
              <a:buNone/>
            </a:pPr>
            <a:r>
              <a:rPr b="0" i="0" lang="en-US" sz="1900" u="none" cap="none" strike="noStrike">
                <a:solidFill>
                  <a:schemeClr val="dk1"/>
                </a:solidFill>
                <a:latin typeface="Arial"/>
                <a:ea typeface="Arial"/>
                <a:cs typeface="Arial"/>
                <a:sym typeface="Arial"/>
              </a:rPr>
              <a:t> </a:t>
            </a:r>
          </a:p>
          <a:p>
            <a:pPr indent="-342900" lvl="0" marL="342900" marR="0" rtl="0" algn="l">
              <a:lnSpc>
                <a:spcPct val="90000"/>
              </a:lnSpc>
              <a:spcBef>
                <a:spcPts val="380"/>
              </a:spcBef>
              <a:spcAft>
                <a:spcPts val="0"/>
              </a:spcAft>
              <a:buClr>
                <a:schemeClr val="dk2"/>
              </a:buClr>
              <a:buSzPct val="70000"/>
              <a:buFont typeface="Noto Symbol"/>
              <a:buChar char="●"/>
            </a:pPr>
            <a:r>
              <a:rPr b="0" i="0" lang="en-US" sz="1900" u="none" cap="none" strike="noStrike">
                <a:solidFill>
                  <a:schemeClr val="dk1"/>
                </a:solidFill>
                <a:latin typeface="Arial"/>
                <a:ea typeface="Arial"/>
                <a:cs typeface="Arial"/>
                <a:sym typeface="Arial"/>
              </a:rPr>
              <a:t>"... los que son expertos en el arte de la guerra someten al ejército enemigo sin combate. Toman las ciudades sin efectuar el asalto y derrocan un Estado sin operaciones prolongadas ..."</a:t>
            </a:r>
          </a:p>
        </p:txBody>
      </p:sp>
      <p:pic>
        <p:nvPicPr>
          <p:cNvPr id="161" name="Shape 161"/>
          <p:cNvPicPr preferRelativeResize="0"/>
          <p:nvPr>
            <p:ph idx="4294967295" type="body"/>
          </p:nvPr>
        </p:nvPicPr>
        <p:blipFill rotWithShape="1">
          <a:blip r:embed="rId3">
            <a:alphaModFix/>
          </a:blip>
          <a:srcRect b="0" l="0" r="0" t="0"/>
          <a:stretch/>
        </p:blipFill>
        <p:spPr>
          <a:xfrm>
            <a:off x="4932362" y="476250"/>
            <a:ext cx="3009899" cy="609599"/>
          </a:xfrm>
          <a:prstGeom prst="rect">
            <a:avLst/>
          </a:prstGeom>
          <a:noFill/>
          <a:ln>
            <a:noFill/>
          </a:ln>
        </p:spPr>
      </p:pic>
    </p:spTree>
  </p:cSld>
  <p:clrMapOvr>
    <a:masterClrMapping/>
  </p:clrMapOvr>
  <p:transition spd="slow">
    <p:cut/>
  </p:transition>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165" name="Shape 165"/>
        <p:cNvGrpSpPr/>
        <p:nvPr/>
      </p:nvGrpSpPr>
      <p:grpSpPr>
        <a:xfrm>
          <a:off x="0" y="0"/>
          <a:ext cx="0" cy="0"/>
          <a:chOff x="0" y="0"/>
          <a:chExt cx="0" cy="0"/>
        </a:xfrm>
      </p:grpSpPr>
      <p:sp>
        <p:nvSpPr>
          <p:cNvPr id="166" name="Shape 166"/>
          <p:cNvSpPr txBox="1"/>
          <p:nvPr>
            <p:ph idx="4294967295" type="title"/>
          </p:nvPr>
        </p:nvSpPr>
        <p:spPr>
          <a:xfrm>
            <a:off x="250825" y="188911"/>
            <a:ext cx="4221161" cy="1295400"/>
          </a:xfrm>
          <a:prstGeom prst="rect">
            <a:avLst/>
          </a:prstGeom>
          <a:noFill/>
          <a:ln>
            <a:noFill/>
          </a:ln>
        </p:spPr>
        <p:txBody>
          <a:bodyPr anchorCtr="0" anchor="b" bIns="45700" lIns="91425" rIns="91425" tIns="45700">
            <a:noAutofit/>
          </a:bodyPr>
          <a:lstStyle/>
          <a:p>
            <a:pPr indent="0" lvl="0" marL="0" marR="0" rtl="0" algn="ctr">
              <a:lnSpc>
                <a:spcPct val="100000"/>
              </a:lnSpc>
              <a:spcBef>
                <a:spcPts val="0"/>
              </a:spcBef>
              <a:spcAft>
                <a:spcPts val="0"/>
              </a:spcAft>
              <a:buClr>
                <a:srgbClr val="EC1914"/>
              </a:buClr>
              <a:buSzPct val="25000"/>
              <a:buFont typeface="Arial"/>
              <a:buNone/>
            </a:pPr>
            <a:r>
              <a:rPr b="1" i="0" lang="en-US" sz="3600" u="none" cap="none" strike="noStrike">
                <a:solidFill>
                  <a:srgbClr val="EC1914"/>
                </a:solidFill>
                <a:latin typeface="Arial"/>
                <a:ea typeface="Arial"/>
                <a:cs typeface="Arial"/>
                <a:sym typeface="Arial"/>
              </a:rPr>
              <a:t>EQUILIBRIO NASH</a:t>
            </a:r>
          </a:p>
        </p:txBody>
      </p:sp>
      <p:sp>
        <p:nvSpPr>
          <p:cNvPr id="167" name="Shape 167"/>
          <p:cNvSpPr txBox="1"/>
          <p:nvPr>
            <p:ph idx="4294967295" type="body"/>
          </p:nvPr>
        </p:nvSpPr>
        <p:spPr>
          <a:xfrm>
            <a:off x="457200" y="1719261"/>
            <a:ext cx="8362950" cy="4411661"/>
          </a:xfrm>
          <a:prstGeom prst="rect">
            <a:avLst/>
          </a:prstGeom>
          <a:noFill/>
          <a:ln>
            <a:noFill/>
          </a:ln>
        </p:spPr>
        <p:txBody>
          <a:bodyPr anchorCtr="0" anchor="t" bIns="45700" lIns="91425" rIns="91425" tIns="45700">
            <a:noAutofit/>
          </a:bodyPr>
          <a:lstStyle/>
          <a:p>
            <a:pPr indent="-342900" lvl="0" marL="342900" marR="0" rtl="0" algn="l">
              <a:lnSpc>
                <a:spcPct val="100000"/>
              </a:lnSpc>
              <a:spcBef>
                <a:spcPts val="0"/>
              </a:spcBef>
              <a:spcAft>
                <a:spcPts val="0"/>
              </a:spcAft>
              <a:buClr>
                <a:schemeClr val="dk2"/>
              </a:buClr>
              <a:buSzPct val="25000"/>
              <a:buFont typeface="Noto Symbol"/>
              <a:buNone/>
            </a:pPr>
            <a:r>
              <a:rPr b="0" i="0" lang="en-US" sz="2600" u="none" cap="none" strike="noStrike">
                <a:solidFill>
                  <a:schemeClr val="dk1"/>
                </a:solidFill>
                <a:latin typeface="Arial"/>
                <a:ea typeface="Arial"/>
                <a:cs typeface="Arial"/>
                <a:sym typeface="Arial"/>
              </a:rPr>
              <a:t>A cada </a:t>
            </a:r>
            <a:r>
              <a:rPr b="0" i="1" lang="en-US" sz="2600" u="none" cap="none" strike="noStrike">
                <a:solidFill>
                  <a:schemeClr val="dk1"/>
                </a:solidFill>
                <a:latin typeface="Arial"/>
                <a:ea typeface="Arial"/>
                <a:cs typeface="Arial"/>
                <a:sym typeface="Arial"/>
              </a:rPr>
              <a:t>combinación de estrategias</a:t>
            </a:r>
            <a:r>
              <a:rPr b="0" i="0" lang="en-US" sz="2600" u="none" cap="none" strike="noStrike">
                <a:solidFill>
                  <a:schemeClr val="dk1"/>
                </a:solidFill>
                <a:latin typeface="Arial"/>
                <a:ea typeface="Arial"/>
                <a:cs typeface="Arial"/>
                <a:sym typeface="Arial"/>
              </a:rPr>
              <a:t>, (una por jugador), se le asocia una </a:t>
            </a:r>
            <a:r>
              <a:rPr b="0" i="1" lang="en-US" sz="2600" u="none" cap="none" strike="noStrike">
                <a:solidFill>
                  <a:schemeClr val="dk1"/>
                </a:solidFill>
                <a:latin typeface="Arial"/>
                <a:ea typeface="Arial"/>
                <a:cs typeface="Arial"/>
                <a:sym typeface="Arial"/>
              </a:rPr>
              <a:t>salida</a:t>
            </a:r>
            <a:r>
              <a:rPr b="0" i="0" lang="en-US" sz="2600" u="none" cap="none" strike="noStrike">
                <a:solidFill>
                  <a:schemeClr val="dk1"/>
                </a:solidFill>
                <a:latin typeface="Arial"/>
                <a:ea typeface="Arial"/>
                <a:cs typeface="Arial"/>
                <a:sym typeface="Arial"/>
              </a:rPr>
              <a:t> del juego, caracterizada por las ganancias expresadas en forma de números que le toca a cada uno. </a:t>
            </a:r>
          </a:p>
          <a:p>
            <a:pPr indent="-342900" lvl="0" marL="342900" marR="0" rtl="0" algn="l">
              <a:lnSpc>
                <a:spcPct val="100000"/>
              </a:lnSpc>
              <a:spcBef>
                <a:spcPts val="520"/>
              </a:spcBef>
              <a:spcAft>
                <a:spcPts val="0"/>
              </a:spcAft>
              <a:buClr>
                <a:schemeClr val="dk2"/>
              </a:buClr>
              <a:buSzPct val="25000"/>
              <a:buFont typeface="Noto Symbol"/>
              <a:buNone/>
            </a:pPr>
            <a:r>
              <a:rPr b="0" i="1" lang="en-US" sz="2600" u="none" cap="none" strike="noStrike">
                <a:solidFill>
                  <a:schemeClr val="dk1"/>
                </a:solidFill>
                <a:latin typeface="Arial"/>
                <a:ea typeface="Arial"/>
                <a:cs typeface="Arial"/>
                <a:sym typeface="Arial"/>
              </a:rPr>
              <a:t>Se dice que:</a:t>
            </a:r>
          </a:p>
          <a:p>
            <a:pPr indent="-342900" lvl="0" marL="342900" marR="0" rtl="0" algn="l">
              <a:lnSpc>
                <a:spcPct val="100000"/>
              </a:lnSpc>
              <a:spcBef>
                <a:spcPts val="520"/>
              </a:spcBef>
              <a:spcAft>
                <a:spcPts val="0"/>
              </a:spcAft>
              <a:buClr>
                <a:schemeClr val="dk2"/>
              </a:buClr>
              <a:buSzPct val="25000"/>
              <a:buFont typeface="Noto Symbol"/>
              <a:buNone/>
            </a:pPr>
            <a:r>
              <a:rPr b="0" i="1" lang="en-US" sz="2600" u="none" cap="none" strike="noStrike">
                <a:solidFill>
                  <a:srgbClr val="4A23DB"/>
                </a:solidFill>
                <a:latin typeface="Arial"/>
                <a:ea typeface="Arial"/>
                <a:cs typeface="Arial"/>
                <a:sym typeface="Arial"/>
              </a:rPr>
              <a:t>Una combinación de estrategias está en equilibrio de Nash si ningún jugador puede aumentar sus ganancias por un cambio unilateral de estrategia</a:t>
            </a:r>
            <a:r>
              <a:rPr b="0" i="0" lang="en-US" sz="2600" u="none" cap="none" strike="noStrike">
                <a:solidFill>
                  <a:srgbClr val="4A23DB"/>
                </a:solidFill>
                <a:latin typeface="Arial"/>
                <a:ea typeface="Arial"/>
                <a:cs typeface="Arial"/>
                <a:sym typeface="Arial"/>
              </a:rPr>
              <a:t>. </a:t>
            </a:r>
          </a:p>
        </p:txBody>
      </p:sp>
      <p:pic>
        <p:nvPicPr>
          <p:cNvPr id="168" name="Shape 168"/>
          <p:cNvPicPr preferRelativeResize="0"/>
          <p:nvPr>
            <p:ph idx="4294967295" type="body"/>
          </p:nvPr>
        </p:nvPicPr>
        <p:blipFill rotWithShape="1">
          <a:blip r:embed="rId3">
            <a:alphaModFix/>
          </a:blip>
          <a:srcRect b="0" l="0" r="0" t="0"/>
          <a:stretch/>
        </p:blipFill>
        <p:spPr>
          <a:xfrm>
            <a:off x="4932362" y="549275"/>
            <a:ext cx="3009899" cy="609599"/>
          </a:xfrm>
          <a:prstGeom prst="rect">
            <a:avLst/>
          </a:prstGeom>
          <a:noFill/>
          <a:ln>
            <a:noFill/>
          </a:ln>
        </p:spPr>
      </p:pic>
    </p:spTree>
  </p:cSld>
  <p:clrMapOvr>
    <a:masterClrMapping/>
  </p:clrMapOvr>
  <p:transition spd="slow">
    <p:cut/>
  </p:transition>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172" name="Shape 172"/>
        <p:cNvGrpSpPr/>
        <p:nvPr/>
      </p:nvGrpSpPr>
      <p:grpSpPr>
        <a:xfrm>
          <a:off x="0" y="0"/>
          <a:ext cx="0" cy="0"/>
          <a:chOff x="0" y="0"/>
          <a:chExt cx="0" cy="0"/>
        </a:xfrm>
      </p:grpSpPr>
      <p:sp>
        <p:nvSpPr>
          <p:cNvPr id="173" name="Shape 173"/>
          <p:cNvSpPr txBox="1"/>
          <p:nvPr>
            <p:ph type="title"/>
          </p:nvPr>
        </p:nvSpPr>
        <p:spPr>
          <a:xfrm>
            <a:off x="179386" y="188911"/>
            <a:ext cx="3789361" cy="1650999"/>
          </a:xfrm>
          <a:prstGeom prst="rect">
            <a:avLst/>
          </a:prstGeom>
          <a:noFill/>
          <a:ln>
            <a:noFill/>
          </a:ln>
        </p:spPr>
        <p:txBody>
          <a:bodyPr anchorCtr="0" anchor="b" bIns="45700" lIns="91425" rIns="91425" tIns="45700">
            <a:noAutofit/>
          </a:bodyPr>
          <a:lstStyle/>
          <a:p>
            <a:pPr indent="0" lvl="0" marL="0" marR="0" rtl="0" algn="ctr">
              <a:lnSpc>
                <a:spcPct val="100000"/>
              </a:lnSpc>
              <a:spcBef>
                <a:spcPts val="0"/>
              </a:spcBef>
              <a:spcAft>
                <a:spcPts val="0"/>
              </a:spcAft>
              <a:buClr>
                <a:schemeClr val="dk2"/>
              </a:buClr>
              <a:buSzPct val="25000"/>
              <a:buFont typeface="Arial"/>
              <a:buNone/>
            </a:pPr>
            <a:r>
              <a:rPr b="1" i="0" lang="en-US" sz="3500" u="none" cap="none" strike="noStrike">
                <a:solidFill>
                  <a:schemeClr val="dk2"/>
                </a:solidFill>
                <a:latin typeface="Arial"/>
                <a:ea typeface="Arial"/>
                <a:cs typeface="Arial"/>
                <a:sym typeface="Arial"/>
              </a:rPr>
              <a:t>DILEMA </a:t>
            </a:r>
            <a:br>
              <a:rPr b="1" i="0" lang="en-US" sz="3500" u="none" cap="none" strike="noStrike">
                <a:solidFill>
                  <a:schemeClr val="dk2"/>
                </a:solidFill>
                <a:latin typeface="Arial"/>
                <a:ea typeface="Arial"/>
                <a:cs typeface="Arial"/>
                <a:sym typeface="Arial"/>
              </a:rPr>
            </a:br>
            <a:r>
              <a:rPr b="1" i="0" lang="en-US" sz="3500" u="none" cap="none" strike="noStrike">
                <a:solidFill>
                  <a:schemeClr val="dk2"/>
                </a:solidFill>
                <a:latin typeface="Arial"/>
                <a:ea typeface="Arial"/>
                <a:cs typeface="Arial"/>
                <a:sym typeface="Arial"/>
              </a:rPr>
              <a:t>DEL PRISIONERO</a:t>
            </a:r>
          </a:p>
        </p:txBody>
      </p:sp>
      <p:cxnSp>
        <p:nvCxnSpPr>
          <p:cNvPr id="174" name="Shape 174"/>
          <p:cNvCxnSpPr/>
          <p:nvPr/>
        </p:nvCxnSpPr>
        <p:spPr>
          <a:xfrm>
            <a:off x="5148262" y="2133600"/>
            <a:ext cx="3384550" cy="0"/>
          </a:xfrm>
          <a:prstGeom prst="straightConnector1">
            <a:avLst/>
          </a:prstGeom>
          <a:noFill/>
          <a:ln cap="flat" cmpd="sng" w="9525">
            <a:solidFill>
              <a:schemeClr val="dk1"/>
            </a:solidFill>
            <a:prstDash val="solid"/>
            <a:miter/>
            <a:headEnd len="med" w="med" type="none"/>
            <a:tailEnd len="med" w="med" type="none"/>
          </a:ln>
        </p:spPr>
      </p:cxnSp>
      <p:cxnSp>
        <p:nvCxnSpPr>
          <p:cNvPr id="175" name="Shape 175"/>
          <p:cNvCxnSpPr/>
          <p:nvPr/>
        </p:nvCxnSpPr>
        <p:spPr>
          <a:xfrm>
            <a:off x="5148262" y="2565400"/>
            <a:ext cx="3384550" cy="0"/>
          </a:xfrm>
          <a:prstGeom prst="straightConnector1">
            <a:avLst/>
          </a:prstGeom>
          <a:noFill/>
          <a:ln cap="flat" cmpd="sng" w="9525">
            <a:solidFill>
              <a:schemeClr val="dk1"/>
            </a:solidFill>
            <a:prstDash val="solid"/>
            <a:miter/>
            <a:headEnd len="med" w="med" type="none"/>
            <a:tailEnd len="med" w="med" type="none"/>
          </a:ln>
        </p:spPr>
      </p:cxnSp>
      <p:cxnSp>
        <p:nvCxnSpPr>
          <p:cNvPr id="176" name="Shape 176"/>
          <p:cNvCxnSpPr/>
          <p:nvPr/>
        </p:nvCxnSpPr>
        <p:spPr>
          <a:xfrm>
            <a:off x="1835150" y="2997200"/>
            <a:ext cx="6697661" cy="0"/>
          </a:xfrm>
          <a:prstGeom prst="straightConnector1">
            <a:avLst/>
          </a:prstGeom>
          <a:noFill/>
          <a:ln cap="flat" cmpd="sng" w="9525">
            <a:solidFill>
              <a:schemeClr val="dk1"/>
            </a:solidFill>
            <a:prstDash val="solid"/>
            <a:miter/>
            <a:headEnd len="med" w="med" type="none"/>
            <a:tailEnd len="med" w="med" type="none"/>
          </a:ln>
        </p:spPr>
      </p:cxnSp>
      <p:cxnSp>
        <p:nvCxnSpPr>
          <p:cNvPr id="177" name="Shape 177"/>
          <p:cNvCxnSpPr/>
          <p:nvPr/>
        </p:nvCxnSpPr>
        <p:spPr>
          <a:xfrm>
            <a:off x="1763711" y="6021387"/>
            <a:ext cx="6769100" cy="0"/>
          </a:xfrm>
          <a:prstGeom prst="straightConnector1">
            <a:avLst/>
          </a:prstGeom>
          <a:noFill/>
          <a:ln cap="flat" cmpd="sng" w="9525">
            <a:solidFill>
              <a:schemeClr val="dk1"/>
            </a:solidFill>
            <a:prstDash val="solid"/>
            <a:miter/>
            <a:headEnd len="med" w="med" type="none"/>
            <a:tailEnd len="med" w="med" type="none"/>
          </a:ln>
        </p:spPr>
      </p:cxnSp>
      <p:cxnSp>
        <p:nvCxnSpPr>
          <p:cNvPr id="178" name="Shape 178"/>
          <p:cNvCxnSpPr/>
          <p:nvPr/>
        </p:nvCxnSpPr>
        <p:spPr>
          <a:xfrm>
            <a:off x="1835150" y="2997200"/>
            <a:ext cx="0" cy="3024187"/>
          </a:xfrm>
          <a:prstGeom prst="straightConnector1">
            <a:avLst/>
          </a:prstGeom>
          <a:noFill/>
          <a:ln cap="flat" cmpd="sng" w="9525">
            <a:solidFill>
              <a:schemeClr val="dk1"/>
            </a:solidFill>
            <a:prstDash val="solid"/>
            <a:miter/>
            <a:headEnd len="med" w="med" type="none"/>
            <a:tailEnd len="med" w="med" type="none"/>
          </a:ln>
        </p:spPr>
      </p:cxnSp>
      <p:cxnSp>
        <p:nvCxnSpPr>
          <p:cNvPr id="179" name="Shape 179"/>
          <p:cNvCxnSpPr/>
          <p:nvPr/>
        </p:nvCxnSpPr>
        <p:spPr>
          <a:xfrm>
            <a:off x="3635375" y="2997200"/>
            <a:ext cx="0" cy="3024187"/>
          </a:xfrm>
          <a:prstGeom prst="straightConnector1">
            <a:avLst/>
          </a:prstGeom>
          <a:noFill/>
          <a:ln cap="flat" cmpd="sng" w="9525">
            <a:solidFill>
              <a:schemeClr val="dk1"/>
            </a:solidFill>
            <a:prstDash val="solid"/>
            <a:miter/>
            <a:headEnd len="med" w="med" type="none"/>
            <a:tailEnd len="med" w="med" type="none"/>
          </a:ln>
        </p:spPr>
      </p:cxnSp>
      <p:cxnSp>
        <p:nvCxnSpPr>
          <p:cNvPr id="180" name="Shape 180"/>
          <p:cNvCxnSpPr/>
          <p:nvPr/>
        </p:nvCxnSpPr>
        <p:spPr>
          <a:xfrm>
            <a:off x="5148262" y="2133600"/>
            <a:ext cx="0" cy="3887786"/>
          </a:xfrm>
          <a:prstGeom prst="straightConnector1">
            <a:avLst/>
          </a:prstGeom>
          <a:noFill/>
          <a:ln cap="flat" cmpd="sng" w="9525">
            <a:solidFill>
              <a:schemeClr val="dk1"/>
            </a:solidFill>
            <a:prstDash val="solid"/>
            <a:miter/>
            <a:headEnd len="med" w="med" type="none"/>
            <a:tailEnd len="med" w="med" type="none"/>
          </a:ln>
        </p:spPr>
      </p:cxnSp>
      <p:cxnSp>
        <p:nvCxnSpPr>
          <p:cNvPr id="181" name="Shape 181"/>
          <p:cNvCxnSpPr/>
          <p:nvPr/>
        </p:nvCxnSpPr>
        <p:spPr>
          <a:xfrm>
            <a:off x="6877050" y="2565400"/>
            <a:ext cx="0" cy="3455986"/>
          </a:xfrm>
          <a:prstGeom prst="straightConnector1">
            <a:avLst/>
          </a:prstGeom>
          <a:noFill/>
          <a:ln cap="flat" cmpd="sng" w="9525">
            <a:solidFill>
              <a:schemeClr val="dk1"/>
            </a:solidFill>
            <a:prstDash val="solid"/>
            <a:miter/>
            <a:headEnd len="med" w="med" type="none"/>
            <a:tailEnd len="med" w="med" type="none"/>
          </a:ln>
        </p:spPr>
      </p:cxnSp>
      <p:cxnSp>
        <p:nvCxnSpPr>
          <p:cNvPr id="182" name="Shape 182"/>
          <p:cNvCxnSpPr/>
          <p:nvPr/>
        </p:nvCxnSpPr>
        <p:spPr>
          <a:xfrm>
            <a:off x="8532811" y="2133600"/>
            <a:ext cx="0" cy="3914774"/>
          </a:xfrm>
          <a:prstGeom prst="straightConnector1">
            <a:avLst/>
          </a:prstGeom>
          <a:noFill/>
          <a:ln cap="flat" cmpd="sng" w="9525">
            <a:solidFill>
              <a:schemeClr val="dk1"/>
            </a:solidFill>
            <a:prstDash val="solid"/>
            <a:miter/>
            <a:headEnd len="med" w="med" type="none"/>
            <a:tailEnd len="med" w="med" type="none"/>
          </a:ln>
        </p:spPr>
      </p:cxnSp>
      <p:cxnSp>
        <p:nvCxnSpPr>
          <p:cNvPr id="183" name="Shape 183"/>
          <p:cNvCxnSpPr/>
          <p:nvPr/>
        </p:nvCxnSpPr>
        <p:spPr>
          <a:xfrm>
            <a:off x="3708400" y="4365625"/>
            <a:ext cx="4897436" cy="0"/>
          </a:xfrm>
          <a:prstGeom prst="straightConnector1">
            <a:avLst/>
          </a:prstGeom>
          <a:noFill/>
          <a:ln cap="flat" cmpd="sng" w="9525">
            <a:solidFill>
              <a:schemeClr val="dk1"/>
            </a:solidFill>
            <a:prstDash val="solid"/>
            <a:miter/>
            <a:headEnd len="med" w="med" type="none"/>
            <a:tailEnd len="med" w="med" type="none"/>
          </a:ln>
        </p:spPr>
      </p:cxnSp>
      <p:sp>
        <p:nvSpPr>
          <p:cNvPr id="184" name="Shape 184"/>
          <p:cNvSpPr txBox="1"/>
          <p:nvPr/>
        </p:nvSpPr>
        <p:spPr>
          <a:xfrm>
            <a:off x="1835150" y="2997200"/>
            <a:ext cx="1800225" cy="3024187"/>
          </a:xfrm>
          <a:prstGeom prst="rect">
            <a:avLst/>
          </a:prstGeom>
          <a:solidFill>
            <a:srgbClr val="993300">
              <a:alpha val="66666"/>
            </a:srgbClr>
          </a:solidFill>
          <a:ln cap="flat" cmpd="sng" w="9525">
            <a:solidFill>
              <a:schemeClr val="dk1"/>
            </a:solidFill>
            <a:prstDash val="solid"/>
            <a:miter/>
            <a:headEnd len="med" w="med" type="none"/>
            <a:tailEnd len="med" w="med" type="none"/>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1" i="0" lang="en-US" sz="1800" u="none" cap="none" strike="noStrike">
                <a:solidFill>
                  <a:schemeClr val="dk1"/>
                </a:solidFill>
                <a:latin typeface="Arial"/>
                <a:ea typeface="Arial"/>
                <a:cs typeface="Arial"/>
                <a:sym typeface="Arial"/>
              </a:rPr>
              <a:t>PRISIONERO B</a:t>
            </a:r>
          </a:p>
        </p:txBody>
      </p:sp>
      <p:sp>
        <p:nvSpPr>
          <p:cNvPr id="185" name="Shape 185"/>
          <p:cNvSpPr txBox="1"/>
          <p:nvPr/>
        </p:nvSpPr>
        <p:spPr>
          <a:xfrm>
            <a:off x="5148262" y="2133600"/>
            <a:ext cx="3384550" cy="431799"/>
          </a:xfrm>
          <a:prstGeom prst="rect">
            <a:avLst/>
          </a:prstGeom>
          <a:solidFill>
            <a:srgbClr val="00FFFF"/>
          </a:solidFill>
          <a:ln cap="flat" cmpd="sng" w="9525">
            <a:solidFill>
              <a:schemeClr val="dk1"/>
            </a:solidFill>
            <a:prstDash val="solid"/>
            <a:miter/>
            <a:headEnd len="med" w="med" type="none"/>
            <a:tailEnd len="med" w="med" type="none"/>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1" i="0" lang="en-US" sz="1800" u="none" cap="none" strike="noStrike">
                <a:solidFill>
                  <a:schemeClr val="dk1"/>
                </a:solidFill>
                <a:latin typeface="Arial"/>
                <a:ea typeface="Arial"/>
                <a:cs typeface="Arial"/>
                <a:sym typeface="Arial"/>
              </a:rPr>
              <a:t>PRISIONERO A</a:t>
            </a:r>
          </a:p>
        </p:txBody>
      </p:sp>
      <p:sp>
        <p:nvSpPr>
          <p:cNvPr id="186" name="Shape 186"/>
          <p:cNvSpPr txBox="1"/>
          <p:nvPr/>
        </p:nvSpPr>
        <p:spPr>
          <a:xfrm>
            <a:off x="5148262" y="2565400"/>
            <a:ext cx="1728787" cy="431799"/>
          </a:xfrm>
          <a:prstGeom prst="rect">
            <a:avLst/>
          </a:prstGeom>
          <a:solidFill>
            <a:schemeClr val="accent1"/>
          </a:solidFill>
          <a:ln cap="flat" cmpd="sng" w="9525">
            <a:solidFill>
              <a:schemeClr val="dk1"/>
            </a:solidFill>
            <a:prstDash val="solid"/>
            <a:miter/>
            <a:headEnd len="med" w="med" type="none"/>
            <a:tailEnd len="med" w="med" type="none"/>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1" i="0" lang="en-US" sz="1600" u="none" cap="none" strike="noStrike">
                <a:solidFill>
                  <a:schemeClr val="dk1"/>
                </a:solidFill>
                <a:latin typeface="Arial"/>
                <a:ea typeface="Arial"/>
                <a:cs typeface="Arial"/>
                <a:sym typeface="Arial"/>
              </a:rPr>
              <a:t>CONFIESA</a:t>
            </a:r>
          </a:p>
        </p:txBody>
      </p:sp>
      <p:sp>
        <p:nvSpPr>
          <p:cNvPr id="187" name="Shape 187"/>
          <p:cNvSpPr txBox="1"/>
          <p:nvPr/>
        </p:nvSpPr>
        <p:spPr>
          <a:xfrm>
            <a:off x="6875461" y="2565400"/>
            <a:ext cx="1657350" cy="431799"/>
          </a:xfrm>
          <a:prstGeom prst="rect">
            <a:avLst/>
          </a:prstGeom>
          <a:solidFill>
            <a:srgbClr val="FFCC00">
              <a:alpha val="58823"/>
            </a:srgbClr>
          </a:solidFill>
          <a:ln cap="flat" cmpd="sng" w="9525">
            <a:solidFill>
              <a:schemeClr val="dk1"/>
            </a:solidFill>
            <a:prstDash val="solid"/>
            <a:miter/>
            <a:headEnd len="med" w="med" type="none"/>
            <a:tailEnd len="med" w="med" type="none"/>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1" i="0" lang="en-US" sz="1600" u="none" cap="none" strike="noStrike">
                <a:solidFill>
                  <a:schemeClr val="dk1"/>
                </a:solidFill>
                <a:latin typeface="Arial"/>
                <a:ea typeface="Arial"/>
                <a:cs typeface="Arial"/>
                <a:sym typeface="Arial"/>
              </a:rPr>
              <a:t>NO CONFIESA</a:t>
            </a:r>
          </a:p>
        </p:txBody>
      </p:sp>
      <p:sp>
        <p:nvSpPr>
          <p:cNvPr id="188" name="Shape 188"/>
          <p:cNvSpPr txBox="1"/>
          <p:nvPr/>
        </p:nvSpPr>
        <p:spPr>
          <a:xfrm>
            <a:off x="3635375" y="2997200"/>
            <a:ext cx="1512886" cy="1368425"/>
          </a:xfrm>
          <a:prstGeom prst="rect">
            <a:avLst/>
          </a:prstGeom>
          <a:solidFill>
            <a:schemeClr val="accent1"/>
          </a:solidFill>
          <a:ln cap="flat" cmpd="sng" w="9525">
            <a:solidFill>
              <a:schemeClr val="dk1"/>
            </a:solidFill>
            <a:prstDash val="solid"/>
            <a:miter/>
            <a:headEnd len="med" w="med" type="none"/>
            <a:tailEnd len="med" w="med" type="none"/>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1" i="0" lang="en-US" sz="1600" u="none" cap="none" strike="noStrike">
                <a:solidFill>
                  <a:schemeClr val="dk1"/>
                </a:solidFill>
                <a:latin typeface="Arial"/>
                <a:ea typeface="Arial"/>
                <a:cs typeface="Arial"/>
                <a:sym typeface="Arial"/>
              </a:rPr>
              <a:t>CONFIESA</a:t>
            </a:r>
          </a:p>
        </p:txBody>
      </p:sp>
      <p:sp>
        <p:nvSpPr>
          <p:cNvPr id="189" name="Shape 189"/>
          <p:cNvSpPr txBox="1"/>
          <p:nvPr/>
        </p:nvSpPr>
        <p:spPr>
          <a:xfrm>
            <a:off x="3635375" y="4365625"/>
            <a:ext cx="1512886" cy="1655761"/>
          </a:xfrm>
          <a:prstGeom prst="rect">
            <a:avLst/>
          </a:prstGeom>
          <a:solidFill>
            <a:srgbClr val="FFFF00">
              <a:alpha val="58823"/>
            </a:srgbClr>
          </a:solidFill>
          <a:ln cap="flat" cmpd="sng" w="9525">
            <a:solidFill>
              <a:schemeClr val="dk1"/>
            </a:solidFill>
            <a:prstDash val="solid"/>
            <a:miter/>
            <a:headEnd len="med" w="med" type="none"/>
            <a:tailEnd len="med" w="med" type="none"/>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1" i="0" lang="en-US" sz="1600" u="none" cap="none" strike="noStrike">
                <a:solidFill>
                  <a:schemeClr val="dk1"/>
                </a:solidFill>
                <a:latin typeface="Arial"/>
                <a:ea typeface="Arial"/>
                <a:cs typeface="Arial"/>
                <a:sym typeface="Arial"/>
              </a:rPr>
              <a:t>NO CONFIESA</a:t>
            </a:r>
          </a:p>
        </p:txBody>
      </p:sp>
      <p:sp>
        <p:nvSpPr>
          <p:cNvPr id="190" name="Shape 190"/>
          <p:cNvSpPr txBox="1"/>
          <p:nvPr/>
        </p:nvSpPr>
        <p:spPr>
          <a:xfrm>
            <a:off x="5148262" y="2997200"/>
            <a:ext cx="1728787" cy="1368425"/>
          </a:xfrm>
          <a:prstGeom prst="rect">
            <a:avLst/>
          </a:prstGeom>
          <a:solidFill>
            <a:srgbClr val="FF0000">
              <a:alpha val="58823"/>
            </a:srgbClr>
          </a:solidFill>
          <a:ln cap="flat" cmpd="sng" w="9525">
            <a:solidFill>
              <a:schemeClr val="dk1"/>
            </a:solidFill>
            <a:prstDash val="solid"/>
            <a:miter/>
            <a:headEnd len="med" w="med" type="none"/>
            <a:tailEnd len="med" w="med" type="none"/>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1" i="0" lang="en-US" sz="1600" u="none" cap="none" strike="noStrike">
                <a:solidFill>
                  <a:schemeClr val="dk1"/>
                </a:solidFill>
                <a:latin typeface="Arial"/>
                <a:ea typeface="Arial"/>
                <a:cs typeface="Arial"/>
                <a:sym typeface="Arial"/>
              </a:rPr>
              <a:t>6 AÑOS </a:t>
            </a:r>
          </a:p>
          <a:p>
            <a:pPr indent="0" lvl="0" marL="0" marR="0" rtl="0" algn="ctr">
              <a:lnSpc>
                <a:spcPct val="100000"/>
              </a:lnSpc>
              <a:spcBef>
                <a:spcPts val="0"/>
              </a:spcBef>
              <a:spcAft>
                <a:spcPts val="0"/>
              </a:spcAft>
              <a:buClr>
                <a:schemeClr val="dk1"/>
              </a:buClr>
              <a:buSzPct val="25000"/>
              <a:buFont typeface="Arial"/>
              <a:buNone/>
            </a:pPr>
            <a:r>
              <a:rPr b="1" i="0" lang="en-US" sz="1600" u="none" cap="none" strike="noStrike">
                <a:solidFill>
                  <a:schemeClr val="dk1"/>
                </a:solidFill>
                <a:latin typeface="Arial"/>
                <a:ea typeface="Arial"/>
                <a:cs typeface="Arial"/>
                <a:sym typeface="Arial"/>
              </a:rPr>
              <a:t>A AMBOS</a:t>
            </a:r>
          </a:p>
        </p:txBody>
      </p:sp>
      <p:sp>
        <p:nvSpPr>
          <p:cNvPr id="191" name="Shape 191"/>
          <p:cNvSpPr txBox="1"/>
          <p:nvPr/>
        </p:nvSpPr>
        <p:spPr>
          <a:xfrm>
            <a:off x="6877050" y="4365625"/>
            <a:ext cx="1655761" cy="1655761"/>
          </a:xfrm>
          <a:prstGeom prst="rect">
            <a:avLst/>
          </a:prstGeom>
          <a:solidFill>
            <a:srgbClr val="FF0000">
              <a:alpha val="58823"/>
            </a:srgbClr>
          </a:solidFill>
          <a:ln cap="flat" cmpd="sng" w="9525">
            <a:solidFill>
              <a:schemeClr val="dk1"/>
            </a:solidFill>
            <a:prstDash val="solid"/>
            <a:miter/>
            <a:headEnd len="med" w="med" type="none"/>
            <a:tailEnd len="med" w="med" type="none"/>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1" i="0" lang="en-US" sz="1600" u="none" cap="none" strike="noStrike">
                <a:solidFill>
                  <a:schemeClr val="dk1"/>
                </a:solidFill>
                <a:latin typeface="Arial"/>
                <a:ea typeface="Arial"/>
                <a:cs typeface="Arial"/>
                <a:sym typeface="Arial"/>
              </a:rPr>
              <a:t>1 AÑO </a:t>
            </a:r>
          </a:p>
          <a:p>
            <a:pPr indent="0" lvl="0" marL="0" marR="0" rtl="0" algn="ctr">
              <a:lnSpc>
                <a:spcPct val="100000"/>
              </a:lnSpc>
              <a:spcBef>
                <a:spcPts val="0"/>
              </a:spcBef>
              <a:spcAft>
                <a:spcPts val="0"/>
              </a:spcAft>
              <a:buClr>
                <a:schemeClr val="dk1"/>
              </a:buClr>
              <a:buSzPct val="25000"/>
              <a:buFont typeface="Arial"/>
              <a:buNone/>
            </a:pPr>
            <a:r>
              <a:rPr b="1" i="0" lang="en-US" sz="1600" u="none" cap="none" strike="noStrike">
                <a:solidFill>
                  <a:schemeClr val="dk1"/>
                </a:solidFill>
                <a:latin typeface="Arial"/>
                <a:ea typeface="Arial"/>
                <a:cs typeface="Arial"/>
                <a:sym typeface="Arial"/>
              </a:rPr>
              <a:t>A AMBOS</a:t>
            </a:r>
          </a:p>
        </p:txBody>
      </p:sp>
      <p:sp>
        <p:nvSpPr>
          <p:cNvPr id="192" name="Shape 192"/>
          <p:cNvSpPr txBox="1"/>
          <p:nvPr/>
        </p:nvSpPr>
        <p:spPr>
          <a:xfrm>
            <a:off x="6877050" y="2997200"/>
            <a:ext cx="1655761" cy="1368425"/>
          </a:xfrm>
          <a:prstGeom prst="rect">
            <a:avLst/>
          </a:prstGeom>
          <a:solidFill>
            <a:srgbClr val="00FF00">
              <a:alpha val="58823"/>
            </a:srgbClr>
          </a:solidFill>
          <a:ln cap="flat" cmpd="sng" w="9525">
            <a:solidFill>
              <a:schemeClr val="dk1"/>
            </a:solidFill>
            <a:prstDash val="solid"/>
            <a:miter/>
            <a:headEnd len="med" w="med" type="none"/>
            <a:tailEnd len="med" w="med" type="none"/>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1" i="0" lang="en-US" sz="1600" u="none" cap="none" strike="noStrike">
                <a:solidFill>
                  <a:schemeClr val="dk1"/>
                </a:solidFill>
                <a:latin typeface="Arial"/>
                <a:ea typeface="Arial"/>
                <a:cs typeface="Arial"/>
                <a:sym typeface="Arial"/>
              </a:rPr>
              <a:t>10 AÑOS </a:t>
            </a:r>
          </a:p>
          <a:p>
            <a:pPr indent="0" lvl="0" marL="0" marR="0" rtl="0" algn="ctr">
              <a:lnSpc>
                <a:spcPct val="100000"/>
              </a:lnSpc>
              <a:spcBef>
                <a:spcPts val="0"/>
              </a:spcBef>
              <a:spcAft>
                <a:spcPts val="0"/>
              </a:spcAft>
              <a:buClr>
                <a:schemeClr val="dk1"/>
              </a:buClr>
              <a:buSzPct val="25000"/>
              <a:buFont typeface="Arial"/>
              <a:buNone/>
            </a:pPr>
            <a:r>
              <a:rPr b="1" i="0" lang="en-US" sz="1600" u="none" cap="none" strike="noStrike">
                <a:solidFill>
                  <a:schemeClr val="dk1"/>
                </a:solidFill>
                <a:latin typeface="Arial"/>
                <a:ea typeface="Arial"/>
                <a:cs typeface="Arial"/>
                <a:sym typeface="Arial"/>
              </a:rPr>
              <a:t>PRISIONERO A </a:t>
            </a:r>
          </a:p>
          <a:p>
            <a:pPr indent="0" lvl="0" marL="0" marR="0" rtl="0" algn="ctr">
              <a:lnSpc>
                <a:spcPct val="100000"/>
              </a:lnSpc>
              <a:spcBef>
                <a:spcPts val="0"/>
              </a:spcBef>
              <a:spcAft>
                <a:spcPts val="0"/>
              </a:spcAft>
              <a:buClr>
                <a:schemeClr val="dk1"/>
              </a:buClr>
              <a:buSzPct val="25000"/>
              <a:buFont typeface="Arial"/>
              <a:buNone/>
            </a:pPr>
            <a:r>
              <a:rPr b="1" i="0" lang="en-US" sz="1600" u="none" cap="none" strike="noStrike">
                <a:solidFill>
                  <a:schemeClr val="dk1"/>
                </a:solidFill>
                <a:latin typeface="Arial"/>
                <a:ea typeface="Arial"/>
                <a:cs typeface="Arial"/>
                <a:sym typeface="Arial"/>
              </a:rPr>
              <a:t>0 AÑOS</a:t>
            </a:r>
          </a:p>
          <a:p>
            <a:pPr indent="0" lvl="0" marL="0" marR="0" rtl="0" algn="ctr">
              <a:lnSpc>
                <a:spcPct val="100000"/>
              </a:lnSpc>
              <a:spcBef>
                <a:spcPts val="0"/>
              </a:spcBef>
              <a:spcAft>
                <a:spcPts val="0"/>
              </a:spcAft>
              <a:buClr>
                <a:schemeClr val="dk1"/>
              </a:buClr>
              <a:buSzPct val="25000"/>
              <a:buFont typeface="Arial"/>
              <a:buNone/>
            </a:pPr>
            <a:r>
              <a:rPr b="1" i="0" lang="en-US" sz="1600" u="none" cap="none" strike="noStrike">
                <a:solidFill>
                  <a:schemeClr val="dk1"/>
                </a:solidFill>
                <a:latin typeface="Arial"/>
                <a:ea typeface="Arial"/>
                <a:cs typeface="Arial"/>
                <a:sym typeface="Arial"/>
              </a:rPr>
              <a:t>PRISIONERO B</a:t>
            </a:r>
          </a:p>
        </p:txBody>
      </p:sp>
      <p:sp>
        <p:nvSpPr>
          <p:cNvPr id="193" name="Shape 193"/>
          <p:cNvSpPr txBox="1"/>
          <p:nvPr/>
        </p:nvSpPr>
        <p:spPr>
          <a:xfrm>
            <a:off x="5148262" y="4365625"/>
            <a:ext cx="1728787" cy="1655761"/>
          </a:xfrm>
          <a:prstGeom prst="rect">
            <a:avLst/>
          </a:prstGeom>
          <a:solidFill>
            <a:srgbClr val="00FF00">
              <a:alpha val="58823"/>
            </a:srgbClr>
          </a:solidFill>
          <a:ln cap="flat" cmpd="sng" w="9525">
            <a:solidFill>
              <a:schemeClr val="dk1"/>
            </a:solidFill>
            <a:prstDash val="solid"/>
            <a:miter/>
            <a:headEnd len="med" w="med" type="none"/>
            <a:tailEnd len="med" w="med" type="none"/>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1" i="0" lang="en-US" sz="1600" u="none" cap="none" strike="noStrike">
                <a:solidFill>
                  <a:schemeClr val="dk1"/>
                </a:solidFill>
                <a:latin typeface="Arial"/>
                <a:ea typeface="Arial"/>
                <a:cs typeface="Arial"/>
                <a:sym typeface="Arial"/>
              </a:rPr>
              <a:t>10 AÑOS </a:t>
            </a:r>
          </a:p>
          <a:p>
            <a:pPr indent="0" lvl="0" marL="0" marR="0" rtl="0" algn="ctr">
              <a:lnSpc>
                <a:spcPct val="100000"/>
              </a:lnSpc>
              <a:spcBef>
                <a:spcPts val="0"/>
              </a:spcBef>
              <a:spcAft>
                <a:spcPts val="0"/>
              </a:spcAft>
              <a:buClr>
                <a:schemeClr val="dk1"/>
              </a:buClr>
              <a:buSzPct val="25000"/>
              <a:buFont typeface="Arial"/>
              <a:buNone/>
            </a:pPr>
            <a:r>
              <a:rPr b="1" i="0" lang="en-US" sz="1600" u="none" cap="none" strike="noStrike">
                <a:solidFill>
                  <a:schemeClr val="dk1"/>
                </a:solidFill>
                <a:latin typeface="Arial"/>
                <a:ea typeface="Arial"/>
                <a:cs typeface="Arial"/>
                <a:sym typeface="Arial"/>
              </a:rPr>
              <a:t>PRISIONERO B </a:t>
            </a:r>
          </a:p>
          <a:p>
            <a:pPr indent="0" lvl="0" marL="0" marR="0" rtl="0" algn="ctr">
              <a:lnSpc>
                <a:spcPct val="100000"/>
              </a:lnSpc>
              <a:spcBef>
                <a:spcPts val="0"/>
              </a:spcBef>
              <a:spcAft>
                <a:spcPts val="0"/>
              </a:spcAft>
              <a:buClr>
                <a:schemeClr val="dk1"/>
              </a:buClr>
              <a:buSzPct val="25000"/>
              <a:buFont typeface="Arial"/>
              <a:buNone/>
            </a:pPr>
            <a:r>
              <a:rPr b="1" i="0" lang="en-US" sz="1600" u="none" cap="none" strike="noStrike">
                <a:solidFill>
                  <a:schemeClr val="dk1"/>
                </a:solidFill>
                <a:latin typeface="Arial"/>
                <a:ea typeface="Arial"/>
                <a:cs typeface="Arial"/>
                <a:sym typeface="Arial"/>
              </a:rPr>
              <a:t>0 AÑOS</a:t>
            </a:r>
          </a:p>
          <a:p>
            <a:pPr indent="0" lvl="0" marL="0" marR="0" rtl="0" algn="ctr">
              <a:lnSpc>
                <a:spcPct val="100000"/>
              </a:lnSpc>
              <a:spcBef>
                <a:spcPts val="0"/>
              </a:spcBef>
              <a:spcAft>
                <a:spcPts val="0"/>
              </a:spcAft>
              <a:buClr>
                <a:schemeClr val="dk1"/>
              </a:buClr>
              <a:buSzPct val="25000"/>
              <a:buFont typeface="Arial"/>
              <a:buNone/>
            </a:pPr>
            <a:r>
              <a:rPr b="1" i="0" lang="en-US" sz="1600" u="none" cap="none" strike="noStrike">
                <a:solidFill>
                  <a:schemeClr val="dk1"/>
                </a:solidFill>
                <a:latin typeface="Arial"/>
                <a:ea typeface="Arial"/>
                <a:cs typeface="Arial"/>
                <a:sym typeface="Arial"/>
              </a:rPr>
              <a:t>PRISIONERO A</a:t>
            </a:r>
          </a:p>
        </p:txBody>
      </p:sp>
      <p:sp>
        <p:nvSpPr>
          <p:cNvPr id="194" name="Shape 194"/>
          <p:cNvSpPr txBox="1"/>
          <p:nvPr/>
        </p:nvSpPr>
        <p:spPr>
          <a:xfrm>
            <a:off x="468312" y="1773236"/>
            <a:ext cx="3671886" cy="914400"/>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1" i="0" lang="en-US" sz="1800" u="none" cap="none" strike="noStrike">
                <a:solidFill>
                  <a:schemeClr val="dk1"/>
                </a:solidFill>
                <a:latin typeface="Arial"/>
                <a:ea typeface="Arial"/>
                <a:cs typeface="Arial"/>
                <a:sym typeface="Arial"/>
              </a:rPr>
              <a:t>ESTRATEGIA DOMINANTE</a:t>
            </a:r>
          </a:p>
          <a:p>
            <a:pPr indent="0" lvl="0" marL="0" marR="0" rtl="0" algn="ctr">
              <a:lnSpc>
                <a:spcPct val="100000"/>
              </a:lnSpc>
              <a:spcBef>
                <a:spcPts val="0"/>
              </a:spcBef>
              <a:spcAft>
                <a:spcPts val="0"/>
              </a:spcAft>
              <a:buClr>
                <a:srgbClr val="EC1914"/>
              </a:buClr>
              <a:buSzPct val="25000"/>
              <a:buFont typeface="Arial"/>
              <a:buNone/>
            </a:pPr>
            <a:r>
              <a:rPr b="1" i="0" lang="en-US" sz="1800" u="none" cap="none" strike="noStrike">
                <a:solidFill>
                  <a:srgbClr val="EC1914"/>
                </a:solidFill>
                <a:latin typeface="Arial"/>
                <a:ea typeface="Arial"/>
                <a:cs typeface="Arial"/>
                <a:sym typeface="Arial"/>
              </a:rPr>
              <a:t>CONFESAR</a:t>
            </a:r>
          </a:p>
        </p:txBody>
      </p:sp>
      <p:pic>
        <p:nvPicPr>
          <p:cNvPr id="195" name="Shape 195"/>
          <p:cNvPicPr preferRelativeResize="0"/>
          <p:nvPr>
            <p:ph idx="1" type="body"/>
          </p:nvPr>
        </p:nvPicPr>
        <p:blipFill rotWithShape="1">
          <a:blip r:embed="rId3">
            <a:alphaModFix/>
          </a:blip>
          <a:srcRect b="0" l="0" r="0" t="0"/>
          <a:stretch/>
        </p:blipFill>
        <p:spPr>
          <a:xfrm>
            <a:off x="4932362" y="549275"/>
            <a:ext cx="3009899" cy="609599"/>
          </a:xfrm>
          <a:prstGeom prst="rect">
            <a:avLst/>
          </a:prstGeom>
          <a:noFill/>
          <a:ln>
            <a:noFill/>
          </a:ln>
        </p:spPr>
      </p:pic>
    </p:spTree>
  </p:cSld>
  <p:clrMapOvr>
    <a:masterClrMapping/>
  </p:clrMapOvr>
  <p:transition spd="slow">
    <p:cut/>
  </p:transition>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199" name="Shape 199"/>
        <p:cNvGrpSpPr/>
        <p:nvPr/>
      </p:nvGrpSpPr>
      <p:grpSpPr>
        <a:xfrm>
          <a:off x="0" y="0"/>
          <a:ext cx="0" cy="0"/>
          <a:chOff x="0" y="0"/>
          <a:chExt cx="0" cy="0"/>
        </a:xfrm>
      </p:grpSpPr>
      <p:sp>
        <p:nvSpPr>
          <p:cNvPr id="200" name="Shape 200"/>
          <p:cNvSpPr txBox="1"/>
          <p:nvPr>
            <p:ph idx="4294967295" type="title"/>
          </p:nvPr>
        </p:nvSpPr>
        <p:spPr>
          <a:xfrm>
            <a:off x="107950" y="115886"/>
            <a:ext cx="3167061" cy="1584325"/>
          </a:xfrm>
          <a:prstGeom prst="rect">
            <a:avLst/>
          </a:prstGeom>
          <a:noFill/>
          <a:ln>
            <a:noFill/>
          </a:ln>
        </p:spPr>
        <p:txBody>
          <a:bodyPr anchorCtr="0" anchor="b" bIns="45700" lIns="91425" rIns="91425" tIns="45700">
            <a:noAutofit/>
          </a:bodyPr>
          <a:lstStyle/>
          <a:p>
            <a:pPr indent="0" lvl="0" marL="0" marR="0" rtl="0" algn="ctr">
              <a:lnSpc>
                <a:spcPct val="100000"/>
              </a:lnSpc>
              <a:spcBef>
                <a:spcPts val="0"/>
              </a:spcBef>
              <a:spcAft>
                <a:spcPts val="0"/>
              </a:spcAft>
              <a:buClr>
                <a:srgbClr val="EC1914"/>
              </a:buClr>
              <a:buSzPct val="25000"/>
              <a:buFont typeface="Arial"/>
              <a:buNone/>
            </a:pPr>
            <a:r>
              <a:rPr b="1" i="0" lang="en-US" sz="3500" u="none" cap="none" strike="noStrike">
                <a:solidFill>
                  <a:srgbClr val="EC1914"/>
                </a:solidFill>
                <a:latin typeface="Arial"/>
                <a:ea typeface="Arial"/>
                <a:cs typeface="Arial"/>
                <a:sym typeface="Arial"/>
              </a:rPr>
              <a:t>DUOPOLIO </a:t>
            </a:r>
            <a:br>
              <a:rPr b="1" i="0" lang="en-US" sz="3500" u="none" cap="none" strike="noStrike">
                <a:solidFill>
                  <a:srgbClr val="EC1914"/>
                </a:solidFill>
                <a:latin typeface="Arial"/>
                <a:ea typeface="Arial"/>
                <a:cs typeface="Arial"/>
                <a:sym typeface="Arial"/>
              </a:rPr>
            </a:br>
            <a:r>
              <a:rPr b="1" i="0" lang="en-US" sz="3500" u="none" cap="none" strike="noStrike">
                <a:solidFill>
                  <a:srgbClr val="EC1914"/>
                </a:solidFill>
                <a:latin typeface="Arial"/>
                <a:ea typeface="Arial"/>
                <a:cs typeface="Arial"/>
                <a:sym typeface="Arial"/>
              </a:rPr>
              <a:t>Y </a:t>
            </a:r>
            <a:br>
              <a:rPr b="1" i="0" lang="en-US" sz="3500" u="none" cap="none" strike="noStrike">
                <a:solidFill>
                  <a:srgbClr val="EC1914"/>
                </a:solidFill>
                <a:latin typeface="Arial"/>
                <a:ea typeface="Arial"/>
                <a:cs typeface="Arial"/>
                <a:sym typeface="Arial"/>
              </a:rPr>
            </a:br>
            <a:r>
              <a:rPr b="1" i="0" lang="en-US" sz="3500" u="none" cap="none" strike="noStrike">
                <a:solidFill>
                  <a:srgbClr val="EC1914"/>
                </a:solidFill>
                <a:latin typeface="Arial"/>
                <a:ea typeface="Arial"/>
                <a:cs typeface="Arial"/>
                <a:sym typeface="Arial"/>
              </a:rPr>
              <a:t>OLIGOPOLIO</a:t>
            </a:r>
          </a:p>
        </p:txBody>
      </p:sp>
      <p:sp>
        <p:nvSpPr>
          <p:cNvPr id="201" name="Shape 201"/>
          <p:cNvSpPr txBox="1"/>
          <p:nvPr>
            <p:ph idx="4294967295" type="body"/>
          </p:nvPr>
        </p:nvSpPr>
        <p:spPr>
          <a:xfrm>
            <a:off x="457200" y="1719261"/>
            <a:ext cx="5051424" cy="4411661"/>
          </a:xfrm>
          <a:prstGeom prst="rect">
            <a:avLst/>
          </a:prstGeom>
          <a:noFill/>
          <a:ln>
            <a:noFill/>
          </a:ln>
        </p:spPr>
        <p:txBody>
          <a:bodyPr anchorCtr="0" anchor="t" bIns="45700" lIns="91425" rIns="91425" tIns="45700">
            <a:noAutofit/>
          </a:bodyPr>
          <a:lstStyle/>
          <a:p>
            <a:pPr indent="-342900" lvl="0" marL="342900" marR="0" rtl="0" algn="l">
              <a:lnSpc>
                <a:spcPct val="80000"/>
              </a:lnSpc>
              <a:spcBef>
                <a:spcPts val="0"/>
              </a:spcBef>
              <a:spcAft>
                <a:spcPts val="0"/>
              </a:spcAft>
              <a:buClr>
                <a:schemeClr val="dk2"/>
              </a:buClr>
              <a:buSzPct val="25000"/>
              <a:buFont typeface="Noto Symbol"/>
              <a:buNone/>
            </a:pPr>
            <a:r>
              <a:rPr b="1" i="0" lang="en-US" sz="2400" u="none" cap="none" strike="noStrike">
                <a:solidFill>
                  <a:schemeClr val="dk1"/>
                </a:solidFill>
                <a:latin typeface="Arial"/>
                <a:ea typeface="Arial"/>
                <a:cs typeface="Arial"/>
                <a:sym typeface="Arial"/>
              </a:rPr>
              <a:t>DUOPOLIO</a:t>
            </a:r>
            <a:r>
              <a:rPr b="0" i="0" lang="en-US" sz="2400" u="none" cap="none" strike="noStrike">
                <a:solidFill>
                  <a:schemeClr val="dk1"/>
                </a:solidFill>
                <a:latin typeface="Arial"/>
                <a:ea typeface="Arial"/>
                <a:cs typeface="Arial"/>
                <a:sym typeface="Arial"/>
              </a:rPr>
              <a:t> es el tipo de mercado en el que solamente existen dos vendedores que ofrecen un mismo producto. Es el caso más sencillo de oligopolio.</a:t>
            </a:r>
          </a:p>
          <a:p>
            <a:pPr indent="-342900" lvl="0" marL="342900" marR="0" rtl="0" algn="l">
              <a:lnSpc>
                <a:spcPct val="80000"/>
              </a:lnSpc>
              <a:spcBef>
                <a:spcPts val="480"/>
              </a:spcBef>
              <a:spcAft>
                <a:spcPts val="0"/>
              </a:spcAft>
              <a:buClr>
                <a:schemeClr val="dk2"/>
              </a:buClr>
              <a:buSzPct val="25000"/>
              <a:buFont typeface="Noto Symbol"/>
              <a:buNone/>
            </a:pPr>
            <a:r>
              <a:t/>
            </a:r>
            <a:endParaRPr b="0" i="0" sz="2400" u="none" cap="none" strike="noStrike">
              <a:solidFill>
                <a:schemeClr val="dk1"/>
              </a:solidFill>
              <a:latin typeface="Arial"/>
              <a:ea typeface="Arial"/>
              <a:cs typeface="Arial"/>
              <a:sym typeface="Arial"/>
            </a:endParaRPr>
          </a:p>
          <a:p>
            <a:pPr indent="-342900" lvl="0" marL="342900" marR="0" rtl="0" algn="l">
              <a:lnSpc>
                <a:spcPct val="80000"/>
              </a:lnSpc>
              <a:spcBef>
                <a:spcPts val="480"/>
              </a:spcBef>
              <a:spcAft>
                <a:spcPts val="0"/>
              </a:spcAft>
              <a:buClr>
                <a:schemeClr val="dk2"/>
              </a:buClr>
              <a:buSzPct val="25000"/>
              <a:buFont typeface="Noto Symbol"/>
              <a:buNone/>
            </a:pPr>
            <a:r>
              <a:rPr b="1" i="0" lang="en-US" sz="2400" u="none" cap="none" strike="noStrike">
                <a:solidFill>
                  <a:schemeClr val="dk1"/>
                </a:solidFill>
                <a:latin typeface="Arial"/>
                <a:ea typeface="Arial"/>
                <a:cs typeface="Arial"/>
                <a:sym typeface="Arial"/>
              </a:rPr>
              <a:t>OLIGOPOLIO</a:t>
            </a:r>
            <a:r>
              <a:rPr b="0" i="0" lang="en-US" sz="2400" u="none" cap="none" strike="noStrike">
                <a:solidFill>
                  <a:schemeClr val="dk1"/>
                </a:solidFill>
                <a:latin typeface="Arial"/>
                <a:ea typeface="Arial"/>
                <a:cs typeface="Arial"/>
                <a:sym typeface="Arial"/>
              </a:rPr>
              <a:t>: es un tipo de mercado donde la competencia es imperfecta del lado de la oferta debido a la existencia de un número muy limitado de vendedores (entre 3 y 10) . </a:t>
            </a:r>
            <a:br>
              <a:rPr b="0" i="0" lang="en-US" sz="2400" u="none" cap="none" strike="noStrike">
                <a:solidFill>
                  <a:schemeClr val="dk1"/>
                </a:solidFill>
                <a:latin typeface="Arial"/>
                <a:ea typeface="Arial"/>
                <a:cs typeface="Arial"/>
                <a:sym typeface="Arial"/>
              </a:rPr>
            </a:br>
          </a:p>
        </p:txBody>
      </p:sp>
      <p:pic>
        <p:nvPicPr>
          <p:cNvPr id="202" name="Shape 202"/>
          <p:cNvPicPr preferRelativeResize="0"/>
          <p:nvPr>
            <p:ph idx="4294967295" type="body"/>
          </p:nvPr>
        </p:nvPicPr>
        <p:blipFill rotWithShape="1">
          <a:blip r:embed="rId3">
            <a:alphaModFix/>
          </a:blip>
          <a:srcRect b="0" l="0" r="0" t="0"/>
          <a:stretch/>
        </p:blipFill>
        <p:spPr>
          <a:xfrm>
            <a:off x="5867400" y="2492375"/>
            <a:ext cx="2187574" cy="2836861"/>
          </a:xfrm>
          <a:prstGeom prst="rect">
            <a:avLst/>
          </a:prstGeom>
          <a:noFill/>
          <a:ln>
            <a:noFill/>
          </a:ln>
        </p:spPr>
      </p:pic>
      <p:pic>
        <p:nvPicPr>
          <p:cNvPr id="203" name="Shape 203"/>
          <p:cNvPicPr preferRelativeResize="0"/>
          <p:nvPr>
            <p:ph idx="4294967295" type="body"/>
          </p:nvPr>
        </p:nvPicPr>
        <p:blipFill rotWithShape="1">
          <a:blip r:embed="rId4">
            <a:alphaModFix/>
          </a:blip>
          <a:srcRect b="0" l="0" r="0" t="0"/>
          <a:stretch/>
        </p:blipFill>
        <p:spPr>
          <a:xfrm>
            <a:off x="4932362" y="476250"/>
            <a:ext cx="3009899" cy="609599"/>
          </a:xfrm>
          <a:prstGeom prst="rect">
            <a:avLst/>
          </a:prstGeom>
          <a:noFill/>
          <a:ln>
            <a:noFill/>
          </a:ln>
        </p:spPr>
      </p:pic>
    </p:spTree>
  </p:cSld>
  <p:clrMapOvr>
    <a:masterClrMapping/>
  </p:clrMapOvr>
  <p:transition spd="slow">
    <p:cut/>
  </p:transition>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207" name="Shape 207"/>
        <p:cNvGrpSpPr/>
        <p:nvPr/>
      </p:nvGrpSpPr>
      <p:grpSpPr>
        <a:xfrm>
          <a:off x="0" y="0"/>
          <a:ext cx="0" cy="0"/>
          <a:chOff x="0" y="0"/>
          <a:chExt cx="0" cy="0"/>
        </a:xfrm>
      </p:grpSpPr>
      <p:sp>
        <p:nvSpPr>
          <p:cNvPr id="208" name="Shape 208"/>
          <p:cNvSpPr txBox="1"/>
          <p:nvPr>
            <p:ph idx="4294967295" type="title"/>
          </p:nvPr>
        </p:nvSpPr>
        <p:spPr>
          <a:xfrm>
            <a:off x="179386" y="260350"/>
            <a:ext cx="4833937" cy="1295400"/>
          </a:xfrm>
          <a:prstGeom prst="rect">
            <a:avLst/>
          </a:prstGeom>
          <a:noFill/>
          <a:ln>
            <a:noFill/>
          </a:ln>
        </p:spPr>
        <p:txBody>
          <a:bodyPr anchorCtr="0" anchor="b" bIns="45700" lIns="91425" rIns="91425" tIns="45700">
            <a:noAutofit/>
          </a:bodyPr>
          <a:lstStyle/>
          <a:p>
            <a:pPr indent="0" lvl="0" marL="0" marR="0" rtl="0" algn="ctr">
              <a:lnSpc>
                <a:spcPct val="100000"/>
              </a:lnSpc>
              <a:spcBef>
                <a:spcPts val="0"/>
              </a:spcBef>
              <a:spcAft>
                <a:spcPts val="0"/>
              </a:spcAft>
              <a:buClr>
                <a:srgbClr val="EC1914"/>
              </a:buClr>
              <a:buSzPct val="25000"/>
              <a:buFont typeface="Arial"/>
              <a:buNone/>
            </a:pPr>
            <a:r>
              <a:rPr b="1" i="0" lang="en-US" sz="3900" u="none" cap="none" strike="noStrike">
                <a:solidFill>
                  <a:srgbClr val="EC1914"/>
                </a:solidFill>
                <a:latin typeface="Arial"/>
                <a:ea typeface="Arial"/>
                <a:cs typeface="Arial"/>
                <a:sym typeface="Arial"/>
              </a:rPr>
              <a:t>OLIGOPOLIO </a:t>
            </a:r>
            <a:br>
              <a:rPr b="1" i="0" lang="en-US" sz="3900" u="none" cap="none" strike="noStrike">
                <a:solidFill>
                  <a:srgbClr val="EC1914"/>
                </a:solidFill>
                <a:latin typeface="Arial"/>
                <a:ea typeface="Arial"/>
                <a:cs typeface="Arial"/>
                <a:sym typeface="Arial"/>
              </a:rPr>
            </a:br>
            <a:r>
              <a:rPr b="1" i="0" lang="en-US" sz="2000" u="none" cap="none" strike="noStrike">
                <a:solidFill>
                  <a:srgbClr val="EC1914"/>
                </a:solidFill>
                <a:latin typeface="Arial"/>
                <a:ea typeface="Arial"/>
                <a:cs typeface="Arial"/>
                <a:sym typeface="Arial"/>
              </a:rPr>
              <a:t>CARACTERISTICAS PRINCIPALES</a:t>
            </a:r>
            <a:r>
              <a:rPr b="1" i="0" lang="en-US" sz="3900" u="none" cap="none" strike="noStrike">
                <a:solidFill>
                  <a:schemeClr val="dk2"/>
                </a:solidFill>
                <a:latin typeface="Arial"/>
                <a:ea typeface="Arial"/>
                <a:cs typeface="Arial"/>
                <a:sym typeface="Arial"/>
              </a:rPr>
              <a:t> </a:t>
            </a:r>
          </a:p>
        </p:txBody>
      </p:sp>
      <p:sp>
        <p:nvSpPr>
          <p:cNvPr id="209" name="Shape 209"/>
          <p:cNvSpPr txBox="1"/>
          <p:nvPr>
            <p:ph idx="4294967295" type="body"/>
          </p:nvPr>
        </p:nvSpPr>
        <p:spPr>
          <a:xfrm>
            <a:off x="457200" y="1719261"/>
            <a:ext cx="8362950" cy="4733925"/>
          </a:xfrm>
          <a:prstGeom prst="rect">
            <a:avLst/>
          </a:prstGeom>
          <a:noFill/>
          <a:ln>
            <a:noFill/>
          </a:ln>
        </p:spPr>
        <p:txBody>
          <a:bodyPr anchorCtr="0" anchor="t" bIns="45700" lIns="91425" rIns="91425" tIns="45700">
            <a:noAutofit/>
          </a:bodyPr>
          <a:lstStyle/>
          <a:p>
            <a:pPr indent="-342900" lvl="0" marL="342900" marR="0" rtl="0" algn="l">
              <a:lnSpc>
                <a:spcPct val="100000"/>
              </a:lnSpc>
              <a:spcBef>
                <a:spcPts val="0"/>
              </a:spcBef>
              <a:spcAft>
                <a:spcPts val="0"/>
              </a:spcAft>
              <a:buClr>
                <a:schemeClr val="dk1"/>
              </a:buClr>
              <a:buSzPct val="70000"/>
              <a:buFont typeface="Noto Symbol"/>
              <a:buAutoNum type="arabicPeriod"/>
            </a:pPr>
            <a:r>
              <a:rPr b="0" i="0" lang="en-US" sz="1800" u="none" cap="none" strike="noStrike">
                <a:solidFill>
                  <a:schemeClr val="dk1"/>
                </a:solidFill>
                <a:latin typeface="Arial"/>
                <a:ea typeface="Arial"/>
                <a:cs typeface="Arial"/>
                <a:sym typeface="Arial"/>
              </a:rPr>
              <a:t>En un mercado </a:t>
            </a:r>
            <a:r>
              <a:rPr b="1" i="0" lang="en-US" sz="1800" u="none" cap="none" strike="noStrike">
                <a:solidFill>
                  <a:schemeClr val="dk1"/>
                </a:solidFill>
                <a:latin typeface="Arial"/>
                <a:ea typeface="Arial"/>
                <a:cs typeface="Arial"/>
                <a:sym typeface="Arial"/>
              </a:rPr>
              <a:t>oligopolista</a:t>
            </a:r>
            <a:r>
              <a:rPr b="0" i="0" lang="en-US" sz="1800" u="none" cap="none" strike="noStrike">
                <a:solidFill>
                  <a:schemeClr val="dk1"/>
                </a:solidFill>
                <a:latin typeface="Arial"/>
                <a:ea typeface="Arial"/>
                <a:cs typeface="Arial"/>
                <a:sym typeface="Arial"/>
              </a:rPr>
              <a:t> siempre se dará entre los participes la disyuntiva entre la colaboración (colusión) o la competencia. </a:t>
            </a:r>
          </a:p>
          <a:p>
            <a:pPr indent="-342900" lvl="0" marL="342900" marR="0" rtl="0" algn="l">
              <a:lnSpc>
                <a:spcPct val="100000"/>
              </a:lnSpc>
              <a:spcBef>
                <a:spcPts val="360"/>
              </a:spcBef>
              <a:spcAft>
                <a:spcPts val="0"/>
              </a:spcAft>
              <a:buClr>
                <a:schemeClr val="dk2"/>
              </a:buClr>
              <a:buSzPct val="25000"/>
              <a:buFont typeface="Noto Symbol"/>
              <a:buNone/>
            </a:pPr>
            <a:r>
              <a:t/>
            </a:r>
            <a:endParaRPr b="0" i="0" sz="1800" u="none" cap="none" strike="noStrike">
              <a:solidFill>
                <a:schemeClr val="dk1"/>
              </a:solidFill>
              <a:latin typeface="Arial"/>
              <a:ea typeface="Arial"/>
              <a:cs typeface="Arial"/>
              <a:sym typeface="Arial"/>
            </a:endParaRPr>
          </a:p>
          <a:p>
            <a:pPr indent="-342900" lvl="0" marL="342900" marR="0" rtl="0" algn="l">
              <a:lnSpc>
                <a:spcPct val="100000"/>
              </a:lnSpc>
              <a:spcBef>
                <a:spcPts val="360"/>
              </a:spcBef>
              <a:spcAft>
                <a:spcPts val="0"/>
              </a:spcAft>
              <a:buClr>
                <a:schemeClr val="dk1"/>
              </a:buClr>
              <a:buSzPct val="70000"/>
              <a:buFont typeface="Noto Symbol"/>
              <a:buAutoNum type="arabicPeriod"/>
            </a:pPr>
            <a:r>
              <a:rPr b="0" i="0" lang="en-US" sz="1800" u="none" cap="none" strike="noStrike">
                <a:solidFill>
                  <a:schemeClr val="dk1"/>
                </a:solidFill>
                <a:latin typeface="Arial"/>
                <a:ea typeface="Arial"/>
                <a:cs typeface="Arial"/>
                <a:sym typeface="Arial"/>
              </a:rPr>
              <a:t>Si colaboran </a:t>
            </a:r>
            <a:r>
              <a:rPr b="1" i="0" lang="en-US" sz="1800" u="none" cap="none" strike="noStrike">
                <a:solidFill>
                  <a:schemeClr val="dk1"/>
                </a:solidFill>
                <a:latin typeface="Arial"/>
                <a:ea typeface="Arial"/>
                <a:cs typeface="Arial"/>
                <a:sym typeface="Arial"/>
              </a:rPr>
              <a:t>(colusionan),</a:t>
            </a:r>
            <a:r>
              <a:rPr b="0" i="0" lang="en-US" sz="1800" u="none" cap="none" strike="noStrike">
                <a:solidFill>
                  <a:schemeClr val="dk1"/>
                </a:solidFill>
                <a:latin typeface="Arial"/>
                <a:ea typeface="Arial"/>
                <a:cs typeface="Arial"/>
                <a:sym typeface="Arial"/>
              </a:rPr>
              <a:t> coordinando sus actuaciones (regulando la cantidad ofrecida),  este mercado funcionará como un monopolio. </a:t>
            </a:r>
          </a:p>
          <a:p>
            <a:pPr indent="-342900" lvl="0" marL="342900" marR="0" rtl="0" algn="l">
              <a:lnSpc>
                <a:spcPct val="100000"/>
              </a:lnSpc>
              <a:spcBef>
                <a:spcPts val="360"/>
              </a:spcBef>
              <a:spcAft>
                <a:spcPts val="0"/>
              </a:spcAft>
              <a:buClr>
                <a:schemeClr val="dk2"/>
              </a:buClr>
              <a:buSzPct val="25000"/>
              <a:buFont typeface="Noto Symbol"/>
              <a:buNone/>
            </a:pPr>
            <a:r>
              <a:rPr b="0" i="0" lang="en-US" sz="1800" u="none" cap="none" strike="noStrike">
                <a:solidFill>
                  <a:schemeClr val="dk1"/>
                </a:solidFill>
                <a:latin typeface="Arial"/>
                <a:ea typeface="Arial"/>
                <a:cs typeface="Arial"/>
                <a:sym typeface="Arial"/>
              </a:rPr>
              <a:t>        En este caso, el beneficio que obtienen estas empresas aumenta en perjuicio de los compradores. </a:t>
            </a:r>
          </a:p>
          <a:p>
            <a:pPr indent="-342900" lvl="0" marL="342900" marR="0" rtl="0" algn="l">
              <a:lnSpc>
                <a:spcPct val="100000"/>
              </a:lnSpc>
              <a:spcBef>
                <a:spcPts val="360"/>
              </a:spcBef>
              <a:spcAft>
                <a:spcPts val="0"/>
              </a:spcAft>
              <a:buClr>
                <a:schemeClr val="dk2"/>
              </a:buClr>
              <a:buSzPct val="25000"/>
              <a:buFont typeface="Noto Symbol"/>
              <a:buNone/>
            </a:pPr>
            <a:r>
              <a:t/>
            </a:r>
            <a:endParaRPr b="0" i="0" sz="1800" u="none" cap="none" strike="noStrike">
              <a:solidFill>
                <a:schemeClr val="dk1"/>
              </a:solidFill>
              <a:latin typeface="Arial"/>
              <a:ea typeface="Arial"/>
              <a:cs typeface="Arial"/>
              <a:sym typeface="Arial"/>
            </a:endParaRPr>
          </a:p>
          <a:p>
            <a:pPr indent="-342900" lvl="0" marL="342900" marR="0" rtl="0" algn="l">
              <a:lnSpc>
                <a:spcPct val="100000"/>
              </a:lnSpc>
              <a:spcBef>
                <a:spcPts val="360"/>
              </a:spcBef>
              <a:spcAft>
                <a:spcPts val="0"/>
              </a:spcAft>
              <a:buClr>
                <a:schemeClr val="dk1"/>
              </a:buClr>
              <a:buSzPct val="70000"/>
              <a:buFont typeface="Noto Symbol"/>
              <a:buAutoNum type="arabicPeriod" startAt="3"/>
            </a:pPr>
            <a:r>
              <a:rPr b="0" i="0" lang="en-US" sz="1800" u="none" cap="none" strike="noStrike">
                <a:solidFill>
                  <a:schemeClr val="dk1"/>
                </a:solidFill>
                <a:latin typeface="Arial"/>
                <a:ea typeface="Arial"/>
                <a:cs typeface="Arial"/>
                <a:sym typeface="Arial"/>
              </a:rPr>
              <a:t>Si por el contrario deciden </a:t>
            </a:r>
            <a:r>
              <a:rPr b="1" i="0" lang="en-US" sz="1800" u="none" cap="none" strike="noStrike">
                <a:solidFill>
                  <a:schemeClr val="dk1"/>
                </a:solidFill>
                <a:latin typeface="Arial"/>
                <a:ea typeface="Arial"/>
                <a:cs typeface="Arial"/>
                <a:sym typeface="Arial"/>
              </a:rPr>
              <a:t>competir </a:t>
            </a:r>
            <a:r>
              <a:rPr b="0" i="0" lang="en-US" sz="1800" u="none" cap="none" strike="noStrike">
                <a:solidFill>
                  <a:schemeClr val="dk1"/>
                </a:solidFill>
                <a:latin typeface="Arial"/>
                <a:ea typeface="Arial"/>
                <a:cs typeface="Arial"/>
                <a:sym typeface="Arial"/>
              </a:rPr>
              <a:t>su funcionamiento se aproximará al de un mercado competitivo (aunque no llegará a ser igual), es decir disminuirá el beneficio de estas empresas en favor de los consumidores. </a:t>
            </a:r>
          </a:p>
          <a:p>
            <a:pPr indent="-342900" lvl="0" marL="342900" marR="0" rtl="0" algn="l">
              <a:lnSpc>
                <a:spcPct val="100000"/>
              </a:lnSpc>
              <a:spcBef>
                <a:spcPts val="360"/>
              </a:spcBef>
              <a:spcAft>
                <a:spcPts val="0"/>
              </a:spcAft>
              <a:buClr>
                <a:schemeClr val="dk2"/>
              </a:buClr>
              <a:buSzPct val="25000"/>
              <a:buFont typeface="Noto Symbol"/>
              <a:buNone/>
            </a:pPr>
            <a:r>
              <a:t/>
            </a:r>
            <a:endParaRPr b="0" i="0" sz="1800" u="none" cap="none" strike="noStrike">
              <a:solidFill>
                <a:schemeClr val="dk1"/>
              </a:solidFill>
              <a:latin typeface="Arial"/>
              <a:ea typeface="Arial"/>
              <a:cs typeface="Arial"/>
              <a:sym typeface="Arial"/>
            </a:endParaRPr>
          </a:p>
          <a:p>
            <a:pPr indent="-342900" lvl="0" marL="342900" marR="0" rtl="0" algn="l">
              <a:lnSpc>
                <a:spcPct val="100000"/>
              </a:lnSpc>
              <a:spcBef>
                <a:spcPts val="360"/>
              </a:spcBef>
              <a:spcAft>
                <a:spcPts val="0"/>
              </a:spcAft>
              <a:buClr>
                <a:schemeClr val="dk1"/>
              </a:buClr>
              <a:buSzPct val="70000"/>
              <a:buFont typeface="Noto Symbol"/>
              <a:buAutoNum type="arabicPeriod" startAt="3"/>
            </a:pPr>
            <a:r>
              <a:rPr b="0" i="0" lang="en-US" sz="1800" u="none" cap="none" strike="noStrike">
                <a:solidFill>
                  <a:schemeClr val="dk1"/>
                </a:solidFill>
                <a:latin typeface="Arial"/>
                <a:ea typeface="Arial"/>
                <a:cs typeface="Arial"/>
                <a:sym typeface="Arial"/>
              </a:rPr>
              <a:t>Las autoridades públicas </a:t>
            </a:r>
            <a:r>
              <a:rPr b="1" i="0" lang="en-US" sz="1800" u="none" cap="none" strike="noStrike">
                <a:solidFill>
                  <a:schemeClr val="dk1"/>
                </a:solidFill>
                <a:latin typeface="Arial"/>
                <a:ea typeface="Arial"/>
                <a:cs typeface="Arial"/>
                <a:sym typeface="Arial"/>
              </a:rPr>
              <a:t>tratan de prohibir</a:t>
            </a:r>
            <a:r>
              <a:rPr b="0" i="0" lang="en-US" sz="1800" u="none" cap="none" strike="noStrike">
                <a:solidFill>
                  <a:schemeClr val="dk1"/>
                </a:solidFill>
                <a:latin typeface="Arial"/>
                <a:ea typeface="Arial"/>
                <a:cs typeface="Arial"/>
                <a:sym typeface="Arial"/>
              </a:rPr>
              <a:t> la colaboración (colusión) entre las empresas oligopolistas favoreciendo la competencia. </a:t>
            </a:r>
          </a:p>
        </p:txBody>
      </p:sp>
      <p:pic>
        <p:nvPicPr>
          <p:cNvPr id="210" name="Shape 210"/>
          <p:cNvPicPr preferRelativeResize="0"/>
          <p:nvPr>
            <p:ph idx="4294967295" type="body"/>
          </p:nvPr>
        </p:nvPicPr>
        <p:blipFill rotWithShape="1">
          <a:blip r:embed="rId3">
            <a:alphaModFix/>
          </a:blip>
          <a:srcRect b="0" l="0" r="0" t="0"/>
          <a:stretch/>
        </p:blipFill>
        <p:spPr>
          <a:xfrm>
            <a:off x="4932362" y="260350"/>
            <a:ext cx="3009899" cy="609599"/>
          </a:xfrm>
          <a:prstGeom prst="rect">
            <a:avLst/>
          </a:prstGeom>
          <a:noFill/>
          <a:ln>
            <a:noFill/>
          </a:ln>
        </p:spPr>
      </p:pic>
    </p:spTree>
  </p:cSld>
  <p:clrMapOvr>
    <a:masterClrMapping/>
  </p:clrMapOvr>
  <p:transition spd="slow">
    <p:cut/>
  </p:transition>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214" name="Shape 214"/>
        <p:cNvGrpSpPr/>
        <p:nvPr/>
      </p:nvGrpSpPr>
      <p:grpSpPr>
        <a:xfrm>
          <a:off x="0" y="0"/>
          <a:ext cx="0" cy="0"/>
          <a:chOff x="0" y="0"/>
          <a:chExt cx="0" cy="0"/>
        </a:xfrm>
      </p:grpSpPr>
      <p:sp>
        <p:nvSpPr>
          <p:cNvPr id="215" name="Shape 215"/>
          <p:cNvSpPr/>
          <p:nvPr/>
        </p:nvSpPr>
        <p:spPr>
          <a:xfrm>
            <a:off x="971550" y="3933825"/>
            <a:ext cx="936624" cy="1366836"/>
          </a:xfrm>
          <a:prstGeom prst="rect">
            <a:avLst/>
          </a:prstGeom>
          <a:solidFill>
            <a:srgbClr val="CCFFCC">
              <a:alpha val="54901"/>
            </a:srgbClr>
          </a:solidFill>
          <a:ln cap="flat" cmpd="sng" w="9525">
            <a:solidFill>
              <a:schemeClr val="dk1"/>
            </a:solidFill>
            <a:prstDash val="solid"/>
            <a:miter/>
            <a:headEnd len="med" w="med" type="none"/>
            <a:tailEnd len="med" w="med" type="none"/>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216" name="Shape 216"/>
          <p:cNvSpPr/>
          <p:nvPr/>
        </p:nvSpPr>
        <p:spPr>
          <a:xfrm>
            <a:off x="1908175" y="3933825"/>
            <a:ext cx="576262" cy="574674"/>
          </a:xfrm>
          <a:prstGeom prst="rect">
            <a:avLst/>
          </a:prstGeom>
          <a:solidFill>
            <a:srgbClr val="000000">
              <a:alpha val="39607"/>
            </a:srgbClr>
          </a:solidFill>
          <a:ln cap="flat" cmpd="sng" w="9525">
            <a:solidFill>
              <a:schemeClr val="dk1"/>
            </a:solidFill>
            <a:prstDash val="solid"/>
            <a:miter/>
            <a:headEnd len="med" w="med" type="none"/>
            <a:tailEnd len="med" w="med" type="none"/>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217" name="Shape 217"/>
          <p:cNvSpPr txBox="1"/>
          <p:nvPr>
            <p:ph type="title"/>
          </p:nvPr>
        </p:nvSpPr>
        <p:spPr>
          <a:xfrm>
            <a:off x="134936" y="115886"/>
            <a:ext cx="4292600" cy="1439862"/>
          </a:xfrm>
          <a:prstGeom prst="rect">
            <a:avLst/>
          </a:prstGeom>
          <a:noFill/>
          <a:ln>
            <a:noFill/>
          </a:ln>
        </p:spPr>
        <p:txBody>
          <a:bodyPr anchorCtr="0" anchor="b" bIns="45700" lIns="91425" rIns="91425" tIns="45700">
            <a:noAutofit/>
          </a:bodyPr>
          <a:lstStyle/>
          <a:p>
            <a:pPr indent="0" lvl="0" marL="0" marR="0" rtl="0" algn="ctr">
              <a:lnSpc>
                <a:spcPct val="100000"/>
              </a:lnSpc>
              <a:spcBef>
                <a:spcPts val="0"/>
              </a:spcBef>
              <a:spcAft>
                <a:spcPts val="0"/>
              </a:spcAft>
              <a:buClr>
                <a:srgbClr val="EC1914"/>
              </a:buClr>
              <a:buSzPct val="25000"/>
              <a:buFont typeface="Arial"/>
              <a:buNone/>
            </a:pPr>
            <a:r>
              <a:rPr b="1" i="0" lang="en-US" sz="3500" u="none" cap="none" strike="noStrike">
                <a:solidFill>
                  <a:srgbClr val="EC1914"/>
                </a:solidFill>
                <a:latin typeface="Arial"/>
                <a:ea typeface="Arial"/>
                <a:cs typeface="Arial"/>
                <a:sym typeface="Arial"/>
              </a:rPr>
              <a:t>OLIGOPOLIO</a:t>
            </a:r>
            <a:br>
              <a:rPr b="1" i="0" lang="en-US" sz="3500" u="none" cap="none" strike="noStrike">
                <a:solidFill>
                  <a:srgbClr val="EC1914"/>
                </a:solidFill>
                <a:latin typeface="Arial"/>
                <a:ea typeface="Arial"/>
                <a:cs typeface="Arial"/>
                <a:sym typeface="Arial"/>
              </a:rPr>
            </a:br>
            <a:r>
              <a:rPr b="1" i="0" lang="en-US" sz="2400" u="none" cap="none" strike="noStrike">
                <a:solidFill>
                  <a:srgbClr val="EC1914"/>
                </a:solidFill>
                <a:latin typeface="Arial"/>
                <a:ea typeface="Arial"/>
                <a:cs typeface="Arial"/>
                <a:sym typeface="Arial"/>
              </a:rPr>
              <a:t>LIDERAZGO</a:t>
            </a:r>
            <a:br>
              <a:rPr b="1" i="0" lang="en-US" sz="2400" u="none" cap="none" strike="noStrike">
                <a:solidFill>
                  <a:srgbClr val="EC1914"/>
                </a:solidFill>
                <a:latin typeface="Arial"/>
                <a:ea typeface="Arial"/>
                <a:cs typeface="Arial"/>
                <a:sym typeface="Arial"/>
              </a:rPr>
            </a:br>
            <a:r>
              <a:rPr b="1" i="0" lang="en-US" sz="2000" u="none" cap="none" strike="noStrike">
                <a:solidFill>
                  <a:srgbClr val="EC1914"/>
                </a:solidFill>
                <a:latin typeface="Arial"/>
                <a:ea typeface="Arial"/>
                <a:cs typeface="Arial"/>
                <a:sym typeface="Arial"/>
              </a:rPr>
              <a:t>EMPRESA CON MENOR COSTO</a:t>
            </a:r>
          </a:p>
        </p:txBody>
      </p:sp>
      <p:cxnSp>
        <p:nvCxnSpPr>
          <p:cNvPr id="218" name="Shape 218"/>
          <p:cNvCxnSpPr/>
          <p:nvPr/>
        </p:nvCxnSpPr>
        <p:spPr>
          <a:xfrm>
            <a:off x="971550" y="1700211"/>
            <a:ext cx="0" cy="4465636"/>
          </a:xfrm>
          <a:prstGeom prst="straightConnector1">
            <a:avLst/>
          </a:prstGeom>
          <a:noFill/>
          <a:ln cap="flat" cmpd="sng" w="9525">
            <a:solidFill>
              <a:schemeClr val="dk1"/>
            </a:solidFill>
            <a:prstDash val="solid"/>
            <a:miter/>
            <a:headEnd len="med" w="med" type="none"/>
            <a:tailEnd len="med" w="med" type="none"/>
          </a:ln>
        </p:spPr>
      </p:cxnSp>
      <p:cxnSp>
        <p:nvCxnSpPr>
          <p:cNvPr id="219" name="Shape 219"/>
          <p:cNvCxnSpPr/>
          <p:nvPr/>
        </p:nvCxnSpPr>
        <p:spPr>
          <a:xfrm>
            <a:off x="827087" y="6165850"/>
            <a:ext cx="6192837" cy="0"/>
          </a:xfrm>
          <a:prstGeom prst="straightConnector1">
            <a:avLst/>
          </a:prstGeom>
          <a:noFill/>
          <a:ln cap="flat" cmpd="sng" w="9525">
            <a:solidFill>
              <a:schemeClr val="dk1"/>
            </a:solidFill>
            <a:prstDash val="solid"/>
            <a:miter/>
            <a:headEnd len="med" w="med" type="none"/>
            <a:tailEnd len="med" w="med" type="none"/>
          </a:ln>
        </p:spPr>
      </p:cxnSp>
      <p:sp>
        <p:nvSpPr>
          <p:cNvPr id="220" name="Shape 220"/>
          <p:cNvSpPr txBox="1"/>
          <p:nvPr/>
        </p:nvSpPr>
        <p:spPr>
          <a:xfrm>
            <a:off x="-36511" y="1412875"/>
            <a:ext cx="1079499" cy="431799"/>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0" i="0" lang="en-US" sz="1800" u="none" cap="none" strike="noStrike">
                <a:solidFill>
                  <a:schemeClr val="dk1"/>
                </a:solidFill>
                <a:latin typeface="Arial"/>
                <a:ea typeface="Arial"/>
                <a:cs typeface="Arial"/>
                <a:sym typeface="Arial"/>
              </a:rPr>
              <a:t>PRECIO</a:t>
            </a:r>
          </a:p>
        </p:txBody>
      </p:sp>
      <p:sp>
        <p:nvSpPr>
          <p:cNvPr id="221" name="Shape 221"/>
          <p:cNvSpPr txBox="1"/>
          <p:nvPr/>
        </p:nvSpPr>
        <p:spPr>
          <a:xfrm>
            <a:off x="5797550" y="6165850"/>
            <a:ext cx="1654174" cy="431799"/>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0" i="0" lang="en-US" sz="1800" u="none" cap="none" strike="noStrike">
                <a:solidFill>
                  <a:schemeClr val="dk1"/>
                </a:solidFill>
                <a:latin typeface="Arial"/>
                <a:ea typeface="Arial"/>
                <a:cs typeface="Arial"/>
                <a:sym typeface="Arial"/>
              </a:rPr>
              <a:t>CANTIDAD</a:t>
            </a:r>
          </a:p>
        </p:txBody>
      </p:sp>
      <p:sp>
        <p:nvSpPr>
          <p:cNvPr id="222" name="Shape 222"/>
          <p:cNvSpPr txBox="1"/>
          <p:nvPr/>
        </p:nvSpPr>
        <p:spPr>
          <a:xfrm>
            <a:off x="1547812" y="2349500"/>
            <a:ext cx="1152525" cy="287337"/>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rgbClr val="EC1914"/>
              </a:buClr>
              <a:buSzPct val="25000"/>
              <a:buFont typeface="Arial"/>
              <a:buNone/>
            </a:pPr>
            <a:r>
              <a:rPr b="1" i="0" lang="en-US" sz="1800" u="none" cap="none" strike="noStrike">
                <a:solidFill>
                  <a:srgbClr val="EC1914"/>
                </a:solidFill>
                <a:latin typeface="Arial"/>
                <a:ea typeface="Arial"/>
                <a:cs typeface="Arial"/>
                <a:sym typeface="Arial"/>
              </a:rPr>
              <a:t>DEMANDA</a:t>
            </a:r>
          </a:p>
        </p:txBody>
      </p:sp>
      <p:cxnSp>
        <p:nvCxnSpPr>
          <p:cNvPr id="223" name="Shape 223"/>
          <p:cNvCxnSpPr/>
          <p:nvPr/>
        </p:nvCxnSpPr>
        <p:spPr>
          <a:xfrm>
            <a:off x="971550" y="3933825"/>
            <a:ext cx="1512886" cy="0"/>
          </a:xfrm>
          <a:prstGeom prst="straightConnector1">
            <a:avLst/>
          </a:prstGeom>
          <a:noFill/>
          <a:ln cap="flat" cmpd="sng" w="9525">
            <a:solidFill>
              <a:schemeClr val="dk1"/>
            </a:solidFill>
            <a:prstDash val="solid"/>
            <a:miter/>
            <a:headEnd len="med" w="med" type="none"/>
            <a:tailEnd len="med" w="med" type="none"/>
          </a:ln>
        </p:spPr>
      </p:cxnSp>
      <p:cxnSp>
        <p:nvCxnSpPr>
          <p:cNvPr id="224" name="Shape 224"/>
          <p:cNvCxnSpPr/>
          <p:nvPr/>
        </p:nvCxnSpPr>
        <p:spPr>
          <a:xfrm>
            <a:off x="971550" y="1989136"/>
            <a:ext cx="2016124" cy="4176711"/>
          </a:xfrm>
          <a:prstGeom prst="straightConnector1">
            <a:avLst/>
          </a:prstGeom>
          <a:noFill/>
          <a:ln cap="flat" cmpd="sng" w="41275">
            <a:solidFill>
              <a:srgbClr val="FF9900"/>
            </a:solidFill>
            <a:prstDash val="solid"/>
            <a:miter/>
            <a:headEnd len="med" w="med" type="none"/>
            <a:tailEnd len="med" w="med" type="none"/>
          </a:ln>
        </p:spPr>
      </p:cxnSp>
      <p:sp>
        <p:nvSpPr>
          <p:cNvPr id="225" name="Shape 225"/>
          <p:cNvSpPr/>
          <p:nvPr/>
        </p:nvSpPr>
        <p:spPr>
          <a:xfrm>
            <a:off x="827087" y="3500437"/>
            <a:ext cx="3403600" cy="1703386"/>
          </a:xfrm>
          <a:custGeom>
            <a:pathLst>
              <a:path extrusionOk="0" h="1073" w="2144">
                <a:moveTo>
                  <a:pt x="0" y="904"/>
                </a:moveTo>
                <a:cubicBezTo>
                  <a:pt x="51" y="929"/>
                  <a:pt x="200" y="1039"/>
                  <a:pt x="306" y="1056"/>
                </a:cubicBezTo>
                <a:cubicBezTo>
                  <a:pt x="412" y="1073"/>
                  <a:pt x="512" y="1062"/>
                  <a:pt x="637" y="1009"/>
                </a:cubicBezTo>
                <a:cubicBezTo>
                  <a:pt x="762" y="956"/>
                  <a:pt x="895" y="846"/>
                  <a:pt x="1055" y="741"/>
                </a:cubicBezTo>
                <a:cubicBezTo>
                  <a:pt x="1215" y="636"/>
                  <a:pt x="1433" y="491"/>
                  <a:pt x="1599" y="378"/>
                </a:cubicBezTo>
                <a:cubicBezTo>
                  <a:pt x="1765" y="265"/>
                  <a:pt x="1962" y="120"/>
                  <a:pt x="2053" y="60"/>
                </a:cubicBezTo>
                <a:cubicBezTo>
                  <a:pt x="2144" y="0"/>
                  <a:pt x="2144" y="7"/>
                  <a:pt x="2144" y="15"/>
                </a:cubicBezTo>
              </a:path>
            </a:pathLst>
          </a:custGeom>
          <a:noFill/>
          <a:ln cap="flat" cmpd="sng" w="38100">
            <a:solidFill>
              <a:srgbClr val="000000"/>
            </a:solidFill>
            <a:prstDash val="solid"/>
            <a:miter/>
            <a:headEnd len="med" w="med" type="none"/>
            <a:tailEnd len="med" w="med" type="none"/>
          </a:ln>
        </p:spPr>
        <p:txBody>
          <a:bodyPr anchorCtr="0" anchor="t"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226" name="Shape 226"/>
          <p:cNvSpPr/>
          <p:nvPr/>
        </p:nvSpPr>
        <p:spPr>
          <a:xfrm>
            <a:off x="1187450" y="4076700"/>
            <a:ext cx="3403600" cy="1703386"/>
          </a:xfrm>
          <a:custGeom>
            <a:pathLst>
              <a:path extrusionOk="0" h="1073" w="2144">
                <a:moveTo>
                  <a:pt x="0" y="904"/>
                </a:moveTo>
                <a:cubicBezTo>
                  <a:pt x="51" y="929"/>
                  <a:pt x="200" y="1039"/>
                  <a:pt x="306" y="1056"/>
                </a:cubicBezTo>
                <a:cubicBezTo>
                  <a:pt x="412" y="1073"/>
                  <a:pt x="512" y="1062"/>
                  <a:pt x="637" y="1009"/>
                </a:cubicBezTo>
                <a:cubicBezTo>
                  <a:pt x="762" y="956"/>
                  <a:pt x="895" y="846"/>
                  <a:pt x="1055" y="741"/>
                </a:cubicBezTo>
                <a:cubicBezTo>
                  <a:pt x="1215" y="636"/>
                  <a:pt x="1433" y="491"/>
                  <a:pt x="1599" y="378"/>
                </a:cubicBezTo>
                <a:cubicBezTo>
                  <a:pt x="1765" y="265"/>
                  <a:pt x="1962" y="120"/>
                  <a:pt x="2053" y="60"/>
                </a:cubicBezTo>
                <a:cubicBezTo>
                  <a:pt x="2144" y="0"/>
                  <a:pt x="2144" y="7"/>
                  <a:pt x="2144" y="15"/>
                </a:cubicBezTo>
              </a:path>
            </a:pathLst>
          </a:custGeom>
          <a:noFill/>
          <a:ln cap="flat" cmpd="sng" w="38100">
            <a:solidFill>
              <a:srgbClr val="008000"/>
            </a:solidFill>
            <a:prstDash val="solid"/>
            <a:miter/>
            <a:headEnd len="med" w="med" type="none"/>
            <a:tailEnd len="med" w="med" type="none"/>
          </a:ln>
        </p:spPr>
        <p:txBody>
          <a:bodyPr anchorCtr="0" anchor="t"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cxnSp>
        <p:nvCxnSpPr>
          <p:cNvPr id="227" name="Shape 227"/>
          <p:cNvCxnSpPr/>
          <p:nvPr/>
        </p:nvCxnSpPr>
        <p:spPr>
          <a:xfrm>
            <a:off x="971550" y="2060575"/>
            <a:ext cx="1223961" cy="4797425"/>
          </a:xfrm>
          <a:prstGeom prst="straightConnector1">
            <a:avLst/>
          </a:prstGeom>
          <a:noFill/>
          <a:ln cap="flat" cmpd="sng" w="41275">
            <a:solidFill>
              <a:srgbClr val="0000FF"/>
            </a:solidFill>
            <a:prstDash val="solid"/>
            <a:miter/>
            <a:headEnd len="med" w="med" type="none"/>
            <a:tailEnd len="med" w="med" type="none"/>
          </a:ln>
        </p:spPr>
      </p:cxnSp>
      <p:cxnSp>
        <p:nvCxnSpPr>
          <p:cNvPr id="228" name="Shape 228"/>
          <p:cNvCxnSpPr/>
          <p:nvPr/>
        </p:nvCxnSpPr>
        <p:spPr>
          <a:xfrm rot="10800000">
            <a:off x="1908175" y="3933824"/>
            <a:ext cx="0" cy="2232025"/>
          </a:xfrm>
          <a:prstGeom prst="straightConnector1">
            <a:avLst/>
          </a:prstGeom>
          <a:noFill/>
          <a:ln cap="flat" cmpd="sng" w="9525">
            <a:solidFill>
              <a:schemeClr val="dk1"/>
            </a:solidFill>
            <a:prstDash val="solid"/>
            <a:miter/>
            <a:headEnd len="med" w="med" type="none"/>
            <a:tailEnd len="med" w="med" type="none"/>
          </a:ln>
        </p:spPr>
      </p:cxnSp>
      <p:sp>
        <p:nvSpPr>
          <p:cNvPr id="229" name="Shape 229"/>
          <p:cNvSpPr txBox="1"/>
          <p:nvPr/>
        </p:nvSpPr>
        <p:spPr>
          <a:xfrm>
            <a:off x="468312" y="3789362"/>
            <a:ext cx="503236" cy="215899"/>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1" i="0" lang="en-US" sz="1400" u="none" cap="none" strike="noStrike">
                <a:solidFill>
                  <a:schemeClr val="dk1"/>
                </a:solidFill>
                <a:latin typeface="Arial"/>
                <a:ea typeface="Arial"/>
                <a:cs typeface="Arial"/>
                <a:sym typeface="Arial"/>
              </a:rPr>
              <a:t>PMC</a:t>
            </a:r>
          </a:p>
        </p:txBody>
      </p:sp>
      <p:sp>
        <p:nvSpPr>
          <p:cNvPr id="230" name="Shape 230"/>
          <p:cNvSpPr/>
          <p:nvPr/>
        </p:nvSpPr>
        <p:spPr>
          <a:xfrm>
            <a:off x="971550" y="4005262"/>
            <a:ext cx="3240086" cy="754062"/>
          </a:xfrm>
          <a:custGeom>
            <a:pathLst>
              <a:path extrusionOk="0" h="475" w="2041">
                <a:moveTo>
                  <a:pt x="0" y="0"/>
                </a:moveTo>
                <a:cubicBezTo>
                  <a:pt x="79" y="102"/>
                  <a:pt x="153" y="198"/>
                  <a:pt x="272" y="272"/>
                </a:cubicBezTo>
                <a:cubicBezTo>
                  <a:pt x="391" y="346"/>
                  <a:pt x="570" y="415"/>
                  <a:pt x="713" y="445"/>
                </a:cubicBezTo>
                <a:cubicBezTo>
                  <a:pt x="856" y="475"/>
                  <a:pt x="996" y="465"/>
                  <a:pt x="1134" y="453"/>
                </a:cubicBezTo>
                <a:cubicBezTo>
                  <a:pt x="1272" y="441"/>
                  <a:pt x="1427" y="406"/>
                  <a:pt x="1544" y="370"/>
                </a:cubicBezTo>
                <a:cubicBezTo>
                  <a:pt x="1661" y="334"/>
                  <a:pt x="1754" y="285"/>
                  <a:pt x="1837" y="238"/>
                </a:cubicBezTo>
                <a:cubicBezTo>
                  <a:pt x="1920" y="191"/>
                  <a:pt x="1999" y="121"/>
                  <a:pt x="2041" y="90"/>
                </a:cubicBezTo>
              </a:path>
            </a:pathLst>
          </a:custGeom>
          <a:noFill/>
          <a:ln cap="flat" cmpd="sng" w="31750">
            <a:solidFill>
              <a:schemeClr val="dk1"/>
            </a:solidFill>
            <a:prstDash val="solid"/>
            <a:miter/>
            <a:headEnd len="med" w="med" type="none"/>
            <a:tailEnd len="med" w="med" type="none"/>
          </a:ln>
        </p:spPr>
        <p:txBody>
          <a:bodyPr anchorCtr="0" anchor="t"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231" name="Shape 231"/>
          <p:cNvSpPr/>
          <p:nvPr/>
        </p:nvSpPr>
        <p:spPr>
          <a:xfrm>
            <a:off x="1116012" y="4724400"/>
            <a:ext cx="3240086" cy="754062"/>
          </a:xfrm>
          <a:custGeom>
            <a:pathLst>
              <a:path extrusionOk="0" h="475" w="2041">
                <a:moveTo>
                  <a:pt x="0" y="0"/>
                </a:moveTo>
                <a:cubicBezTo>
                  <a:pt x="79" y="102"/>
                  <a:pt x="153" y="198"/>
                  <a:pt x="272" y="272"/>
                </a:cubicBezTo>
                <a:cubicBezTo>
                  <a:pt x="391" y="346"/>
                  <a:pt x="570" y="415"/>
                  <a:pt x="713" y="445"/>
                </a:cubicBezTo>
                <a:cubicBezTo>
                  <a:pt x="856" y="475"/>
                  <a:pt x="996" y="465"/>
                  <a:pt x="1134" y="453"/>
                </a:cubicBezTo>
                <a:cubicBezTo>
                  <a:pt x="1272" y="441"/>
                  <a:pt x="1427" y="406"/>
                  <a:pt x="1544" y="370"/>
                </a:cubicBezTo>
                <a:cubicBezTo>
                  <a:pt x="1661" y="334"/>
                  <a:pt x="1754" y="285"/>
                  <a:pt x="1837" y="238"/>
                </a:cubicBezTo>
                <a:cubicBezTo>
                  <a:pt x="1920" y="191"/>
                  <a:pt x="1999" y="121"/>
                  <a:pt x="2041" y="90"/>
                </a:cubicBezTo>
              </a:path>
            </a:pathLst>
          </a:custGeom>
          <a:noFill/>
          <a:ln cap="flat" cmpd="sng" w="31750">
            <a:solidFill>
              <a:srgbClr val="008000"/>
            </a:solidFill>
            <a:prstDash val="solid"/>
            <a:miter/>
            <a:headEnd len="med" w="med" type="none"/>
            <a:tailEnd len="med" w="med" type="none"/>
          </a:ln>
        </p:spPr>
        <p:txBody>
          <a:bodyPr anchorCtr="0" anchor="t"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cxnSp>
        <p:nvCxnSpPr>
          <p:cNvPr id="232" name="Shape 232"/>
          <p:cNvCxnSpPr/>
          <p:nvPr/>
        </p:nvCxnSpPr>
        <p:spPr>
          <a:xfrm rot="10800000">
            <a:off x="971550" y="4508500"/>
            <a:ext cx="936624" cy="0"/>
          </a:xfrm>
          <a:prstGeom prst="straightConnector1">
            <a:avLst/>
          </a:prstGeom>
          <a:noFill/>
          <a:ln cap="flat" cmpd="sng" w="9525">
            <a:solidFill>
              <a:schemeClr val="dk1"/>
            </a:solidFill>
            <a:prstDash val="solid"/>
            <a:miter/>
            <a:headEnd len="med" w="med" type="none"/>
            <a:tailEnd len="med" w="med" type="none"/>
          </a:ln>
        </p:spPr>
      </p:cxnSp>
      <p:cxnSp>
        <p:nvCxnSpPr>
          <p:cNvPr id="233" name="Shape 233"/>
          <p:cNvCxnSpPr/>
          <p:nvPr/>
        </p:nvCxnSpPr>
        <p:spPr>
          <a:xfrm>
            <a:off x="971550" y="5300662"/>
            <a:ext cx="936624" cy="0"/>
          </a:xfrm>
          <a:prstGeom prst="straightConnector1">
            <a:avLst/>
          </a:prstGeom>
          <a:noFill/>
          <a:ln cap="flat" cmpd="sng" w="9525">
            <a:solidFill>
              <a:srgbClr val="FF0000"/>
            </a:solidFill>
            <a:prstDash val="solid"/>
            <a:miter/>
            <a:headEnd len="med" w="med" type="oval"/>
            <a:tailEnd len="med" w="med" type="oval"/>
          </a:ln>
        </p:spPr>
      </p:cxnSp>
      <p:sp>
        <p:nvSpPr>
          <p:cNvPr id="234" name="Shape 234"/>
          <p:cNvSpPr txBox="1"/>
          <p:nvPr/>
        </p:nvSpPr>
        <p:spPr>
          <a:xfrm>
            <a:off x="3924300" y="3787775"/>
            <a:ext cx="1800225" cy="288925"/>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1" i="0" lang="en-US" sz="1800" u="none" cap="none" strike="noStrike">
                <a:solidFill>
                  <a:schemeClr val="dk1"/>
                </a:solidFill>
                <a:latin typeface="Arial"/>
                <a:ea typeface="Arial"/>
                <a:cs typeface="Arial"/>
                <a:sym typeface="Arial"/>
              </a:rPr>
              <a:t>COSTO MEDIO 2</a:t>
            </a:r>
          </a:p>
        </p:txBody>
      </p:sp>
      <p:sp>
        <p:nvSpPr>
          <p:cNvPr id="235" name="Shape 235"/>
          <p:cNvSpPr txBox="1"/>
          <p:nvPr/>
        </p:nvSpPr>
        <p:spPr>
          <a:xfrm>
            <a:off x="3851275" y="4868862"/>
            <a:ext cx="1800225" cy="288925"/>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rgbClr val="006600"/>
              </a:buClr>
              <a:buSzPct val="25000"/>
              <a:buFont typeface="Arial"/>
              <a:buNone/>
            </a:pPr>
            <a:r>
              <a:rPr b="1" i="0" lang="en-US" sz="1800" u="none" cap="none" strike="noStrike">
                <a:solidFill>
                  <a:srgbClr val="006600"/>
                </a:solidFill>
                <a:latin typeface="Arial"/>
                <a:ea typeface="Arial"/>
                <a:cs typeface="Arial"/>
                <a:sym typeface="Arial"/>
              </a:rPr>
              <a:t>Cme MC</a:t>
            </a:r>
          </a:p>
        </p:txBody>
      </p:sp>
      <p:sp>
        <p:nvSpPr>
          <p:cNvPr id="236" name="Shape 236"/>
          <p:cNvSpPr txBox="1"/>
          <p:nvPr/>
        </p:nvSpPr>
        <p:spPr>
          <a:xfrm>
            <a:off x="323850" y="5516562"/>
            <a:ext cx="1223961" cy="503236"/>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rgbClr val="006600"/>
              </a:buClr>
              <a:buSzPct val="25000"/>
              <a:buFont typeface="Arial"/>
              <a:buNone/>
            </a:pPr>
            <a:r>
              <a:rPr b="1" i="0" lang="en-US" sz="1800" u="none" cap="none" strike="noStrike">
                <a:solidFill>
                  <a:srgbClr val="006600"/>
                </a:solidFill>
                <a:latin typeface="Arial"/>
                <a:ea typeface="Arial"/>
                <a:cs typeface="Arial"/>
                <a:sym typeface="Arial"/>
              </a:rPr>
              <a:t>Cma MC</a:t>
            </a:r>
          </a:p>
        </p:txBody>
      </p:sp>
      <p:sp>
        <p:nvSpPr>
          <p:cNvPr id="237" name="Shape 237"/>
          <p:cNvSpPr txBox="1"/>
          <p:nvPr/>
        </p:nvSpPr>
        <p:spPr>
          <a:xfrm>
            <a:off x="2843211" y="3070225"/>
            <a:ext cx="1223961" cy="503236"/>
          </a:xfrm>
          <a:prstGeom prst="rect">
            <a:avLst/>
          </a:prstGeom>
          <a:solidFill>
            <a:schemeClr val="lt1"/>
          </a:solid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1" i="0" lang="en-US" sz="1800" u="none" cap="none" strike="noStrike">
                <a:solidFill>
                  <a:schemeClr val="dk1"/>
                </a:solidFill>
                <a:latin typeface="Arial"/>
                <a:ea typeface="Arial"/>
                <a:cs typeface="Arial"/>
                <a:sym typeface="Arial"/>
              </a:rPr>
              <a:t>COSTO </a:t>
            </a:r>
          </a:p>
          <a:p>
            <a:pPr indent="0" lvl="0" marL="0" marR="0" rtl="0" algn="ctr">
              <a:lnSpc>
                <a:spcPct val="100000"/>
              </a:lnSpc>
              <a:spcBef>
                <a:spcPts val="0"/>
              </a:spcBef>
              <a:spcAft>
                <a:spcPts val="0"/>
              </a:spcAft>
              <a:buClr>
                <a:schemeClr val="dk1"/>
              </a:buClr>
              <a:buSzPct val="25000"/>
              <a:buFont typeface="Arial"/>
              <a:buNone/>
            </a:pPr>
            <a:r>
              <a:rPr b="1" i="0" lang="en-US" sz="1800" u="none" cap="none" strike="noStrike">
                <a:solidFill>
                  <a:schemeClr val="dk1"/>
                </a:solidFill>
                <a:latin typeface="Arial"/>
                <a:ea typeface="Arial"/>
                <a:cs typeface="Arial"/>
                <a:sym typeface="Arial"/>
              </a:rPr>
              <a:t>MARGINAL 2</a:t>
            </a:r>
          </a:p>
        </p:txBody>
      </p:sp>
      <p:sp>
        <p:nvSpPr>
          <p:cNvPr id="238" name="Shape 238"/>
          <p:cNvSpPr txBox="1"/>
          <p:nvPr/>
        </p:nvSpPr>
        <p:spPr>
          <a:xfrm>
            <a:off x="250825" y="2565400"/>
            <a:ext cx="936624" cy="503236"/>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rgbClr val="4A23DB"/>
              </a:buClr>
              <a:buSzPct val="25000"/>
              <a:buFont typeface="Arial"/>
              <a:buNone/>
            </a:pPr>
            <a:r>
              <a:rPr b="1" i="0" lang="en-US" sz="1800" u="none" cap="none" strike="noStrike">
                <a:solidFill>
                  <a:srgbClr val="4A23DB"/>
                </a:solidFill>
                <a:latin typeface="Arial"/>
                <a:ea typeface="Arial"/>
                <a:cs typeface="Arial"/>
                <a:sym typeface="Arial"/>
              </a:rPr>
              <a:t>Ima MC</a:t>
            </a:r>
          </a:p>
        </p:txBody>
      </p:sp>
      <p:sp>
        <p:nvSpPr>
          <p:cNvPr id="239" name="Shape 239"/>
          <p:cNvSpPr txBox="1"/>
          <p:nvPr/>
        </p:nvSpPr>
        <p:spPr>
          <a:xfrm>
            <a:off x="1187450" y="6453187"/>
            <a:ext cx="503236" cy="215899"/>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1" i="0" lang="en-US" sz="1400" u="none" cap="none" strike="noStrike">
                <a:solidFill>
                  <a:schemeClr val="dk1"/>
                </a:solidFill>
                <a:latin typeface="Arial"/>
                <a:ea typeface="Arial"/>
                <a:cs typeface="Arial"/>
                <a:sym typeface="Arial"/>
              </a:rPr>
              <a:t>Q</a:t>
            </a:r>
            <a:r>
              <a:rPr b="1" baseline="-25000" i="0" lang="en-US" sz="1400" u="none" cap="none" strike="noStrike">
                <a:solidFill>
                  <a:schemeClr val="dk1"/>
                </a:solidFill>
                <a:latin typeface="Arial"/>
                <a:ea typeface="Arial"/>
                <a:cs typeface="Arial"/>
                <a:sym typeface="Arial"/>
              </a:rPr>
              <a:t>MC</a:t>
            </a:r>
          </a:p>
        </p:txBody>
      </p:sp>
      <p:pic>
        <p:nvPicPr>
          <p:cNvPr id="240" name="Shape 240"/>
          <p:cNvPicPr preferRelativeResize="0"/>
          <p:nvPr>
            <p:ph idx="1" type="body"/>
          </p:nvPr>
        </p:nvPicPr>
        <p:blipFill rotWithShape="1">
          <a:blip r:embed="rId3">
            <a:alphaModFix/>
          </a:blip>
          <a:srcRect b="0" l="0" r="0" t="0"/>
          <a:stretch/>
        </p:blipFill>
        <p:spPr>
          <a:xfrm>
            <a:off x="4932362" y="549275"/>
            <a:ext cx="3009899" cy="609599"/>
          </a:xfrm>
          <a:prstGeom prst="rect">
            <a:avLst/>
          </a:prstGeom>
          <a:noFill/>
          <a:ln>
            <a:noFill/>
          </a:ln>
        </p:spPr>
      </p:pic>
      <p:cxnSp>
        <p:nvCxnSpPr>
          <p:cNvPr id="241" name="Shape 241"/>
          <p:cNvCxnSpPr/>
          <p:nvPr/>
        </p:nvCxnSpPr>
        <p:spPr>
          <a:xfrm>
            <a:off x="971550" y="1989136"/>
            <a:ext cx="3240087" cy="4176711"/>
          </a:xfrm>
          <a:prstGeom prst="straightConnector1">
            <a:avLst/>
          </a:prstGeom>
          <a:noFill/>
          <a:ln cap="flat" cmpd="sng" w="41275">
            <a:solidFill>
              <a:srgbClr val="FF0000"/>
            </a:solidFill>
            <a:prstDash val="solid"/>
            <a:miter/>
            <a:headEnd len="med" w="med" type="none"/>
            <a:tailEnd len="med" w="med" type="none"/>
          </a:ln>
        </p:spPr>
      </p:cxnSp>
      <p:cxnSp>
        <p:nvCxnSpPr>
          <p:cNvPr id="242" name="Shape 242"/>
          <p:cNvCxnSpPr/>
          <p:nvPr/>
        </p:nvCxnSpPr>
        <p:spPr>
          <a:xfrm rot="10800000">
            <a:off x="2484436" y="3933825"/>
            <a:ext cx="0" cy="2233612"/>
          </a:xfrm>
          <a:prstGeom prst="straightConnector1">
            <a:avLst/>
          </a:prstGeom>
          <a:noFill/>
          <a:ln cap="flat" cmpd="sng" w="9525">
            <a:solidFill>
              <a:schemeClr val="dk1"/>
            </a:solidFill>
            <a:prstDash val="solid"/>
            <a:miter/>
            <a:headEnd len="med" w="med" type="none"/>
            <a:tailEnd len="med" w="med" type="none"/>
          </a:ln>
        </p:spPr>
      </p:cxnSp>
      <p:sp>
        <p:nvSpPr>
          <p:cNvPr id="243" name="Shape 243"/>
          <p:cNvSpPr txBox="1"/>
          <p:nvPr/>
        </p:nvSpPr>
        <p:spPr>
          <a:xfrm>
            <a:off x="2843211" y="5661025"/>
            <a:ext cx="1152525" cy="287337"/>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rgbClr val="FF9900"/>
              </a:buClr>
              <a:buSzPct val="25000"/>
              <a:buFont typeface="Arial"/>
              <a:buNone/>
            </a:pPr>
            <a:r>
              <a:rPr b="1" i="0" lang="en-US" sz="1800" u="none" cap="none" strike="noStrike">
                <a:solidFill>
                  <a:srgbClr val="FF9900"/>
                </a:solidFill>
                <a:latin typeface="Arial"/>
                <a:ea typeface="Arial"/>
                <a:cs typeface="Arial"/>
                <a:sym typeface="Arial"/>
              </a:rPr>
              <a:t>DDA. MC</a:t>
            </a:r>
          </a:p>
        </p:txBody>
      </p:sp>
      <p:sp>
        <p:nvSpPr>
          <p:cNvPr id="244" name="Shape 244"/>
          <p:cNvSpPr/>
          <p:nvPr/>
        </p:nvSpPr>
        <p:spPr>
          <a:xfrm rot="-5400000">
            <a:off x="1352550" y="5856287"/>
            <a:ext cx="152399" cy="914400"/>
          </a:xfrm>
          <a:prstGeom prst="leftBrace">
            <a:avLst>
              <a:gd fmla="val 8333" name="adj1"/>
              <a:gd fmla="val 50000" name="adj2"/>
            </a:avLst>
          </a:prstGeom>
          <a:noFill/>
          <a:ln cap="flat" cmpd="sng" w="9525">
            <a:solidFill>
              <a:schemeClr val="dk1"/>
            </a:solidFill>
            <a:prstDash val="solid"/>
            <a:miter/>
            <a:headEnd len="med" w="med" type="none"/>
            <a:tailEnd len="med" w="med" type="none"/>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245" name="Shape 245"/>
          <p:cNvSpPr txBox="1"/>
          <p:nvPr/>
        </p:nvSpPr>
        <p:spPr>
          <a:xfrm>
            <a:off x="2051050" y="6453187"/>
            <a:ext cx="503236" cy="215899"/>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1" i="0" lang="en-US" sz="1400" u="none" cap="none" strike="noStrike">
                <a:solidFill>
                  <a:schemeClr val="dk1"/>
                </a:solidFill>
                <a:latin typeface="Arial"/>
                <a:ea typeface="Arial"/>
                <a:cs typeface="Arial"/>
                <a:sym typeface="Arial"/>
              </a:rPr>
              <a:t>Q</a:t>
            </a:r>
            <a:r>
              <a:rPr b="1" baseline="-25000" i="0" lang="en-US" sz="1400" u="none" cap="none" strike="noStrike">
                <a:solidFill>
                  <a:schemeClr val="dk1"/>
                </a:solidFill>
                <a:latin typeface="Arial"/>
                <a:ea typeface="Arial"/>
                <a:cs typeface="Arial"/>
                <a:sym typeface="Arial"/>
              </a:rPr>
              <a:t>2</a:t>
            </a:r>
          </a:p>
        </p:txBody>
      </p:sp>
      <p:sp>
        <p:nvSpPr>
          <p:cNvPr id="246" name="Shape 246"/>
          <p:cNvSpPr/>
          <p:nvPr/>
        </p:nvSpPr>
        <p:spPr>
          <a:xfrm rot="-5400000">
            <a:off x="2084386" y="6053136"/>
            <a:ext cx="223837" cy="576262"/>
          </a:xfrm>
          <a:prstGeom prst="leftBrace">
            <a:avLst>
              <a:gd fmla="val 8333" name="adj1"/>
              <a:gd fmla="val 50000" name="adj2"/>
            </a:avLst>
          </a:prstGeom>
          <a:noFill/>
          <a:ln cap="flat" cmpd="sng" w="9525">
            <a:solidFill>
              <a:schemeClr val="dk1"/>
            </a:solidFill>
            <a:prstDash val="solid"/>
            <a:miter/>
            <a:headEnd len="med" w="med" type="none"/>
            <a:tailEnd len="med" w="med" type="none"/>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247" name="Shape 247"/>
          <p:cNvSpPr txBox="1"/>
          <p:nvPr/>
        </p:nvSpPr>
        <p:spPr>
          <a:xfrm>
            <a:off x="395287" y="4365625"/>
            <a:ext cx="503236" cy="215899"/>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1" i="0" lang="en-US" sz="1400" u="none" cap="none" strike="noStrike">
                <a:solidFill>
                  <a:schemeClr val="dk1"/>
                </a:solidFill>
                <a:latin typeface="Arial"/>
                <a:ea typeface="Arial"/>
                <a:cs typeface="Arial"/>
                <a:sym typeface="Arial"/>
              </a:rPr>
              <a:t>Cme2</a:t>
            </a:r>
          </a:p>
        </p:txBody>
      </p:sp>
      <p:sp>
        <p:nvSpPr>
          <p:cNvPr id="248" name="Shape 248"/>
          <p:cNvSpPr txBox="1"/>
          <p:nvPr/>
        </p:nvSpPr>
        <p:spPr>
          <a:xfrm>
            <a:off x="250825" y="5157787"/>
            <a:ext cx="503236" cy="215899"/>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1" i="0" lang="en-US" sz="1400" u="none" cap="none" strike="noStrike">
                <a:solidFill>
                  <a:schemeClr val="dk1"/>
                </a:solidFill>
                <a:latin typeface="Arial"/>
                <a:ea typeface="Arial"/>
                <a:cs typeface="Arial"/>
                <a:sym typeface="Arial"/>
              </a:rPr>
              <a:t>CmeMC</a:t>
            </a:r>
          </a:p>
        </p:txBody>
      </p:sp>
    </p:spTree>
  </p:cSld>
  <p:clrMapOvr>
    <a:masterClrMapping/>
  </p:clrMapOvr>
  <p:transition spd="slow">
    <p:cut/>
  </p:transition>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252" name="Shape 252"/>
        <p:cNvGrpSpPr/>
        <p:nvPr/>
      </p:nvGrpSpPr>
      <p:grpSpPr>
        <a:xfrm>
          <a:off x="0" y="0"/>
          <a:ext cx="0" cy="0"/>
          <a:chOff x="0" y="0"/>
          <a:chExt cx="0" cy="0"/>
        </a:xfrm>
      </p:grpSpPr>
      <p:sp>
        <p:nvSpPr>
          <p:cNvPr id="253" name="Shape 253"/>
          <p:cNvSpPr txBox="1"/>
          <p:nvPr>
            <p:ph type="title"/>
          </p:nvPr>
        </p:nvSpPr>
        <p:spPr>
          <a:xfrm>
            <a:off x="107950" y="188911"/>
            <a:ext cx="3716336" cy="1295400"/>
          </a:xfrm>
          <a:prstGeom prst="rect">
            <a:avLst/>
          </a:prstGeom>
          <a:noFill/>
          <a:ln>
            <a:noFill/>
          </a:ln>
        </p:spPr>
        <p:txBody>
          <a:bodyPr anchorCtr="0" anchor="b" bIns="45700" lIns="91425" rIns="91425" tIns="45700">
            <a:noAutofit/>
          </a:bodyPr>
          <a:lstStyle/>
          <a:p>
            <a:pPr indent="0" lvl="0" marL="0" marR="0" rtl="0" algn="ctr">
              <a:lnSpc>
                <a:spcPct val="100000"/>
              </a:lnSpc>
              <a:spcBef>
                <a:spcPts val="0"/>
              </a:spcBef>
              <a:spcAft>
                <a:spcPts val="0"/>
              </a:spcAft>
              <a:buClr>
                <a:srgbClr val="EC1914"/>
              </a:buClr>
              <a:buSzPct val="25000"/>
              <a:buFont typeface="Arial"/>
              <a:buNone/>
            </a:pPr>
            <a:r>
              <a:rPr b="1" i="0" lang="en-US" sz="3900" u="none" cap="none" strike="noStrike">
                <a:solidFill>
                  <a:srgbClr val="EC1914"/>
                </a:solidFill>
                <a:latin typeface="Arial"/>
                <a:ea typeface="Arial"/>
                <a:cs typeface="Arial"/>
                <a:sym typeface="Arial"/>
              </a:rPr>
              <a:t>OLIGOPOLIO</a:t>
            </a:r>
            <a:br>
              <a:rPr b="1" i="0" lang="en-US" sz="3900" u="none" cap="none" strike="noStrike">
                <a:solidFill>
                  <a:srgbClr val="EC1914"/>
                </a:solidFill>
                <a:latin typeface="Arial"/>
                <a:ea typeface="Arial"/>
                <a:cs typeface="Arial"/>
                <a:sym typeface="Arial"/>
              </a:rPr>
            </a:br>
            <a:r>
              <a:rPr b="1" i="0" lang="en-US" sz="2000" u="none" cap="none" strike="noStrike">
                <a:solidFill>
                  <a:srgbClr val="EC1914"/>
                </a:solidFill>
                <a:latin typeface="Arial"/>
                <a:ea typeface="Arial"/>
                <a:cs typeface="Arial"/>
                <a:sym typeface="Arial"/>
              </a:rPr>
              <a:t>CON EMPRESA DOMINANTE</a:t>
            </a:r>
          </a:p>
        </p:txBody>
      </p:sp>
      <p:cxnSp>
        <p:nvCxnSpPr>
          <p:cNvPr id="254" name="Shape 254"/>
          <p:cNvCxnSpPr/>
          <p:nvPr/>
        </p:nvCxnSpPr>
        <p:spPr>
          <a:xfrm>
            <a:off x="900112" y="2205036"/>
            <a:ext cx="0" cy="4103687"/>
          </a:xfrm>
          <a:prstGeom prst="straightConnector1">
            <a:avLst/>
          </a:prstGeom>
          <a:noFill/>
          <a:ln cap="flat" cmpd="sng" w="9525">
            <a:solidFill>
              <a:schemeClr val="dk1"/>
            </a:solidFill>
            <a:prstDash val="solid"/>
            <a:miter/>
            <a:headEnd len="med" w="med" type="none"/>
            <a:tailEnd len="med" w="med" type="none"/>
          </a:ln>
        </p:spPr>
      </p:cxnSp>
      <p:cxnSp>
        <p:nvCxnSpPr>
          <p:cNvPr id="255" name="Shape 255"/>
          <p:cNvCxnSpPr/>
          <p:nvPr/>
        </p:nvCxnSpPr>
        <p:spPr>
          <a:xfrm>
            <a:off x="827087" y="6165850"/>
            <a:ext cx="3529012" cy="0"/>
          </a:xfrm>
          <a:prstGeom prst="straightConnector1">
            <a:avLst/>
          </a:prstGeom>
          <a:noFill/>
          <a:ln cap="flat" cmpd="sng" w="9525">
            <a:solidFill>
              <a:schemeClr val="dk1"/>
            </a:solidFill>
            <a:prstDash val="solid"/>
            <a:miter/>
            <a:headEnd len="med" w="med" type="none"/>
            <a:tailEnd len="med" w="med" type="none"/>
          </a:ln>
        </p:spPr>
      </p:cxnSp>
      <p:cxnSp>
        <p:nvCxnSpPr>
          <p:cNvPr id="256" name="Shape 256"/>
          <p:cNvCxnSpPr/>
          <p:nvPr/>
        </p:nvCxnSpPr>
        <p:spPr>
          <a:xfrm>
            <a:off x="4716462" y="2133600"/>
            <a:ext cx="0" cy="4175125"/>
          </a:xfrm>
          <a:prstGeom prst="straightConnector1">
            <a:avLst/>
          </a:prstGeom>
          <a:noFill/>
          <a:ln cap="flat" cmpd="sng" w="9525">
            <a:solidFill>
              <a:schemeClr val="dk1"/>
            </a:solidFill>
            <a:prstDash val="solid"/>
            <a:miter/>
            <a:headEnd len="med" w="med" type="none"/>
            <a:tailEnd len="med" w="med" type="none"/>
          </a:ln>
        </p:spPr>
      </p:cxnSp>
      <p:cxnSp>
        <p:nvCxnSpPr>
          <p:cNvPr id="257" name="Shape 257"/>
          <p:cNvCxnSpPr/>
          <p:nvPr/>
        </p:nvCxnSpPr>
        <p:spPr>
          <a:xfrm>
            <a:off x="4643437" y="6165850"/>
            <a:ext cx="3529012" cy="0"/>
          </a:xfrm>
          <a:prstGeom prst="straightConnector1">
            <a:avLst/>
          </a:prstGeom>
          <a:noFill/>
          <a:ln cap="flat" cmpd="sng" w="9525">
            <a:solidFill>
              <a:schemeClr val="dk1"/>
            </a:solidFill>
            <a:prstDash val="solid"/>
            <a:miter/>
            <a:headEnd len="med" w="med" type="none"/>
            <a:tailEnd len="med" w="med" type="none"/>
          </a:ln>
        </p:spPr>
      </p:cxnSp>
      <p:cxnSp>
        <p:nvCxnSpPr>
          <p:cNvPr id="258" name="Shape 258"/>
          <p:cNvCxnSpPr/>
          <p:nvPr/>
        </p:nvCxnSpPr>
        <p:spPr>
          <a:xfrm>
            <a:off x="900112" y="2349500"/>
            <a:ext cx="3095625" cy="3817937"/>
          </a:xfrm>
          <a:prstGeom prst="straightConnector1">
            <a:avLst/>
          </a:prstGeom>
          <a:noFill/>
          <a:ln cap="flat" cmpd="sng" w="41275">
            <a:solidFill>
              <a:srgbClr val="FF9900"/>
            </a:solidFill>
            <a:prstDash val="solid"/>
            <a:miter/>
            <a:headEnd len="med" w="med" type="none"/>
            <a:tailEnd len="med" w="med" type="none"/>
          </a:ln>
        </p:spPr>
      </p:cxnSp>
      <p:cxnSp>
        <p:nvCxnSpPr>
          <p:cNvPr id="259" name="Shape 259"/>
          <p:cNvCxnSpPr/>
          <p:nvPr/>
        </p:nvCxnSpPr>
        <p:spPr>
          <a:xfrm flipH="1">
            <a:off x="900112" y="2924175"/>
            <a:ext cx="2303461" cy="3241674"/>
          </a:xfrm>
          <a:prstGeom prst="straightConnector1">
            <a:avLst/>
          </a:prstGeom>
          <a:noFill/>
          <a:ln cap="flat" cmpd="sng" w="41275">
            <a:solidFill>
              <a:srgbClr val="000080"/>
            </a:solidFill>
            <a:prstDash val="solid"/>
            <a:miter/>
            <a:headEnd len="med" w="med" type="none"/>
            <a:tailEnd len="med" w="med" type="none"/>
          </a:ln>
        </p:spPr>
      </p:cxnSp>
      <p:sp>
        <p:nvSpPr>
          <p:cNvPr id="260" name="Shape 260"/>
          <p:cNvSpPr txBox="1"/>
          <p:nvPr/>
        </p:nvSpPr>
        <p:spPr>
          <a:xfrm>
            <a:off x="539750" y="4076700"/>
            <a:ext cx="503236" cy="215899"/>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1" i="0" lang="en-US" sz="1400" u="none" cap="none" strike="noStrike">
                <a:solidFill>
                  <a:schemeClr val="dk1"/>
                </a:solidFill>
                <a:latin typeface="Arial"/>
                <a:ea typeface="Arial"/>
                <a:cs typeface="Arial"/>
                <a:sym typeface="Arial"/>
              </a:rPr>
              <a:t>P</a:t>
            </a:r>
          </a:p>
        </p:txBody>
      </p:sp>
      <p:cxnSp>
        <p:nvCxnSpPr>
          <p:cNvPr id="261" name="Shape 261"/>
          <p:cNvCxnSpPr/>
          <p:nvPr/>
        </p:nvCxnSpPr>
        <p:spPr>
          <a:xfrm>
            <a:off x="900112" y="4149725"/>
            <a:ext cx="3816349" cy="0"/>
          </a:xfrm>
          <a:prstGeom prst="straightConnector1">
            <a:avLst/>
          </a:prstGeom>
          <a:noFill/>
          <a:ln cap="flat" cmpd="sng" w="9525">
            <a:solidFill>
              <a:schemeClr val="dk1"/>
            </a:solidFill>
            <a:prstDash val="solid"/>
            <a:miter/>
            <a:headEnd len="med" w="med" type="none"/>
            <a:tailEnd len="med" w="med" type="none"/>
          </a:ln>
        </p:spPr>
      </p:cxnSp>
      <p:cxnSp>
        <p:nvCxnSpPr>
          <p:cNvPr id="262" name="Shape 262"/>
          <p:cNvCxnSpPr/>
          <p:nvPr/>
        </p:nvCxnSpPr>
        <p:spPr>
          <a:xfrm>
            <a:off x="5724525" y="4797425"/>
            <a:ext cx="0" cy="1368425"/>
          </a:xfrm>
          <a:prstGeom prst="straightConnector1">
            <a:avLst/>
          </a:prstGeom>
          <a:noFill/>
          <a:ln cap="flat" cmpd="sng" w="9525">
            <a:solidFill>
              <a:schemeClr val="dk1"/>
            </a:solidFill>
            <a:prstDash val="solid"/>
            <a:miter/>
            <a:headEnd len="med" w="med" type="none"/>
            <a:tailEnd len="med" w="med" type="none"/>
          </a:ln>
        </p:spPr>
      </p:cxnSp>
      <p:cxnSp>
        <p:nvCxnSpPr>
          <p:cNvPr id="263" name="Shape 263"/>
          <p:cNvCxnSpPr/>
          <p:nvPr/>
        </p:nvCxnSpPr>
        <p:spPr>
          <a:xfrm>
            <a:off x="2051050" y="4581525"/>
            <a:ext cx="684211" cy="0"/>
          </a:xfrm>
          <a:prstGeom prst="straightConnector1">
            <a:avLst/>
          </a:prstGeom>
          <a:noFill/>
          <a:ln cap="flat" cmpd="sng" w="9525">
            <a:solidFill>
              <a:schemeClr val="dk1"/>
            </a:solidFill>
            <a:prstDash val="solid"/>
            <a:miter/>
            <a:headEnd len="med" w="med" type="none"/>
            <a:tailEnd len="med" w="med" type="none"/>
          </a:ln>
        </p:spPr>
      </p:cxnSp>
      <p:cxnSp>
        <p:nvCxnSpPr>
          <p:cNvPr id="264" name="Shape 264"/>
          <p:cNvCxnSpPr/>
          <p:nvPr/>
        </p:nvCxnSpPr>
        <p:spPr>
          <a:xfrm>
            <a:off x="2051050" y="4581525"/>
            <a:ext cx="684211" cy="0"/>
          </a:xfrm>
          <a:prstGeom prst="straightConnector1">
            <a:avLst/>
          </a:prstGeom>
          <a:noFill/>
          <a:ln cap="flat" cmpd="sng" w="9525">
            <a:solidFill>
              <a:srgbClr val="FF6600"/>
            </a:solidFill>
            <a:prstDash val="solid"/>
            <a:miter/>
            <a:headEnd len="med" w="med" type="none"/>
            <a:tailEnd len="med" w="med" type="none"/>
          </a:ln>
        </p:spPr>
      </p:cxnSp>
      <p:cxnSp>
        <p:nvCxnSpPr>
          <p:cNvPr id="265" name="Shape 265"/>
          <p:cNvCxnSpPr/>
          <p:nvPr/>
        </p:nvCxnSpPr>
        <p:spPr>
          <a:xfrm>
            <a:off x="4716462" y="4149725"/>
            <a:ext cx="3095625" cy="2016124"/>
          </a:xfrm>
          <a:prstGeom prst="straightConnector1">
            <a:avLst/>
          </a:prstGeom>
          <a:noFill/>
          <a:ln cap="flat" cmpd="sng" w="41275">
            <a:solidFill>
              <a:srgbClr val="FF9900"/>
            </a:solidFill>
            <a:prstDash val="solid"/>
            <a:miter/>
            <a:headEnd len="med" w="med" type="none"/>
            <a:tailEnd len="med" w="med" type="none"/>
          </a:ln>
        </p:spPr>
      </p:cxnSp>
      <p:cxnSp>
        <p:nvCxnSpPr>
          <p:cNvPr id="266" name="Shape 266"/>
          <p:cNvCxnSpPr/>
          <p:nvPr/>
        </p:nvCxnSpPr>
        <p:spPr>
          <a:xfrm>
            <a:off x="1547812" y="5229225"/>
            <a:ext cx="1655761" cy="0"/>
          </a:xfrm>
          <a:prstGeom prst="straightConnector1">
            <a:avLst/>
          </a:prstGeom>
          <a:noFill/>
          <a:ln cap="flat" cmpd="sng" w="9525">
            <a:solidFill>
              <a:schemeClr val="dk1"/>
            </a:solidFill>
            <a:prstDash val="solid"/>
            <a:miter/>
            <a:headEnd len="med" w="med" type="none"/>
            <a:tailEnd len="med" w="med" type="none"/>
          </a:ln>
        </p:spPr>
      </p:cxnSp>
      <p:cxnSp>
        <p:nvCxnSpPr>
          <p:cNvPr id="267" name="Shape 267"/>
          <p:cNvCxnSpPr/>
          <p:nvPr/>
        </p:nvCxnSpPr>
        <p:spPr>
          <a:xfrm>
            <a:off x="1547812" y="5229225"/>
            <a:ext cx="1655761" cy="0"/>
          </a:xfrm>
          <a:prstGeom prst="straightConnector1">
            <a:avLst/>
          </a:prstGeom>
          <a:noFill/>
          <a:ln cap="flat" cmpd="sng" w="9525">
            <a:solidFill>
              <a:srgbClr val="FF6600"/>
            </a:solidFill>
            <a:prstDash val="solid"/>
            <a:miter/>
            <a:headEnd len="med" w="med" type="none"/>
            <a:tailEnd len="med" w="med" type="none"/>
          </a:ln>
        </p:spPr>
      </p:cxnSp>
      <p:cxnSp>
        <p:nvCxnSpPr>
          <p:cNvPr id="268" name="Shape 268"/>
          <p:cNvCxnSpPr/>
          <p:nvPr/>
        </p:nvCxnSpPr>
        <p:spPr>
          <a:xfrm>
            <a:off x="1258887" y="5661025"/>
            <a:ext cx="2305050" cy="0"/>
          </a:xfrm>
          <a:prstGeom prst="straightConnector1">
            <a:avLst/>
          </a:prstGeom>
          <a:noFill/>
          <a:ln cap="flat" cmpd="sng" w="9525">
            <a:solidFill>
              <a:schemeClr val="dk1"/>
            </a:solidFill>
            <a:prstDash val="solid"/>
            <a:miter/>
            <a:headEnd len="med" w="med" type="none"/>
            <a:tailEnd len="med" w="med" type="none"/>
          </a:ln>
        </p:spPr>
      </p:cxnSp>
      <p:cxnSp>
        <p:nvCxnSpPr>
          <p:cNvPr id="269" name="Shape 269"/>
          <p:cNvCxnSpPr/>
          <p:nvPr/>
        </p:nvCxnSpPr>
        <p:spPr>
          <a:xfrm>
            <a:off x="1258887" y="5661025"/>
            <a:ext cx="2305050" cy="0"/>
          </a:xfrm>
          <a:prstGeom prst="straightConnector1">
            <a:avLst/>
          </a:prstGeom>
          <a:noFill/>
          <a:ln cap="flat" cmpd="sng" w="9525">
            <a:solidFill>
              <a:srgbClr val="FF6600"/>
            </a:solidFill>
            <a:prstDash val="solid"/>
            <a:miter/>
            <a:headEnd len="med" w="med" type="none"/>
            <a:tailEnd len="med" w="med" type="none"/>
          </a:ln>
        </p:spPr>
      </p:cxnSp>
      <p:sp>
        <p:nvSpPr>
          <p:cNvPr id="270" name="Shape 270"/>
          <p:cNvSpPr/>
          <p:nvPr/>
        </p:nvSpPr>
        <p:spPr>
          <a:xfrm>
            <a:off x="4859337" y="5013325"/>
            <a:ext cx="1360486" cy="679449"/>
          </a:xfrm>
          <a:custGeom>
            <a:pathLst>
              <a:path extrusionOk="0" h="1073" w="2144">
                <a:moveTo>
                  <a:pt x="0" y="904"/>
                </a:moveTo>
                <a:cubicBezTo>
                  <a:pt x="51" y="929"/>
                  <a:pt x="200" y="1039"/>
                  <a:pt x="306" y="1056"/>
                </a:cubicBezTo>
                <a:cubicBezTo>
                  <a:pt x="412" y="1073"/>
                  <a:pt x="512" y="1062"/>
                  <a:pt x="637" y="1009"/>
                </a:cubicBezTo>
                <a:cubicBezTo>
                  <a:pt x="762" y="956"/>
                  <a:pt x="895" y="846"/>
                  <a:pt x="1055" y="741"/>
                </a:cubicBezTo>
                <a:cubicBezTo>
                  <a:pt x="1215" y="636"/>
                  <a:pt x="1433" y="491"/>
                  <a:pt x="1599" y="378"/>
                </a:cubicBezTo>
                <a:cubicBezTo>
                  <a:pt x="1765" y="265"/>
                  <a:pt x="1962" y="120"/>
                  <a:pt x="2053" y="60"/>
                </a:cubicBezTo>
                <a:cubicBezTo>
                  <a:pt x="2144" y="0"/>
                  <a:pt x="2144" y="7"/>
                  <a:pt x="2144" y="15"/>
                </a:cubicBezTo>
              </a:path>
            </a:pathLst>
          </a:custGeom>
          <a:noFill/>
          <a:ln cap="flat" cmpd="sng" w="38100">
            <a:solidFill>
              <a:srgbClr val="000000"/>
            </a:solidFill>
            <a:prstDash val="solid"/>
            <a:miter/>
            <a:headEnd len="med" w="med" type="none"/>
            <a:tailEnd len="med" w="med" type="none"/>
          </a:ln>
        </p:spPr>
        <p:txBody>
          <a:bodyPr anchorCtr="0" anchor="t"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271" name="Shape 271"/>
          <p:cNvSpPr/>
          <p:nvPr/>
        </p:nvSpPr>
        <p:spPr>
          <a:xfrm>
            <a:off x="5219700" y="4941887"/>
            <a:ext cx="1295399" cy="301624"/>
          </a:xfrm>
          <a:custGeom>
            <a:pathLst>
              <a:path extrusionOk="0" h="475" w="2041">
                <a:moveTo>
                  <a:pt x="0" y="0"/>
                </a:moveTo>
                <a:cubicBezTo>
                  <a:pt x="79" y="102"/>
                  <a:pt x="153" y="198"/>
                  <a:pt x="272" y="272"/>
                </a:cubicBezTo>
                <a:cubicBezTo>
                  <a:pt x="391" y="346"/>
                  <a:pt x="570" y="415"/>
                  <a:pt x="713" y="445"/>
                </a:cubicBezTo>
                <a:cubicBezTo>
                  <a:pt x="856" y="475"/>
                  <a:pt x="996" y="465"/>
                  <a:pt x="1134" y="453"/>
                </a:cubicBezTo>
                <a:cubicBezTo>
                  <a:pt x="1272" y="441"/>
                  <a:pt x="1427" y="406"/>
                  <a:pt x="1544" y="370"/>
                </a:cubicBezTo>
                <a:cubicBezTo>
                  <a:pt x="1661" y="334"/>
                  <a:pt x="1754" y="285"/>
                  <a:pt x="1837" y="238"/>
                </a:cubicBezTo>
                <a:cubicBezTo>
                  <a:pt x="1920" y="191"/>
                  <a:pt x="1999" y="121"/>
                  <a:pt x="2041" y="90"/>
                </a:cubicBezTo>
              </a:path>
            </a:pathLst>
          </a:custGeom>
          <a:noFill/>
          <a:ln cap="flat" cmpd="sng" w="31750">
            <a:solidFill>
              <a:schemeClr val="dk1"/>
            </a:solidFill>
            <a:prstDash val="solid"/>
            <a:miter/>
            <a:headEnd len="med" w="med" type="none"/>
            <a:tailEnd len="med" w="med" type="none"/>
          </a:ln>
        </p:spPr>
        <p:txBody>
          <a:bodyPr anchorCtr="0" anchor="t"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cxnSp>
        <p:nvCxnSpPr>
          <p:cNvPr id="272" name="Shape 272"/>
          <p:cNvCxnSpPr/>
          <p:nvPr/>
        </p:nvCxnSpPr>
        <p:spPr>
          <a:xfrm>
            <a:off x="4716462" y="4149725"/>
            <a:ext cx="1944687" cy="2374899"/>
          </a:xfrm>
          <a:prstGeom prst="straightConnector1">
            <a:avLst/>
          </a:prstGeom>
          <a:noFill/>
          <a:ln cap="flat" cmpd="sng" w="41275">
            <a:solidFill>
              <a:srgbClr val="003300"/>
            </a:solidFill>
            <a:prstDash val="solid"/>
            <a:miter/>
            <a:headEnd len="med" w="med" type="none"/>
            <a:tailEnd len="med" w="med" type="none"/>
          </a:ln>
        </p:spPr>
      </p:cxnSp>
      <p:cxnSp>
        <p:nvCxnSpPr>
          <p:cNvPr id="273" name="Shape 273"/>
          <p:cNvCxnSpPr/>
          <p:nvPr/>
        </p:nvCxnSpPr>
        <p:spPr>
          <a:xfrm>
            <a:off x="900112" y="4797425"/>
            <a:ext cx="4824412" cy="0"/>
          </a:xfrm>
          <a:prstGeom prst="straightConnector1">
            <a:avLst/>
          </a:prstGeom>
          <a:noFill/>
          <a:ln cap="flat" cmpd="sng" w="9525">
            <a:solidFill>
              <a:schemeClr val="dk1"/>
            </a:solidFill>
            <a:prstDash val="solid"/>
            <a:miter/>
            <a:headEnd len="med" w="med" type="none"/>
            <a:tailEnd len="med" w="med" type="none"/>
          </a:ln>
        </p:spPr>
      </p:cxnSp>
      <p:sp>
        <p:nvSpPr>
          <p:cNvPr id="274" name="Shape 274"/>
          <p:cNvSpPr txBox="1"/>
          <p:nvPr/>
        </p:nvSpPr>
        <p:spPr>
          <a:xfrm>
            <a:off x="4716462" y="4797425"/>
            <a:ext cx="1008062" cy="431799"/>
          </a:xfrm>
          <a:prstGeom prst="rect">
            <a:avLst/>
          </a:prstGeom>
          <a:solidFill>
            <a:schemeClr val="accent1">
              <a:alpha val="42745"/>
            </a:schemeClr>
          </a:solidFill>
          <a:ln cap="flat" cmpd="sng" w="9525">
            <a:solidFill>
              <a:schemeClr val="dk1"/>
            </a:solidFill>
            <a:prstDash val="solid"/>
            <a:miter/>
            <a:headEnd len="med" w="med" type="none"/>
            <a:tailEnd len="med" w="med" type="none"/>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1" i="0" lang="en-US" sz="1400" u="none" cap="none" strike="noStrike">
                <a:solidFill>
                  <a:schemeClr val="dk1"/>
                </a:solidFill>
                <a:latin typeface="Arial"/>
                <a:ea typeface="Arial"/>
                <a:cs typeface="Arial"/>
                <a:sym typeface="Arial"/>
              </a:rPr>
              <a:t>BENEFICIO</a:t>
            </a:r>
          </a:p>
          <a:p>
            <a:pPr indent="0" lvl="0" marL="0" marR="0" rtl="0" algn="ctr">
              <a:lnSpc>
                <a:spcPct val="100000"/>
              </a:lnSpc>
              <a:spcBef>
                <a:spcPts val="0"/>
              </a:spcBef>
              <a:spcAft>
                <a:spcPts val="0"/>
              </a:spcAft>
              <a:buClr>
                <a:schemeClr val="dk1"/>
              </a:buClr>
              <a:buSzPct val="25000"/>
              <a:buFont typeface="Arial"/>
              <a:buNone/>
            </a:pPr>
            <a:r>
              <a:rPr b="1" i="0" lang="en-US" sz="1400" u="none" cap="none" strike="noStrike">
                <a:solidFill>
                  <a:schemeClr val="dk1"/>
                </a:solidFill>
                <a:latin typeface="Arial"/>
                <a:ea typeface="Arial"/>
                <a:cs typeface="Arial"/>
                <a:sym typeface="Arial"/>
              </a:rPr>
              <a:t>LIDER</a:t>
            </a:r>
          </a:p>
        </p:txBody>
      </p:sp>
      <p:sp>
        <p:nvSpPr>
          <p:cNvPr id="275" name="Shape 275"/>
          <p:cNvSpPr txBox="1"/>
          <p:nvPr/>
        </p:nvSpPr>
        <p:spPr>
          <a:xfrm>
            <a:off x="107950" y="1773236"/>
            <a:ext cx="1079499" cy="431799"/>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0" i="0" lang="en-US" sz="1800" u="none" cap="none" strike="noStrike">
                <a:solidFill>
                  <a:schemeClr val="dk1"/>
                </a:solidFill>
                <a:latin typeface="Arial"/>
                <a:ea typeface="Arial"/>
                <a:cs typeface="Arial"/>
                <a:sym typeface="Arial"/>
              </a:rPr>
              <a:t>PRECIO</a:t>
            </a:r>
          </a:p>
        </p:txBody>
      </p:sp>
      <p:sp>
        <p:nvSpPr>
          <p:cNvPr id="276" name="Shape 276"/>
          <p:cNvSpPr txBox="1"/>
          <p:nvPr/>
        </p:nvSpPr>
        <p:spPr>
          <a:xfrm>
            <a:off x="4213225" y="1773236"/>
            <a:ext cx="1079499" cy="431799"/>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0" i="0" lang="en-US" sz="1800" u="none" cap="none" strike="noStrike">
                <a:solidFill>
                  <a:schemeClr val="dk1"/>
                </a:solidFill>
                <a:latin typeface="Arial"/>
                <a:ea typeface="Arial"/>
                <a:cs typeface="Arial"/>
                <a:sym typeface="Arial"/>
              </a:rPr>
              <a:t>PRECIO</a:t>
            </a:r>
          </a:p>
        </p:txBody>
      </p:sp>
      <p:sp>
        <p:nvSpPr>
          <p:cNvPr id="277" name="Shape 277"/>
          <p:cNvSpPr txBox="1"/>
          <p:nvPr/>
        </p:nvSpPr>
        <p:spPr>
          <a:xfrm>
            <a:off x="7451725" y="6092825"/>
            <a:ext cx="1654174" cy="431799"/>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0" i="0" lang="en-US" sz="1800" u="none" cap="none" strike="noStrike">
                <a:solidFill>
                  <a:schemeClr val="dk1"/>
                </a:solidFill>
                <a:latin typeface="Arial"/>
                <a:ea typeface="Arial"/>
                <a:cs typeface="Arial"/>
                <a:sym typeface="Arial"/>
              </a:rPr>
              <a:t>CANTIDAD</a:t>
            </a:r>
          </a:p>
        </p:txBody>
      </p:sp>
      <p:sp>
        <p:nvSpPr>
          <p:cNvPr id="278" name="Shape 278"/>
          <p:cNvSpPr txBox="1"/>
          <p:nvPr/>
        </p:nvSpPr>
        <p:spPr>
          <a:xfrm>
            <a:off x="3205161" y="6092825"/>
            <a:ext cx="1654174" cy="431799"/>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0" i="0" lang="en-US" sz="1800" u="none" cap="none" strike="noStrike">
                <a:solidFill>
                  <a:schemeClr val="dk1"/>
                </a:solidFill>
                <a:latin typeface="Arial"/>
                <a:ea typeface="Arial"/>
                <a:cs typeface="Arial"/>
                <a:sym typeface="Arial"/>
              </a:rPr>
              <a:t>CANTIDAD</a:t>
            </a:r>
          </a:p>
        </p:txBody>
      </p:sp>
      <p:sp>
        <p:nvSpPr>
          <p:cNvPr id="279" name="Shape 279"/>
          <p:cNvSpPr txBox="1"/>
          <p:nvPr/>
        </p:nvSpPr>
        <p:spPr>
          <a:xfrm>
            <a:off x="5797550" y="1844675"/>
            <a:ext cx="1654174" cy="431799"/>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0" i="0" lang="en-US" sz="1800" u="none" cap="none" strike="noStrike">
                <a:solidFill>
                  <a:schemeClr val="dk1"/>
                </a:solidFill>
                <a:latin typeface="Arial"/>
                <a:ea typeface="Arial"/>
                <a:cs typeface="Arial"/>
                <a:sym typeface="Arial"/>
              </a:rPr>
              <a:t>LIDER</a:t>
            </a:r>
          </a:p>
        </p:txBody>
      </p:sp>
      <p:sp>
        <p:nvSpPr>
          <p:cNvPr id="280" name="Shape 280"/>
          <p:cNvSpPr txBox="1"/>
          <p:nvPr/>
        </p:nvSpPr>
        <p:spPr>
          <a:xfrm>
            <a:off x="1763711" y="1844675"/>
            <a:ext cx="1654174" cy="431799"/>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0" i="0" lang="en-US" sz="1800" u="none" cap="none" strike="noStrike">
                <a:solidFill>
                  <a:schemeClr val="dk1"/>
                </a:solidFill>
                <a:latin typeface="Arial"/>
                <a:ea typeface="Arial"/>
                <a:cs typeface="Arial"/>
                <a:sym typeface="Arial"/>
              </a:rPr>
              <a:t>MERCADO</a:t>
            </a:r>
          </a:p>
        </p:txBody>
      </p:sp>
      <p:sp>
        <p:nvSpPr>
          <p:cNvPr id="281" name="Shape 281"/>
          <p:cNvSpPr txBox="1"/>
          <p:nvPr/>
        </p:nvSpPr>
        <p:spPr>
          <a:xfrm>
            <a:off x="971550" y="2492375"/>
            <a:ext cx="1654174" cy="431799"/>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1" i="0" lang="en-US" sz="1400" u="none" cap="none" strike="noStrike">
                <a:solidFill>
                  <a:schemeClr val="dk1"/>
                </a:solidFill>
                <a:latin typeface="Arial"/>
                <a:ea typeface="Arial"/>
                <a:cs typeface="Arial"/>
                <a:sym typeface="Arial"/>
              </a:rPr>
              <a:t>DEMANDA</a:t>
            </a:r>
          </a:p>
        </p:txBody>
      </p:sp>
      <p:sp>
        <p:nvSpPr>
          <p:cNvPr id="282" name="Shape 282"/>
          <p:cNvSpPr txBox="1"/>
          <p:nvPr/>
        </p:nvSpPr>
        <p:spPr>
          <a:xfrm>
            <a:off x="4643437" y="3573462"/>
            <a:ext cx="1512886" cy="1079499"/>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1" i="0" lang="en-US" sz="1400" u="none" cap="none" strike="noStrike">
                <a:solidFill>
                  <a:schemeClr val="dk1"/>
                </a:solidFill>
                <a:latin typeface="Arial"/>
                <a:ea typeface="Arial"/>
                <a:cs typeface="Arial"/>
                <a:sym typeface="Arial"/>
              </a:rPr>
              <a:t>DEMANDA</a:t>
            </a:r>
          </a:p>
          <a:p>
            <a:pPr indent="0" lvl="0" marL="0" marR="0" rtl="0" algn="ctr">
              <a:lnSpc>
                <a:spcPct val="100000"/>
              </a:lnSpc>
              <a:spcBef>
                <a:spcPts val="0"/>
              </a:spcBef>
              <a:spcAft>
                <a:spcPts val="0"/>
              </a:spcAft>
              <a:buClr>
                <a:schemeClr val="dk1"/>
              </a:buClr>
              <a:buSzPct val="25000"/>
              <a:buFont typeface="Arial"/>
              <a:buNone/>
            </a:pPr>
            <a:r>
              <a:rPr b="1" i="0" lang="en-US" sz="1400" u="none" cap="none" strike="noStrike">
                <a:solidFill>
                  <a:schemeClr val="dk1"/>
                </a:solidFill>
                <a:latin typeface="Arial"/>
                <a:ea typeface="Arial"/>
                <a:cs typeface="Arial"/>
                <a:sym typeface="Arial"/>
              </a:rPr>
              <a:t>DIRIGIDA A</a:t>
            </a:r>
          </a:p>
          <a:p>
            <a:pPr indent="0" lvl="0" marL="0" marR="0" rtl="0" algn="ctr">
              <a:lnSpc>
                <a:spcPct val="100000"/>
              </a:lnSpc>
              <a:spcBef>
                <a:spcPts val="0"/>
              </a:spcBef>
              <a:spcAft>
                <a:spcPts val="0"/>
              </a:spcAft>
              <a:buClr>
                <a:schemeClr val="dk1"/>
              </a:buClr>
              <a:buSzPct val="25000"/>
              <a:buFont typeface="Arial"/>
              <a:buNone/>
            </a:pPr>
            <a:r>
              <a:rPr b="1" i="0" lang="en-US" sz="1400" u="none" cap="none" strike="noStrike">
                <a:solidFill>
                  <a:schemeClr val="dk1"/>
                </a:solidFill>
                <a:latin typeface="Arial"/>
                <a:ea typeface="Arial"/>
                <a:cs typeface="Arial"/>
                <a:sym typeface="Arial"/>
              </a:rPr>
              <a:t>LA LIDER</a:t>
            </a:r>
          </a:p>
          <a:p>
            <a:pPr indent="0" lvl="0" marL="0" marR="0" rtl="0" algn="l">
              <a:lnSpc>
                <a:spcPct val="100000"/>
              </a:lnSpc>
              <a:spcBef>
                <a:spcPts val="0"/>
              </a:spcBef>
              <a:spcAft>
                <a:spcPts val="0"/>
              </a:spcAft>
              <a:buNone/>
            </a:pPr>
            <a:r>
              <a:t/>
            </a:r>
            <a:endParaRPr b="1" i="0" sz="1400" u="none" cap="none" strike="noStrike">
              <a:solidFill>
                <a:schemeClr val="dk1"/>
              </a:solidFill>
              <a:latin typeface="Arial"/>
              <a:ea typeface="Arial"/>
              <a:cs typeface="Arial"/>
              <a:sym typeface="Arial"/>
            </a:endParaRPr>
          </a:p>
        </p:txBody>
      </p:sp>
      <p:sp>
        <p:nvSpPr>
          <p:cNvPr id="283" name="Shape 283"/>
          <p:cNvSpPr txBox="1"/>
          <p:nvPr/>
        </p:nvSpPr>
        <p:spPr>
          <a:xfrm>
            <a:off x="5076825" y="6597650"/>
            <a:ext cx="3094037" cy="215899"/>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rgbClr val="006600"/>
              </a:buClr>
              <a:buSzPct val="25000"/>
              <a:buFont typeface="Arial"/>
              <a:buNone/>
            </a:pPr>
            <a:r>
              <a:rPr b="1" i="0" lang="en-US" sz="1800" u="none" cap="none" strike="noStrike">
                <a:solidFill>
                  <a:srgbClr val="006600"/>
                </a:solidFill>
                <a:latin typeface="Arial"/>
                <a:ea typeface="Arial"/>
                <a:cs typeface="Arial"/>
                <a:sym typeface="Arial"/>
              </a:rPr>
              <a:t>INGRESO MARGINAL LIDER</a:t>
            </a:r>
          </a:p>
        </p:txBody>
      </p:sp>
      <p:sp>
        <p:nvSpPr>
          <p:cNvPr id="284" name="Shape 284"/>
          <p:cNvSpPr txBox="1"/>
          <p:nvPr/>
        </p:nvSpPr>
        <p:spPr>
          <a:xfrm>
            <a:off x="6370637" y="4868862"/>
            <a:ext cx="1081086" cy="576262"/>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1" i="0" lang="en-US" sz="1400" u="none" cap="none" strike="noStrike">
                <a:solidFill>
                  <a:schemeClr val="dk1"/>
                </a:solidFill>
                <a:latin typeface="Arial"/>
                <a:ea typeface="Arial"/>
                <a:cs typeface="Arial"/>
                <a:sym typeface="Arial"/>
              </a:rPr>
              <a:t>COSTO </a:t>
            </a:r>
          </a:p>
          <a:p>
            <a:pPr indent="0" lvl="0" marL="0" marR="0" rtl="0" algn="ctr">
              <a:lnSpc>
                <a:spcPct val="100000"/>
              </a:lnSpc>
              <a:spcBef>
                <a:spcPts val="0"/>
              </a:spcBef>
              <a:spcAft>
                <a:spcPts val="0"/>
              </a:spcAft>
              <a:buClr>
                <a:schemeClr val="dk1"/>
              </a:buClr>
              <a:buSzPct val="25000"/>
              <a:buFont typeface="Arial"/>
              <a:buNone/>
            </a:pPr>
            <a:r>
              <a:rPr b="1" i="0" lang="en-US" sz="1400" u="none" cap="none" strike="noStrike">
                <a:solidFill>
                  <a:schemeClr val="dk1"/>
                </a:solidFill>
                <a:latin typeface="Arial"/>
                <a:ea typeface="Arial"/>
                <a:cs typeface="Arial"/>
                <a:sym typeface="Arial"/>
              </a:rPr>
              <a:t>MEDIO</a:t>
            </a:r>
          </a:p>
        </p:txBody>
      </p:sp>
      <p:sp>
        <p:nvSpPr>
          <p:cNvPr id="285" name="Shape 285"/>
          <p:cNvSpPr txBox="1"/>
          <p:nvPr/>
        </p:nvSpPr>
        <p:spPr>
          <a:xfrm>
            <a:off x="2917825" y="3141661"/>
            <a:ext cx="1654174" cy="431799"/>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1" i="0" lang="en-US" sz="1400" u="none" cap="none" strike="noStrike">
                <a:solidFill>
                  <a:schemeClr val="dk1"/>
                </a:solidFill>
                <a:latin typeface="Arial"/>
                <a:ea typeface="Arial"/>
                <a:cs typeface="Arial"/>
                <a:sym typeface="Arial"/>
              </a:rPr>
              <a:t>OFERTA PROD</a:t>
            </a:r>
          </a:p>
          <a:p>
            <a:pPr indent="0" lvl="0" marL="0" marR="0" rtl="0" algn="ctr">
              <a:lnSpc>
                <a:spcPct val="100000"/>
              </a:lnSpc>
              <a:spcBef>
                <a:spcPts val="0"/>
              </a:spcBef>
              <a:spcAft>
                <a:spcPts val="0"/>
              </a:spcAft>
              <a:buClr>
                <a:schemeClr val="dk1"/>
              </a:buClr>
              <a:buSzPct val="25000"/>
              <a:buFont typeface="Arial"/>
              <a:buNone/>
            </a:pPr>
            <a:r>
              <a:rPr b="1" i="0" lang="en-US" sz="1400" u="none" cap="none" strike="noStrike">
                <a:solidFill>
                  <a:schemeClr val="dk1"/>
                </a:solidFill>
                <a:latin typeface="Arial"/>
                <a:ea typeface="Arial"/>
                <a:cs typeface="Arial"/>
                <a:sym typeface="Arial"/>
              </a:rPr>
              <a:t>MENORES</a:t>
            </a:r>
          </a:p>
        </p:txBody>
      </p:sp>
      <p:sp>
        <p:nvSpPr>
          <p:cNvPr id="286" name="Shape 286"/>
          <p:cNvSpPr txBox="1"/>
          <p:nvPr/>
        </p:nvSpPr>
        <p:spPr>
          <a:xfrm>
            <a:off x="4498975" y="5661025"/>
            <a:ext cx="1512886" cy="576262"/>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1" i="0" lang="en-US" sz="1400" u="none" cap="none" strike="noStrike">
                <a:solidFill>
                  <a:schemeClr val="dk1"/>
                </a:solidFill>
                <a:latin typeface="Arial"/>
                <a:ea typeface="Arial"/>
                <a:cs typeface="Arial"/>
                <a:sym typeface="Arial"/>
              </a:rPr>
              <a:t>COSTO </a:t>
            </a:r>
          </a:p>
          <a:p>
            <a:pPr indent="0" lvl="0" marL="0" marR="0" rtl="0" algn="ctr">
              <a:lnSpc>
                <a:spcPct val="100000"/>
              </a:lnSpc>
              <a:spcBef>
                <a:spcPts val="0"/>
              </a:spcBef>
              <a:spcAft>
                <a:spcPts val="0"/>
              </a:spcAft>
              <a:buClr>
                <a:schemeClr val="dk1"/>
              </a:buClr>
              <a:buSzPct val="25000"/>
              <a:buFont typeface="Arial"/>
              <a:buNone/>
            </a:pPr>
            <a:r>
              <a:rPr b="1" i="0" lang="en-US" sz="1400" u="none" cap="none" strike="noStrike">
                <a:solidFill>
                  <a:schemeClr val="dk1"/>
                </a:solidFill>
                <a:latin typeface="Arial"/>
                <a:ea typeface="Arial"/>
                <a:cs typeface="Arial"/>
                <a:sym typeface="Arial"/>
              </a:rPr>
              <a:t>MARGINAL</a:t>
            </a:r>
          </a:p>
        </p:txBody>
      </p:sp>
      <p:sp>
        <p:nvSpPr>
          <p:cNvPr id="287" name="Shape 287"/>
          <p:cNvSpPr txBox="1"/>
          <p:nvPr/>
        </p:nvSpPr>
        <p:spPr>
          <a:xfrm>
            <a:off x="5437187" y="6165850"/>
            <a:ext cx="503236" cy="215899"/>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1" i="0" lang="en-US" sz="1400" u="none" cap="none" strike="noStrike">
                <a:solidFill>
                  <a:schemeClr val="dk1"/>
                </a:solidFill>
                <a:latin typeface="Arial"/>
                <a:ea typeface="Arial"/>
                <a:cs typeface="Arial"/>
                <a:sym typeface="Arial"/>
              </a:rPr>
              <a:t>QL</a:t>
            </a:r>
          </a:p>
        </p:txBody>
      </p:sp>
      <p:sp>
        <p:nvSpPr>
          <p:cNvPr id="288" name="Shape 288"/>
          <p:cNvSpPr/>
          <p:nvPr/>
        </p:nvSpPr>
        <p:spPr>
          <a:xfrm rot="5400000">
            <a:off x="1291430" y="5774531"/>
            <a:ext cx="152399" cy="935037"/>
          </a:xfrm>
          <a:prstGeom prst="rightBrace">
            <a:avLst>
              <a:gd fmla="val 8333" name="adj1"/>
              <a:gd fmla="val 50000" name="adj2"/>
            </a:avLst>
          </a:prstGeom>
          <a:noFill/>
          <a:ln cap="flat" cmpd="sng" w="9525">
            <a:solidFill>
              <a:schemeClr val="dk1"/>
            </a:solidFill>
            <a:prstDash val="solid"/>
            <a:miter/>
            <a:headEnd len="med" w="med" type="none"/>
            <a:tailEnd len="med" w="med" type="none"/>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289" name="Shape 289"/>
          <p:cNvSpPr/>
          <p:nvPr/>
        </p:nvSpPr>
        <p:spPr>
          <a:xfrm rot="5400000">
            <a:off x="2299493" y="5701506"/>
            <a:ext cx="152399" cy="1081086"/>
          </a:xfrm>
          <a:prstGeom prst="rightBrace">
            <a:avLst>
              <a:gd fmla="val 8333" name="adj1"/>
              <a:gd fmla="val 50000" name="adj2"/>
            </a:avLst>
          </a:prstGeom>
          <a:noFill/>
          <a:ln cap="flat" cmpd="sng" w="9525">
            <a:solidFill>
              <a:schemeClr val="dk1"/>
            </a:solidFill>
            <a:prstDash val="solid"/>
            <a:miter/>
            <a:headEnd len="med" w="med" type="none"/>
            <a:tailEnd len="med" w="med" type="none"/>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cxnSp>
        <p:nvCxnSpPr>
          <p:cNvPr id="290" name="Shape 290"/>
          <p:cNvCxnSpPr/>
          <p:nvPr/>
        </p:nvCxnSpPr>
        <p:spPr>
          <a:xfrm>
            <a:off x="2916236" y="4797425"/>
            <a:ext cx="0" cy="1368425"/>
          </a:xfrm>
          <a:prstGeom prst="straightConnector1">
            <a:avLst/>
          </a:prstGeom>
          <a:noFill/>
          <a:ln cap="flat" cmpd="sng" w="9525">
            <a:solidFill>
              <a:schemeClr val="dk1"/>
            </a:solidFill>
            <a:prstDash val="solid"/>
            <a:miter/>
            <a:headEnd len="med" w="med" type="none"/>
            <a:tailEnd len="med" w="med" type="none"/>
          </a:ln>
        </p:spPr>
      </p:cxnSp>
      <p:cxnSp>
        <p:nvCxnSpPr>
          <p:cNvPr id="291" name="Shape 291"/>
          <p:cNvCxnSpPr/>
          <p:nvPr/>
        </p:nvCxnSpPr>
        <p:spPr>
          <a:xfrm>
            <a:off x="1835150" y="4797425"/>
            <a:ext cx="0" cy="1368425"/>
          </a:xfrm>
          <a:prstGeom prst="straightConnector1">
            <a:avLst/>
          </a:prstGeom>
          <a:noFill/>
          <a:ln cap="flat" cmpd="sng" w="9525">
            <a:solidFill>
              <a:schemeClr val="dk1"/>
            </a:solidFill>
            <a:prstDash val="solid"/>
            <a:miter/>
            <a:headEnd len="med" w="med" type="none"/>
            <a:tailEnd len="med" w="med" type="none"/>
          </a:ln>
        </p:spPr>
      </p:cxnSp>
      <p:sp>
        <p:nvSpPr>
          <p:cNvPr id="292" name="Shape 292"/>
          <p:cNvSpPr txBox="1"/>
          <p:nvPr/>
        </p:nvSpPr>
        <p:spPr>
          <a:xfrm>
            <a:off x="468312" y="4725987"/>
            <a:ext cx="503236" cy="215899"/>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1" i="0" lang="en-US" sz="1400" u="none" cap="none" strike="noStrike">
                <a:solidFill>
                  <a:schemeClr val="dk1"/>
                </a:solidFill>
                <a:latin typeface="Arial"/>
                <a:ea typeface="Arial"/>
                <a:cs typeface="Arial"/>
                <a:sym typeface="Arial"/>
              </a:rPr>
              <a:t>PL</a:t>
            </a:r>
          </a:p>
        </p:txBody>
      </p:sp>
      <p:sp>
        <p:nvSpPr>
          <p:cNvPr id="293" name="Shape 293"/>
          <p:cNvSpPr txBox="1"/>
          <p:nvPr/>
        </p:nvSpPr>
        <p:spPr>
          <a:xfrm>
            <a:off x="2124075" y="6381750"/>
            <a:ext cx="503236" cy="215899"/>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1" i="0" lang="en-US" sz="1400" u="none" cap="none" strike="noStrike">
                <a:solidFill>
                  <a:schemeClr val="dk1"/>
                </a:solidFill>
                <a:latin typeface="Arial"/>
                <a:ea typeface="Arial"/>
                <a:cs typeface="Arial"/>
                <a:sym typeface="Arial"/>
              </a:rPr>
              <a:t>QL</a:t>
            </a:r>
          </a:p>
        </p:txBody>
      </p:sp>
      <p:sp>
        <p:nvSpPr>
          <p:cNvPr id="294" name="Shape 294"/>
          <p:cNvSpPr txBox="1"/>
          <p:nvPr/>
        </p:nvSpPr>
        <p:spPr>
          <a:xfrm>
            <a:off x="2627311" y="6237287"/>
            <a:ext cx="503236" cy="215899"/>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1" i="0" lang="en-US" sz="1400" u="none" cap="none" strike="noStrike">
                <a:solidFill>
                  <a:schemeClr val="dk1"/>
                </a:solidFill>
                <a:latin typeface="Arial"/>
                <a:ea typeface="Arial"/>
                <a:cs typeface="Arial"/>
                <a:sym typeface="Arial"/>
              </a:rPr>
              <a:t>Q</a:t>
            </a:r>
            <a:r>
              <a:rPr b="1" baseline="-25000" i="0" lang="en-US" sz="1400" u="none" cap="none" strike="noStrike">
                <a:solidFill>
                  <a:schemeClr val="dk1"/>
                </a:solidFill>
                <a:latin typeface="Arial"/>
                <a:ea typeface="Arial"/>
                <a:cs typeface="Arial"/>
                <a:sym typeface="Arial"/>
              </a:rPr>
              <a:t>MERC</a:t>
            </a:r>
          </a:p>
        </p:txBody>
      </p:sp>
      <p:sp>
        <p:nvSpPr>
          <p:cNvPr id="295" name="Shape 295"/>
          <p:cNvSpPr txBox="1"/>
          <p:nvPr/>
        </p:nvSpPr>
        <p:spPr>
          <a:xfrm>
            <a:off x="1116012" y="6381750"/>
            <a:ext cx="503236" cy="215899"/>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1" i="0" lang="en-US" sz="1400" u="none" cap="none" strike="noStrike">
                <a:solidFill>
                  <a:schemeClr val="dk1"/>
                </a:solidFill>
                <a:latin typeface="Arial"/>
                <a:ea typeface="Arial"/>
                <a:cs typeface="Arial"/>
                <a:sym typeface="Arial"/>
              </a:rPr>
              <a:t>Q</a:t>
            </a:r>
            <a:r>
              <a:rPr b="1" baseline="-25000" i="0" lang="en-US" sz="1400" u="none" cap="none" strike="noStrike">
                <a:solidFill>
                  <a:schemeClr val="dk1"/>
                </a:solidFill>
                <a:latin typeface="Arial"/>
                <a:ea typeface="Arial"/>
                <a:cs typeface="Arial"/>
                <a:sym typeface="Arial"/>
              </a:rPr>
              <a:t>MEN</a:t>
            </a:r>
          </a:p>
        </p:txBody>
      </p:sp>
      <p:pic>
        <p:nvPicPr>
          <p:cNvPr id="296" name="Shape 296"/>
          <p:cNvPicPr preferRelativeResize="0"/>
          <p:nvPr>
            <p:ph idx="1" type="body"/>
          </p:nvPr>
        </p:nvPicPr>
        <p:blipFill rotWithShape="1">
          <a:blip r:embed="rId3">
            <a:alphaModFix/>
          </a:blip>
          <a:srcRect b="0" l="0" r="0" t="0"/>
          <a:stretch/>
        </p:blipFill>
        <p:spPr>
          <a:xfrm>
            <a:off x="4946650" y="620712"/>
            <a:ext cx="3009899" cy="609599"/>
          </a:xfrm>
          <a:prstGeom prst="rect">
            <a:avLst/>
          </a:prstGeom>
          <a:noFill/>
          <a:ln>
            <a:noFill/>
          </a:ln>
        </p:spPr>
      </p:pic>
    </p:spTree>
  </p:cSld>
  <p:clrMapOvr>
    <a:masterClrMapping/>
  </p:clrMapOvr>
  <p:transition spd="slow">
    <p:cut/>
  </p:transition>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300" name="Shape 300"/>
        <p:cNvGrpSpPr/>
        <p:nvPr/>
      </p:nvGrpSpPr>
      <p:grpSpPr>
        <a:xfrm>
          <a:off x="0" y="0"/>
          <a:ext cx="0" cy="0"/>
          <a:chOff x="0" y="0"/>
          <a:chExt cx="0" cy="0"/>
        </a:xfrm>
      </p:grpSpPr>
      <p:sp>
        <p:nvSpPr>
          <p:cNvPr id="301" name="Shape 301"/>
          <p:cNvSpPr txBox="1"/>
          <p:nvPr>
            <p:ph idx="4294967295" type="title"/>
          </p:nvPr>
        </p:nvSpPr>
        <p:spPr>
          <a:xfrm>
            <a:off x="179386" y="188911"/>
            <a:ext cx="4221161" cy="1295400"/>
          </a:xfrm>
          <a:prstGeom prst="rect">
            <a:avLst/>
          </a:prstGeom>
          <a:noFill/>
          <a:ln>
            <a:noFill/>
          </a:ln>
        </p:spPr>
        <p:txBody>
          <a:bodyPr anchorCtr="0" anchor="b" bIns="45700" lIns="91425" rIns="91425" tIns="45700">
            <a:noAutofit/>
          </a:bodyPr>
          <a:lstStyle/>
          <a:p>
            <a:pPr indent="0" lvl="0" marL="0" marR="0" rtl="0" algn="ctr">
              <a:lnSpc>
                <a:spcPct val="100000"/>
              </a:lnSpc>
              <a:spcBef>
                <a:spcPts val="0"/>
              </a:spcBef>
              <a:spcAft>
                <a:spcPts val="0"/>
              </a:spcAft>
              <a:buClr>
                <a:srgbClr val="006600"/>
              </a:buClr>
              <a:buSzPct val="25000"/>
              <a:buFont typeface="Arial"/>
              <a:buNone/>
            </a:pPr>
            <a:r>
              <a:rPr b="1" i="0" lang="en-US" sz="3500" u="none" cap="none" strike="noStrike">
                <a:solidFill>
                  <a:srgbClr val="006600"/>
                </a:solidFill>
                <a:latin typeface="Arial"/>
                <a:ea typeface="Arial"/>
                <a:cs typeface="Arial"/>
                <a:sym typeface="Arial"/>
              </a:rPr>
              <a:t>COMPETENCIA MONOPOLÍSTICA</a:t>
            </a:r>
          </a:p>
        </p:txBody>
      </p:sp>
      <p:sp>
        <p:nvSpPr>
          <p:cNvPr id="302" name="Shape 302"/>
          <p:cNvSpPr txBox="1"/>
          <p:nvPr>
            <p:ph idx="4294967295" type="body"/>
          </p:nvPr>
        </p:nvSpPr>
        <p:spPr>
          <a:xfrm>
            <a:off x="468312" y="1719261"/>
            <a:ext cx="8496299" cy="3438525"/>
          </a:xfrm>
          <a:prstGeom prst="rect">
            <a:avLst/>
          </a:prstGeom>
          <a:noFill/>
          <a:ln>
            <a:noFill/>
          </a:ln>
        </p:spPr>
        <p:txBody>
          <a:bodyPr anchorCtr="0" anchor="t" bIns="45700" lIns="91425" rIns="91425" tIns="45700">
            <a:noAutofit/>
          </a:bodyPr>
          <a:lstStyle/>
          <a:p>
            <a:pPr indent="-342900" lvl="0" marL="342900" marR="0" rtl="0" algn="l">
              <a:lnSpc>
                <a:spcPct val="100000"/>
              </a:lnSpc>
              <a:spcBef>
                <a:spcPts val="0"/>
              </a:spcBef>
              <a:spcAft>
                <a:spcPts val="0"/>
              </a:spcAft>
              <a:buClr>
                <a:schemeClr val="dk2"/>
              </a:buClr>
              <a:buSzPct val="25000"/>
              <a:buFont typeface="Noto Symbol"/>
              <a:buNone/>
            </a:pPr>
            <a:r>
              <a:rPr b="0" i="0" lang="en-US" sz="2200" u="none" cap="none" strike="noStrike">
                <a:solidFill>
                  <a:srgbClr val="EC1914"/>
                </a:solidFill>
                <a:latin typeface="Arial"/>
                <a:ea typeface="Arial"/>
                <a:cs typeface="Arial"/>
                <a:sym typeface="Arial"/>
              </a:rPr>
              <a:t>La competencia </a:t>
            </a:r>
            <a:r>
              <a:rPr b="1" i="0" lang="en-US" sz="2200" u="none" cap="none" strike="noStrike">
                <a:solidFill>
                  <a:srgbClr val="EC1914"/>
                </a:solidFill>
                <a:latin typeface="Arial"/>
                <a:ea typeface="Arial"/>
                <a:cs typeface="Arial"/>
                <a:sym typeface="Arial"/>
              </a:rPr>
              <a:t>monopolística monopolista o monopólica</a:t>
            </a:r>
            <a:r>
              <a:rPr b="0" i="0" lang="en-US" sz="2200" u="none" cap="none" strike="noStrike">
                <a:solidFill>
                  <a:srgbClr val="EC1914"/>
                </a:solidFill>
                <a:latin typeface="Arial"/>
                <a:ea typeface="Arial"/>
                <a:cs typeface="Arial"/>
                <a:sym typeface="Arial"/>
              </a:rPr>
              <a:t> es un tipo de mercado en el que existe una cantidad significativa de productores sin que exista un control dominante por parte de ninguno de estos en particular.</a:t>
            </a:r>
          </a:p>
          <a:p>
            <a:pPr indent="-342900" lvl="0" marL="342900" marR="0" rtl="0" algn="l">
              <a:lnSpc>
                <a:spcPct val="100000"/>
              </a:lnSpc>
              <a:spcBef>
                <a:spcPts val="440"/>
              </a:spcBef>
              <a:spcAft>
                <a:spcPts val="0"/>
              </a:spcAft>
              <a:buClr>
                <a:schemeClr val="dk2"/>
              </a:buClr>
              <a:buSzPct val="25000"/>
              <a:buFont typeface="Noto Symbol"/>
              <a:buNone/>
            </a:pPr>
            <a:r>
              <a:t/>
            </a:r>
            <a:endParaRPr b="0" i="0" sz="2200" u="none" cap="none" strike="noStrike">
              <a:solidFill>
                <a:srgbClr val="EC1914"/>
              </a:solidFill>
              <a:latin typeface="Arial"/>
              <a:ea typeface="Arial"/>
              <a:cs typeface="Arial"/>
              <a:sym typeface="Arial"/>
            </a:endParaRPr>
          </a:p>
          <a:p>
            <a:pPr indent="-342900" lvl="0" marL="342900" marR="0" rtl="0" algn="l">
              <a:lnSpc>
                <a:spcPct val="100000"/>
              </a:lnSpc>
              <a:spcBef>
                <a:spcPts val="440"/>
              </a:spcBef>
              <a:spcAft>
                <a:spcPts val="0"/>
              </a:spcAft>
              <a:buClr>
                <a:schemeClr val="dk2"/>
              </a:buClr>
              <a:buSzPct val="25000"/>
              <a:buFont typeface="Noto Symbol"/>
              <a:buNone/>
            </a:pPr>
            <a:r>
              <a:rPr b="0" i="0" lang="en-US" sz="2200" u="none" cap="none" strike="noStrike">
                <a:solidFill>
                  <a:schemeClr val="dk1"/>
                </a:solidFill>
                <a:latin typeface="Arial"/>
                <a:ea typeface="Arial"/>
                <a:cs typeface="Arial"/>
                <a:sym typeface="Arial"/>
              </a:rPr>
              <a:t>En este mercado el consumidor es capaz de distinguir los bienes o servicios que produce una empresa a través de </a:t>
            </a:r>
            <a:r>
              <a:rPr b="1" i="0" lang="en-US" sz="2200" u="none" cap="none" strike="noStrike">
                <a:solidFill>
                  <a:srgbClr val="4A23DB"/>
                </a:solidFill>
                <a:latin typeface="Arial"/>
                <a:ea typeface="Arial"/>
                <a:cs typeface="Arial"/>
                <a:sym typeface="Arial"/>
              </a:rPr>
              <a:t>la marca</a:t>
            </a:r>
            <a:r>
              <a:rPr b="0" i="0" lang="en-US" sz="2200" u="none" cap="none" strike="noStrike">
                <a:solidFill>
                  <a:schemeClr val="dk1"/>
                </a:solidFill>
                <a:latin typeface="Arial"/>
                <a:ea typeface="Arial"/>
                <a:cs typeface="Arial"/>
                <a:sym typeface="Arial"/>
              </a:rPr>
              <a:t>, es así como cada empresa monopoliza su marca, y por eso puede ejercer </a:t>
            </a:r>
            <a:r>
              <a:rPr b="1" i="0" lang="en-US" sz="2200" u="none" cap="none" strike="noStrike">
                <a:solidFill>
                  <a:srgbClr val="4A23DB"/>
                </a:solidFill>
                <a:latin typeface="Arial"/>
                <a:ea typeface="Arial"/>
                <a:cs typeface="Arial"/>
                <a:sym typeface="Arial"/>
              </a:rPr>
              <a:t>cierto control sobre el precio de su producto.</a:t>
            </a:r>
          </a:p>
        </p:txBody>
      </p:sp>
      <p:pic>
        <p:nvPicPr>
          <p:cNvPr id="303" name="Shape 303"/>
          <p:cNvPicPr preferRelativeResize="0"/>
          <p:nvPr>
            <p:ph idx="4294967295" type="body"/>
          </p:nvPr>
        </p:nvPicPr>
        <p:blipFill rotWithShape="1">
          <a:blip r:embed="rId3">
            <a:alphaModFix/>
          </a:blip>
          <a:srcRect b="0" l="0" r="0" t="0"/>
          <a:stretch/>
        </p:blipFill>
        <p:spPr>
          <a:xfrm>
            <a:off x="4787900" y="188911"/>
            <a:ext cx="3009899" cy="609599"/>
          </a:xfrm>
          <a:prstGeom prst="rect">
            <a:avLst/>
          </a:prstGeom>
          <a:noFill/>
          <a:ln>
            <a:noFill/>
          </a:ln>
        </p:spPr>
      </p:pic>
    </p:spTree>
  </p:cSld>
  <p:clrMapOvr>
    <a:masterClrMapping/>
  </p:clrMapOvr>
  <p:transition spd="slow">
    <p:cut/>
  </p:transition>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307" name="Shape 307"/>
        <p:cNvGrpSpPr/>
        <p:nvPr/>
      </p:nvGrpSpPr>
      <p:grpSpPr>
        <a:xfrm>
          <a:off x="0" y="0"/>
          <a:ext cx="0" cy="0"/>
          <a:chOff x="0" y="0"/>
          <a:chExt cx="0" cy="0"/>
        </a:xfrm>
      </p:grpSpPr>
      <p:sp>
        <p:nvSpPr>
          <p:cNvPr id="308" name="Shape 308"/>
          <p:cNvSpPr txBox="1"/>
          <p:nvPr>
            <p:ph idx="4294967295" type="title"/>
          </p:nvPr>
        </p:nvSpPr>
        <p:spPr>
          <a:xfrm>
            <a:off x="107950" y="260350"/>
            <a:ext cx="4724400" cy="1295400"/>
          </a:xfrm>
          <a:prstGeom prst="rect">
            <a:avLst/>
          </a:prstGeom>
          <a:noFill/>
          <a:ln>
            <a:noFill/>
          </a:ln>
        </p:spPr>
        <p:txBody>
          <a:bodyPr anchorCtr="0" anchor="b" bIns="45700" lIns="91425" rIns="91425" tIns="45700">
            <a:noAutofit/>
          </a:bodyPr>
          <a:lstStyle/>
          <a:p>
            <a:pPr indent="0" lvl="0" marL="0" marR="0" rtl="0" algn="ctr">
              <a:lnSpc>
                <a:spcPct val="100000"/>
              </a:lnSpc>
              <a:spcBef>
                <a:spcPts val="0"/>
              </a:spcBef>
              <a:spcAft>
                <a:spcPts val="0"/>
              </a:spcAft>
              <a:buClr>
                <a:srgbClr val="006600"/>
              </a:buClr>
              <a:buSzPct val="25000"/>
              <a:buFont typeface="Arial"/>
              <a:buNone/>
            </a:pPr>
            <a:r>
              <a:rPr b="1" i="0" lang="en-US" sz="3600" u="none" cap="none" strike="noStrike">
                <a:solidFill>
                  <a:srgbClr val="006600"/>
                </a:solidFill>
                <a:latin typeface="Arial"/>
                <a:ea typeface="Arial"/>
                <a:cs typeface="Arial"/>
                <a:sym typeface="Arial"/>
              </a:rPr>
              <a:t>CARACTERÍSTICAS PRINCIPALES</a:t>
            </a:r>
          </a:p>
        </p:txBody>
      </p:sp>
      <p:sp>
        <p:nvSpPr>
          <p:cNvPr id="309" name="Shape 309"/>
          <p:cNvSpPr txBox="1"/>
          <p:nvPr>
            <p:ph idx="4294967295" type="body"/>
          </p:nvPr>
        </p:nvSpPr>
        <p:spPr>
          <a:xfrm>
            <a:off x="250825" y="1989136"/>
            <a:ext cx="8575675" cy="3673475"/>
          </a:xfrm>
          <a:prstGeom prst="rect">
            <a:avLst/>
          </a:prstGeom>
          <a:noFill/>
          <a:ln>
            <a:noFill/>
          </a:ln>
        </p:spPr>
        <p:txBody>
          <a:bodyPr anchorCtr="0" anchor="t" bIns="45700" lIns="91425" rIns="91425" tIns="45700">
            <a:noAutofit/>
          </a:bodyPr>
          <a:lstStyle/>
          <a:p>
            <a:pPr indent="-342900" lvl="0" marL="342900" marR="0" rtl="0" algn="l">
              <a:lnSpc>
                <a:spcPct val="80000"/>
              </a:lnSpc>
              <a:spcBef>
                <a:spcPts val="0"/>
              </a:spcBef>
              <a:spcAft>
                <a:spcPts val="0"/>
              </a:spcAft>
              <a:buClr>
                <a:schemeClr val="dk2"/>
              </a:buClr>
              <a:buSzPct val="70000"/>
              <a:buFont typeface="Noto Symbol"/>
              <a:buChar char="❖"/>
            </a:pPr>
            <a:r>
              <a:rPr b="0" i="0" lang="en-US" sz="2200" u="none" cap="none" strike="noStrike">
                <a:solidFill>
                  <a:schemeClr val="dk1"/>
                </a:solidFill>
                <a:latin typeface="Arial"/>
                <a:ea typeface="Arial"/>
                <a:cs typeface="Arial"/>
                <a:sym typeface="Arial"/>
              </a:rPr>
              <a:t>Hay </a:t>
            </a:r>
            <a:r>
              <a:rPr b="1" i="0" lang="en-US" sz="2200" u="none" cap="none" strike="noStrike">
                <a:solidFill>
                  <a:srgbClr val="4A23DB"/>
                </a:solidFill>
                <a:latin typeface="Arial"/>
                <a:ea typeface="Arial"/>
                <a:cs typeface="Arial"/>
                <a:sym typeface="Arial"/>
              </a:rPr>
              <a:t>muchas empresas vendedoras</a:t>
            </a:r>
            <a:r>
              <a:rPr b="0" i="0" lang="en-US" sz="2200" u="none" cap="none" strike="noStrike">
                <a:solidFill>
                  <a:schemeClr val="dk1"/>
                </a:solidFill>
                <a:latin typeface="Arial"/>
                <a:ea typeface="Arial"/>
                <a:cs typeface="Arial"/>
                <a:sym typeface="Arial"/>
              </a:rPr>
              <a:t>.</a:t>
            </a:r>
          </a:p>
          <a:p>
            <a:pPr indent="-342900" lvl="0" marL="342900" marR="0" rtl="0" algn="l">
              <a:lnSpc>
                <a:spcPct val="80000"/>
              </a:lnSpc>
              <a:spcBef>
                <a:spcPts val="440"/>
              </a:spcBef>
              <a:spcAft>
                <a:spcPts val="0"/>
              </a:spcAft>
              <a:buClr>
                <a:schemeClr val="dk2"/>
              </a:buClr>
              <a:buSzPct val="25000"/>
              <a:buFont typeface="Noto Symbol"/>
              <a:buNone/>
            </a:pPr>
            <a:r>
              <a:t/>
            </a:r>
            <a:endParaRPr b="0" i="0" sz="2200" u="none" cap="none" strike="noStrike">
              <a:solidFill>
                <a:schemeClr val="dk1"/>
              </a:solidFill>
              <a:latin typeface="Arial"/>
              <a:ea typeface="Arial"/>
              <a:cs typeface="Arial"/>
              <a:sym typeface="Arial"/>
            </a:endParaRPr>
          </a:p>
          <a:p>
            <a:pPr indent="-342900" lvl="0" marL="342900" marR="0" rtl="0" algn="l">
              <a:lnSpc>
                <a:spcPct val="80000"/>
              </a:lnSpc>
              <a:spcBef>
                <a:spcPts val="440"/>
              </a:spcBef>
              <a:spcAft>
                <a:spcPts val="0"/>
              </a:spcAft>
              <a:buClr>
                <a:schemeClr val="dk2"/>
              </a:buClr>
              <a:buSzPct val="70000"/>
              <a:buFont typeface="Noto Symbol"/>
              <a:buChar char="❖"/>
            </a:pPr>
            <a:r>
              <a:rPr b="0" i="0" lang="en-US" sz="2200" u="none" cap="none" strike="noStrike">
                <a:solidFill>
                  <a:schemeClr val="dk1"/>
                </a:solidFill>
                <a:latin typeface="Arial"/>
                <a:ea typeface="Arial"/>
                <a:cs typeface="Arial"/>
                <a:sym typeface="Arial"/>
              </a:rPr>
              <a:t>Los productos que ofrecen no son completamente idénticos sino que </a:t>
            </a:r>
            <a:r>
              <a:rPr b="1" i="0" lang="en-US" sz="2200" u="none" cap="none" strike="noStrike">
                <a:solidFill>
                  <a:srgbClr val="4A23DB"/>
                </a:solidFill>
                <a:latin typeface="Arial"/>
                <a:ea typeface="Arial"/>
                <a:cs typeface="Arial"/>
                <a:sym typeface="Arial"/>
              </a:rPr>
              <a:t>presentan algunas diferencias</a:t>
            </a:r>
            <a:r>
              <a:rPr b="0" i="0" lang="en-US" sz="2200" u="none" cap="none" strike="noStrike">
                <a:solidFill>
                  <a:schemeClr val="dk1"/>
                </a:solidFill>
                <a:latin typeface="Arial"/>
                <a:ea typeface="Arial"/>
                <a:cs typeface="Arial"/>
                <a:sym typeface="Arial"/>
              </a:rPr>
              <a:t>.</a:t>
            </a:r>
          </a:p>
          <a:p>
            <a:pPr indent="-342900" lvl="0" marL="342900" marR="0" rtl="0" algn="l">
              <a:lnSpc>
                <a:spcPct val="80000"/>
              </a:lnSpc>
              <a:spcBef>
                <a:spcPts val="440"/>
              </a:spcBef>
              <a:spcAft>
                <a:spcPts val="0"/>
              </a:spcAft>
              <a:buClr>
                <a:schemeClr val="dk2"/>
              </a:buClr>
              <a:buSzPct val="25000"/>
              <a:buFont typeface="Noto Symbol"/>
              <a:buNone/>
            </a:pPr>
            <a:r>
              <a:t/>
            </a:r>
            <a:endParaRPr b="0" i="0" sz="2200" u="none" cap="none" strike="noStrike">
              <a:solidFill>
                <a:schemeClr val="dk1"/>
              </a:solidFill>
              <a:latin typeface="Arial"/>
              <a:ea typeface="Arial"/>
              <a:cs typeface="Arial"/>
              <a:sym typeface="Arial"/>
            </a:endParaRPr>
          </a:p>
          <a:p>
            <a:pPr indent="-342900" lvl="0" marL="342900" marR="0" rtl="0" algn="l">
              <a:lnSpc>
                <a:spcPct val="80000"/>
              </a:lnSpc>
              <a:spcBef>
                <a:spcPts val="440"/>
              </a:spcBef>
              <a:spcAft>
                <a:spcPts val="0"/>
              </a:spcAft>
              <a:buClr>
                <a:schemeClr val="dk2"/>
              </a:buClr>
              <a:buSzPct val="70000"/>
              <a:buFont typeface="Noto Symbol"/>
              <a:buChar char="❖"/>
            </a:pPr>
            <a:r>
              <a:rPr b="0" i="0" lang="en-US" sz="2200" u="none" cap="none" strike="noStrike">
                <a:solidFill>
                  <a:schemeClr val="dk1"/>
                </a:solidFill>
                <a:latin typeface="Arial"/>
                <a:ea typeface="Arial"/>
                <a:cs typeface="Arial"/>
                <a:sym typeface="Arial"/>
              </a:rPr>
              <a:t>Cada empresa se enfrenta a una </a:t>
            </a:r>
            <a:r>
              <a:rPr b="1" i="0" lang="en-US" sz="2200" u="none" cap="none" strike="noStrike">
                <a:solidFill>
                  <a:srgbClr val="4A23DB"/>
                </a:solidFill>
                <a:latin typeface="Arial"/>
                <a:ea typeface="Arial"/>
                <a:cs typeface="Arial"/>
                <a:sym typeface="Arial"/>
              </a:rPr>
              <a:t>curva de demanda de pendiente negativa</a:t>
            </a:r>
            <a:r>
              <a:rPr b="0" i="0" lang="en-US" sz="2200" u="none" cap="none" strike="noStrike">
                <a:solidFill>
                  <a:schemeClr val="dk1"/>
                </a:solidFill>
                <a:latin typeface="Arial"/>
                <a:ea typeface="Arial"/>
                <a:cs typeface="Arial"/>
                <a:sym typeface="Arial"/>
              </a:rPr>
              <a:t>: si eleva el precio de su producto venderá menos y si lo baja venderá más.</a:t>
            </a:r>
          </a:p>
          <a:p>
            <a:pPr indent="-342900" lvl="0" marL="342900" marR="0" rtl="0" algn="l">
              <a:lnSpc>
                <a:spcPct val="80000"/>
              </a:lnSpc>
              <a:spcBef>
                <a:spcPts val="440"/>
              </a:spcBef>
              <a:spcAft>
                <a:spcPts val="0"/>
              </a:spcAft>
              <a:buClr>
                <a:schemeClr val="dk2"/>
              </a:buClr>
              <a:buSzPct val="25000"/>
              <a:buFont typeface="Noto Symbol"/>
              <a:buNone/>
            </a:pPr>
            <a:r>
              <a:t/>
            </a:r>
            <a:endParaRPr b="0" i="0" sz="2200" u="none" cap="none" strike="noStrike">
              <a:solidFill>
                <a:schemeClr val="dk1"/>
              </a:solidFill>
              <a:latin typeface="Arial"/>
              <a:ea typeface="Arial"/>
              <a:cs typeface="Arial"/>
              <a:sym typeface="Arial"/>
            </a:endParaRPr>
          </a:p>
          <a:p>
            <a:pPr indent="-342900" lvl="0" marL="342900" marR="0" rtl="0" algn="l">
              <a:lnSpc>
                <a:spcPct val="80000"/>
              </a:lnSpc>
              <a:spcBef>
                <a:spcPts val="440"/>
              </a:spcBef>
              <a:spcAft>
                <a:spcPts val="0"/>
              </a:spcAft>
              <a:buClr>
                <a:schemeClr val="dk2"/>
              </a:buClr>
              <a:buSzPct val="70000"/>
              <a:buFont typeface="Noto Symbol"/>
              <a:buChar char="❖"/>
            </a:pPr>
            <a:r>
              <a:rPr b="0" i="0" lang="en-US" sz="2200" u="none" cap="none" strike="noStrike">
                <a:solidFill>
                  <a:schemeClr val="dk1"/>
                </a:solidFill>
                <a:latin typeface="Arial"/>
                <a:ea typeface="Arial"/>
                <a:cs typeface="Arial"/>
                <a:sym typeface="Arial"/>
              </a:rPr>
              <a:t>Hay </a:t>
            </a:r>
            <a:r>
              <a:rPr b="1" i="0" lang="en-US" sz="2200" u="none" cap="none" strike="noStrike">
                <a:solidFill>
                  <a:srgbClr val="4A23DB"/>
                </a:solidFill>
                <a:latin typeface="Arial"/>
                <a:ea typeface="Arial"/>
                <a:cs typeface="Arial"/>
                <a:sym typeface="Arial"/>
              </a:rPr>
              <a:t>libertad de entrada y salida del mercado</a:t>
            </a:r>
            <a:r>
              <a:rPr b="0" i="0" lang="en-US" sz="2200" u="none" cap="none" strike="noStrike">
                <a:solidFill>
                  <a:schemeClr val="dk1"/>
                </a:solidFill>
                <a:latin typeface="Arial"/>
                <a:ea typeface="Arial"/>
                <a:cs typeface="Arial"/>
                <a:sym typeface="Arial"/>
              </a:rPr>
              <a:t>.</a:t>
            </a:r>
          </a:p>
        </p:txBody>
      </p:sp>
      <p:pic>
        <p:nvPicPr>
          <p:cNvPr id="310" name="Shape 310"/>
          <p:cNvPicPr preferRelativeResize="0"/>
          <p:nvPr>
            <p:ph idx="4294967295" type="body"/>
          </p:nvPr>
        </p:nvPicPr>
        <p:blipFill rotWithShape="1">
          <a:blip r:embed="rId3">
            <a:alphaModFix/>
          </a:blip>
          <a:srcRect b="0" l="0" r="0" t="0"/>
          <a:stretch/>
        </p:blipFill>
        <p:spPr>
          <a:xfrm>
            <a:off x="4875212" y="476250"/>
            <a:ext cx="3009899" cy="609599"/>
          </a:xfrm>
          <a:prstGeom prst="rect">
            <a:avLst/>
          </a:prstGeom>
          <a:noFill/>
          <a:ln>
            <a:noFill/>
          </a:ln>
        </p:spPr>
      </p:pic>
    </p:spTree>
  </p:cSld>
  <p:clrMapOvr>
    <a:masterClrMapping/>
  </p:clrMapOvr>
  <p:transition spd="slow">
    <p:cut/>
  </p:transition>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314" name="Shape 314"/>
        <p:cNvGrpSpPr/>
        <p:nvPr/>
      </p:nvGrpSpPr>
      <p:grpSpPr>
        <a:xfrm>
          <a:off x="0" y="0"/>
          <a:ext cx="0" cy="0"/>
          <a:chOff x="0" y="0"/>
          <a:chExt cx="0" cy="0"/>
        </a:xfrm>
      </p:grpSpPr>
      <p:sp>
        <p:nvSpPr>
          <p:cNvPr id="315" name="Shape 315"/>
          <p:cNvSpPr txBox="1"/>
          <p:nvPr>
            <p:ph idx="4294967295" type="title"/>
          </p:nvPr>
        </p:nvSpPr>
        <p:spPr>
          <a:xfrm>
            <a:off x="250825" y="188911"/>
            <a:ext cx="3816349" cy="2519361"/>
          </a:xfrm>
          <a:prstGeom prst="rect">
            <a:avLst/>
          </a:prstGeom>
          <a:noFill/>
          <a:ln>
            <a:noFill/>
          </a:ln>
        </p:spPr>
        <p:txBody>
          <a:bodyPr anchorCtr="0" anchor="b" bIns="45700" lIns="91425" rIns="91425" tIns="45700">
            <a:noAutofit/>
          </a:bodyPr>
          <a:lstStyle/>
          <a:p>
            <a:pPr indent="0" lvl="0" marL="0" marR="0" rtl="0" algn="ctr">
              <a:lnSpc>
                <a:spcPct val="100000"/>
              </a:lnSpc>
              <a:spcBef>
                <a:spcPts val="0"/>
              </a:spcBef>
              <a:spcAft>
                <a:spcPts val="0"/>
              </a:spcAft>
              <a:buClr>
                <a:srgbClr val="006600"/>
              </a:buClr>
              <a:buSzPct val="25000"/>
              <a:buFont typeface="Arial"/>
              <a:buNone/>
            </a:pPr>
            <a:br>
              <a:rPr b="1" i="0" lang="en-US" sz="3200" u="none" cap="none" strike="noStrike">
                <a:solidFill>
                  <a:srgbClr val="006600"/>
                </a:solidFill>
                <a:latin typeface="Arial"/>
                <a:ea typeface="Arial"/>
                <a:cs typeface="Arial"/>
                <a:sym typeface="Arial"/>
              </a:rPr>
            </a:br>
            <a:r>
              <a:rPr b="1" i="0" lang="en-US" sz="3200" u="none" cap="none" strike="noStrike">
                <a:solidFill>
                  <a:srgbClr val="EC1914"/>
                </a:solidFill>
                <a:latin typeface="Arial"/>
                <a:ea typeface="Arial"/>
                <a:cs typeface="Arial"/>
                <a:sym typeface="Arial"/>
              </a:rPr>
              <a:t>COMPETENCIA</a:t>
            </a:r>
            <a:br>
              <a:rPr b="1" i="0" lang="en-US" sz="3200" u="none" cap="none" strike="noStrike">
                <a:solidFill>
                  <a:srgbClr val="EC1914"/>
                </a:solidFill>
                <a:latin typeface="Arial"/>
                <a:ea typeface="Arial"/>
                <a:cs typeface="Arial"/>
                <a:sym typeface="Arial"/>
              </a:rPr>
            </a:br>
            <a:r>
              <a:rPr b="1" i="0" lang="en-US" sz="3200" u="none" cap="none" strike="noStrike">
                <a:solidFill>
                  <a:srgbClr val="621A04"/>
                </a:solidFill>
                <a:latin typeface="Arial"/>
                <a:ea typeface="Arial"/>
                <a:cs typeface="Arial"/>
                <a:sym typeface="Arial"/>
              </a:rPr>
              <a:t>PERFECTA</a:t>
            </a:r>
            <a:r>
              <a:rPr b="1" i="0" lang="en-US" sz="3200" u="none" cap="none" strike="noStrike">
                <a:solidFill>
                  <a:srgbClr val="006600"/>
                </a:solidFill>
                <a:latin typeface="Arial"/>
                <a:ea typeface="Arial"/>
                <a:cs typeface="Arial"/>
                <a:sym typeface="Arial"/>
              </a:rPr>
              <a:t> </a:t>
            </a:r>
            <a:br>
              <a:rPr b="1" i="0" lang="en-US" sz="3200" u="none" cap="none" strike="noStrike">
                <a:solidFill>
                  <a:srgbClr val="006600"/>
                </a:solidFill>
                <a:latin typeface="Arial"/>
                <a:ea typeface="Arial"/>
                <a:cs typeface="Arial"/>
                <a:sym typeface="Arial"/>
              </a:rPr>
            </a:br>
            <a:r>
              <a:rPr b="1" i="0" lang="en-US" sz="3200" u="none" cap="none" strike="noStrike">
                <a:solidFill>
                  <a:srgbClr val="006600"/>
                </a:solidFill>
                <a:latin typeface="Arial"/>
                <a:ea typeface="Arial"/>
                <a:cs typeface="Arial"/>
                <a:sym typeface="Arial"/>
              </a:rPr>
              <a:t>Y </a:t>
            </a:r>
            <a:br>
              <a:rPr b="1" i="0" lang="en-US" sz="3200" u="none" cap="none" strike="noStrike">
                <a:solidFill>
                  <a:srgbClr val="006600"/>
                </a:solidFill>
                <a:latin typeface="Arial"/>
                <a:ea typeface="Arial"/>
                <a:cs typeface="Arial"/>
                <a:sym typeface="Arial"/>
              </a:rPr>
            </a:br>
            <a:r>
              <a:rPr b="1" i="0" lang="en-US" sz="3200" u="none" cap="none" strike="noStrike">
                <a:solidFill>
                  <a:srgbClr val="006600"/>
                </a:solidFill>
                <a:latin typeface="Arial"/>
                <a:ea typeface="Arial"/>
                <a:cs typeface="Arial"/>
                <a:sym typeface="Arial"/>
              </a:rPr>
              <a:t>MONOPOLÍSTICA</a:t>
            </a:r>
          </a:p>
        </p:txBody>
      </p:sp>
      <p:sp>
        <p:nvSpPr>
          <p:cNvPr id="316" name="Shape 316"/>
          <p:cNvSpPr txBox="1"/>
          <p:nvPr>
            <p:ph idx="4294967295" type="body"/>
          </p:nvPr>
        </p:nvSpPr>
        <p:spPr>
          <a:xfrm>
            <a:off x="457200" y="2925761"/>
            <a:ext cx="8147049" cy="3095625"/>
          </a:xfrm>
          <a:prstGeom prst="rect">
            <a:avLst/>
          </a:prstGeom>
          <a:noFill/>
          <a:ln>
            <a:noFill/>
          </a:ln>
        </p:spPr>
        <p:txBody>
          <a:bodyPr anchorCtr="0" anchor="t" bIns="45700" lIns="91425" rIns="91425" tIns="45700">
            <a:noAutofit/>
          </a:bodyPr>
          <a:lstStyle/>
          <a:p>
            <a:pPr indent="-342900" lvl="0" marL="342900" marR="0" rtl="0" algn="l">
              <a:lnSpc>
                <a:spcPct val="100000"/>
              </a:lnSpc>
              <a:spcBef>
                <a:spcPts val="0"/>
              </a:spcBef>
              <a:spcAft>
                <a:spcPts val="0"/>
              </a:spcAft>
              <a:buClr>
                <a:schemeClr val="dk2"/>
              </a:buClr>
              <a:buSzPct val="70000"/>
              <a:buFont typeface="Noto Symbol"/>
              <a:buChar char="❖"/>
            </a:pPr>
            <a:r>
              <a:rPr b="1" i="0" lang="en-US" sz="2600" u="none" cap="none" strike="noStrike">
                <a:solidFill>
                  <a:srgbClr val="621A04"/>
                </a:solidFill>
                <a:latin typeface="Arial"/>
                <a:ea typeface="Arial"/>
                <a:cs typeface="Arial"/>
                <a:sym typeface="Arial"/>
              </a:rPr>
              <a:t>PRODUCTOS IDENTICOS</a:t>
            </a:r>
          </a:p>
          <a:p>
            <a:pPr indent="-342900" lvl="0" marL="342900" marR="0" rtl="0" algn="l">
              <a:lnSpc>
                <a:spcPct val="100000"/>
              </a:lnSpc>
              <a:spcBef>
                <a:spcPts val="520"/>
              </a:spcBef>
              <a:spcAft>
                <a:spcPts val="0"/>
              </a:spcAft>
              <a:buClr>
                <a:schemeClr val="dk2"/>
              </a:buClr>
              <a:buSzPct val="25000"/>
              <a:buFont typeface="Noto Symbol"/>
              <a:buNone/>
            </a:pPr>
            <a:r>
              <a:t/>
            </a:r>
            <a:endParaRPr b="1" i="0" sz="2600" u="none" cap="none" strike="noStrike">
              <a:solidFill>
                <a:srgbClr val="621A04"/>
              </a:solidFill>
              <a:latin typeface="Arial"/>
              <a:ea typeface="Arial"/>
              <a:cs typeface="Arial"/>
              <a:sym typeface="Arial"/>
            </a:endParaRPr>
          </a:p>
          <a:p>
            <a:pPr indent="-342900" lvl="0" marL="342900" marR="0" rtl="0" algn="l">
              <a:lnSpc>
                <a:spcPct val="100000"/>
              </a:lnSpc>
              <a:spcBef>
                <a:spcPts val="520"/>
              </a:spcBef>
              <a:spcAft>
                <a:spcPts val="0"/>
              </a:spcAft>
              <a:buClr>
                <a:schemeClr val="dk2"/>
              </a:buClr>
              <a:buSzPct val="25000"/>
              <a:buFont typeface="Noto Symbol"/>
              <a:buNone/>
            </a:pPr>
            <a:r>
              <a:t/>
            </a:r>
            <a:endParaRPr b="0" i="0" sz="2600" u="none" cap="none" strike="noStrike">
              <a:solidFill>
                <a:srgbClr val="621A04"/>
              </a:solidFill>
              <a:latin typeface="Arial"/>
              <a:ea typeface="Arial"/>
              <a:cs typeface="Arial"/>
              <a:sym typeface="Arial"/>
            </a:endParaRPr>
          </a:p>
          <a:p>
            <a:pPr indent="-342900" lvl="0" marL="342900" marR="0" rtl="0" algn="l">
              <a:lnSpc>
                <a:spcPct val="100000"/>
              </a:lnSpc>
              <a:spcBef>
                <a:spcPts val="520"/>
              </a:spcBef>
              <a:spcAft>
                <a:spcPts val="0"/>
              </a:spcAft>
              <a:buClr>
                <a:schemeClr val="dk2"/>
              </a:buClr>
              <a:buSzPct val="25000"/>
              <a:buFont typeface="Noto Symbol"/>
              <a:buNone/>
            </a:pPr>
            <a:r>
              <a:t/>
            </a:r>
            <a:endParaRPr b="0" i="0" sz="2600" u="none" cap="none" strike="noStrike">
              <a:solidFill>
                <a:schemeClr val="dk1"/>
              </a:solidFill>
              <a:latin typeface="Arial"/>
              <a:ea typeface="Arial"/>
              <a:cs typeface="Arial"/>
              <a:sym typeface="Arial"/>
            </a:endParaRPr>
          </a:p>
          <a:p>
            <a:pPr indent="-342900" lvl="0" marL="342900" marR="0" rtl="0" algn="l">
              <a:lnSpc>
                <a:spcPct val="100000"/>
              </a:lnSpc>
              <a:spcBef>
                <a:spcPts val="520"/>
              </a:spcBef>
              <a:spcAft>
                <a:spcPts val="0"/>
              </a:spcAft>
              <a:buClr>
                <a:schemeClr val="dk2"/>
              </a:buClr>
              <a:buSzPct val="70000"/>
              <a:buFont typeface="Noto Symbol"/>
              <a:buChar char="❖"/>
            </a:pPr>
            <a:r>
              <a:rPr b="1" i="0" lang="en-US" sz="2600" u="none" cap="none" strike="noStrike">
                <a:solidFill>
                  <a:srgbClr val="006600"/>
                </a:solidFill>
                <a:latin typeface="Arial"/>
                <a:ea typeface="Arial"/>
                <a:cs typeface="Arial"/>
                <a:sym typeface="Arial"/>
              </a:rPr>
              <a:t>PRODUCTOS DIFERENCIADOS</a:t>
            </a:r>
          </a:p>
        </p:txBody>
      </p:sp>
      <p:pic>
        <p:nvPicPr>
          <p:cNvPr id="317" name="Shape 317"/>
          <p:cNvPicPr preferRelativeResize="0"/>
          <p:nvPr>
            <p:ph idx="4294967295" type="body"/>
          </p:nvPr>
        </p:nvPicPr>
        <p:blipFill rotWithShape="1">
          <a:blip r:embed="rId3">
            <a:alphaModFix/>
          </a:blip>
          <a:srcRect b="0" l="0" r="0" t="0"/>
          <a:stretch/>
        </p:blipFill>
        <p:spPr>
          <a:xfrm>
            <a:off x="4932362" y="476250"/>
            <a:ext cx="3009899" cy="609599"/>
          </a:xfrm>
          <a:prstGeom prst="rect">
            <a:avLst/>
          </a:prstGeom>
          <a:noFill/>
          <a:ln>
            <a:noFill/>
          </a:ln>
        </p:spPr>
      </p:pic>
    </p:spTree>
  </p:cSld>
  <p:clrMapOvr>
    <a:masterClrMapping/>
  </p:clrMapOvr>
  <p:transition spd="slow">
    <p:cut/>
  </p:transition>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321" name="Shape 321"/>
        <p:cNvGrpSpPr/>
        <p:nvPr/>
      </p:nvGrpSpPr>
      <p:grpSpPr>
        <a:xfrm>
          <a:off x="0" y="0"/>
          <a:ext cx="0" cy="0"/>
          <a:chOff x="0" y="0"/>
          <a:chExt cx="0" cy="0"/>
        </a:xfrm>
      </p:grpSpPr>
      <p:sp>
        <p:nvSpPr>
          <p:cNvPr id="322" name="Shape 322"/>
          <p:cNvSpPr txBox="1"/>
          <p:nvPr>
            <p:ph idx="4294967295" type="title"/>
          </p:nvPr>
        </p:nvSpPr>
        <p:spPr>
          <a:xfrm>
            <a:off x="107950" y="115886"/>
            <a:ext cx="4005261" cy="1295400"/>
          </a:xfrm>
          <a:prstGeom prst="rect">
            <a:avLst/>
          </a:prstGeom>
          <a:noFill/>
          <a:ln>
            <a:noFill/>
          </a:ln>
        </p:spPr>
        <p:txBody>
          <a:bodyPr anchorCtr="0" anchor="b" bIns="45700" lIns="91425" rIns="91425" tIns="45700">
            <a:noAutofit/>
          </a:bodyPr>
          <a:lstStyle/>
          <a:p>
            <a:pPr indent="0" lvl="0" marL="0" marR="0" rtl="0" algn="ctr">
              <a:lnSpc>
                <a:spcPct val="100000"/>
              </a:lnSpc>
              <a:spcBef>
                <a:spcPts val="0"/>
              </a:spcBef>
              <a:spcAft>
                <a:spcPts val="0"/>
              </a:spcAft>
              <a:buClr>
                <a:srgbClr val="006600"/>
              </a:buClr>
              <a:buSzPct val="25000"/>
              <a:buFont typeface="Arial"/>
              <a:buNone/>
            </a:pPr>
            <a:r>
              <a:rPr b="1" i="0" lang="en-US" sz="3500" u="none" cap="none" strike="noStrike">
                <a:solidFill>
                  <a:srgbClr val="006600"/>
                </a:solidFill>
                <a:latin typeface="Arial"/>
                <a:ea typeface="Arial"/>
                <a:cs typeface="Arial"/>
                <a:sym typeface="Arial"/>
              </a:rPr>
              <a:t>COMPETENCIA </a:t>
            </a:r>
            <a:br>
              <a:rPr b="1" i="0" lang="en-US" sz="3500" u="none" cap="none" strike="noStrike">
                <a:solidFill>
                  <a:srgbClr val="006600"/>
                </a:solidFill>
                <a:latin typeface="Arial"/>
                <a:ea typeface="Arial"/>
                <a:cs typeface="Arial"/>
                <a:sym typeface="Arial"/>
              </a:rPr>
            </a:br>
            <a:r>
              <a:rPr b="1" i="0" lang="en-US" sz="3500" u="none" cap="none" strike="noStrike">
                <a:solidFill>
                  <a:srgbClr val="006600"/>
                </a:solidFill>
                <a:latin typeface="Arial"/>
                <a:ea typeface="Arial"/>
                <a:cs typeface="Arial"/>
                <a:sym typeface="Arial"/>
              </a:rPr>
              <a:t>MONOPOLÍSTICA</a:t>
            </a:r>
          </a:p>
        </p:txBody>
      </p:sp>
      <p:sp>
        <p:nvSpPr>
          <p:cNvPr id="323" name="Shape 323"/>
          <p:cNvSpPr txBox="1"/>
          <p:nvPr>
            <p:ph idx="4294967295" type="body"/>
          </p:nvPr>
        </p:nvSpPr>
        <p:spPr>
          <a:xfrm>
            <a:off x="3851275" y="1430337"/>
            <a:ext cx="1800225" cy="414337"/>
          </a:xfrm>
          <a:prstGeom prst="rect">
            <a:avLst/>
          </a:prstGeom>
          <a:noFill/>
          <a:ln>
            <a:noFill/>
          </a:ln>
        </p:spPr>
        <p:txBody>
          <a:bodyPr anchorCtr="0" anchor="t" bIns="45700" lIns="91425" rIns="91425" tIns="45700">
            <a:noAutofit/>
          </a:bodyPr>
          <a:lstStyle/>
          <a:p>
            <a:pPr indent="-342900" lvl="0" marL="342900" marR="0" rtl="0" algn="l">
              <a:lnSpc>
                <a:spcPct val="100000"/>
              </a:lnSpc>
              <a:spcBef>
                <a:spcPts val="0"/>
              </a:spcBef>
              <a:spcAft>
                <a:spcPts val="0"/>
              </a:spcAft>
              <a:buClr>
                <a:schemeClr val="dk2"/>
              </a:buClr>
              <a:buSzPct val="25000"/>
              <a:buFont typeface="Noto Symbol"/>
              <a:buNone/>
            </a:pPr>
            <a:r>
              <a:rPr b="0" i="0" lang="en-US" sz="2000" u="none" cap="none" strike="noStrike">
                <a:solidFill>
                  <a:schemeClr val="dk1"/>
                </a:solidFill>
                <a:latin typeface="Cambria"/>
                <a:ea typeface="Cambria"/>
                <a:cs typeface="Cambria"/>
                <a:sym typeface="Cambria"/>
              </a:rPr>
              <a:t>INDUSTRIA</a:t>
            </a:r>
          </a:p>
        </p:txBody>
      </p:sp>
      <p:cxnSp>
        <p:nvCxnSpPr>
          <p:cNvPr id="324" name="Shape 324"/>
          <p:cNvCxnSpPr/>
          <p:nvPr/>
        </p:nvCxnSpPr>
        <p:spPr>
          <a:xfrm>
            <a:off x="1187450" y="1916111"/>
            <a:ext cx="0" cy="4249737"/>
          </a:xfrm>
          <a:prstGeom prst="straightConnector1">
            <a:avLst/>
          </a:prstGeom>
          <a:noFill/>
          <a:ln cap="flat" cmpd="sng" w="9525">
            <a:solidFill>
              <a:schemeClr val="dk1"/>
            </a:solidFill>
            <a:prstDash val="solid"/>
            <a:miter/>
            <a:headEnd len="med" w="med" type="none"/>
            <a:tailEnd len="med" w="med" type="none"/>
          </a:ln>
        </p:spPr>
      </p:cxnSp>
      <p:cxnSp>
        <p:nvCxnSpPr>
          <p:cNvPr id="325" name="Shape 325"/>
          <p:cNvCxnSpPr/>
          <p:nvPr/>
        </p:nvCxnSpPr>
        <p:spPr>
          <a:xfrm>
            <a:off x="1042987" y="5942012"/>
            <a:ext cx="7129461" cy="7937"/>
          </a:xfrm>
          <a:prstGeom prst="straightConnector1">
            <a:avLst/>
          </a:prstGeom>
          <a:noFill/>
          <a:ln cap="flat" cmpd="sng" w="28575">
            <a:solidFill>
              <a:schemeClr val="dk1"/>
            </a:solidFill>
            <a:prstDash val="solid"/>
            <a:miter/>
            <a:headEnd len="med" w="med" type="none"/>
            <a:tailEnd len="med" w="med" type="none"/>
          </a:ln>
        </p:spPr>
      </p:cxnSp>
      <p:cxnSp>
        <p:nvCxnSpPr>
          <p:cNvPr id="326" name="Shape 326"/>
          <p:cNvCxnSpPr/>
          <p:nvPr/>
        </p:nvCxnSpPr>
        <p:spPr>
          <a:xfrm>
            <a:off x="1187450" y="2420936"/>
            <a:ext cx="1152525" cy="3600450"/>
          </a:xfrm>
          <a:prstGeom prst="straightConnector1">
            <a:avLst/>
          </a:prstGeom>
          <a:noFill/>
          <a:ln cap="flat" cmpd="sng" w="41275">
            <a:solidFill>
              <a:schemeClr val="dk1"/>
            </a:solidFill>
            <a:prstDash val="solid"/>
            <a:miter/>
            <a:headEnd len="med" w="med" type="none"/>
            <a:tailEnd len="med" w="med" type="none"/>
          </a:ln>
        </p:spPr>
      </p:cxnSp>
      <p:sp>
        <p:nvSpPr>
          <p:cNvPr id="327" name="Shape 327"/>
          <p:cNvSpPr txBox="1"/>
          <p:nvPr/>
        </p:nvSpPr>
        <p:spPr>
          <a:xfrm>
            <a:off x="1116012" y="1844675"/>
            <a:ext cx="1079499" cy="431799"/>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0" i="0" lang="en-US" sz="1800" u="none" cap="none" strike="noStrike">
                <a:solidFill>
                  <a:schemeClr val="dk1"/>
                </a:solidFill>
                <a:latin typeface="Arial"/>
                <a:ea typeface="Arial"/>
                <a:cs typeface="Arial"/>
                <a:sym typeface="Arial"/>
              </a:rPr>
              <a:t>PRECIO</a:t>
            </a:r>
          </a:p>
        </p:txBody>
      </p:sp>
      <p:sp>
        <p:nvSpPr>
          <p:cNvPr id="328" name="Shape 328"/>
          <p:cNvSpPr txBox="1"/>
          <p:nvPr/>
        </p:nvSpPr>
        <p:spPr>
          <a:xfrm>
            <a:off x="7019925" y="5876925"/>
            <a:ext cx="1654174" cy="431799"/>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0" i="0" lang="en-US" sz="1800" u="none" cap="none" strike="noStrike">
                <a:solidFill>
                  <a:schemeClr val="dk1"/>
                </a:solidFill>
                <a:latin typeface="Arial"/>
                <a:ea typeface="Arial"/>
                <a:cs typeface="Arial"/>
                <a:sym typeface="Arial"/>
              </a:rPr>
              <a:t>CANTIDAD</a:t>
            </a:r>
          </a:p>
        </p:txBody>
      </p:sp>
      <p:cxnSp>
        <p:nvCxnSpPr>
          <p:cNvPr id="329" name="Shape 329"/>
          <p:cNvCxnSpPr/>
          <p:nvPr/>
        </p:nvCxnSpPr>
        <p:spPr>
          <a:xfrm>
            <a:off x="1187450" y="2420936"/>
            <a:ext cx="6553200" cy="3455986"/>
          </a:xfrm>
          <a:prstGeom prst="straightConnector1">
            <a:avLst/>
          </a:prstGeom>
          <a:noFill/>
          <a:ln cap="flat" cmpd="sng" w="41275">
            <a:solidFill>
              <a:srgbClr val="800000"/>
            </a:solidFill>
            <a:prstDash val="solid"/>
            <a:miter/>
            <a:headEnd len="med" w="med" type="none"/>
            <a:tailEnd len="med" w="med" type="none"/>
          </a:ln>
        </p:spPr>
      </p:cxnSp>
      <p:sp>
        <p:nvSpPr>
          <p:cNvPr id="330" name="Shape 330"/>
          <p:cNvSpPr txBox="1"/>
          <p:nvPr/>
        </p:nvSpPr>
        <p:spPr>
          <a:xfrm>
            <a:off x="5867400" y="1341437"/>
            <a:ext cx="2016124" cy="863599"/>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rgbClr val="006600"/>
              </a:buClr>
              <a:buSzPct val="25000"/>
              <a:buFont typeface="Cambria"/>
              <a:buNone/>
            </a:pPr>
            <a:r>
              <a:rPr b="0" i="0" lang="en-US" sz="2400" u="none" cap="none" strike="noStrike">
                <a:solidFill>
                  <a:srgbClr val="006600"/>
                </a:solidFill>
                <a:latin typeface="Cambria"/>
                <a:ea typeface="Cambria"/>
                <a:cs typeface="Cambria"/>
                <a:sym typeface="Cambria"/>
              </a:rPr>
              <a:t>GRUPO DE PRODUCTOS</a:t>
            </a:r>
          </a:p>
        </p:txBody>
      </p:sp>
      <p:cxnSp>
        <p:nvCxnSpPr>
          <p:cNvPr id="331" name="Shape 331"/>
          <p:cNvCxnSpPr/>
          <p:nvPr/>
        </p:nvCxnSpPr>
        <p:spPr>
          <a:xfrm flipH="1" rot="10800000">
            <a:off x="3708400" y="1341436"/>
            <a:ext cx="1727199" cy="574674"/>
          </a:xfrm>
          <a:prstGeom prst="straightConnector1">
            <a:avLst/>
          </a:prstGeom>
          <a:noFill/>
          <a:ln cap="flat" cmpd="sng" w="9525">
            <a:solidFill>
              <a:srgbClr val="FF0000"/>
            </a:solidFill>
            <a:prstDash val="solid"/>
            <a:miter/>
            <a:headEnd len="med" w="med" type="none"/>
            <a:tailEnd len="med" w="med" type="none"/>
          </a:ln>
        </p:spPr>
      </p:cxnSp>
      <p:cxnSp>
        <p:nvCxnSpPr>
          <p:cNvPr id="332" name="Shape 332"/>
          <p:cNvCxnSpPr/>
          <p:nvPr/>
        </p:nvCxnSpPr>
        <p:spPr>
          <a:xfrm>
            <a:off x="3708400" y="1268412"/>
            <a:ext cx="1223961" cy="720724"/>
          </a:xfrm>
          <a:prstGeom prst="straightConnector1">
            <a:avLst/>
          </a:prstGeom>
          <a:noFill/>
          <a:ln cap="flat" cmpd="sng" w="9525">
            <a:solidFill>
              <a:srgbClr val="FF0000"/>
            </a:solidFill>
            <a:prstDash val="solid"/>
            <a:miter/>
            <a:headEnd len="med" w="med" type="none"/>
            <a:tailEnd len="med" w="med" type="none"/>
          </a:ln>
        </p:spPr>
      </p:cxnSp>
      <p:sp>
        <p:nvSpPr>
          <p:cNvPr id="333" name="Shape 333"/>
          <p:cNvSpPr txBox="1"/>
          <p:nvPr/>
        </p:nvSpPr>
        <p:spPr>
          <a:xfrm>
            <a:off x="5292725" y="3789362"/>
            <a:ext cx="2016124" cy="863599"/>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rgbClr val="621A04"/>
              </a:buClr>
              <a:buSzPct val="25000"/>
              <a:buFont typeface="Arial"/>
              <a:buNone/>
            </a:pPr>
            <a:r>
              <a:rPr b="1" i="0" lang="en-US" sz="1400" u="none" cap="none" strike="noStrike">
                <a:solidFill>
                  <a:srgbClr val="621A04"/>
                </a:solidFill>
                <a:latin typeface="Arial"/>
                <a:ea typeface="Arial"/>
                <a:cs typeface="Arial"/>
                <a:sym typeface="Arial"/>
              </a:rPr>
              <a:t>DEMANDA DIRIGIDA AL </a:t>
            </a:r>
          </a:p>
          <a:p>
            <a:pPr indent="0" lvl="0" marL="0" marR="0" rtl="0" algn="ctr">
              <a:lnSpc>
                <a:spcPct val="100000"/>
              </a:lnSpc>
              <a:spcBef>
                <a:spcPts val="0"/>
              </a:spcBef>
              <a:spcAft>
                <a:spcPts val="0"/>
              </a:spcAft>
              <a:buClr>
                <a:srgbClr val="621A04"/>
              </a:buClr>
              <a:buSzPct val="25000"/>
              <a:buFont typeface="Arial"/>
              <a:buNone/>
            </a:pPr>
            <a:r>
              <a:rPr b="1" i="0" lang="en-US" sz="1400" u="none" cap="none" strike="noStrike">
                <a:solidFill>
                  <a:srgbClr val="621A04"/>
                </a:solidFill>
                <a:latin typeface="Arial"/>
                <a:ea typeface="Arial"/>
                <a:cs typeface="Arial"/>
                <a:sym typeface="Arial"/>
              </a:rPr>
              <a:t>GRUPO DE PRODUCTOS</a:t>
            </a:r>
          </a:p>
          <a:p>
            <a:pPr indent="0" lvl="0" marL="0" marR="0" rtl="0" algn="ctr">
              <a:lnSpc>
                <a:spcPct val="100000"/>
              </a:lnSpc>
              <a:spcBef>
                <a:spcPts val="0"/>
              </a:spcBef>
              <a:spcAft>
                <a:spcPts val="0"/>
              </a:spcAft>
              <a:buClr>
                <a:srgbClr val="621A04"/>
              </a:buClr>
              <a:buSzPct val="25000"/>
              <a:buFont typeface="Arial"/>
              <a:buNone/>
            </a:pPr>
            <a:r>
              <a:rPr b="1" i="0" lang="en-US" sz="1400" u="none" cap="none" strike="noStrike">
                <a:solidFill>
                  <a:srgbClr val="621A04"/>
                </a:solidFill>
                <a:latin typeface="Arial"/>
                <a:ea typeface="Arial"/>
                <a:cs typeface="Arial"/>
                <a:sym typeface="Arial"/>
              </a:rPr>
              <a:t>(5 empresas)</a:t>
            </a:r>
          </a:p>
        </p:txBody>
      </p:sp>
      <p:cxnSp>
        <p:nvCxnSpPr>
          <p:cNvPr id="334" name="Shape 334"/>
          <p:cNvCxnSpPr/>
          <p:nvPr/>
        </p:nvCxnSpPr>
        <p:spPr>
          <a:xfrm>
            <a:off x="1187450" y="3644900"/>
            <a:ext cx="2879724" cy="2305050"/>
          </a:xfrm>
          <a:prstGeom prst="straightConnector1">
            <a:avLst/>
          </a:prstGeom>
          <a:noFill/>
          <a:ln cap="flat" cmpd="sng" w="41275">
            <a:solidFill>
              <a:srgbClr val="FF0000"/>
            </a:solidFill>
            <a:prstDash val="solid"/>
            <a:miter/>
            <a:headEnd len="med" w="med" type="none"/>
            <a:tailEnd len="med" w="med" type="none"/>
          </a:ln>
        </p:spPr>
      </p:cxnSp>
      <p:cxnSp>
        <p:nvCxnSpPr>
          <p:cNvPr id="335" name="Shape 335"/>
          <p:cNvCxnSpPr/>
          <p:nvPr/>
        </p:nvCxnSpPr>
        <p:spPr>
          <a:xfrm>
            <a:off x="1187450" y="4076700"/>
            <a:ext cx="3097211" cy="0"/>
          </a:xfrm>
          <a:prstGeom prst="straightConnector1">
            <a:avLst/>
          </a:prstGeom>
          <a:noFill/>
          <a:ln cap="flat" cmpd="sng" w="9525">
            <a:solidFill>
              <a:schemeClr val="dk1"/>
            </a:solidFill>
            <a:prstDash val="solid"/>
            <a:miter/>
            <a:headEnd len="med" w="med" type="none"/>
            <a:tailEnd len="med" w="med" type="none"/>
          </a:ln>
        </p:spPr>
      </p:cxnSp>
      <p:sp>
        <p:nvSpPr>
          <p:cNvPr id="336" name="Shape 336"/>
          <p:cNvSpPr txBox="1"/>
          <p:nvPr/>
        </p:nvSpPr>
        <p:spPr>
          <a:xfrm>
            <a:off x="252412" y="3860800"/>
            <a:ext cx="1079499" cy="431799"/>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0" i="0" lang="en-US" sz="1800" u="none" cap="none" strike="noStrike">
                <a:solidFill>
                  <a:schemeClr val="dk1"/>
                </a:solidFill>
                <a:latin typeface="Arial"/>
                <a:ea typeface="Arial"/>
                <a:cs typeface="Arial"/>
                <a:sym typeface="Arial"/>
              </a:rPr>
              <a:t>10 $/u</a:t>
            </a:r>
          </a:p>
        </p:txBody>
      </p:sp>
      <p:cxnSp>
        <p:nvCxnSpPr>
          <p:cNvPr id="337" name="Shape 337"/>
          <p:cNvCxnSpPr/>
          <p:nvPr/>
        </p:nvCxnSpPr>
        <p:spPr>
          <a:xfrm>
            <a:off x="4284662" y="4076700"/>
            <a:ext cx="0" cy="1873249"/>
          </a:xfrm>
          <a:prstGeom prst="straightConnector1">
            <a:avLst/>
          </a:prstGeom>
          <a:noFill/>
          <a:ln cap="flat" cmpd="sng" w="9525">
            <a:solidFill>
              <a:schemeClr val="dk1"/>
            </a:solidFill>
            <a:prstDash val="solid"/>
            <a:miter/>
            <a:headEnd len="med" w="med" type="none"/>
            <a:tailEnd len="med" w="med" type="none"/>
          </a:ln>
        </p:spPr>
      </p:cxnSp>
      <p:sp>
        <p:nvSpPr>
          <p:cNvPr id="338" name="Shape 338"/>
          <p:cNvSpPr txBox="1"/>
          <p:nvPr/>
        </p:nvSpPr>
        <p:spPr>
          <a:xfrm>
            <a:off x="3779837" y="5805487"/>
            <a:ext cx="1079499" cy="431799"/>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0" i="0" lang="en-US" sz="1800" u="none" cap="none" strike="noStrike">
                <a:solidFill>
                  <a:schemeClr val="dk1"/>
                </a:solidFill>
                <a:latin typeface="Arial"/>
                <a:ea typeface="Arial"/>
                <a:cs typeface="Arial"/>
                <a:sym typeface="Arial"/>
              </a:rPr>
              <a:t>1000 u</a:t>
            </a:r>
          </a:p>
        </p:txBody>
      </p:sp>
      <p:cxnSp>
        <p:nvCxnSpPr>
          <p:cNvPr id="339" name="Shape 339"/>
          <p:cNvCxnSpPr/>
          <p:nvPr/>
        </p:nvCxnSpPr>
        <p:spPr>
          <a:xfrm>
            <a:off x="1692275" y="4076700"/>
            <a:ext cx="0" cy="1873249"/>
          </a:xfrm>
          <a:prstGeom prst="straightConnector1">
            <a:avLst/>
          </a:prstGeom>
          <a:noFill/>
          <a:ln cap="flat" cmpd="sng" w="9525">
            <a:solidFill>
              <a:schemeClr val="dk1"/>
            </a:solidFill>
            <a:prstDash val="solid"/>
            <a:miter/>
            <a:headEnd len="med" w="med" type="none"/>
            <a:tailEnd len="med" w="med" type="none"/>
          </a:ln>
        </p:spPr>
      </p:cxnSp>
      <p:sp>
        <p:nvSpPr>
          <p:cNvPr id="340" name="Shape 340"/>
          <p:cNvSpPr txBox="1"/>
          <p:nvPr/>
        </p:nvSpPr>
        <p:spPr>
          <a:xfrm>
            <a:off x="1187450" y="5876925"/>
            <a:ext cx="1079499" cy="431799"/>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0" i="0" lang="en-US" sz="1800" u="none" cap="none" strike="noStrike">
                <a:solidFill>
                  <a:schemeClr val="dk1"/>
                </a:solidFill>
                <a:latin typeface="Arial"/>
                <a:ea typeface="Arial"/>
                <a:cs typeface="Arial"/>
                <a:sym typeface="Arial"/>
              </a:rPr>
              <a:t>200 u</a:t>
            </a:r>
          </a:p>
        </p:txBody>
      </p:sp>
      <p:sp>
        <p:nvSpPr>
          <p:cNvPr id="341" name="Shape 341"/>
          <p:cNvSpPr txBox="1"/>
          <p:nvPr/>
        </p:nvSpPr>
        <p:spPr>
          <a:xfrm>
            <a:off x="1619250" y="2636836"/>
            <a:ext cx="1296986" cy="792162"/>
          </a:xfrm>
          <a:prstGeom prst="rect">
            <a:avLst/>
          </a:prstGeom>
          <a:solidFill>
            <a:schemeClr val="lt1"/>
          </a:solid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1" i="0" lang="en-US" sz="1400" u="none" cap="none" strike="noStrike">
                <a:solidFill>
                  <a:schemeClr val="dk1"/>
                </a:solidFill>
                <a:latin typeface="Arial"/>
                <a:ea typeface="Arial"/>
                <a:cs typeface="Arial"/>
                <a:sym typeface="Arial"/>
              </a:rPr>
              <a:t>DEMANDA</a:t>
            </a:r>
          </a:p>
          <a:p>
            <a:pPr indent="0" lvl="0" marL="0" marR="0" rtl="0" algn="ctr">
              <a:lnSpc>
                <a:spcPct val="100000"/>
              </a:lnSpc>
              <a:spcBef>
                <a:spcPts val="0"/>
              </a:spcBef>
              <a:spcAft>
                <a:spcPts val="0"/>
              </a:spcAft>
              <a:buClr>
                <a:schemeClr val="dk1"/>
              </a:buClr>
              <a:buSzPct val="25000"/>
              <a:buFont typeface="Arial"/>
              <a:buNone/>
            </a:pPr>
            <a:r>
              <a:rPr b="1" i="0" lang="en-US" sz="1400" u="none" cap="none" strike="noStrike">
                <a:solidFill>
                  <a:schemeClr val="dk1"/>
                </a:solidFill>
                <a:latin typeface="Arial"/>
                <a:ea typeface="Arial"/>
                <a:cs typeface="Arial"/>
                <a:sym typeface="Arial"/>
              </a:rPr>
              <a:t>PROPORCIONAL</a:t>
            </a:r>
          </a:p>
          <a:p>
            <a:pPr indent="0" lvl="0" marL="0" marR="0" rtl="0" algn="ctr">
              <a:lnSpc>
                <a:spcPct val="100000"/>
              </a:lnSpc>
              <a:spcBef>
                <a:spcPts val="0"/>
              </a:spcBef>
              <a:spcAft>
                <a:spcPts val="0"/>
              </a:spcAft>
              <a:buClr>
                <a:schemeClr val="dk1"/>
              </a:buClr>
              <a:buSzPct val="25000"/>
              <a:buFont typeface="Arial"/>
              <a:buNone/>
            </a:pPr>
            <a:r>
              <a:rPr b="1" i="0" lang="en-US" sz="1400" u="none" cap="none" strike="noStrike">
                <a:solidFill>
                  <a:schemeClr val="dk1"/>
                </a:solidFill>
                <a:latin typeface="Arial"/>
                <a:ea typeface="Arial"/>
                <a:cs typeface="Arial"/>
                <a:sym typeface="Arial"/>
              </a:rPr>
              <a:t>A cada empresa</a:t>
            </a:r>
          </a:p>
        </p:txBody>
      </p:sp>
      <p:cxnSp>
        <p:nvCxnSpPr>
          <p:cNvPr id="342" name="Shape 342"/>
          <p:cNvCxnSpPr/>
          <p:nvPr/>
        </p:nvCxnSpPr>
        <p:spPr>
          <a:xfrm rot="10800000">
            <a:off x="1331912" y="5661025"/>
            <a:ext cx="287337" cy="0"/>
          </a:xfrm>
          <a:prstGeom prst="straightConnector1">
            <a:avLst/>
          </a:prstGeom>
          <a:noFill/>
          <a:ln cap="flat" cmpd="sng" w="38100">
            <a:solidFill>
              <a:srgbClr val="FF0000"/>
            </a:solidFill>
            <a:prstDash val="solid"/>
            <a:miter/>
            <a:headEnd len="med" w="med" type="none"/>
            <a:tailEnd len="lg" w="lg" type="triangle"/>
          </a:ln>
        </p:spPr>
      </p:cxnSp>
      <p:cxnSp>
        <p:nvCxnSpPr>
          <p:cNvPr id="343" name="Shape 343"/>
          <p:cNvCxnSpPr/>
          <p:nvPr/>
        </p:nvCxnSpPr>
        <p:spPr>
          <a:xfrm>
            <a:off x="1692275" y="5661025"/>
            <a:ext cx="431799" cy="0"/>
          </a:xfrm>
          <a:prstGeom prst="straightConnector1">
            <a:avLst/>
          </a:prstGeom>
          <a:noFill/>
          <a:ln cap="flat" cmpd="sng" w="34925">
            <a:solidFill>
              <a:srgbClr val="FF0000"/>
            </a:solidFill>
            <a:prstDash val="solid"/>
            <a:miter/>
            <a:headEnd len="med" w="med" type="none"/>
            <a:tailEnd len="lg" w="lg" type="triangle"/>
          </a:ln>
        </p:spPr>
      </p:cxnSp>
      <p:sp>
        <p:nvSpPr>
          <p:cNvPr id="344" name="Shape 344"/>
          <p:cNvSpPr txBox="1"/>
          <p:nvPr/>
        </p:nvSpPr>
        <p:spPr>
          <a:xfrm>
            <a:off x="3563937" y="4724400"/>
            <a:ext cx="1584325" cy="647700"/>
          </a:xfrm>
          <a:prstGeom prst="rect">
            <a:avLst/>
          </a:prstGeom>
          <a:solidFill>
            <a:schemeClr val="lt1"/>
          </a:solidFill>
          <a:ln>
            <a:noFill/>
          </a:ln>
        </p:spPr>
        <p:txBody>
          <a:bodyPr anchorCtr="0" anchor="ctr" bIns="45700" lIns="91425" rIns="91425" tIns="45700">
            <a:noAutofit/>
          </a:bodyPr>
          <a:lstStyle/>
          <a:p>
            <a:pPr indent="0" lvl="0" marL="0" marR="0" rtl="0" algn="ctr">
              <a:lnSpc>
                <a:spcPct val="100000"/>
              </a:lnSpc>
              <a:spcBef>
                <a:spcPts val="0"/>
              </a:spcBef>
              <a:spcAft>
                <a:spcPts val="0"/>
              </a:spcAft>
              <a:buClr>
                <a:srgbClr val="EC1914"/>
              </a:buClr>
              <a:buSzPct val="25000"/>
              <a:buFont typeface="Arial"/>
              <a:buNone/>
            </a:pPr>
            <a:r>
              <a:rPr b="1" i="0" lang="en-US" sz="1400" u="none" cap="none" strike="noStrike">
                <a:solidFill>
                  <a:srgbClr val="EC1914"/>
                </a:solidFill>
                <a:latin typeface="Arial"/>
                <a:ea typeface="Arial"/>
                <a:cs typeface="Arial"/>
                <a:sym typeface="Arial"/>
              </a:rPr>
              <a:t>DEMANDA </a:t>
            </a:r>
          </a:p>
          <a:p>
            <a:pPr indent="0" lvl="0" marL="0" marR="0" rtl="0" algn="ctr">
              <a:lnSpc>
                <a:spcPct val="100000"/>
              </a:lnSpc>
              <a:spcBef>
                <a:spcPts val="0"/>
              </a:spcBef>
              <a:spcAft>
                <a:spcPts val="0"/>
              </a:spcAft>
              <a:buClr>
                <a:srgbClr val="EC1914"/>
              </a:buClr>
              <a:buSzPct val="25000"/>
              <a:buFont typeface="Arial"/>
              <a:buNone/>
            </a:pPr>
            <a:r>
              <a:rPr b="1" i="0" lang="en-US" sz="1400" u="none" cap="none" strike="noStrike">
                <a:solidFill>
                  <a:srgbClr val="EC1914"/>
                </a:solidFill>
                <a:latin typeface="Arial"/>
                <a:ea typeface="Arial"/>
                <a:cs typeface="Arial"/>
                <a:sym typeface="Arial"/>
              </a:rPr>
              <a:t>PERCIBIDA POR </a:t>
            </a:r>
          </a:p>
          <a:p>
            <a:pPr indent="0" lvl="0" marL="0" marR="0" rtl="0" algn="ctr">
              <a:lnSpc>
                <a:spcPct val="100000"/>
              </a:lnSpc>
              <a:spcBef>
                <a:spcPts val="0"/>
              </a:spcBef>
              <a:spcAft>
                <a:spcPts val="0"/>
              </a:spcAft>
              <a:buClr>
                <a:srgbClr val="EC1914"/>
              </a:buClr>
              <a:buSzPct val="25000"/>
              <a:buFont typeface="Arial"/>
              <a:buNone/>
            </a:pPr>
            <a:r>
              <a:rPr b="1" i="0" lang="en-US" sz="1400" u="none" cap="none" strike="noStrike">
                <a:solidFill>
                  <a:srgbClr val="EC1914"/>
                </a:solidFill>
                <a:latin typeface="Arial"/>
                <a:ea typeface="Arial"/>
                <a:cs typeface="Arial"/>
                <a:sym typeface="Arial"/>
              </a:rPr>
              <a:t>CADA EMPRESA</a:t>
            </a:r>
          </a:p>
        </p:txBody>
      </p:sp>
      <p:sp>
        <p:nvSpPr>
          <p:cNvPr id="345" name="Shape 345"/>
          <p:cNvSpPr txBox="1"/>
          <p:nvPr/>
        </p:nvSpPr>
        <p:spPr>
          <a:xfrm>
            <a:off x="323850" y="3573462"/>
            <a:ext cx="1079499" cy="431799"/>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0" i="0" lang="en-US" sz="1800" u="none" cap="none" strike="noStrike">
                <a:solidFill>
                  <a:schemeClr val="dk1"/>
                </a:solidFill>
                <a:latin typeface="Arial"/>
                <a:ea typeface="Arial"/>
                <a:cs typeface="Arial"/>
                <a:sym typeface="Arial"/>
              </a:rPr>
              <a:t>11 $/u</a:t>
            </a:r>
          </a:p>
        </p:txBody>
      </p:sp>
      <p:cxnSp>
        <p:nvCxnSpPr>
          <p:cNvPr id="346" name="Shape 346"/>
          <p:cNvCxnSpPr/>
          <p:nvPr/>
        </p:nvCxnSpPr>
        <p:spPr>
          <a:xfrm>
            <a:off x="1331912" y="3789362"/>
            <a:ext cx="0" cy="2160586"/>
          </a:xfrm>
          <a:prstGeom prst="straightConnector1">
            <a:avLst/>
          </a:prstGeom>
          <a:noFill/>
          <a:ln cap="flat" cmpd="sng" w="9525">
            <a:solidFill>
              <a:schemeClr val="dk1"/>
            </a:solidFill>
            <a:prstDash val="solid"/>
            <a:miter/>
            <a:headEnd len="med" w="med" type="none"/>
            <a:tailEnd len="med" w="med" type="none"/>
          </a:ln>
        </p:spPr>
      </p:cxnSp>
      <p:cxnSp>
        <p:nvCxnSpPr>
          <p:cNvPr id="347" name="Shape 347"/>
          <p:cNvCxnSpPr/>
          <p:nvPr/>
        </p:nvCxnSpPr>
        <p:spPr>
          <a:xfrm>
            <a:off x="1187450" y="3789362"/>
            <a:ext cx="431799" cy="0"/>
          </a:xfrm>
          <a:prstGeom prst="straightConnector1">
            <a:avLst/>
          </a:prstGeom>
          <a:noFill/>
          <a:ln cap="flat" cmpd="sng" w="9525">
            <a:solidFill>
              <a:schemeClr val="dk1"/>
            </a:solidFill>
            <a:prstDash val="solid"/>
            <a:miter/>
            <a:headEnd len="med" w="med" type="none"/>
            <a:tailEnd len="med" w="med" type="none"/>
          </a:ln>
        </p:spPr>
      </p:cxnSp>
      <p:cxnSp>
        <p:nvCxnSpPr>
          <p:cNvPr id="348" name="Shape 348"/>
          <p:cNvCxnSpPr/>
          <p:nvPr/>
        </p:nvCxnSpPr>
        <p:spPr>
          <a:xfrm>
            <a:off x="2124075" y="4437062"/>
            <a:ext cx="0" cy="1512886"/>
          </a:xfrm>
          <a:prstGeom prst="straightConnector1">
            <a:avLst/>
          </a:prstGeom>
          <a:noFill/>
          <a:ln cap="flat" cmpd="sng" w="9525">
            <a:solidFill>
              <a:schemeClr val="dk1"/>
            </a:solidFill>
            <a:prstDash val="solid"/>
            <a:miter/>
            <a:headEnd len="med" w="med" type="none"/>
            <a:tailEnd len="med" w="med" type="none"/>
          </a:ln>
        </p:spPr>
      </p:cxnSp>
      <p:cxnSp>
        <p:nvCxnSpPr>
          <p:cNvPr id="349" name="Shape 349"/>
          <p:cNvCxnSpPr/>
          <p:nvPr/>
        </p:nvCxnSpPr>
        <p:spPr>
          <a:xfrm>
            <a:off x="1187450" y="4437062"/>
            <a:ext cx="936624" cy="0"/>
          </a:xfrm>
          <a:prstGeom prst="straightConnector1">
            <a:avLst/>
          </a:prstGeom>
          <a:noFill/>
          <a:ln cap="flat" cmpd="sng" w="9525">
            <a:solidFill>
              <a:schemeClr val="dk1"/>
            </a:solidFill>
            <a:prstDash val="solid"/>
            <a:miter/>
            <a:headEnd len="med" w="med" type="none"/>
            <a:tailEnd len="med" w="med" type="none"/>
          </a:ln>
        </p:spPr>
      </p:cxnSp>
      <p:sp>
        <p:nvSpPr>
          <p:cNvPr id="350" name="Shape 350"/>
          <p:cNvSpPr txBox="1"/>
          <p:nvPr/>
        </p:nvSpPr>
        <p:spPr>
          <a:xfrm>
            <a:off x="3419475" y="2133600"/>
            <a:ext cx="5724524" cy="1439862"/>
          </a:xfrm>
          <a:prstGeom prst="rect">
            <a:avLst/>
          </a:prstGeom>
          <a:solidFill>
            <a:srgbClr val="FFFF99">
              <a:alpha val="21960"/>
            </a:srgbClr>
          </a:solidFill>
          <a:ln cap="flat" cmpd="sng" w="9525">
            <a:solidFill>
              <a:schemeClr val="dk1"/>
            </a:solidFill>
            <a:prstDash val="solid"/>
            <a:miter/>
            <a:headEnd len="med" w="med" type="none"/>
            <a:tailEnd len="med" w="med" type="none"/>
          </a:ln>
        </p:spPr>
        <p:txBody>
          <a:bodyPr anchorCtr="0" anchor="ctr" bIns="45700" lIns="91425" rIns="91425" tIns="45700">
            <a:noAutofit/>
          </a:bodyPr>
          <a:lstStyle/>
          <a:p>
            <a:pPr indent="0" lvl="0" marL="0" marR="0" rtl="0" algn="l">
              <a:lnSpc>
                <a:spcPct val="100000"/>
              </a:lnSpc>
              <a:spcBef>
                <a:spcPts val="0"/>
              </a:spcBef>
              <a:spcAft>
                <a:spcPts val="0"/>
              </a:spcAft>
              <a:buClr>
                <a:schemeClr val="dk1"/>
              </a:buClr>
              <a:buSzPct val="25000"/>
              <a:buFont typeface="Cambria"/>
              <a:buNone/>
            </a:pPr>
            <a:r>
              <a:rPr b="0" i="0" lang="en-US" sz="1400" u="none" cap="none" strike="noStrike">
                <a:solidFill>
                  <a:schemeClr val="dk1"/>
                </a:solidFill>
                <a:latin typeface="Cambria"/>
                <a:ea typeface="Cambria"/>
                <a:cs typeface="Cambria"/>
                <a:sym typeface="Cambria"/>
              </a:rPr>
              <a:t>Una de las características del mercado de competencia monopolística es </a:t>
            </a:r>
          </a:p>
          <a:p>
            <a:pPr indent="0" lvl="0" marL="0" marR="0" rtl="0" algn="l">
              <a:lnSpc>
                <a:spcPct val="100000"/>
              </a:lnSpc>
              <a:spcBef>
                <a:spcPts val="0"/>
              </a:spcBef>
              <a:spcAft>
                <a:spcPts val="0"/>
              </a:spcAft>
              <a:buClr>
                <a:schemeClr val="dk1"/>
              </a:buClr>
              <a:buSzPct val="25000"/>
              <a:buFont typeface="Cambria"/>
              <a:buNone/>
            </a:pPr>
            <a:r>
              <a:rPr b="0" i="0" lang="en-US" sz="1400" u="none" cap="none" strike="noStrike">
                <a:solidFill>
                  <a:schemeClr val="dk1"/>
                </a:solidFill>
                <a:latin typeface="Cambria"/>
                <a:ea typeface="Cambria"/>
                <a:cs typeface="Cambria"/>
                <a:sym typeface="Cambria"/>
              </a:rPr>
              <a:t>la diferenciación del producto, es decir, los productos son muy parecidos</a:t>
            </a:r>
          </a:p>
          <a:p>
            <a:pPr indent="0" lvl="0" marL="0" marR="0" rtl="0" algn="l">
              <a:lnSpc>
                <a:spcPct val="100000"/>
              </a:lnSpc>
              <a:spcBef>
                <a:spcPts val="0"/>
              </a:spcBef>
              <a:spcAft>
                <a:spcPts val="0"/>
              </a:spcAft>
              <a:buClr>
                <a:schemeClr val="dk1"/>
              </a:buClr>
              <a:buSzPct val="25000"/>
              <a:buFont typeface="Cambria"/>
              <a:buNone/>
            </a:pPr>
            <a:r>
              <a:rPr b="0" i="0" lang="en-US" sz="1400" u="none" cap="none" strike="noStrike">
                <a:solidFill>
                  <a:schemeClr val="dk1"/>
                </a:solidFill>
                <a:latin typeface="Cambria"/>
                <a:ea typeface="Cambria"/>
                <a:cs typeface="Cambria"/>
                <a:sym typeface="Cambria"/>
              </a:rPr>
              <a:t>entre sí y cubren la misma necesidad, pero no son exactamente iguales.</a:t>
            </a:r>
          </a:p>
          <a:p>
            <a:pPr indent="0" lvl="0" marL="0" marR="0" rtl="0" algn="l">
              <a:lnSpc>
                <a:spcPct val="100000"/>
              </a:lnSpc>
              <a:spcBef>
                <a:spcPts val="0"/>
              </a:spcBef>
              <a:spcAft>
                <a:spcPts val="0"/>
              </a:spcAft>
              <a:buClr>
                <a:schemeClr val="dk1"/>
              </a:buClr>
              <a:buSzPct val="25000"/>
              <a:buFont typeface="Cambria"/>
              <a:buNone/>
            </a:pPr>
            <a:r>
              <a:rPr b="0" i="0" lang="en-US" sz="1400" u="none" cap="none" strike="noStrike">
                <a:solidFill>
                  <a:schemeClr val="dk1"/>
                </a:solidFill>
                <a:latin typeface="Cambria"/>
                <a:ea typeface="Cambria"/>
                <a:cs typeface="Cambria"/>
                <a:sym typeface="Cambria"/>
              </a:rPr>
              <a:t>Por lo tanto, utilizar el término industria podría resultar confuso.</a:t>
            </a:r>
            <a:r>
              <a:rPr b="0" i="0" lang="en-US" sz="1800" u="none" cap="none" strike="noStrike">
                <a:solidFill>
                  <a:schemeClr val="dk1"/>
                </a:solidFill>
                <a:latin typeface="Arial"/>
                <a:ea typeface="Arial"/>
                <a:cs typeface="Arial"/>
                <a:sym typeface="Arial"/>
              </a:rPr>
              <a:t> </a:t>
            </a:r>
            <a:r>
              <a:rPr b="0" i="0" lang="en-US" sz="1400" u="none" cap="none" strike="noStrike">
                <a:solidFill>
                  <a:schemeClr val="dk1"/>
                </a:solidFill>
                <a:latin typeface="Cambria"/>
                <a:ea typeface="Cambria"/>
                <a:cs typeface="Cambria"/>
                <a:sym typeface="Cambria"/>
              </a:rPr>
              <a:t> </a:t>
            </a:r>
          </a:p>
        </p:txBody>
      </p:sp>
      <p:sp>
        <p:nvSpPr>
          <p:cNvPr id="351" name="Shape 351"/>
          <p:cNvSpPr txBox="1"/>
          <p:nvPr/>
        </p:nvSpPr>
        <p:spPr>
          <a:xfrm>
            <a:off x="323850" y="4149725"/>
            <a:ext cx="1079499" cy="431799"/>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0" i="0" lang="en-US" sz="1800" u="none" cap="none" strike="noStrike">
                <a:solidFill>
                  <a:schemeClr val="dk1"/>
                </a:solidFill>
                <a:latin typeface="Arial"/>
                <a:ea typeface="Arial"/>
                <a:cs typeface="Arial"/>
                <a:sym typeface="Arial"/>
              </a:rPr>
              <a:t>9 $/u</a:t>
            </a:r>
          </a:p>
        </p:txBody>
      </p:sp>
      <p:pic>
        <p:nvPicPr>
          <p:cNvPr id="352" name="Shape 352"/>
          <p:cNvPicPr preferRelativeResize="0"/>
          <p:nvPr>
            <p:ph idx="4294967295" type="body"/>
          </p:nvPr>
        </p:nvPicPr>
        <p:blipFill rotWithShape="1">
          <a:blip r:embed="rId3">
            <a:alphaModFix/>
          </a:blip>
          <a:srcRect b="0" l="0" r="0" t="0"/>
          <a:stretch/>
        </p:blipFill>
        <p:spPr>
          <a:xfrm>
            <a:off x="4932362" y="333375"/>
            <a:ext cx="3009899" cy="609599"/>
          </a:xfrm>
          <a:prstGeom prst="rect">
            <a:avLst/>
          </a:prstGeom>
          <a:noFill/>
          <a:ln>
            <a:noFill/>
          </a:ln>
        </p:spPr>
      </p:pic>
    </p:spTree>
  </p:cSld>
  <p:clrMapOvr>
    <a:masterClrMapping/>
  </p:clrMapOvr>
  <p:transition spd="slow">
    <p:cut/>
  </p:transition>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356" name="Shape 356"/>
        <p:cNvGrpSpPr/>
        <p:nvPr/>
      </p:nvGrpSpPr>
      <p:grpSpPr>
        <a:xfrm>
          <a:off x="0" y="0"/>
          <a:ext cx="0" cy="0"/>
          <a:chOff x="0" y="0"/>
          <a:chExt cx="0" cy="0"/>
        </a:xfrm>
      </p:grpSpPr>
      <p:sp>
        <p:nvSpPr>
          <p:cNvPr id="357" name="Shape 357"/>
          <p:cNvSpPr txBox="1"/>
          <p:nvPr>
            <p:ph idx="4294967295" type="title"/>
          </p:nvPr>
        </p:nvSpPr>
        <p:spPr>
          <a:xfrm>
            <a:off x="107950" y="115886"/>
            <a:ext cx="4321174" cy="1577975"/>
          </a:xfrm>
          <a:prstGeom prst="rect">
            <a:avLst/>
          </a:prstGeom>
          <a:noFill/>
          <a:ln>
            <a:noFill/>
          </a:ln>
        </p:spPr>
        <p:txBody>
          <a:bodyPr anchorCtr="0" anchor="b" bIns="45700" lIns="91425" rIns="91425" tIns="45700">
            <a:noAutofit/>
          </a:bodyPr>
          <a:lstStyle/>
          <a:p>
            <a:pPr indent="0" lvl="0" marL="0" marR="0" rtl="0" algn="ctr">
              <a:lnSpc>
                <a:spcPct val="100000"/>
              </a:lnSpc>
              <a:spcBef>
                <a:spcPts val="0"/>
              </a:spcBef>
              <a:spcAft>
                <a:spcPts val="0"/>
              </a:spcAft>
              <a:buClr>
                <a:srgbClr val="006600"/>
              </a:buClr>
              <a:buSzPct val="25000"/>
              <a:buFont typeface="Arial"/>
              <a:buNone/>
            </a:pPr>
            <a:r>
              <a:rPr b="1" i="0" lang="en-US" sz="3500" u="none" cap="none" strike="noStrike">
                <a:solidFill>
                  <a:srgbClr val="006600"/>
                </a:solidFill>
                <a:latin typeface="Arial"/>
                <a:ea typeface="Arial"/>
                <a:cs typeface="Arial"/>
                <a:sym typeface="Arial"/>
              </a:rPr>
              <a:t>COMPETENCIA MONOPOLISTICA</a:t>
            </a:r>
            <a:br>
              <a:rPr b="1" i="0" lang="en-US" sz="3500" u="none" cap="none" strike="noStrike">
                <a:solidFill>
                  <a:srgbClr val="006600"/>
                </a:solidFill>
                <a:latin typeface="Arial"/>
                <a:ea typeface="Arial"/>
                <a:cs typeface="Arial"/>
                <a:sym typeface="Arial"/>
              </a:rPr>
            </a:br>
            <a:r>
              <a:rPr b="1" i="0" lang="en-US" sz="2000" u="none" cap="none" strike="noStrike">
                <a:solidFill>
                  <a:srgbClr val="006600"/>
                </a:solidFill>
                <a:latin typeface="Arial"/>
                <a:ea typeface="Arial"/>
                <a:cs typeface="Arial"/>
                <a:sym typeface="Arial"/>
              </a:rPr>
              <a:t>BENEFICIO</a:t>
            </a:r>
          </a:p>
        </p:txBody>
      </p:sp>
      <p:sp>
        <p:nvSpPr>
          <p:cNvPr id="358" name="Shape 358"/>
          <p:cNvSpPr txBox="1"/>
          <p:nvPr>
            <p:ph idx="4294967295" type="body"/>
          </p:nvPr>
        </p:nvSpPr>
        <p:spPr>
          <a:xfrm>
            <a:off x="4932362" y="1700211"/>
            <a:ext cx="3970337" cy="4411661"/>
          </a:xfrm>
          <a:prstGeom prst="rect">
            <a:avLst/>
          </a:prstGeom>
          <a:noFill/>
          <a:ln>
            <a:noFill/>
          </a:ln>
        </p:spPr>
        <p:txBody>
          <a:bodyPr anchorCtr="0" anchor="t" bIns="45700" lIns="91425" rIns="91425" tIns="45700">
            <a:noAutofit/>
          </a:bodyPr>
          <a:lstStyle/>
          <a:p>
            <a:pPr indent="-342900" lvl="0" marL="342900" marR="0" rtl="0" algn="l">
              <a:lnSpc>
                <a:spcPct val="100000"/>
              </a:lnSpc>
              <a:spcBef>
                <a:spcPts val="0"/>
              </a:spcBef>
              <a:spcAft>
                <a:spcPts val="0"/>
              </a:spcAft>
              <a:buClr>
                <a:schemeClr val="dk2"/>
              </a:buClr>
              <a:buSzPct val="25000"/>
              <a:buFont typeface="Noto Symbol"/>
              <a:buNone/>
            </a:pPr>
            <a:r>
              <a:rPr b="0" i="0" lang="en-US" sz="2000" u="none" cap="none" strike="noStrike">
                <a:solidFill>
                  <a:schemeClr val="dk1"/>
                </a:solidFill>
                <a:latin typeface="Cambria"/>
                <a:ea typeface="Cambria"/>
                <a:cs typeface="Cambria"/>
                <a:sym typeface="Cambria"/>
              </a:rPr>
              <a:t>Si </a:t>
            </a:r>
            <a:r>
              <a:rPr b="1" i="0" lang="en-US" sz="2000" u="none" cap="none" strike="noStrike">
                <a:solidFill>
                  <a:srgbClr val="4A23DB"/>
                </a:solidFill>
                <a:latin typeface="Cambria"/>
                <a:ea typeface="Cambria"/>
                <a:cs typeface="Cambria"/>
                <a:sym typeface="Cambria"/>
              </a:rPr>
              <a:t>el precio</a:t>
            </a:r>
            <a:r>
              <a:rPr b="0" i="0" lang="en-US" sz="2000" u="none" cap="none" strike="noStrike">
                <a:solidFill>
                  <a:schemeClr val="dk1"/>
                </a:solidFill>
                <a:latin typeface="Cambria"/>
                <a:ea typeface="Cambria"/>
                <a:cs typeface="Cambria"/>
                <a:sym typeface="Cambria"/>
              </a:rPr>
              <a:t> que determina la curva de demanda es </a:t>
            </a:r>
            <a:r>
              <a:rPr b="1" i="0" lang="en-US" sz="2000" u="none" cap="none" strike="noStrike">
                <a:solidFill>
                  <a:srgbClr val="4A23DB"/>
                </a:solidFill>
                <a:latin typeface="Cambria"/>
                <a:ea typeface="Cambria"/>
                <a:cs typeface="Cambria"/>
                <a:sym typeface="Cambria"/>
              </a:rPr>
              <a:t>superior </a:t>
            </a:r>
            <a:r>
              <a:rPr b="0" i="0" lang="en-US" sz="2000" u="none" cap="none" strike="noStrike">
                <a:solidFill>
                  <a:schemeClr val="dk1"/>
                </a:solidFill>
                <a:latin typeface="Cambria"/>
                <a:ea typeface="Cambria"/>
                <a:cs typeface="Cambria"/>
                <a:sym typeface="Cambria"/>
              </a:rPr>
              <a:t>al </a:t>
            </a:r>
            <a:r>
              <a:rPr b="1" i="0" lang="en-US" sz="2000" u="none" cap="none" strike="noStrike">
                <a:solidFill>
                  <a:srgbClr val="4A23DB"/>
                </a:solidFill>
                <a:latin typeface="Cambria"/>
                <a:ea typeface="Cambria"/>
                <a:cs typeface="Cambria"/>
                <a:sym typeface="Cambria"/>
              </a:rPr>
              <a:t>costo total medio</a:t>
            </a:r>
            <a:r>
              <a:rPr b="0" i="0" lang="en-US" sz="2000" u="none" cap="none" strike="noStrike">
                <a:solidFill>
                  <a:schemeClr val="dk1"/>
                </a:solidFill>
                <a:latin typeface="Cambria"/>
                <a:ea typeface="Cambria"/>
                <a:cs typeface="Cambria"/>
                <a:sym typeface="Cambria"/>
              </a:rPr>
              <a:t> la empresa obtendrá </a:t>
            </a:r>
            <a:r>
              <a:rPr b="1" i="0" lang="en-US" sz="2000" u="none" cap="none" strike="noStrike">
                <a:solidFill>
                  <a:srgbClr val="4A23DB"/>
                </a:solidFill>
                <a:latin typeface="Cambria"/>
                <a:ea typeface="Cambria"/>
                <a:cs typeface="Cambria"/>
                <a:sym typeface="Cambria"/>
              </a:rPr>
              <a:t>beneficios</a:t>
            </a:r>
            <a:r>
              <a:rPr b="0" i="0" lang="en-US" sz="2000" u="none" cap="none" strike="noStrike">
                <a:solidFill>
                  <a:schemeClr val="dk1"/>
                </a:solidFill>
                <a:latin typeface="Cambria"/>
                <a:ea typeface="Cambria"/>
                <a:cs typeface="Cambria"/>
                <a:sym typeface="Cambria"/>
              </a:rPr>
              <a:t>, si por el contrario el es inferior la empresa incurrirá en </a:t>
            </a:r>
            <a:r>
              <a:rPr b="1" i="0" lang="en-US" sz="2000" u="none" cap="none" strike="noStrike">
                <a:solidFill>
                  <a:srgbClr val="4A23DB"/>
                </a:solidFill>
                <a:latin typeface="Cambria"/>
                <a:ea typeface="Cambria"/>
                <a:cs typeface="Cambria"/>
                <a:sym typeface="Cambria"/>
              </a:rPr>
              <a:t>pérdidas</a:t>
            </a:r>
            <a:r>
              <a:rPr b="0" i="0" lang="en-US" sz="2000" u="none" cap="none" strike="noStrike">
                <a:solidFill>
                  <a:schemeClr val="dk1"/>
                </a:solidFill>
                <a:latin typeface="Cambria"/>
                <a:ea typeface="Cambria"/>
                <a:cs typeface="Cambria"/>
                <a:sym typeface="Cambria"/>
              </a:rPr>
              <a:t>.</a:t>
            </a:r>
          </a:p>
          <a:p>
            <a:pPr indent="-342900" lvl="0" marL="342900" marR="0" rtl="0" algn="l">
              <a:lnSpc>
                <a:spcPct val="100000"/>
              </a:lnSpc>
              <a:spcBef>
                <a:spcPts val="400"/>
              </a:spcBef>
              <a:spcAft>
                <a:spcPts val="0"/>
              </a:spcAft>
              <a:buClr>
                <a:schemeClr val="dk2"/>
              </a:buClr>
              <a:buSzPct val="25000"/>
              <a:buFont typeface="Noto Symbol"/>
              <a:buNone/>
            </a:pPr>
            <a:r>
              <a:rPr b="0" i="0" lang="en-US" sz="2000" u="none" cap="none" strike="noStrike">
                <a:solidFill>
                  <a:schemeClr val="dk1"/>
                </a:solidFill>
                <a:latin typeface="Cambria"/>
                <a:ea typeface="Cambria"/>
                <a:cs typeface="Cambria"/>
                <a:sym typeface="Cambria"/>
              </a:rPr>
              <a:t>A corto plazo el funcionamiento de este tipo de mercados se </a:t>
            </a:r>
            <a:r>
              <a:rPr b="1" i="0" lang="en-US" sz="2000" u="none" cap="none" strike="noStrike">
                <a:solidFill>
                  <a:srgbClr val="4A23DB"/>
                </a:solidFill>
                <a:latin typeface="Cambria"/>
                <a:ea typeface="Cambria"/>
                <a:cs typeface="Cambria"/>
                <a:sym typeface="Cambria"/>
              </a:rPr>
              <a:t>asemeja</a:t>
            </a:r>
            <a:r>
              <a:rPr b="0" i="0" lang="en-US" sz="2000" u="none" cap="none" strike="noStrike">
                <a:solidFill>
                  <a:schemeClr val="dk1"/>
                </a:solidFill>
                <a:latin typeface="Cambria"/>
                <a:ea typeface="Cambria"/>
                <a:cs typeface="Cambria"/>
                <a:sym typeface="Cambria"/>
              </a:rPr>
              <a:t> al del </a:t>
            </a:r>
            <a:r>
              <a:rPr b="1" i="0" lang="en-US" sz="2000" u="none" cap="none" strike="noStrike">
                <a:solidFill>
                  <a:srgbClr val="4A23DB"/>
                </a:solidFill>
                <a:latin typeface="Cambria"/>
                <a:ea typeface="Cambria"/>
                <a:cs typeface="Cambria"/>
                <a:sym typeface="Cambria"/>
              </a:rPr>
              <a:t>monopolio</a:t>
            </a:r>
            <a:r>
              <a:rPr b="0" i="0" lang="en-US" sz="2000" u="none" cap="none" strike="noStrike">
                <a:solidFill>
                  <a:schemeClr val="dk1"/>
                </a:solidFill>
                <a:latin typeface="Cambria"/>
                <a:ea typeface="Cambria"/>
                <a:cs typeface="Cambria"/>
                <a:sym typeface="Cambria"/>
              </a:rPr>
              <a:t>.</a:t>
            </a:r>
          </a:p>
        </p:txBody>
      </p:sp>
      <p:cxnSp>
        <p:nvCxnSpPr>
          <p:cNvPr id="359" name="Shape 359"/>
          <p:cNvCxnSpPr/>
          <p:nvPr/>
        </p:nvCxnSpPr>
        <p:spPr>
          <a:xfrm>
            <a:off x="1187450" y="1916111"/>
            <a:ext cx="0" cy="4249737"/>
          </a:xfrm>
          <a:prstGeom prst="straightConnector1">
            <a:avLst/>
          </a:prstGeom>
          <a:noFill/>
          <a:ln cap="flat" cmpd="sng" w="9525">
            <a:solidFill>
              <a:schemeClr val="dk1"/>
            </a:solidFill>
            <a:prstDash val="solid"/>
            <a:miter/>
            <a:headEnd len="med" w="med" type="none"/>
            <a:tailEnd len="med" w="med" type="none"/>
          </a:ln>
        </p:spPr>
      </p:cxnSp>
      <p:cxnSp>
        <p:nvCxnSpPr>
          <p:cNvPr id="360" name="Shape 360"/>
          <p:cNvCxnSpPr/>
          <p:nvPr/>
        </p:nvCxnSpPr>
        <p:spPr>
          <a:xfrm>
            <a:off x="1042987" y="5949950"/>
            <a:ext cx="4392611" cy="0"/>
          </a:xfrm>
          <a:prstGeom prst="straightConnector1">
            <a:avLst/>
          </a:prstGeom>
          <a:noFill/>
          <a:ln cap="flat" cmpd="sng" w="9525">
            <a:solidFill>
              <a:schemeClr val="dk1"/>
            </a:solidFill>
            <a:prstDash val="solid"/>
            <a:miter/>
            <a:headEnd len="med" w="med" type="none"/>
            <a:tailEnd len="med" w="med" type="none"/>
          </a:ln>
        </p:spPr>
      </p:cxnSp>
      <p:cxnSp>
        <p:nvCxnSpPr>
          <p:cNvPr id="361" name="Shape 361"/>
          <p:cNvCxnSpPr/>
          <p:nvPr/>
        </p:nvCxnSpPr>
        <p:spPr>
          <a:xfrm>
            <a:off x="1187450" y="2420936"/>
            <a:ext cx="3529012" cy="3529012"/>
          </a:xfrm>
          <a:prstGeom prst="straightConnector1">
            <a:avLst/>
          </a:prstGeom>
          <a:noFill/>
          <a:ln cap="flat" cmpd="sng" w="41275">
            <a:solidFill>
              <a:srgbClr val="FF9900"/>
            </a:solidFill>
            <a:prstDash val="solid"/>
            <a:miter/>
            <a:headEnd len="med" w="med" type="none"/>
            <a:tailEnd len="med" w="med" type="none"/>
          </a:ln>
        </p:spPr>
      </p:cxnSp>
      <p:sp>
        <p:nvSpPr>
          <p:cNvPr id="362" name="Shape 362"/>
          <p:cNvSpPr/>
          <p:nvPr/>
        </p:nvSpPr>
        <p:spPr>
          <a:xfrm>
            <a:off x="1547812" y="3644900"/>
            <a:ext cx="3168650" cy="1735136"/>
          </a:xfrm>
          <a:custGeom>
            <a:pathLst>
              <a:path extrusionOk="0" h="1093" w="1996">
                <a:moveTo>
                  <a:pt x="0" y="786"/>
                </a:moveTo>
                <a:cubicBezTo>
                  <a:pt x="26" y="831"/>
                  <a:pt x="77" y="1019"/>
                  <a:pt x="158" y="1056"/>
                </a:cubicBezTo>
                <a:cubicBezTo>
                  <a:pt x="239" y="1093"/>
                  <a:pt x="364" y="1062"/>
                  <a:pt x="489" y="1009"/>
                </a:cubicBezTo>
                <a:cubicBezTo>
                  <a:pt x="614" y="956"/>
                  <a:pt x="747" y="846"/>
                  <a:pt x="907" y="741"/>
                </a:cubicBezTo>
                <a:cubicBezTo>
                  <a:pt x="1067" y="636"/>
                  <a:pt x="1285" y="491"/>
                  <a:pt x="1451" y="378"/>
                </a:cubicBezTo>
                <a:cubicBezTo>
                  <a:pt x="1617" y="265"/>
                  <a:pt x="1814" y="120"/>
                  <a:pt x="1905" y="60"/>
                </a:cubicBezTo>
                <a:cubicBezTo>
                  <a:pt x="1996" y="0"/>
                  <a:pt x="1996" y="7"/>
                  <a:pt x="1996" y="15"/>
                </a:cubicBezTo>
              </a:path>
            </a:pathLst>
          </a:custGeom>
          <a:noFill/>
          <a:ln cap="flat" cmpd="sng" w="38100">
            <a:solidFill>
              <a:srgbClr val="FF0000"/>
            </a:solidFill>
            <a:prstDash val="solid"/>
            <a:miter/>
            <a:headEnd len="med" w="med" type="none"/>
            <a:tailEnd len="med" w="med" type="none"/>
          </a:ln>
        </p:spPr>
        <p:txBody>
          <a:bodyPr anchorCtr="0" anchor="t"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cxnSp>
        <p:nvCxnSpPr>
          <p:cNvPr id="363" name="Shape 363"/>
          <p:cNvCxnSpPr/>
          <p:nvPr/>
        </p:nvCxnSpPr>
        <p:spPr>
          <a:xfrm>
            <a:off x="1187450" y="2420936"/>
            <a:ext cx="2089150" cy="4437062"/>
          </a:xfrm>
          <a:prstGeom prst="straightConnector1">
            <a:avLst/>
          </a:prstGeom>
          <a:noFill/>
          <a:ln cap="flat" cmpd="sng" w="38100">
            <a:solidFill>
              <a:srgbClr val="000080"/>
            </a:solidFill>
            <a:prstDash val="solid"/>
            <a:miter/>
            <a:headEnd len="med" w="med" type="none"/>
            <a:tailEnd len="med" w="med" type="none"/>
          </a:ln>
        </p:spPr>
      </p:cxnSp>
      <p:sp>
        <p:nvSpPr>
          <p:cNvPr id="364" name="Shape 364"/>
          <p:cNvSpPr txBox="1"/>
          <p:nvPr/>
        </p:nvSpPr>
        <p:spPr>
          <a:xfrm>
            <a:off x="1116012" y="1844675"/>
            <a:ext cx="1079499" cy="431799"/>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0" i="0" lang="en-US" sz="1800" u="none" cap="none" strike="noStrike">
                <a:solidFill>
                  <a:schemeClr val="dk1"/>
                </a:solidFill>
                <a:latin typeface="Arial"/>
                <a:ea typeface="Arial"/>
                <a:cs typeface="Arial"/>
                <a:sym typeface="Arial"/>
              </a:rPr>
              <a:t>PRECIO</a:t>
            </a:r>
          </a:p>
        </p:txBody>
      </p:sp>
      <p:sp>
        <p:nvSpPr>
          <p:cNvPr id="365" name="Shape 365"/>
          <p:cNvSpPr txBox="1"/>
          <p:nvPr/>
        </p:nvSpPr>
        <p:spPr>
          <a:xfrm>
            <a:off x="4213225" y="5876925"/>
            <a:ext cx="1654174" cy="431799"/>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0" i="0" lang="en-US" sz="1800" u="none" cap="none" strike="noStrike">
                <a:solidFill>
                  <a:schemeClr val="dk1"/>
                </a:solidFill>
                <a:latin typeface="Arial"/>
                <a:ea typeface="Arial"/>
                <a:cs typeface="Arial"/>
                <a:sym typeface="Arial"/>
              </a:rPr>
              <a:t>CANTIDAD</a:t>
            </a:r>
          </a:p>
        </p:txBody>
      </p:sp>
      <p:sp>
        <p:nvSpPr>
          <p:cNvPr id="366" name="Shape 366"/>
          <p:cNvSpPr txBox="1"/>
          <p:nvPr/>
        </p:nvSpPr>
        <p:spPr>
          <a:xfrm>
            <a:off x="2843211" y="3357562"/>
            <a:ext cx="2087562" cy="360362"/>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rgbClr val="F7094D"/>
              </a:buClr>
              <a:buSzPct val="25000"/>
              <a:buFont typeface="Arial"/>
              <a:buNone/>
            </a:pPr>
            <a:r>
              <a:rPr b="1" i="0" lang="en-US" sz="1800" u="none" cap="none" strike="noStrike">
                <a:solidFill>
                  <a:srgbClr val="F7094D"/>
                </a:solidFill>
                <a:latin typeface="Arial"/>
                <a:ea typeface="Arial"/>
                <a:cs typeface="Arial"/>
                <a:sym typeface="Arial"/>
              </a:rPr>
              <a:t>COSTO MARGINAL</a:t>
            </a:r>
          </a:p>
        </p:txBody>
      </p:sp>
      <p:sp>
        <p:nvSpPr>
          <p:cNvPr id="367" name="Shape 367"/>
          <p:cNvSpPr txBox="1"/>
          <p:nvPr/>
        </p:nvSpPr>
        <p:spPr>
          <a:xfrm>
            <a:off x="1835150" y="2205036"/>
            <a:ext cx="1512886" cy="863599"/>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2"/>
              </a:buClr>
              <a:buSzPct val="25000"/>
              <a:buFont typeface="Arial"/>
              <a:buNone/>
            </a:pPr>
            <a:r>
              <a:rPr b="1" i="0" lang="en-US" sz="1800" u="none" cap="none" strike="noStrike">
                <a:solidFill>
                  <a:schemeClr val="dk2"/>
                </a:solidFill>
                <a:latin typeface="Arial"/>
                <a:ea typeface="Arial"/>
                <a:cs typeface="Arial"/>
                <a:sym typeface="Arial"/>
              </a:rPr>
              <a:t>DEMANDA </a:t>
            </a:r>
          </a:p>
          <a:p>
            <a:pPr indent="0" lvl="0" marL="0" marR="0" rtl="0" algn="ctr">
              <a:lnSpc>
                <a:spcPct val="100000"/>
              </a:lnSpc>
              <a:spcBef>
                <a:spcPts val="0"/>
              </a:spcBef>
              <a:spcAft>
                <a:spcPts val="0"/>
              </a:spcAft>
              <a:buClr>
                <a:schemeClr val="dk2"/>
              </a:buClr>
              <a:buSzPct val="25000"/>
              <a:buFont typeface="Arial"/>
              <a:buNone/>
            </a:pPr>
            <a:r>
              <a:rPr b="1" i="0" lang="en-US" sz="1800" u="none" cap="none" strike="noStrike">
                <a:solidFill>
                  <a:schemeClr val="dk2"/>
                </a:solidFill>
                <a:latin typeface="Arial"/>
                <a:ea typeface="Arial"/>
                <a:cs typeface="Arial"/>
                <a:sym typeface="Arial"/>
              </a:rPr>
              <a:t>DIRIGIDA A </a:t>
            </a:r>
          </a:p>
          <a:p>
            <a:pPr indent="0" lvl="0" marL="0" marR="0" rtl="0" algn="ctr">
              <a:lnSpc>
                <a:spcPct val="100000"/>
              </a:lnSpc>
              <a:spcBef>
                <a:spcPts val="0"/>
              </a:spcBef>
              <a:spcAft>
                <a:spcPts val="0"/>
              </a:spcAft>
              <a:buClr>
                <a:schemeClr val="dk2"/>
              </a:buClr>
              <a:buSzPct val="25000"/>
              <a:buFont typeface="Arial"/>
              <a:buNone/>
            </a:pPr>
            <a:r>
              <a:rPr b="1" i="0" lang="en-US" sz="1800" u="none" cap="none" strike="noStrike">
                <a:solidFill>
                  <a:schemeClr val="dk2"/>
                </a:solidFill>
                <a:latin typeface="Arial"/>
                <a:ea typeface="Arial"/>
                <a:cs typeface="Arial"/>
                <a:sym typeface="Arial"/>
              </a:rPr>
              <a:t>LA EMPRESA</a:t>
            </a:r>
          </a:p>
        </p:txBody>
      </p:sp>
      <p:sp>
        <p:nvSpPr>
          <p:cNvPr id="368" name="Shape 368"/>
          <p:cNvSpPr txBox="1"/>
          <p:nvPr/>
        </p:nvSpPr>
        <p:spPr>
          <a:xfrm>
            <a:off x="3276600" y="6453187"/>
            <a:ext cx="2303461" cy="215899"/>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rgbClr val="4A23DB"/>
              </a:buClr>
              <a:buSzPct val="25000"/>
              <a:buFont typeface="Arial"/>
              <a:buNone/>
            </a:pPr>
            <a:r>
              <a:rPr b="1" i="0" lang="en-US" sz="1800" u="none" cap="none" strike="noStrike">
                <a:solidFill>
                  <a:srgbClr val="4A23DB"/>
                </a:solidFill>
                <a:latin typeface="Arial"/>
                <a:ea typeface="Arial"/>
                <a:cs typeface="Arial"/>
                <a:sym typeface="Arial"/>
              </a:rPr>
              <a:t>INGRESO MARGINAL</a:t>
            </a:r>
          </a:p>
        </p:txBody>
      </p:sp>
      <p:cxnSp>
        <p:nvCxnSpPr>
          <p:cNvPr id="369" name="Shape 369"/>
          <p:cNvCxnSpPr/>
          <p:nvPr/>
        </p:nvCxnSpPr>
        <p:spPr>
          <a:xfrm>
            <a:off x="2484436" y="3716337"/>
            <a:ext cx="0" cy="2233612"/>
          </a:xfrm>
          <a:prstGeom prst="straightConnector1">
            <a:avLst/>
          </a:prstGeom>
          <a:noFill/>
          <a:ln cap="flat" cmpd="sng" w="9525">
            <a:solidFill>
              <a:schemeClr val="dk1"/>
            </a:solidFill>
            <a:prstDash val="solid"/>
            <a:miter/>
            <a:headEnd len="med" w="med" type="stealth"/>
            <a:tailEnd len="med" w="med" type="none"/>
          </a:ln>
        </p:spPr>
      </p:cxnSp>
      <p:cxnSp>
        <p:nvCxnSpPr>
          <p:cNvPr id="370" name="Shape 370"/>
          <p:cNvCxnSpPr/>
          <p:nvPr/>
        </p:nvCxnSpPr>
        <p:spPr>
          <a:xfrm>
            <a:off x="2484436" y="5157787"/>
            <a:ext cx="0" cy="792162"/>
          </a:xfrm>
          <a:prstGeom prst="straightConnector1">
            <a:avLst/>
          </a:prstGeom>
          <a:noFill/>
          <a:ln cap="flat" cmpd="sng" w="9525">
            <a:solidFill>
              <a:schemeClr val="dk1"/>
            </a:solidFill>
            <a:prstDash val="solid"/>
            <a:miter/>
            <a:headEnd len="med" w="med" type="none"/>
            <a:tailEnd len="lg" w="lg" type="triangle"/>
          </a:ln>
        </p:spPr>
      </p:cxnSp>
      <p:sp>
        <p:nvSpPr>
          <p:cNvPr id="371" name="Shape 371"/>
          <p:cNvSpPr txBox="1"/>
          <p:nvPr/>
        </p:nvSpPr>
        <p:spPr>
          <a:xfrm>
            <a:off x="1979611" y="5949950"/>
            <a:ext cx="1079499" cy="431799"/>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0" i="0" lang="en-US" sz="1800" u="none" cap="none" strike="noStrike">
                <a:solidFill>
                  <a:schemeClr val="dk1"/>
                </a:solidFill>
                <a:latin typeface="Arial"/>
                <a:ea typeface="Arial"/>
                <a:cs typeface="Arial"/>
                <a:sym typeface="Arial"/>
              </a:rPr>
              <a:t>Q</a:t>
            </a:r>
          </a:p>
        </p:txBody>
      </p:sp>
      <p:sp>
        <p:nvSpPr>
          <p:cNvPr id="372" name="Shape 372"/>
          <p:cNvSpPr txBox="1"/>
          <p:nvPr/>
        </p:nvSpPr>
        <p:spPr>
          <a:xfrm>
            <a:off x="395287" y="3500437"/>
            <a:ext cx="1079499" cy="431799"/>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0" i="0" lang="en-US" sz="1800" u="none" cap="none" strike="noStrike">
                <a:solidFill>
                  <a:schemeClr val="dk1"/>
                </a:solidFill>
                <a:latin typeface="Arial"/>
                <a:ea typeface="Arial"/>
                <a:cs typeface="Arial"/>
                <a:sym typeface="Arial"/>
              </a:rPr>
              <a:t>P</a:t>
            </a:r>
          </a:p>
        </p:txBody>
      </p:sp>
      <p:cxnSp>
        <p:nvCxnSpPr>
          <p:cNvPr id="373" name="Shape 373"/>
          <p:cNvCxnSpPr/>
          <p:nvPr/>
        </p:nvCxnSpPr>
        <p:spPr>
          <a:xfrm rot="10800000">
            <a:off x="1187449" y="3716337"/>
            <a:ext cx="1296986" cy="0"/>
          </a:xfrm>
          <a:prstGeom prst="straightConnector1">
            <a:avLst/>
          </a:prstGeom>
          <a:noFill/>
          <a:ln cap="flat" cmpd="sng" w="9525">
            <a:solidFill>
              <a:schemeClr val="dk1"/>
            </a:solidFill>
            <a:prstDash val="solid"/>
            <a:miter/>
            <a:headEnd len="med" w="med" type="none"/>
            <a:tailEnd len="med" w="med" type="stealth"/>
          </a:ln>
        </p:spPr>
      </p:cxnSp>
      <p:sp>
        <p:nvSpPr>
          <p:cNvPr id="374" name="Shape 374"/>
          <p:cNvSpPr/>
          <p:nvPr/>
        </p:nvSpPr>
        <p:spPr>
          <a:xfrm>
            <a:off x="1258887" y="4149725"/>
            <a:ext cx="3240086" cy="754062"/>
          </a:xfrm>
          <a:custGeom>
            <a:pathLst>
              <a:path extrusionOk="0" h="475" w="2041">
                <a:moveTo>
                  <a:pt x="0" y="0"/>
                </a:moveTo>
                <a:cubicBezTo>
                  <a:pt x="79" y="102"/>
                  <a:pt x="153" y="198"/>
                  <a:pt x="272" y="272"/>
                </a:cubicBezTo>
                <a:cubicBezTo>
                  <a:pt x="391" y="346"/>
                  <a:pt x="570" y="415"/>
                  <a:pt x="713" y="445"/>
                </a:cubicBezTo>
                <a:cubicBezTo>
                  <a:pt x="856" y="475"/>
                  <a:pt x="996" y="465"/>
                  <a:pt x="1134" y="453"/>
                </a:cubicBezTo>
                <a:cubicBezTo>
                  <a:pt x="1272" y="441"/>
                  <a:pt x="1427" y="406"/>
                  <a:pt x="1544" y="370"/>
                </a:cubicBezTo>
                <a:cubicBezTo>
                  <a:pt x="1661" y="334"/>
                  <a:pt x="1754" y="285"/>
                  <a:pt x="1837" y="238"/>
                </a:cubicBezTo>
                <a:cubicBezTo>
                  <a:pt x="1920" y="191"/>
                  <a:pt x="1999" y="121"/>
                  <a:pt x="2041" y="90"/>
                </a:cubicBezTo>
              </a:path>
            </a:pathLst>
          </a:custGeom>
          <a:noFill/>
          <a:ln cap="flat" cmpd="sng" w="25400">
            <a:solidFill>
              <a:srgbClr val="000000"/>
            </a:solidFill>
            <a:prstDash val="solid"/>
            <a:miter/>
            <a:headEnd len="med" w="med" type="none"/>
            <a:tailEnd len="med" w="med" type="none"/>
          </a:ln>
        </p:spPr>
        <p:txBody>
          <a:bodyPr anchorCtr="0" anchor="t"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cxnSp>
        <p:nvCxnSpPr>
          <p:cNvPr id="375" name="Shape 375"/>
          <p:cNvCxnSpPr/>
          <p:nvPr/>
        </p:nvCxnSpPr>
        <p:spPr>
          <a:xfrm>
            <a:off x="1187450" y="4868862"/>
            <a:ext cx="1298575" cy="0"/>
          </a:xfrm>
          <a:prstGeom prst="straightConnector1">
            <a:avLst/>
          </a:prstGeom>
          <a:noFill/>
          <a:ln cap="flat" cmpd="sng" w="9525">
            <a:solidFill>
              <a:schemeClr val="dk1"/>
            </a:solidFill>
            <a:prstDash val="solid"/>
            <a:miter/>
            <a:headEnd len="med" w="med" type="stealth"/>
            <a:tailEnd len="med" w="med" type="none"/>
          </a:ln>
        </p:spPr>
      </p:cxnSp>
      <p:sp>
        <p:nvSpPr>
          <p:cNvPr id="376" name="Shape 376"/>
          <p:cNvSpPr txBox="1"/>
          <p:nvPr/>
        </p:nvSpPr>
        <p:spPr>
          <a:xfrm>
            <a:off x="4068762" y="4724400"/>
            <a:ext cx="863599" cy="360362"/>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rgbClr val="AC5473"/>
              </a:buClr>
              <a:buSzPct val="25000"/>
              <a:buFont typeface="Arial"/>
              <a:buNone/>
            </a:pPr>
            <a:r>
              <a:rPr b="1" i="0" lang="en-US" sz="1800" u="none" cap="none" strike="noStrike">
                <a:solidFill>
                  <a:srgbClr val="AC5473"/>
                </a:solidFill>
                <a:latin typeface="Arial"/>
                <a:ea typeface="Arial"/>
                <a:cs typeface="Arial"/>
                <a:sym typeface="Arial"/>
              </a:rPr>
              <a:t>COSTO</a:t>
            </a:r>
          </a:p>
          <a:p>
            <a:pPr indent="0" lvl="0" marL="0" marR="0" rtl="0" algn="ctr">
              <a:lnSpc>
                <a:spcPct val="100000"/>
              </a:lnSpc>
              <a:spcBef>
                <a:spcPts val="0"/>
              </a:spcBef>
              <a:spcAft>
                <a:spcPts val="0"/>
              </a:spcAft>
              <a:buClr>
                <a:srgbClr val="AC5473"/>
              </a:buClr>
              <a:buSzPct val="25000"/>
              <a:buFont typeface="Arial"/>
              <a:buNone/>
            </a:pPr>
            <a:r>
              <a:rPr b="1" i="0" lang="en-US" sz="1800" u="none" cap="none" strike="noStrike">
                <a:solidFill>
                  <a:srgbClr val="AC5473"/>
                </a:solidFill>
                <a:latin typeface="Arial"/>
                <a:ea typeface="Arial"/>
                <a:cs typeface="Arial"/>
                <a:sym typeface="Arial"/>
              </a:rPr>
              <a:t> MEDIO</a:t>
            </a:r>
          </a:p>
        </p:txBody>
      </p:sp>
      <p:sp>
        <p:nvSpPr>
          <p:cNvPr id="377" name="Shape 377"/>
          <p:cNvSpPr txBox="1"/>
          <p:nvPr/>
        </p:nvSpPr>
        <p:spPr>
          <a:xfrm>
            <a:off x="1187450" y="3716337"/>
            <a:ext cx="1295400" cy="1152525"/>
          </a:xfrm>
          <a:prstGeom prst="rect">
            <a:avLst/>
          </a:prstGeom>
          <a:solidFill>
            <a:srgbClr val="FF0000">
              <a:alpha val="31764"/>
            </a:srgbClr>
          </a:solidFill>
          <a:ln cap="flat" cmpd="sng" w="9525">
            <a:solidFill>
              <a:schemeClr val="dk1"/>
            </a:solidFill>
            <a:prstDash val="solid"/>
            <a:miter/>
            <a:headEnd len="med" w="med" type="none"/>
            <a:tailEnd len="med" w="med" type="none"/>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1" i="0" lang="en-US" sz="1400" u="none" cap="none" strike="noStrike">
                <a:solidFill>
                  <a:schemeClr val="dk1"/>
                </a:solidFill>
                <a:latin typeface="Arial"/>
                <a:ea typeface="Arial"/>
                <a:cs typeface="Arial"/>
                <a:sym typeface="Arial"/>
              </a:rPr>
              <a:t>Beneficio </a:t>
            </a:r>
          </a:p>
          <a:p>
            <a:pPr indent="0" lvl="0" marL="0" marR="0" rtl="0" algn="ctr">
              <a:lnSpc>
                <a:spcPct val="100000"/>
              </a:lnSpc>
              <a:spcBef>
                <a:spcPts val="0"/>
              </a:spcBef>
              <a:spcAft>
                <a:spcPts val="0"/>
              </a:spcAft>
              <a:buClr>
                <a:schemeClr val="dk1"/>
              </a:buClr>
              <a:buSzPct val="25000"/>
              <a:buFont typeface="Arial"/>
              <a:buNone/>
            </a:pPr>
            <a:r>
              <a:rPr b="1" i="0" lang="en-US" sz="1400" u="none" cap="none" strike="noStrike">
                <a:solidFill>
                  <a:schemeClr val="dk1"/>
                </a:solidFill>
                <a:latin typeface="Arial"/>
                <a:ea typeface="Arial"/>
                <a:cs typeface="Arial"/>
                <a:sym typeface="Arial"/>
              </a:rPr>
              <a:t>extraordinario</a:t>
            </a:r>
          </a:p>
        </p:txBody>
      </p:sp>
      <p:sp>
        <p:nvSpPr>
          <p:cNvPr id="378" name="Shape 378"/>
          <p:cNvSpPr txBox="1"/>
          <p:nvPr/>
        </p:nvSpPr>
        <p:spPr>
          <a:xfrm>
            <a:off x="395287" y="4724400"/>
            <a:ext cx="863599" cy="360362"/>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rgbClr val="AC5473"/>
              </a:buClr>
              <a:buSzPct val="25000"/>
              <a:buFont typeface="Arial"/>
              <a:buNone/>
            </a:pPr>
            <a:r>
              <a:rPr b="1" i="0" lang="en-US" sz="1800" u="none" cap="none" strike="noStrike">
                <a:solidFill>
                  <a:srgbClr val="AC5473"/>
                </a:solidFill>
                <a:latin typeface="Arial"/>
                <a:ea typeface="Arial"/>
                <a:cs typeface="Arial"/>
                <a:sym typeface="Arial"/>
              </a:rPr>
              <a:t>Cme</a:t>
            </a:r>
          </a:p>
        </p:txBody>
      </p:sp>
      <p:pic>
        <p:nvPicPr>
          <p:cNvPr id="379" name="Shape 379"/>
          <p:cNvPicPr preferRelativeResize="0"/>
          <p:nvPr>
            <p:ph idx="4294967295" type="body"/>
          </p:nvPr>
        </p:nvPicPr>
        <p:blipFill rotWithShape="1">
          <a:blip r:embed="rId3">
            <a:alphaModFix/>
          </a:blip>
          <a:srcRect b="0" l="0" r="0" t="0"/>
          <a:stretch/>
        </p:blipFill>
        <p:spPr>
          <a:xfrm>
            <a:off x="4946650" y="371475"/>
            <a:ext cx="3009899" cy="609599"/>
          </a:xfrm>
          <a:prstGeom prst="rect">
            <a:avLst/>
          </a:prstGeom>
          <a:noFill/>
          <a:ln>
            <a:noFill/>
          </a:ln>
        </p:spPr>
      </p:pic>
    </p:spTree>
  </p:cSld>
  <p:clrMapOvr>
    <a:masterClrMapping/>
  </p:clrMapOvr>
  <p:transition spd="slow">
    <p:cut/>
  </p:transition>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383" name="Shape 383"/>
        <p:cNvGrpSpPr/>
        <p:nvPr/>
      </p:nvGrpSpPr>
      <p:grpSpPr>
        <a:xfrm>
          <a:off x="0" y="0"/>
          <a:ext cx="0" cy="0"/>
          <a:chOff x="0" y="0"/>
          <a:chExt cx="0" cy="0"/>
        </a:xfrm>
      </p:grpSpPr>
      <p:sp>
        <p:nvSpPr>
          <p:cNvPr id="384" name="Shape 384"/>
          <p:cNvSpPr txBox="1"/>
          <p:nvPr>
            <p:ph idx="4294967295" type="title"/>
          </p:nvPr>
        </p:nvSpPr>
        <p:spPr>
          <a:xfrm>
            <a:off x="250825" y="188911"/>
            <a:ext cx="4221161" cy="1295400"/>
          </a:xfrm>
          <a:prstGeom prst="rect">
            <a:avLst/>
          </a:prstGeom>
          <a:noFill/>
          <a:ln>
            <a:noFill/>
          </a:ln>
        </p:spPr>
        <p:txBody>
          <a:bodyPr anchorCtr="0" anchor="b" bIns="45700" lIns="91425" rIns="91425" tIns="45700">
            <a:noAutofit/>
          </a:bodyPr>
          <a:lstStyle/>
          <a:p>
            <a:pPr indent="0" lvl="0" marL="0" marR="0" rtl="0" algn="ctr">
              <a:lnSpc>
                <a:spcPct val="100000"/>
              </a:lnSpc>
              <a:spcBef>
                <a:spcPts val="0"/>
              </a:spcBef>
              <a:spcAft>
                <a:spcPts val="0"/>
              </a:spcAft>
              <a:buClr>
                <a:srgbClr val="006600"/>
              </a:buClr>
              <a:buSzPct val="25000"/>
              <a:buFont typeface="Arial"/>
              <a:buNone/>
            </a:pPr>
            <a:r>
              <a:rPr b="1" i="0" lang="en-US" sz="3500" u="none" cap="none" strike="noStrike">
                <a:solidFill>
                  <a:srgbClr val="006600"/>
                </a:solidFill>
                <a:latin typeface="Arial"/>
                <a:ea typeface="Arial"/>
                <a:cs typeface="Arial"/>
                <a:sym typeface="Arial"/>
              </a:rPr>
              <a:t>COMPETENCIA </a:t>
            </a:r>
            <a:br>
              <a:rPr b="1" i="0" lang="en-US" sz="3500" u="none" cap="none" strike="noStrike">
                <a:solidFill>
                  <a:srgbClr val="006600"/>
                </a:solidFill>
                <a:latin typeface="Arial"/>
                <a:ea typeface="Arial"/>
                <a:cs typeface="Arial"/>
                <a:sym typeface="Arial"/>
              </a:rPr>
            </a:br>
            <a:r>
              <a:rPr b="1" i="0" lang="en-US" sz="3500" u="none" cap="none" strike="noStrike">
                <a:solidFill>
                  <a:srgbClr val="006600"/>
                </a:solidFill>
                <a:latin typeface="Arial"/>
                <a:ea typeface="Arial"/>
                <a:cs typeface="Arial"/>
                <a:sym typeface="Arial"/>
              </a:rPr>
              <a:t>MONOPOLISTICA</a:t>
            </a:r>
            <a:br>
              <a:rPr b="1" i="0" lang="en-US" sz="3500" u="none" cap="none" strike="noStrike">
                <a:solidFill>
                  <a:srgbClr val="006600"/>
                </a:solidFill>
                <a:latin typeface="Arial"/>
                <a:ea typeface="Arial"/>
                <a:cs typeface="Arial"/>
                <a:sym typeface="Arial"/>
              </a:rPr>
            </a:br>
            <a:r>
              <a:rPr b="1" i="0" lang="en-US" sz="2000" u="none" cap="none" strike="noStrike">
                <a:solidFill>
                  <a:srgbClr val="006600"/>
                </a:solidFill>
                <a:latin typeface="Arial"/>
                <a:ea typeface="Arial"/>
                <a:cs typeface="Arial"/>
                <a:sym typeface="Arial"/>
              </a:rPr>
              <a:t>LARGO PLAZO</a:t>
            </a:r>
          </a:p>
        </p:txBody>
      </p:sp>
      <p:sp>
        <p:nvSpPr>
          <p:cNvPr id="385" name="Shape 385"/>
          <p:cNvSpPr txBox="1"/>
          <p:nvPr>
            <p:ph idx="4294967295" type="body"/>
          </p:nvPr>
        </p:nvSpPr>
        <p:spPr>
          <a:xfrm>
            <a:off x="5867400" y="1700211"/>
            <a:ext cx="3103561" cy="4411661"/>
          </a:xfrm>
          <a:prstGeom prst="rect">
            <a:avLst/>
          </a:prstGeom>
          <a:noFill/>
          <a:ln>
            <a:noFill/>
          </a:ln>
        </p:spPr>
        <p:txBody>
          <a:bodyPr anchorCtr="0" anchor="t" bIns="45700" lIns="91425" rIns="91425" tIns="45700">
            <a:noAutofit/>
          </a:bodyPr>
          <a:lstStyle/>
          <a:p>
            <a:pPr indent="-342900" lvl="0" marL="342900" marR="0" rtl="0" algn="l">
              <a:lnSpc>
                <a:spcPct val="80000"/>
              </a:lnSpc>
              <a:spcBef>
                <a:spcPts val="0"/>
              </a:spcBef>
              <a:spcAft>
                <a:spcPts val="0"/>
              </a:spcAft>
              <a:buClr>
                <a:schemeClr val="dk2"/>
              </a:buClr>
              <a:buSzPct val="70000"/>
              <a:buFont typeface="Noto Symbol"/>
              <a:buChar char="●"/>
            </a:pPr>
            <a:r>
              <a:rPr b="1" i="0" lang="en-US" sz="1000" u="none" cap="none" strike="noStrike">
                <a:solidFill>
                  <a:schemeClr val="dk1"/>
                </a:solidFill>
                <a:latin typeface="Arial"/>
                <a:ea typeface="Arial"/>
                <a:cs typeface="Arial"/>
                <a:sym typeface="Arial"/>
              </a:rPr>
              <a:t>En el largo plazo, si las empresas obtienen beneficio extraordinario otras acudirán a este negocio desplazando la curva de oferta hacia la derecha lo que hará caer el precio eliminando dicho beneficio.</a:t>
            </a:r>
          </a:p>
          <a:p>
            <a:pPr indent="-342900" lvl="0" marL="342900" marR="0" rtl="0" algn="l">
              <a:lnSpc>
                <a:spcPct val="80000"/>
              </a:lnSpc>
              <a:spcBef>
                <a:spcPts val="200"/>
              </a:spcBef>
              <a:spcAft>
                <a:spcPts val="0"/>
              </a:spcAft>
              <a:buClr>
                <a:schemeClr val="dk2"/>
              </a:buClr>
              <a:buSzPct val="25000"/>
              <a:buFont typeface="Noto Symbol"/>
              <a:buNone/>
            </a:pPr>
            <a:r>
              <a:t/>
            </a:r>
            <a:endParaRPr b="1" i="0" sz="1000" u="none" cap="none" strike="noStrike">
              <a:solidFill>
                <a:schemeClr val="dk1"/>
              </a:solidFill>
              <a:latin typeface="Arial"/>
              <a:ea typeface="Arial"/>
              <a:cs typeface="Arial"/>
              <a:sym typeface="Arial"/>
            </a:endParaRPr>
          </a:p>
          <a:p>
            <a:pPr indent="-342900" lvl="0" marL="342900" marR="0" rtl="0" algn="l">
              <a:lnSpc>
                <a:spcPct val="80000"/>
              </a:lnSpc>
              <a:spcBef>
                <a:spcPts val="200"/>
              </a:spcBef>
              <a:spcAft>
                <a:spcPts val="0"/>
              </a:spcAft>
              <a:buClr>
                <a:schemeClr val="dk2"/>
              </a:buClr>
              <a:buSzPct val="70000"/>
              <a:buFont typeface="Noto Symbol"/>
              <a:buChar char="●"/>
            </a:pPr>
            <a:r>
              <a:rPr b="1" i="0" lang="en-US" sz="1000" u="none" cap="none" strike="noStrike">
                <a:solidFill>
                  <a:schemeClr val="dk1"/>
                </a:solidFill>
                <a:latin typeface="Arial"/>
                <a:ea typeface="Arial"/>
                <a:cs typeface="Arial"/>
                <a:sym typeface="Arial"/>
              </a:rPr>
              <a:t>Si maximiza el beneficio, el costo marginal es igual al ingreso marginal, y como el ingreso marginal es inferior al precio, el costo marginal siempre será inferior al precio (igual que ocurre en el monopolio).</a:t>
            </a:r>
          </a:p>
          <a:p>
            <a:pPr indent="-342900" lvl="0" marL="342900" marR="0" rtl="0" algn="l">
              <a:lnSpc>
                <a:spcPct val="80000"/>
              </a:lnSpc>
              <a:spcBef>
                <a:spcPts val="200"/>
              </a:spcBef>
              <a:spcAft>
                <a:spcPts val="0"/>
              </a:spcAft>
              <a:buClr>
                <a:schemeClr val="dk2"/>
              </a:buClr>
              <a:buSzPct val="25000"/>
              <a:buFont typeface="Noto Symbol"/>
              <a:buNone/>
            </a:pPr>
            <a:r>
              <a:t/>
            </a:r>
            <a:endParaRPr b="1" i="0" sz="1000" u="none" cap="none" strike="noStrike">
              <a:solidFill>
                <a:schemeClr val="dk1"/>
              </a:solidFill>
              <a:latin typeface="Arial"/>
              <a:ea typeface="Arial"/>
              <a:cs typeface="Arial"/>
              <a:sym typeface="Arial"/>
            </a:endParaRPr>
          </a:p>
          <a:p>
            <a:pPr indent="-342900" lvl="0" marL="342900" marR="0" rtl="0" algn="l">
              <a:lnSpc>
                <a:spcPct val="80000"/>
              </a:lnSpc>
              <a:spcBef>
                <a:spcPts val="200"/>
              </a:spcBef>
              <a:spcAft>
                <a:spcPts val="0"/>
              </a:spcAft>
              <a:buClr>
                <a:schemeClr val="dk2"/>
              </a:buClr>
              <a:buSzPct val="70000"/>
              <a:buFont typeface="Noto Symbol"/>
              <a:buChar char="●"/>
            </a:pPr>
            <a:r>
              <a:rPr b="1" i="0" lang="en-US" sz="1000" u="none" cap="none" strike="noStrike">
                <a:solidFill>
                  <a:schemeClr val="dk1"/>
                </a:solidFill>
                <a:latin typeface="Arial"/>
                <a:ea typeface="Arial"/>
                <a:cs typeface="Arial"/>
                <a:sym typeface="Arial"/>
              </a:rPr>
              <a:t> Para que el beneficio extraordinario sea nulo el precio ha de ser igual al costo total medio, condición que sólo se cumple en el punto en el que la curva de demanda es tangente a la curva del costo</a:t>
            </a:r>
          </a:p>
          <a:p>
            <a:pPr indent="-342900" lvl="0" marL="342900" marR="0" rtl="0" algn="l">
              <a:lnSpc>
                <a:spcPct val="80000"/>
              </a:lnSpc>
              <a:spcBef>
                <a:spcPts val="200"/>
              </a:spcBef>
              <a:spcAft>
                <a:spcPts val="0"/>
              </a:spcAft>
              <a:buClr>
                <a:schemeClr val="dk2"/>
              </a:buClr>
              <a:buSzPct val="70000"/>
              <a:buFont typeface="Noto Symbol"/>
              <a:buChar char="●"/>
            </a:pPr>
            <a:r>
              <a:rPr b="1" i="0" lang="en-US" sz="1000" u="none" cap="none" strike="noStrike">
                <a:solidFill>
                  <a:schemeClr val="dk1"/>
                </a:solidFill>
                <a:latin typeface="Arial"/>
                <a:ea typeface="Arial"/>
                <a:cs typeface="Arial"/>
                <a:sym typeface="Arial"/>
              </a:rPr>
              <a:t> total medio.</a:t>
            </a:r>
          </a:p>
          <a:p>
            <a:pPr indent="-342900" lvl="0" marL="342900" marR="0" rtl="0" algn="l">
              <a:lnSpc>
                <a:spcPct val="80000"/>
              </a:lnSpc>
              <a:spcBef>
                <a:spcPts val="200"/>
              </a:spcBef>
              <a:spcAft>
                <a:spcPts val="0"/>
              </a:spcAft>
              <a:buClr>
                <a:schemeClr val="dk2"/>
              </a:buClr>
              <a:buSzPct val="25000"/>
              <a:buFont typeface="Noto Symbol"/>
              <a:buNone/>
            </a:pPr>
            <a:r>
              <a:t/>
            </a:r>
            <a:endParaRPr b="1" i="0" sz="1000" u="none" cap="none" strike="noStrike">
              <a:solidFill>
                <a:schemeClr val="dk1"/>
              </a:solidFill>
              <a:latin typeface="Arial"/>
              <a:ea typeface="Arial"/>
              <a:cs typeface="Arial"/>
              <a:sym typeface="Arial"/>
            </a:endParaRPr>
          </a:p>
          <a:p>
            <a:pPr indent="-342900" lvl="0" marL="342900" marR="0" rtl="0" algn="l">
              <a:lnSpc>
                <a:spcPct val="80000"/>
              </a:lnSpc>
              <a:spcBef>
                <a:spcPts val="200"/>
              </a:spcBef>
              <a:spcAft>
                <a:spcPts val="0"/>
              </a:spcAft>
              <a:buClr>
                <a:schemeClr val="dk2"/>
              </a:buClr>
              <a:buSzPct val="70000"/>
              <a:buFont typeface="Noto Symbol"/>
              <a:buChar char="●"/>
            </a:pPr>
            <a:r>
              <a:rPr b="1" i="0" lang="en-US" sz="1000" u="none" cap="none" strike="noStrike">
                <a:solidFill>
                  <a:schemeClr val="dk1"/>
                </a:solidFill>
                <a:latin typeface="Arial"/>
                <a:ea typeface="Arial"/>
                <a:cs typeface="Arial"/>
                <a:sym typeface="Arial"/>
              </a:rPr>
              <a:t> La empresa en un mercado de competencia monopolística en el largo plazo, produce en el tramo descendente de su curva de costo total medio, mientras que en mercados competitivos produce en el punto mínimo de su curva de costo total medio.</a:t>
            </a:r>
          </a:p>
        </p:txBody>
      </p:sp>
      <p:cxnSp>
        <p:nvCxnSpPr>
          <p:cNvPr id="386" name="Shape 386"/>
          <p:cNvCxnSpPr/>
          <p:nvPr/>
        </p:nvCxnSpPr>
        <p:spPr>
          <a:xfrm>
            <a:off x="1187450" y="1916111"/>
            <a:ext cx="0" cy="4249737"/>
          </a:xfrm>
          <a:prstGeom prst="straightConnector1">
            <a:avLst/>
          </a:prstGeom>
          <a:noFill/>
          <a:ln cap="flat" cmpd="sng" w="9525">
            <a:solidFill>
              <a:schemeClr val="dk1"/>
            </a:solidFill>
            <a:prstDash val="solid"/>
            <a:miter/>
            <a:headEnd len="med" w="med" type="none"/>
            <a:tailEnd len="med" w="med" type="none"/>
          </a:ln>
        </p:spPr>
      </p:cxnSp>
      <p:cxnSp>
        <p:nvCxnSpPr>
          <p:cNvPr id="387" name="Shape 387"/>
          <p:cNvCxnSpPr/>
          <p:nvPr/>
        </p:nvCxnSpPr>
        <p:spPr>
          <a:xfrm>
            <a:off x="1042987" y="5949950"/>
            <a:ext cx="4392611" cy="0"/>
          </a:xfrm>
          <a:prstGeom prst="straightConnector1">
            <a:avLst/>
          </a:prstGeom>
          <a:noFill/>
          <a:ln cap="flat" cmpd="sng" w="9525">
            <a:solidFill>
              <a:schemeClr val="dk1"/>
            </a:solidFill>
            <a:prstDash val="solid"/>
            <a:miter/>
            <a:headEnd len="med" w="med" type="none"/>
            <a:tailEnd len="med" w="med" type="none"/>
          </a:ln>
        </p:spPr>
      </p:cxnSp>
      <p:cxnSp>
        <p:nvCxnSpPr>
          <p:cNvPr id="388" name="Shape 388"/>
          <p:cNvCxnSpPr/>
          <p:nvPr/>
        </p:nvCxnSpPr>
        <p:spPr>
          <a:xfrm>
            <a:off x="1187450" y="2420936"/>
            <a:ext cx="3529012" cy="3529012"/>
          </a:xfrm>
          <a:prstGeom prst="straightConnector1">
            <a:avLst/>
          </a:prstGeom>
          <a:noFill/>
          <a:ln cap="flat" cmpd="sng" w="41275">
            <a:solidFill>
              <a:srgbClr val="FF9900"/>
            </a:solidFill>
            <a:prstDash val="solid"/>
            <a:miter/>
            <a:headEnd len="med" w="med" type="none"/>
            <a:tailEnd len="med" w="med" type="none"/>
          </a:ln>
        </p:spPr>
      </p:cxnSp>
      <p:sp>
        <p:nvSpPr>
          <p:cNvPr id="389" name="Shape 389"/>
          <p:cNvSpPr/>
          <p:nvPr/>
        </p:nvSpPr>
        <p:spPr>
          <a:xfrm>
            <a:off x="1763711" y="3933825"/>
            <a:ext cx="3313111" cy="1158875"/>
          </a:xfrm>
          <a:custGeom>
            <a:pathLst>
              <a:path extrusionOk="0" h="1093" w="1996">
                <a:moveTo>
                  <a:pt x="0" y="786"/>
                </a:moveTo>
                <a:cubicBezTo>
                  <a:pt x="26" y="831"/>
                  <a:pt x="77" y="1019"/>
                  <a:pt x="158" y="1056"/>
                </a:cubicBezTo>
                <a:cubicBezTo>
                  <a:pt x="239" y="1093"/>
                  <a:pt x="364" y="1062"/>
                  <a:pt x="489" y="1009"/>
                </a:cubicBezTo>
                <a:cubicBezTo>
                  <a:pt x="614" y="956"/>
                  <a:pt x="747" y="846"/>
                  <a:pt x="907" y="741"/>
                </a:cubicBezTo>
                <a:cubicBezTo>
                  <a:pt x="1067" y="636"/>
                  <a:pt x="1285" y="491"/>
                  <a:pt x="1451" y="378"/>
                </a:cubicBezTo>
                <a:cubicBezTo>
                  <a:pt x="1617" y="265"/>
                  <a:pt x="1814" y="120"/>
                  <a:pt x="1905" y="60"/>
                </a:cubicBezTo>
                <a:cubicBezTo>
                  <a:pt x="1996" y="0"/>
                  <a:pt x="1996" y="7"/>
                  <a:pt x="1996" y="15"/>
                </a:cubicBezTo>
              </a:path>
            </a:pathLst>
          </a:custGeom>
          <a:noFill/>
          <a:ln cap="flat" cmpd="sng" w="38100">
            <a:solidFill>
              <a:srgbClr val="FF0000"/>
            </a:solidFill>
            <a:prstDash val="solid"/>
            <a:miter/>
            <a:headEnd len="med" w="med" type="none"/>
            <a:tailEnd len="med" w="med" type="none"/>
          </a:ln>
        </p:spPr>
        <p:txBody>
          <a:bodyPr anchorCtr="0" anchor="t"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cxnSp>
        <p:nvCxnSpPr>
          <p:cNvPr id="390" name="Shape 390"/>
          <p:cNvCxnSpPr/>
          <p:nvPr/>
        </p:nvCxnSpPr>
        <p:spPr>
          <a:xfrm>
            <a:off x="1187450" y="2420936"/>
            <a:ext cx="2089150" cy="4437062"/>
          </a:xfrm>
          <a:prstGeom prst="straightConnector1">
            <a:avLst/>
          </a:prstGeom>
          <a:noFill/>
          <a:ln cap="flat" cmpd="sng" w="38100">
            <a:solidFill>
              <a:srgbClr val="000080"/>
            </a:solidFill>
            <a:prstDash val="solid"/>
            <a:miter/>
            <a:headEnd len="med" w="med" type="none"/>
            <a:tailEnd len="med" w="med" type="none"/>
          </a:ln>
        </p:spPr>
      </p:cxnSp>
      <p:sp>
        <p:nvSpPr>
          <p:cNvPr id="391" name="Shape 391"/>
          <p:cNvSpPr txBox="1"/>
          <p:nvPr/>
        </p:nvSpPr>
        <p:spPr>
          <a:xfrm>
            <a:off x="1116012" y="1844675"/>
            <a:ext cx="1079499" cy="431799"/>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0" i="0" lang="en-US" sz="1800" u="none" cap="none" strike="noStrike">
                <a:solidFill>
                  <a:schemeClr val="dk1"/>
                </a:solidFill>
                <a:latin typeface="Arial"/>
                <a:ea typeface="Arial"/>
                <a:cs typeface="Arial"/>
                <a:sym typeface="Arial"/>
              </a:rPr>
              <a:t>PRECIO</a:t>
            </a:r>
          </a:p>
        </p:txBody>
      </p:sp>
      <p:sp>
        <p:nvSpPr>
          <p:cNvPr id="392" name="Shape 392"/>
          <p:cNvSpPr txBox="1"/>
          <p:nvPr/>
        </p:nvSpPr>
        <p:spPr>
          <a:xfrm>
            <a:off x="4213225" y="5876925"/>
            <a:ext cx="1654174" cy="431799"/>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0" i="0" lang="en-US" sz="1800" u="none" cap="none" strike="noStrike">
                <a:solidFill>
                  <a:schemeClr val="dk1"/>
                </a:solidFill>
                <a:latin typeface="Arial"/>
                <a:ea typeface="Arial"/>
                <a:cs typeface="Arial"/>
                <a:sym typeface="Arial"/>
              </a:rPr>
              <a:t>CANTIDAD</a:t>
            </a:r>
          </a:p>
        </p:txBody>
      </p:sp>
      <p:sp>
        <p:nvSpPr>
          <p:cNvPr id="393" name="Shape 393"/>
          <p:cNvSpPr txBox="1"/>
          <p:nvPr/>
        </p:nvSpPr>
        <p:spPr>
          <a:xfrm>
            <a:off x="2555875" y="4941887"/>
            <a:ext cx="1584325" cy="431799"/>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rgbClr val="F7094D"/>
              </a:buClr>
              <a:buSzPct val="25000"/>
              <a:buFont typeface="Arial"/>
              <a:buNone/>
            </a:pPr>
            <a:r>
              <a:rPr b="1" i="0" lang="en-US" sz="1800" u="none" cap="none" strike="noStrike">
                <a:solidFill>
                  <a:srgbClr val="F7094D"/>
                </a:solidFill>
                <a:latin typeface="Arial"/>
                <a:ea typeface="Arial"/>
                <a:cs typeface="Arial"/>
                <a:sym typeface="Arial"/>
              </a:rPr>
              <a:t>COSTO </a:t>
            </a:r>
          </a:p>
          <a:p>
            <a:pPr indent="0" lvl="0" marL="0" marR="0" rtl="0" algn="ctr">
              <a:lnSpc>
                <a:spcPct val="100000"/>
              </a:lnSpc>
              <a:spcBef>
                <a:spcPts val="0"/>
              </a:spcBef>
              <a:spcAft>
                <a:spcPts val="0"/>
              </a:spcAft>
              <a:buClr>
                <a:srgbClr val="F7094D"/>
              </a:buClr>
              <a:buSzPct val="25000"/>
              <a:buFont typeface="Arial"/>
              <a:buNone/>
            </a:pPr>
            <a:r>
              <a:rPr b="1" i="0" lang="en-US" sz="1800" u="none" cap="none" strike="noStrike">
                <a:solidFill>
                  <a:srgbClr val="F7094D"/>
                </a:solidFill>
                <a:latin typeface="Arial"/>
                <a:ea typeface="Arial"/>
                <a:cs typeface="Arial"/>
                <a:sym typeface="Arial"/>
              </a:rPr>
              <a:t>MARGINAL</a:t>
            </a:r>
          </a:p>
        </p:txBody>
      </p:sp>
      <p:sp>
        <p:nvSpPr>
          <p:cNvPr id="394" name="Shape 394"/>
          <p:cNvSpPr txBox="1"/>
          <p:nvPr/>
        </p:nvSpPr>
        <p:spPr>
          <a:xfrm>
            <a:off x="1835150" y="2205036"/>
            <a:ext cx="1512886" cy="863599"/>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2"/>
              </a:buClr>
              <a:buSzPct val="25000"/>
              <a:buFont typeface="Arial"/>
              <a:buNone/>
            </a:pPr>
            <a:r>
              <a:rPr b="1" i="0" lang="en-US" sz="1800" u="none" cap="none" strike="noStrike">
                <a:solidFill>
                  <a:schemeClr val="dk2"/>
                </a:solidFill>
                <a:latin typeface="Arial"/>
                <a:ea typeface="Arial"/>
                <a:cs typeface="Arial"/>
                <a:sym typeface="Arial"/>
              </a:rPr>
              <a:t>DEMANDA </a:t>
            </a:r>
          </a:p>
          <a:p>
            <a:pPr indent="0" lvl="0" marL="0" marR="0" rtl="0" algn="ctr">
              <a:lnSpc>
                <a:spcPct val="100000"/>
              </a:lnSpc>
              <a:spcBef>
                <a:spcPts val="0"/>
              </a:spcBef>
              <a:spcAft>
                <a:spcPts val="0"/>
              </a:spcAft>
              <a:buClr>
                <a:schemeClr val="dk2"/>
              </a:buClr>
              <a:buSzPct val="25000"/>
              <a:buFont typeface="Arial"/>
              <a:buNone/>
            </a:pPr>
            <a:r>
              <a:rPr b="1" i="0" lang="en-US" sz="1800" u="none" cap="none" strike="noStrike">
                <a:solidFill>
                  <a:schemeClr val="dk2"/>
                </a:solidFill>
                <a:latin typeface="Arial"/>
                <a:ea typeface="Arial"/>
                <a:cs typeface="Arial"/>
                <a:sym typeface="Arial"/>
              </a:rPr>
              <a:t>DIRIGIDA A </a:t>
            </a:r>
          </a:p>
          <a:p>
            <a:pPr indent="0" lvl="0" marL="0" marR="0" rtl="0" algn="ctr">
              <a:lnSpc>
                <a:spcPct val="100000"/>
              </a:lnSpc>
              <a:spcBef>
                <a:spcPts val="0"/>
              </a:spcBef>
              <a:spcAft>
                <a:spcPts val="0"/>
              </a:spcAft>
              <a:buClr>
                <a:schemeClr val="dk2"/>
              </a:buClr>
              <a:buSzPct val="25000"/>
              <a:buFont typeface="Arial"/>
              <a:buNone/>
            </a:pPr>
            <a:r>
              <a:rPr b="1" i="0" lang="en-US" sz="1800" u="none" cap="none" strike="noStrike">
                <a:solidFill>
                  <a:schemeClr val="dk2"/>
                </a:solidFill>
                <a:latin typeface="Arial"/>
                <a:ea typeface="Arial"/>
                <a:cs typeface="Arial"/>
                <a:sym typeface="Arial"/>
              </a:rPr>
              <a:t>LA EMPRESA</a:t>
            </a:r>
          </a:p>
        </p:txBody>
      </p:sp>
      <p:sp>
        <p:nvSpPr>
          <p:cNvPr id="395" name="Shape 395"/>
          <p:cNvSpPr txBox="1"/>
          <p:nvPr/>
        </p:nvSpPr>
        <p:spPr>
          <a:xfrm>
            <a:off x="3276600" y="6453187"/>
            <a:ext cx="2303461" cy="215899"/>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rgbClr val="4A23DB"/>
              </a:buClr>
              <a:buSzPct val="25000"/>
              <a:buFont typeface="Arial"/>
              <a:buNone/>
            </a:pPr>
            <a:r>
              <a:rPr b="1" i="0" lang="en-US" sz="1800" u="none" cap="none" strike="noStrike">
                <a:solidFill>
                  <a:srgbClr val="4A23DB"/>
                </a:solidFill>
                <a:latin typeface="Arial"/>
                <a:ea typeface="Arial"/>
                <a:cs typeface="Arial"/>
                <a:sym typeface="Arial"/>
              </a:rPr>
              <a:t>INGRESO MARGINAL</a:t>
            </a:r>
          </a:p>
        </p:txBody>
      </p:sp>
      <p:cxnSp>
        <p:nvCxnSpPr>
          <p:cNvPr id="396" name="Shape 396"/>
          <p:cNvCxnSpPr/>
          <p:nvPr/>
        </p:nvCxnSpPr>
        <p:spPr>
          <a:xfrm>
            <a:off x="2700336" y="3933825"/>
            <a:ext cx="0" cy="2017711"/>
          </a:xfrm>
          <a:prstGeom prst="straightConnector1">
            <a:avLst/>
          </a:prstGeom>
          <a:noFill/>
          <a:ln cap="flat" cmpd="sng" w="9525">
            <a:solidFill>
              <a:schemeClr val="dk1"/>
            </a:solidFill>
            <a:prstDash val="solid"/>
            <a:miter/>
            <a:headEnd len="med" w="med" type="none"/>
            <a:tailEnd len="med" w="med" type="stealth"/>
          </a:ln>
        </p:spPr>
      </p:cxnSp>
      <p:sp>
        <p:nvSpPr>
          <p:cNvPr id="397" name="Shape 397"/>
          <p:cNvSpPr txBox="1"/>
          <p:nvPr/>
        </p:nvSpPr>
        <p:spPr>
          <a:xfrm>
            <a:off x="2339975" y="5949950"/>
            <a:ext cx="71436" cy="287337"/>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0" i="0" lang="en-US" sz="1800" u="none" cap="none" strike="noStrike">
                <a:solidFill>
                  <a:schemeClr val="dk1"/>
                </a:solidFill>
                <a:latin typeface="Arial"/>
                <a:ea typeface="Arial"/>
                <a:cs typeface="Arial"/>
                <a:sym typeface="Arial"/>
              </a:rPr>
              <a:t>Q</a:t>
            </a:r>
          </a:p>
        </p:txBody>
      </p:sp>
      <p:sp>
        <p:nvSpPr>
          <p:cNvPr id="398" name="Shape 398"/>
          <p:cNvSpPr txBox="1"/>
          <p:nvPr/>
        </p:nvSpPr>
        <p:spPr>
          <a:xfrm>
            <a:off x="179386" y="3717925"/>
            <a:ext cx="1079499" cy="431799"/>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0" i="0" lang="en-US" sz="1800" u="none" cap="none" strike="noStrike">
                <a:solidFill>
                  <a:schemeClr val="dk1"/>
                </a:solidFill>
                <a:latin typeface="Arial"/>
                <a:ea typeface="Arial"/>
                <a:cs typeface="Arial"/>
                <a:sym typeface="Arial"/>
              </a:rPr>
              <a:t>P = Cme</a:t>
            </a:r>
          </a:p>
        </p:txBody>
      </p:sp>
      <p:cxnSp>
        <p:nvCxnSpPr>
          <p:cNvPr id="399" name="Shape 399"/>
          <p:cNvCxnSpPr/>
          <p:nvPr/>
        </p:nvCxnSpPr>
        <p:spPr>
          <a:xfrm rot="10800000">
            <a:off x="1187449" y="3933825"/>
            <a:ext cx="1512886" cy="0"/>
          </a:xfrm>
          <a:prstGeom prst="straightConnector1">
            <a:avLst/>
          </a:prstGeom>
          <a:noFill/>
          <a:ln cap="flat" cmpd="sng" w="9525">
            <a:solidFill>
              <a:schemeClr val="dk1"/>
            </a:solidFill>
            <a:prstDash val="solid"/>
            <a:miter/>
            <a:headEnd len="med" w="med" type="stealth"/>
            <a:tailEnd len="med" w="med" type="none"/>
          </a:ln>
        </p:spPr>
      </p:cxnSp>
      <p:sp>
        <p:nvSpPr>
          <p:cNvPr id="400" name="Shape 400"/>
          <p:cNvSpPr/>
          <p:nvPr/>
        </p:nvSpPr>
        <p:spPr>
          <a:xfrm>
            <a:off x="1930400" y="3586162"/>
            <a:ext cx="3429000" cy="1069975"/>
          </a:xfrm>
          <a:custGeom>
            <a:pathLst>
              <a:path extrusionOk="0" h="674" w="2160">
                <a:moveTo>
                  <a:pt x="0" y="0"/>
                </a:moveTo>
                <a:cubicBezTo>
                  <a:pt x="42" y="60"/>
                  <a:pt x="131" y="258"/>
                  <a:pt x="253" y="362"/>
                </a:cubicBezTo>
                <a:cubicBezTo>
                  <a:pt x="375" y="466"/>
                  <a:pt x="587" y="574"/>
                  <a:pt x="730" y="624"/>
                </a:cubicBezTo>
                <a:cubicBezTo>
                  <a:pt x="873" y="674"/>
                  <a:pt x="981" y="672"/>
                  <a:pt x="1111" y="661"/>
                </a:cubicBezTo>
                <a:cubicBezTo>
                  <a:pt x="1242" y="650"/>
                  <a:pt x="1376" y="605"/>
                  <a:pt x="1514" y="561"/>
                </a:cubicBezTo>
                <a:cubicBezTo>
                  <a:pt x="1651" y="517"/>
                  <a:pt x="1828" y="449"/>
                  <a:pt x="1936" y="400"/>
                </a:cubicBezTo>
                <a:cubicBezTo>
                  <a:pt x="2044" y="351"/>
                  <a:pt x="2114" y="293"/>
                  <a:pt x="2160" y="265"/>
                </a:cubicBezTo>
              </a:path>
            </a:pathLst>
          </a:custGeom>
          <a:noFill/>
          <a:ln cap="flat" cmpd="sng" w="25400">
            <a:solidFill>
              <a:srgbClr val="000000"/>
            </a:solidFill>
            <a:prstDash val="solid"/>
            <a:miter/>
            <a:headEnd len="med" w="med" type="none"/>
            <a:tailEnd len="med" w="med" type="none"/>
          </a:ln>
        </p:spPr>
        <p:txBody>
          <a:bodyPr anchorCtr="0" anchor="t"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401" name="Shape 401"/>
          <p:cNvSpPr txBox="1"/>
          <p:nvPr/>
        </p:nvSpPr>
        <p:spPr>
          <a:xfrm>
            <a:off x="4859337" y="4724400"/>
            <a:ext cx="863599" cy="360362"/>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rgbClr val="AC5473"/>
              </a:buClr>
              <a:buSzPct val="25000"/>
              <a:buFont typeface="Arial"/>
              <a:buNone/>
            </a:pPr>
            <a:r>
              <a:rPr b="1" i="0" lang="en-US" sz="1800" u="none" cap="none" strike="noStrike">
                <a:solidFill>
                  <a:srgbClr val="AC5473"/>
                </a:solidFill>
                <a:latin typeface="Arial"/>
                <a:ea typeface="Arial"/>
                <a:cs typeface="Arial"/>
                <a:sym typeface="Arial"/>
              </a:rPr>
              <a:t>COSTO</a:t>
            </a:r>
          </a:p>
          <a:p>
            <a:pPr indent="0" lvl="0" marL="0" marR="0" rtl="0" algn="ctr">
              <a:lnSpc>
                <a:spcPct val="100000"/>
              </a:lnSpc>
              <a:spcBef>
                <a:spcPts val="0"/>
              </a:spcBef>
              <a:spcAft>
                <a:spcPts val="0"/>
              </a:spcAft>
              <a:buClr>
                <a:srgbClr val="AC5473"/>
              </a:buClr>
              <a:buSzPct val="25000"/>
              <a:buFont typeface="Arial"/>
              <a:buNone/>
            </a:pPr>
            <a:r>
              <a:rPr b="1" i="0" lang="en-US" sz="1800" u="none" cap="none" strike="noStrike">
                <a:solidFill>
                  <a:srgbClr val="AC5473"/>
                </a:solidFill>
                <a:latin typeface="Arial"/>
                <a:ea typeface="Arial"/>
                <a:cs typeface="Arial"/>
                <a:sym typeface="Arial"/>
              </a:rPr>
              <a:t> MEDIO</a:t>
            </a:r>
          </a:p>
        </p:txBody>
      </p:sp>
      <p:cxnSp>
        <p:nvCxnSpPr>
          <p:cNvPr id="402" name="Shape 402"/>
          <p:cNvCxnSpPr/>
          <p:nvPr/>
        </p:nvCxnSpPr>
        <p:spPr>
          <a:xfrm>
            <a:off x="2411411" y="3644900"/>
            <a:ext cx="0" cy="2306636"/>
          </a:xfrm>
          <a:prstGeom prst="straightConnector1">
            <a:avLst/>
          </a:prstGeom>
          <a:noFill/>
          <a:ln cap="flat" cmpd="sng" w="9525">
            <a:solidFill>
              <a:schemeClr val="dk1"/>
            </a:solidFill>
            <a:prstDash val="solid"/>
            <a:miter/>
            <a:headEnd len="med" w="med" type="stealth"/>
            <a:tailEnd len="med" w="med" type="none"/>
          </a:ln>
        </p:spPr>
      </p:cxnSp>
      <p:cxnSp>
        <p:nvCxnSpPr>
          <p:cNvPr id="403" name="Shape 403"/>
          <p:cNvCxnSpPr/>
          <p:nvPr/>
        </p:nvCxnSpPr>
        <p:spPr>
          <a:xfrm rot="10800000">
            <a:off x="1187449" y="3644900"/>
            <a:ext cx="1223961" cy="0"/>
          </a:xfrm>
          <a:prstGeom prst="straightConnector1">
            <a:avLst/>
          </a:prstGeom>
          <a:noFill/>
          <a:ln cap="flat" cmpd="sng" w="9525">
            <a:solidFill>
              <a:schemeClr val="dk1"/>
            </a:solidFill>
            <a:prstDash val="solid"/>
            <a:miter/>
            <a:headEnd len="med" w="med" type="none"/>
            <a:tailEnd len="med" w="med" type="stealth"/>
          </a:ln>
        </p:spPr>
      </p:cxnSp>
      <p:sp>
        <p:nvSpPr>
          <p:cNvPr id="404" name="Shape 404"/>
          <p:cNvSpPr txBox="1"/>
          <p:nvPr/>
        </p:nvSpPr>
        <p:spPr>
          <a:xfrm>
            <a:off x="827087" y="3429000"/>
            <a:ext cx="431799" cy="431799"/>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0" i="0" lang="en-US" sz="1800" u="none" cap="none" strike="noStrike">
                <a:solidFill>
                  <a:schemeClr val="dk1"/>
                </a:solidFill>
                <a:latin typeface="Arial"/>
                <a:ea typeface="Arial"/>
                <a:cs typeface="Arial"/>
                <a:sym typeface="Arial"/>
              </a:rPr>
              <a:t>P</a:t>
            </a:r>
          </a:p>
        </p:txBody>
      </p:sp>
      <p:cxnSp>
        <p:nvCxnSpPr>
          <p:cNvPr id="405" name="Shape 405"/>
          <p:cNvCxnSpPr/>
          <p:nvPr/>
        </p:nvCxnSpPr>
        <p:spPr>
          <a:xfrm>
            <a:off x="539750" y="3644900"/>
            <a:ext cx="0" cy="215899"/>
          </a:xfrm>
          <a:prstGeom prst="straightConnector1">
            <a:avLst/>
          </a:prstGeom>
          <a:noFill/>
          <a:ln cap="flat" cmpd="sng" w="38100">
            <a:solidFill>
              <a:srgbClr val="FF0000"/>
            </a:solidFill>
            <a:prstDash val="solid"/>
            <a:miter/>
            <a:headEnd len="med" w="med" type="none"/>
            <a:tailEnd len="lg" w="lg" type="triangle"/>
          </a:ln>
        </p:spPr>
      </p:cxnSp>
      <p:sp>
        <p:nvSpPr>
          <p:cNvPr id="406" name="Shape 406"/>
          <p:cNvSpPr txBox="1"/>
          <p:nvPr/>
        </p:nvSpPr>
        <p:spPr>
          <a:xfrm>
            <a:off x="2627311" y="5949950"/>
            <a:ext cx="288925" cy="431799"/>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0" i="0" lang="en-US" sz="1800" u="none" cap="none" strike="noStrike">
                <a:solidFill>
                  <a:schemeClr val="dk1"/>
                </a:solidFill>
                <a:latin typeface="Arial"/>
                <a:ea typeface="Arial"/>
                <a:cs typeface="Arial"/>
                <a:sym typeface="Arial"/>
              </a:rPr>
              <a:t>Q</a:t>
            </a:r>
            <a:r>
              <a:rPr b="0" baseline="-25000" i="0" lang="en-US" sz="1800" u="none" cap="none" strike="noStrike">
                <a:solidFill>
                  <a:schemeClr val="dk1"/>
                </a:solidFill>
                <a:latin typeface="Arial"/>
                <a:ea typeface="Arial"/>
                <a:cs typeface="Arial"/>
                <a:sym typeface="Arial"/>
              </a:rPr>
              <a:t>1</a:t>
            </a:r>
          </a:p>
        </p:txBody>
      </p:sp>
      <p:cxnSp>
        <p:nvCxnSpPr>
          <p:cNvPr id="407" name="Shape 407"/>
          <p:cNvCxnSpPr/>
          <p:nvPr/>
        </p:nvCxnSpPr>
        <p:spPr>
          <a:xfrm rot="10800000">
            <a:off x="1187449" y="4437062"/>
            <a:ext cx="2736850" cy="0"/>
          </a:xfrm>
          <a:prstGeom prst="straightConnector1">
            <a:avLst/>
          </a:prstGeom>
          <a:noFill/>
          <a:ln cap="flat" cmpd="sng" w="9525">
            <a:solidFill>
              <a:schemeClr val="dk1"/>
            </a:solidFill>
            <a:prstDash val="solid"/>
            <a:miter/>
            <a:headEnd len="med" w="med" type="none"/>
            <a:tailEnd len="med" w="med" type="none"/>
          </a:ln>
        </p:spPr>
      </p:cxnSp>
      <p:cxnSp>
        <p:nvCxnSpPr>
          <p:cNvPr id="408" name="Shape 408"/>
          <p:cNvCxnSpPr/>
          <p:nvPr/>
        </p:nvCxnSpPr>
        <p:spPr>
          <a:xfrm>
            <a:off x="3924300" y="4437062"/>
            <a:ext cx="0" cy="1514474"/>
          </a:xfrm>
          <a:prstGeom prst="straightConnector1">
            <a:avLst/>
          </a:prstGeom>
          <a:noFill/>
          <a:ln cap="flat" cmpd="sng" w="9525">
            <a:solidFill>
              <a:schemeClr val="dk1"/>
            </a:solidFill>
            <a:prstDash val="solid"/>
            <a:miter/>
            <a:headEnd len="med" w="med" type="none"/>
            <a:tailEnd len="med" w="med" type="none"/>
          </a:ln>
        </p:spPr>
      </p:cxnSp>
      <p:sp>
        <p:nvSpPr>
          <p:cNvPr id="409" name="Shape 409"/>
          <p:cNvSpPr txBox="1"/>
          <p:nvPr/>
        </p:nvSpPr>
        <p:spPr>
          <a:xfrm>
            <a:off x="3851275" y="5949950"/>
            <a:ext cx="288925" cy="431799"/>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0" i="0" lang="en-US" sz="1800" u="none" cap="none" strike="noStrike">
                <a:solidFill>
                  <a:schemeClr val="dk1"/>
                </a:solidFill>
                <a:latin typeface="Arial"/>
                <a:ea typeface="Arial"/>
                <a:cs typeface="Arial"/>
                <a:sym typeface="Arial"/>
              </a:rPr>
              <a:t>Q</a:t>
            </a:r>
            <a:r>
              <a:rPr b="0" baseline="-25000" i="0" lang="en-US" sz="1800" u="none" cap="none" strike="noStrike">
                <a:solidFill>
                  <a:schemeClr val="dk1"/>
                </a:solidFill>
                <a:latin typeface="Arial"/>
                <a:ea typeface="Arial"/>
                <a:cs typeface="Arial"/>
                <a:sym typeface="Arial"/>
              </a:rPr>
              <a:t>2</a:t>
            </a:r>
          </a:p>
        </p:txBody>
      </p:sp>
      <p:pic>
        <p:nvPicPr>
          <p:cNvPr id="410" name="Shape 410"/>
          <p:cNvPicPr preferRelativeResize="0"/>
          <p:nvPr>
            <p:ph idx="4294967295" type="body"/>
          </p:nvPr>
        </p:nvPicPr>
        <p:blipFill rotWithShape="1">
          <a:blip r:embed="rId3">
            <a:alphaModFix/>
          </a:blip>
          <a:srcRect b="0" l="0" r="0" t="0"/>
          <a:stretch/>
        </p:blipFill>
        <p:spPr>
          <a:xfrm>
            <a:off x="4787900" y="188911"/>
            <a:ext cx="3009899" cy="609599"/>
          </a:xfrm>
          <a:prstGeom prst="rect">
            <a:avLst/>
          </a:prstGeom>
          <a:noFill/>
          <a:ln>
            <a:noFill/>
          </a:ln>
        </p:spPr>
      </p:pic>
      <p:sp>
        <p:nvSpPr>
          <p:cNvPr id="411" name="Shape 411"/>
          <p:cNvSpPr txBox="1"/>
          <p:nvPr/>
        </p:nvSpPr>
        <p:spPr>
          <a:xfrm>
            <a:off x="34925" y="4221162"/>
            <a:ext cx="1079499" cy="431799"/>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0" i="0" lang="en-US" sz="1400" u="none" cap="none" strike="noStrike">
                <a:solidFill>
                  <a:schemeClr val="dk1"/>
                </a:solidFill>
                <a:latin typeface="Arial"/>
                <a:ea typeface="Arial"/>
                <a:cs typeface="Arial"/>
                <a:sym typeface="Arial"/>
              </a:rPr>
              <a:t>P. Comp. Perf.</a:t>
            </a:r>
          </a:p>
        </p:txBody>
      </p:sp>
    </p:spTree>
  </p:cSld>
  <p:clrMapOvr>
    <a:masterClrMapping/>
  </p:clrMapOvr>
  <p:transition spd="slow">
    <p:cut/>
  </p:transition>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415" name="Shape 415"/>
        <p:cNvGrpSpPr/>
        <p:nvPr/>
      </p:nvGrpSpPr>
      <p:grpSpPr>
        <a:xfrm>
          <a:off x="0" y="0"/>
          <a:ext cx="0" cy="0"/>
          <a:chOff x="0" y="0"/>
          <a:chExt cx="0" cy="0"/>
        </a:xfrm>
      </p:grpSpPr>
      <p:sp>
        <p:nvSpPr>
          <p:cNvPr id="416" name="Shape 416"/>
          <p:cNvSpPr txBox="1"/>
          <p:nvPr>
            <p:ph idx="4294967295" type="title"/>
          </p:nvPr>
        </p:nvSpPr>
        <p:spPr>
          <a:xfrm>
            <a:off x="0" y="188911"/>
            <a:ext cx="3284536" cy="1722437"/>
          </a:xfrm>
          <a:prstGeom prst="rect">
            <a:avLst/>
          </a:prstGeom>
          <a:noFill/>
          <a:ln>
            <a:noFill/>
          </a:ln>
        </p:spPr>
        <p:txBody>
          <a:bodyPr anchorCtr="0" anchor="b"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1" i="0" lang="en-US" sz="3500" u="none" cap="none" strike="noStrike">
                <a:solidFill>
                  <a:schemeClr val="dk1"/>
                </a:solidFill>
                <a:latin typeface="Arial"/>
                <a:ea typeface="Arial"/>
                <a:cs typeface="Arial"/>
                <a:sym typeface="Arial"/>
              </a:rPr>
              <a:t>GRUPOS </a:t>
            </a:r>
            <a:br>
              <a:rPr b="1" i="0" lang="en-US" sz="3500" u="none" cap="none" strike="noStrike">
                <a:solidFill>
                  <a:schemeClr val="dk1"/>
                </a:solidFill>
                <a:latin typeface="Arial"/>
                <a:ea typeface="Arial"/>
                <a:cs typeface="Arial"/>
                <a:sym typeface="Arial"/>
              </a:rPr>
            </a:br>
            <a:r>
              <a:rPr b="1" i="0" lang="en-US" sz="3500" u="none" cap="none" strike="noStrike">
                <a:solidFill>
                  <a:schemeClr val="dk1"/>
                </a:solidFill>
                <a:latin typeface="Arial"/>
                <a:ea typeface="Arial"/>
                <a:cs typeface="Arial"/>
                <a:sym typeface="Arial"/>
              </a:rPr>
              <a:t>DE </a:t>
            </a:r>
            <a:br>
              <a:rPr b="1" i="0" lang="en-US" sz="3500" u="none" cap="none" strike="noStrike">
                <a:solidFill>
                  <a:schemeClr val="dk1"/>
                </a:solidFill>
                <a:latin typeface="Arial"/>
                <a:ea typeface="Arial"/>
                <a:cs typeface="Arial"/>
                <a:sym typeface="Arial"/>
              </a:rPr>
            </a:br>
            <a:r>
              <a:rPr b="1" i="0" lang="en-US" sz="3500" u="none" cap="none" strike="noStrike">
                <a:solidFill>
                  <a:schemeClr val="dk1"/>
                </a:solidFill>
                <a:latin typeface="Arial"/>
                <a:ea typeface="Arial"/>
                <a:cs typeface="Arial"/>
                <a:sym typeface="Arial"/>
              </a:rPr>
              <a:t>EMPRESAS</a:t>
            </a:r>
          </a:p>
        </p:txBody>
      </p:sp>
      <p:sp>
        <p:nvSpPr>
          <p:cNvPr id="417" name="Shape 417"/>
          <p:cNvSpPr txBox="1"/>
          <p:nvPr>
            <p:ph idx="4294967295" type="body"/>
          </p:nvPr>
        </p:nvSpPr>
        <p:spPr>
          <a:xfrm>
            <a:off x="457200" y="2060575"/>
            <a:ext cx="7715249" cy="2592387"/>
          </a:xfrm>
          <a:prstGeom prst="rect">
            <a:avLst/>
          </a:prstGeom>
          <a:noFill/>
          <a:ln>
            <a:noFill/>
          </a:ln>
        </p:spPr>
        <p:txBody>
          <a:bodyPr anchorCtr="0" anchor="t" bIns="45700" lIns="91425" rIns="91425" tIns="45700">
            <a:noAutofit/>
          </a:bodyPr>
          <a:lstStyle/>
          <a:p>
            <a:pPr indent="-342900" lvl="0" marL="342900" marR="0" rtl="0" algn="l">
              <a:lnSpc>
                <a:spcPct val="100000"/>
              </a:lnSpc>
              <a:spcBef>
                <a:spcPts val="0"/>
              </a:spcBef>
              <a:spcAft>
                <a:spcPts val="0"/>
              </a:spcAft>
              <a:buClr>
                <a:schemeClr val="dk2"/>
              </a:buClr>
              <a:buSzPct val="25000"/>
              <a:buFont typeface="Noto Symbol"/>
              <a:buNone/>
            </a:pPr>
            <a:r>
              <a:rPr b="1" i="0" lang="en-US" sz="2600" u="none" cap="none" strike="noStrike">
                <a:solidFill>
                  <a:srgbClr val="4A23DB"/>
                </a:solidFill>
                <a:latin typeface="Arial"/>
                <a:ea typeface="Arial"/>
                <a:cs typeface="Arial"/>
                <a:sym typeface="Arial"/>
              </a:rPr>
              <a:t>Grupo de empresas</a:t>
            </a:r>
            <a:r>
              <a:rPr b="0" i="0" lang="en-US" sz="2600" u="none" cap="none" strike="noStrike">
                <a:solidFill>
                  <a:schemeClr val="dk1"/>
                </a:solidFill>
                <a:latin typeface="Arial"/>
                <a:ea typeface="Arial"/>
                <a:cs typeface="Arial"/>
                <a:sym typeface="Arial"/>
              </a:rPr>
              <a:t>, </a:t>
            </a:r>
            <a:r>
              <a:rPr b="1" i="0" lang="en-US" sz="2600" u="none" cap="none" strike="noStrike">
                <a:solidFill>
                  <a:srgbClr val="4A23DB"/>
                </a:solidFill>
                <a:latin typeface="Arial"/>
                <a:ea typeface="Arial"/>
                <a:cs typeface="Arial"/>
                <a:sym typeface="Arial"/>
              </a:rPr>
              <a:t>grupo empresarial</a:t>
            </a:r>
            <a:r>
              <a:rPr b="0" i="0" lang="en-US" sz="2600" u="none" cap="none" strike="noStrike">
                <a:solidFill>
                  <a:schemeClr val="dk1"/>
                </a:solidFill>
                <a:latin typeface="Arial"/>
                <a:ea typeface="Arial"/>
                <a:cs typeface="Arial"/>
                <a:sym typeface="Arial"/>
              </a:rPr>
              <a:t> o </a:t>
            </a:r>
            <a:r>
              <a:rPr b="1" i="0" lang="en-US" sz="2600" u="none" cap="none" strike="noStrike">
                <a:solidFill>
                  <a:srgbClr val="4A23DB"/>
                </a:solidFill>
                <a:latin typeface="Arial"/>
                <a:ea typeface="Arial"/>
                <a:cs typeface="Arial"/>
                <a:sym typeface="Arial"/>
              </a:rPr>
              <a:t>grupo industrial</a:t>
            </a:r>
            <a:r>
              <a:rPr b="0" i="0" lang="en-US" sz="2600" u="none" cap="none" strike="noStrike">
                <a:solidFill>
                  <a:schemeClr val="dk1"/>
                </a:solidFill>
                <a:latin typeface="Arial"/>
                <a:ea typeface="Arial"/>
                <a:cs typeface="Arial"/>
                <a:sym typeface="Arial"/>
              </a:rPr>
              <a:t> es en economía, el conglomerado de empresas que dependen todas de una misma </a:t>
            </a:r>
            <a:r>
              <a:rPr b="1" i="0" lang="en-US" sz="2600" u="none" cap="none" strike="noStrike">
                <a:solidFill>
                  <a:srgbClr val="4A23DB"/>
                </a:solidFill>
                <a:latin typeface="Arial"/>
                <a:ea typeface="Arial"/>
                <a:cs typeface="Arial"/>
                <a:sym typeface="Arial"/>
              </a:rPr>
              <a:t>empresa matriz</a:t>
            </a:r>
            <a:r>
              <a:rPr b="0" i="0" lang="en-US" sz="2600" u="none" cap="none" strike="noStrike">
                <a:solidFill>
                  <a:schemeClr val="dk1"/>
                </a:solidFill>
                <a:latin typeface="Arial"/>
                <a:ea typeface="Arial"/>
                <a:cs typeface="Arial"/>
                <a:sym typeface="Arial"/>
              </a:rPr>
              <a:t> que tiene una participación económica suficiente en su capital como para tomar las decisiones.</a:t>
            </a:r>
          </a:p>
        </p:txBody>
      </p:sp>
      <p:pic>
        <p:nvPicPr>
          <p:cNvPr id="418" name="Shape 418"/>
          <p:cNvPicPr preferRelativeResize="0"/>
          <p:nvPr>
            <p:ph idx="4294967295" type="body"/>
          </p:nvPr>
        </p:nvPicPr>
        <p:blipFill rotWithShape="1">
          <a:blip r:embed="rId3">
            <a:alphaModFix/>
          </a:blip>
          <a:srcRect b="0" l="0" r="0" t="0"/>
          <a:stretch/>
        </p:blipFill>
        <p:spPr>
          <a:xfrm>
            <a:off x="4875212" y="587375"/>
            <a:ext cx="3009899" cy="609599"/>
          </a:xfrm>
          <a:prstGeom prst="rect">
            <a:avLst/>
          </a:prstGeom>
          <a:noFill/>
          <a:ln>
            <a:noFill/>
          </a:ln>
        </p:spPr>
      </p:pic>
    </p:spTree>
  </p:cSld>
  <p:clrMapOvr>
    <a:masterClrMapping/>
  </p:clrMapOvr>
  <p:transition spd="slow">
    <p:cut/>
  </p:transition>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422" name="Shape 422"/>
        <p:cNvGrpSpPr/>
        <p:nvPr/>
      </p:nvGrpSpPr>
      <p:grpSpPr>
        <a:xfrm>
          <a:off x="0" y="0"/>
          <a:ext cx="0" cy="0"/>
          <a:chOff x="0" y="0"/>
          <a:chExt cx="0" cy="0"/>
        </a:xfrm>
      </p:grpSpPr>
      <p:sp>
        <p:nvSpPr>
          <p:cNvPr id="423" name="Shape 423"/>
          <p:cNvSpPr txBox="1"/>
          <p:nvPr>
            <p:ph idx="4294967295" type="title"/>
          </p:nvPr>
        </p:nvSpPr>
        <p:spPr>
          <a:xfrm>
            <a:off x="179386" y="0"/>
            <a:ext cx="4464050" cy="1484312"/>
          </a:xfrm>
          <a:prstGeom prst="rect">
            <a:avLst/>
          </a:prstGeom>
          <a:noFill/>
          <a:ln>
            <a:noFill/>
          </a:ln>
        </p:spPr>
        <p:txBody>
          <a:bodyPr anchorCtr="0" anchor="b"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1" i="0" lang="en-US" sz="3500" u="none" cap="none" strike="noStrike">
                <a:solidFill>
                  <a:schemeClr val="dk1"/>
                </a:solidFill>
                <a:latin typeface="Arial"/>
                <a:ea typeface="Arial"/>
                <a:cs typeface="Arial"/>
                <a:sym typeface="Arial"/>
              </a:rPr>
              <a:t>GRUPOS DE EMPRESAS</a:t>
            </a:r>
            <a:br>
              <a:rPr b="1" i="0" lang="en-US" sz="3500" u="none" cap="none" strike="noStrike">
                <a:solidFill>
                  <a:schemeClr val="dk1"/>
                </a:solidFill>
                <a:latin typeface="Arial"/>
                <a:ea typeface="Arial"/>
                <a:cs typeface="Arial"/>
                <a:sym typeface="Arial"/>
              </a:rPr>
            </a:br>
            <a:r>
              <a:rPr b="1" i="0" lang="en-US" sz="2000" u="none" cap="none" strike="noStrike">
                <a:solidFill>
                  <a:schemeClr val="dk1"/>
                </a:solidFill>
                <a:latin typeface="Arial"/>
                <a:ea typeface="Arial"/>
                <a:cs typeface="Arial"/>
                <a:sym typeface="Arial"/>
              </a:rPr>
              <a:t>MOTIVOS PARA SU FORMACIÓN</a:t>
            </a:r>
          </a:p>
        </p:txBody>
      </p:sp>
      <p:sp>
        <p:nvSpPr>
          <p:cNvPr id="424" name="Shape 424"/>
          <p:cNvSpPr txBox="1"/>
          <p:nvPr>
            <p:ph idx="4294967295" type="body"/>
          </p:nvPr>
        </p:nvSpPr>
        <p:spPr>
          <a:xfrm>
            <a:off x="457200" y="1719261"/>
            <a:ext cx="8291512" cy="4411661"/>
          </a:xfrm>
          <a:prstGeom prst="rect">
            <a:avLst/>
          </a:prstGeom>
          <a:noFill/>
          <a:ln>
            <a:noFill/>
          </a:ln>
        </p:spPr>
        <p:txBody>
          <a:bodyPr anchorCtr="0" anchor="t" bIns="45700" lIns="91425" rIns="91425" tIns="45700">
            <a:noAutofit/>
          </a:bodyPr>
          <a:lstStyle/>
          <a:p>
            <a:pPr indent="-342900" lvl="0" marL="342900" marR="0" rtl="0" algn="just">
              <a:lnSpc>
                <a:spcPct val="80000"/>
              </a:lnSpc>
              <a:spcBef>
                <a:spcPts val="0"/>
              </a:spcBef>
              <a:spcAft>
                <a:spcPts val="0"/>
              </a:spcAft>
              <a:buClr>
                <a:schemeClr val="dk2"/>
              </a:buClr>
              <a:buSzPct val="25000"/>
              <a:buFont typeface="Noto Symbol"/>
              <a:buNone/>
            </a:pPr>
            <a:r>
              <a:rPr b="1" i="0" lang="en-US" sz="1700" u="none" cap="none" strike="noStrike">
                <a:solidFill>
                  <a:srgbClr val="4A23DB"/>
                </a:solidFill>
                <a:latin typeface="Arial"/>
                <a:ea typeface="Arial"/>
                <a:cs typeface="Arial"/>
                <a:sym typeface="Arial"/>
              </a:rPr>
              <a:t>Fusiones: </a:t>
            </a:r>
            <a:r>
              <a:rPr b="0" i="0" lang="en-US" sz="1700" u="none" cap="none" strike="noStrike">
                <a:solidFill>
                  <a:schemeClr val="dk1"/>
                </a:solidFill>
                <a:latin typeface="Arial"/>
                <a:ea typeface="Arial"/>
                <a:cs typeface="Arial"/>
                <a:sym typeface="Arial"/>
              </a:rPr>
              <a:t>Para evitar una fusión completa de dos sociedades, con toda su complejidad administrativa, habitualmente se realiza a una simple adquisición</a:t>
            </a:r>
          </a:p>
          <a:p>
            <a:pPr indent="-342900" lvl="0" marL="342900" marR="0" rtl="0" algn="just">
              <a:lnSpc>
                <a:spcPct val="80000"/>
              </a:lnSpc>
              <a:spcBef>
                <a:spcPts val="340"/>
              </a:spcBef>
              <a:spcAft>
                <a:spcPts val="0"/>
              </a:spcAft>
              <a:buClr>
                <a:schemeClr val="dk2"/>
              </a:buClr>
              <a:buSzPct val="25000"/>
              <a:buFont typeface="Noto Symbol"/>
              <a:buNone/>
            </a:pPr>
            <a:r>
              <a:rPr b="0" i="0" lang="en-US" sz="1700" u="none" cap="none" strike="noStrike">
                <a:solidFill>
                  <a:schemeClr val="dk1"/>
                </a:solidFill>
                <a:latin typeface="Arial"/>
                <a:ea typeface="Arial"/>
                <a:cs typeface="Arial"/>
                <a:sym typeface="Arial"/>
              </a:rPr>
              <a:t>de las acciones, la sociedad adquirente pasa a ser matriz de la adquirida,</a:t>
            </a:r>
          </a:p>
          <a:p>
            <a:pPr indent="-342900" lvl="0" marL="342900" marR="0" rtl="0" algn="just">
              <a:lnSpc>
                <a:spcPct val="80000"/>
              </a:lnSpc>
              <a:spcBef>
                <a:spcPts val="340"/>
              </a:spcBef>
              <a:spcAft>
                <a:spcPts val="0"/>
              </a:spcAft>
              <a:buClr>
                <a:schemeClr val="dk2"/>
              </a:buClr>
              <a:buSzPct val="25000"/>
              <a:buFont typeface="Noto Symbol"/>
              <a:buNone/>
            </a:pPr>
            <a:r>
              <a:rPr b="0" i="0" lang="en-US" sz="1700" u="none" cap="none" strike="noStrike">
                <a:solidFill>
                  <a:schemeClr val="dk1"/>
                </a:solidFill>
                <a:latin typeface="Arial"/>
                <a:ea typeface="Arial"/>
                <a:cs typeface="Arial"/>
                <a:sym typeface="Arial"/>
              </a:rPr>
              <a:t>tomando el control de sus decisiones.</a:t>
            </a:r>
          </a:p>
          <a:p>
            <a:pPr indent="-342900" lvl="0" marL="342900" marR="0" rtl="0" algn="l">
              <a:lnSpc>
                <a:spcPct val="80000"/>
              </a:lnSpc>
              <a:spcBef>
                <a:spcPts val="340"/>
              </a:spcBef>
              <a:spcAft>
                <a:spcPts val="0"/>
              </a:spcAft>
              <a:buClr>
                <a:schemeClr val="dk2"/>
              </a:buClr>
              <a:buSzPct val="25000"/>
              <a:buFont typeface="Noto Symbol"/>
              <a:buNone/>
            </a:pPr>
            <a:r>
              <a:t/>
            </a:r>
            <a:endParaRPr b="0" i="0" sz="1700" u="none" cap="none" strike="noStrike">
              <a:solidFill>
                <a:schemeClr val="dk1"/>
              </a:solidFill>
              <a:latin typeface="Arial"/>
              <a:ea typeface="Arial"/>
              <a:cs typeface="Arial"/>
              <a:sym typeface="Arial"/>
            </a:endParaRPr>
          </a:p>
          <a:p>
            <a:pPr indent="-342900" lvl="0" marL="342900" marR="0" rtl="0" algn="just">
              <a:lnSpc>
                <a:spcPct val="80000"/>
              </a:lnSpc>
              <a:spcBef>
                <a:spcPts val="340"/>
              </a:spcBef>
              <a:spcAft>
                <a:spcPts val="0"/>
              </a:spcAft>
              <a:buClr>
                <a:schemeClr val="dk2"/>
              </a:buClr>
              <a:buSzPct val="25000"/>
              <a:buFont typeface="Noto Symbol"/>
              <a:buNone/>
            </a:pPr>
            <a:r>
              <a:rPr b="1" i="0" lang="en-US" sz="1700" u="none" cap="none" strike="noStrike">
                <a:solidFill>
                  <a:srgbClr val="4A23DB"/>
                </a:solidFill>
                <a:latin typeface="Arial"/>
                <a:ea typeface="Arial"/>
                <a:cs typeface="Arial"/>
                <a:sym typeface="Arial"/>
              </a:rPr>
              <a:t>Control especializado:</a:t>
            </a:r>
            <a:r>
              <a:rPr b="0" i="0" lang="en-US" sz="1700" u="none" cap="none" strike="noStrike">
                <a:solidFill>
                  <a:schemeClr val="dk1"/>
                </a:solidFill>
                <a:latin typeface="Arial"/>
                <a:ea typeface="Arial"/>
                <a:cs typeface="Arial"/>
                <a:sym typeface="Arial"/>
              </a:rPr>
              <a:t> Una empresa decide dividir su negocio en diferentes</a:t>
            </a:r>
          </a:p>
          <a:p>
            <a:pPr indent="-342900" lvl="0" marL="342900" marR="0" rtl="0" algn="just">
              <a:lnSpc>
                <a:spcPct val="80000"/>
              </a:lnSpc>
              <a:spcBef>
                <a:spcPts val="340"/>
              </a:spcBef>
              <a:spcAft>
                <a:spcPts val="0"/>
              </a:spcAft>
              <a:buClr>
                <a:schemeClr val="dk2"/>
              </a:buClr>
              <a:buSzPct val="25000"/>
              <a:buFont typeface="Noto Symbol"/>
              <a:buNone/>
            </a:pPr>
            <a:r>
              <a:rPr b="0" i="0" lang="en-US" sz="1700" u="none" cap="none" strike="noStrike">
                <a:solidFill>
                  <a:schemeClr val="dk1"/>
                </a:solidFill>
                <a:latin typeface="Arial"/>
                <a:ea typeface="Arial"/>
                <a:cs typeface="Arial"/>
                <a:sym typeface="Arial"/>
              </a:rPr>
              <a:t>particiones, que se ponen en manos de empresas controladas con órganos de</a:t>
            </a:r>
          </a:p>
          <a:p>
            <a:pPr indent="-342900" lvl="0" marL="342900" marR="0" rtl="0" algn="just">
              <a:lnSpc>
                <a:spcPct val="80000"/>
              </a:lnSpc>
              <a:spcBef>
                <a:spcPts val="340"/>
              </a:spcBef>
              <a:spcAft>
                <a:spcPts val="0"/>
              </a:spcAft>
              <a:buClr>
                <a:schemeClr val="dk2"/>
              </a:buClr>
              <a:buSzPct val="25000"/>
              <a:buFont typeface="Noto Symbol"/>
              <a:buNone/>
            </a:pPr>
            <a:r>
              <a:rPr b="0" i="0" lang="en-US" sz="1700" u="none" cap="none" strike="noStrike">
                <a:solidFill>
                  <a:schemeClr val="dk1"/>
                </a:solidFill>
                <a:latin typeface="Arial"/>
                <a:ea typeface="Arial"/>
                <a:cs typeface="Arial"/>
                <a:sym typeface="Arial"/>
              </a:rPr>
              <a:t>administración específicos, con ello se logra mayor especialización y se diversifica el riesgo.</a:t>
            </a:r>
          </a:p>
          <a:p>
            <a:pPr indent="-342900" lvl="0" marL="342900" marR="0" rtl="0" algn="l">
              <a:lnSpc>
                <a:spcPct val="80000"/>
              </a:lnSpc>
              <a:spcBef>
                <a:spcPts val="340"/>
              </a:spcBef>
              <a:spcAft>
                <a:spcPts val="0"/>
              </a:spcAft>
              <a:buClr>
                <a:schemeClr val="dk2"/>
              </a:buClr>
              <a:buSzPct val="25000"/>
              <a:buFont typeface="Noto Symbol"/>
              <a:buNone/>
            </a:pPr>
            <a:r>
              <a:t/>
            </a:r>
            <a:endParaRPr b="0" i="0" sz="1700" u="none" cap="none" strike="noStrike">
              <a:solidFill>
                <a:schemeClr val="dk1"/>
              </a:solidFill>
              <a:latin typeface="Arial"/>
              <a:ea typeface="Arial"/>
              <a:cs typeface="Arial"/>
              <a:sym typeface="Arial"/>
            </a:endParaRPr>
          </a:p>
          <a:p>
            <a:pPr indent="-342900" lvl="0" marL="342900" marR="0" rtl="0" algn="just">
              <a:lnSpc>
                <a:spcPct val="80000"/>
              </a:lnSpc>
              <a:spcBef>
                <a:spcPts val="340"/>
              </a:spcBef>
              <a:spcAft>
                <a:spcPts val="0"/>
              </a:spcAft>
              <a:buClr>
                <a:schemeClr val="dk2"/>
              </a:buClr>
              <a:buSzPct val="25000"/>
              <a:buFont typeface="Noto Symbol"/>
              <a:buNone/>
            </a:pPr>
            <a:r>
              <a:rPr b="1" i="0" lang="en-US" sz="1700" u="none" cap="none" strike="noStrike">
                <a:solidFill>
                  <a:srgbClr val="4A23DB"/>
                </a:solidFill>
                <a:latin typeface="Arial"/>
                <a:ea typeface="Arial"/>
                <a:cs typeface="Arial"/>
                <a:sym typeface="Arial"/>
              </a:rPr>
              <a:t>Limitación de responsabilidad:</a:t>
            </a:r>
            <a:r>
              <a:rPr b="0" i="0" lang="en-US" sz="1700" u="none" cap="none" strike="noStrike">
                <a:solidFill>
                  <a:schemeClr val="dk1"/>
                </a:solidFill>
                <a:latin typeface="Arial"/>
                <a:ea typeface="Arial"/>
                <a:cs typeface="Arial"/>
                <a:sym typeface="Arial"/>
              </a:rPr>
              <a:t> Al desarrollar negocios nuevos con cierto nivel de riesgo, normalmente se decide crear una sociedad para que los lleve a cabo con un capital específico, limitando el riesgo.</a:t>
            </a:r>
          </a:p>
          <a:p>
            <a:pPr indent="-342900" lvl="0" marL="342900" marR="0" rtl="0" algn="l">
              <a:lnSpc>
                <a:spcPct val="80000"/>
              </a:lnSpc>
              <a:spcBef>
                <a:spcPts val="340"/>
              </a:spcBef>
              <a:spcAft>
                <a:spcPts val="0"/>
              </a:spcAft>
              <a:buClr>
                <a:schemeClr val="dk2"/>
              </a:buClr>
              <a:buSzPct val="25000"/>
              <a:buFont typeface="Noto Symbol"/>
              <a:buNone/>
            </a:pPr>
            <a:r>
              <a:t/>
            </a:r>
            <a:endParaRPr b="0" i="0" sz="1700" u="none" cap="none" strike="noStrike">
              <a:solidFill>
                <a:schemeClr val="dk1"/>
              </a:solidFill>
              <a:latin typeface="Arial"/>
              <a:ea typeface="Arial"/>
              <a:cs typeface="Arial"/>
              <a:sym typeface="Arial"/>
            </a:endParaRPr>
          </a:p>
          <a:p>
            <a:pPr indent="-342900" lvl="0" marL="342900" marR="0" rtl="0" algn="just">
              <a:lnSpc>
                <a:spcPct val="80000"/>
              </a:lnSpc>
              <a:spcBef>
                <a:spcPts val="340"/>
              </a:spcBef>
              <a:spcAft>
                <a:spcPts val="0"/>
              </a:spcAft>
              <a:buClr>
                <a:schemeClr val="dk2"/>
              </a:buClr>
              <a:buSzPct val="25000"/>
              <a:buFont typeface="Noto Symbol"/>
              <a:buNone/>
            </a:pPr>
            <a:r>
              <a:rPr b="1" i="0" lang="en-US" sz="1700" u="none" cap="none" strike="noStrike">
                <a:solidFill>
                  <a:srgbClr val="4A23DB"/>
                </a:solidFill>
                <a:latin typeface="Arial"/>
                <a:ea typeface="Arial"/>
                <a:cs typeface="Arial"/>
                <a:sym typeface="Arial"/>
              </a:rPr>
              <a:t>Inversión en el extranjero</a:t>
            </a:r>
            <a:r>
              <a:rPr b="0" i="0" lang="en-US" sz="1700" u="none" cap="none" strike="noStrike">
                <a:solidFill>
                  <a:schemeClr val="dk1"/>
                </a:solidFill>
                <a:latin typeface="Arial"/>
                <a:ea typeface="Arial"/>
                <a:cs typeface="Arial"/>
                <a:sym typeface="Arial"/>
              </a:rPr>
              <a:t>: Para simplificar las operaciones, se crean empresas</a:t>
            </a:r>
          </a:p>
          <a:p>
            <a:pPr indent="-342900" lvl="0" marL="342900" marR="0" rtl="0" algn="just">
              <a:lnSpc>
                <a:spcPct val="80000"/>
              </a:lnSpc>
              <a:spcBef>
                <a:spcPts val="340"/>
              </a:spcBef>
              <a:spcAft>
                <a:spcPts val="0"/>
              </a:spcAft>
              <a:buClr>
                <a:schemeClr val="dk2"/>
              </a:buClr>
              <a:buSzPct val="25000"/>
              <a:buFont typeface="Noto Symbol"/>
              <a:buNone/>
            </a:pPr>
            <a:r>
              <a:rPr b="0" i="0" lang="en-US" sz="1700" u="none" cap="none" strike="noStrike">
                <a:solidFill>
                  <a:schemeClr val="dk1"/>
                </a:solidFill>
                <a:latin typeface="Arial"/>
                <a:ea typeface="Arial"/>
                <a:cs typeface="Arial"/>
                <a:sym typeface="Arial"/>
              </a:rPr>
              <a:t>controladas en el país en el que se va a invertir, de esta manera se evitan desde</a:t>
            </a:r>
          </a:p>
          <a:p>
            <a:pPr indent="-342900" lvl="0" marL="342900" marR="0" rtl="0" algn="just">
              <a:lnSpc>
                <a:spcPct val="80000"/>
              </a:lnSpc>
              <a:spcBef>
                <a:spcPts val="340"/>
              </a:spcBef>
              <a:spcAft>
                <a:spcPts val="0"/>
              </a:spcAft>
              <a:buClr>
                <a:schemeClr val="dk2"/>
              </a:buClr>
              <a:buSzPct val="25000"/>
              <a:buFont typeface="Noto Symbol"/>
              <a:buNone/>
            </a:pPr>
            <a:r>
              <a:rPr b="0" i="0" lang="en-US" sz="1700" u="none" cap="none" strike="noStrike">
                <a:solidFill>
                  <a:schemeClr val="dk1"/>
                </a:solidFill>
                <a:latin typeface="Arial"/>
                <a:ea typeface="Arial"/>
                <a:cs typeface="Arial"/>
                <a:sym typeface="Arial"/>
              </a:rPr>
              <a:t>problemas administrativos hasta aranceles.</a:t>
            </a:r>
          </a:p>
        </p:txBody>
      </p:sp>
      <p:pic>
        <p:nvPicPr>
          <p:cNvPr id="425" name="Shape 425"/>
          <p:cNvPicPr preferRelativeResize="0"/>
          <p:nvPr>
            <p:ph idx="4294967295" type="body"/>
          </p:nvPr>
        </p:nvPicPr>
        <p:blipFill rotWithShape="1">
          <a:blip r:embed="rId3">
            <a:alphaModFix/>
          </a:blip>
          <a:srcRect b="0" l="0" r="0" t="0"/>
          <a:stretch/>
        </p:blipFill>
        <p:spPr>
          <a:xfrm>
            <a:off x="4859337" y="549275"/>
            <a:ext cx="3009899" cy="609599"/>
          </a:xfrm>
          <a:prstGeom prst="rect">
            <a:avLst/>
          </a:prstGeom>
          <a:noFill/>
          <a:ln>
            <a:noFill/>
          </a:ln>
        </p:spPr>
      </p:pic>
    </p:spTree>
  </p:cSld>
  <p:clrMapOvr>
    <a:masterClrMapping/>
  </p:clrMapOvr>
  <p:transition spd="slow">
    <p:cut/>
  </p:transition>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429" name="Shape 429"/>
        <p:cNvGrpSpPr/>
        <p:nvPr/>
      </p:nvGrpSpPr>
      <p:grpSpPr>
        <a:xfrm>
          <a:off x="0" y="0"/>
          <a:ext cx="0" cy="0"/>
          <a:chOff x="0" y="0"/>
          <a:chExt cx="0" cy="0"/>
        </a:xfrm>
      </p:grpSpPr>
      <p:sp>
        <p:nvSpPr>
          <p:cNvPr id="430" name="Shape 430"/>
          <p:cNvSpPr txBox="1"/>
          <p:nvPr>
            <p:ph idx="4294967295" type="title"/>
          </p:nvPr>
        </p:nvSpPr>
        <p:spPr>
          <a:xfrm>
            <a:off x="134936" y="255587"/>
            <a:ext cx="3860799" cy="1012825"/>
          </a:xfrm>
          <a:prstGeom prst="rect">
            <a:avLst/>
          </a:prstGeom>
          <a:noFill/>
          <a:ln>
            <a:noFill/>
          </a:ln>
        </p:spPr>
        <p:txBody>
          <a:bodyPr anchorCtr="0" anchor="b"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1" i="0" lang="en-US" sz="3600" u="none" cap="none" strike="noStrike">
                <a:solidFill>
                  <a:schemeClr val="dk1"/>
                </a:solidFill>
                <a:latin typeface="Arial"/>
                <a:ea typeface="Arial"/>
                <a:cs typeface="Arial"/>
                <a:sym typeface="Arial"/>
              </a:rPr>
              <a:t>INTEGRACIÓN </a:t>
            </a:r>
            <a:br>
              <a:rPr b="1" i="0" lang="en-US" sz="3600" u="none" cap="none" strike="noStrike">
                <a:solidFill>
                  <a:schemeClr val="dk1"/>
                </a:solidFill>
                <a:latin typeface="Arial"/>
                <a:ea typeface="Arial"/>
                <a:cs typeface="Arial"/>
                <a:sym typeface="Arial"/>
              </a:rPr>
            </a:br>
            <a:r>
              <a:rPr b="1" i="0" lang="en-US" sz="2400" u="none" cap="none" strike="noStrike">
                <a:solidFill>
                  <a:schemeClr val="dk1"/>
                </a:solidFill>
                <a:latin typeface="Arial"/>
                <a:ea typeface="Arial"/>
                <a:cs typeface="Arial"/>
                <a:sym typeface="Arial"/>
              </a:rPr>
              <a:t>HORIZONTAL</a:t>
            </a:r>
          </a:p>
        </p:txBody>
      </p:sp>
      <p:sp>
        <p:nvSpPr>
          <p:cNvPr id="431" name="Shape 431"/>
          <p:cNvSpPr txBox="1"/>
          <p:nvPr>
            <p:ph idx="4294967295" type="body"/>
          </p:nvPr>
        </p:nvSpPr>
        <p:spPr>
          <a:xfrm>
            <a:off x="457200" y="1719261"/>
            <a:ext cx="4038599" cy="4411661"/>
          </a:xfrm>
          <a:prstGeom prst="rect">
            <a:avLst/>
          </a:prstGeom>
          <a:noFill/>
          <a:ln>
            <a:noFill/>
          </a:ln>
        </p:spPr>
        <p:txBody>
          <a:bodyPr anchorCtr="0" anchor="t" bIns="45700" lIns="91425" rIns="91425" tIns="45700">
            <a:noAutofit/>
          </a:bodyPr>
          <a:lstStyle/>
          <a:p>
            <a:pPr indent="-342900" lvl="0" marL="342900" marR="0" rtl="0" algn="l">
              <a:lnSpc>
                <a:spcPct val="90000"/>
              </a:lnSpc>
              <a:spcBef>
                <a:spcPts val="0"/>
              </a:spcBef>
              <a:spcAft>
                <a:spcPts val="0"/>
              </a:spcAft>
              <a:buClr>
                <a:schemeClr val="dk2"/>
              </a:buClr>
              <a:buSzPct val="25000"/>
              <a:buFont typeface="Noto Symbol"/>
              <a:buNone/>
            </a:pPr>
            <a:r>
              <a:rPr b="1" i="0" lang="en-US" sz="1600" u="none" cap="none" strike="noStrike">
                <a:solidFill>
                  <a:srgbClr val="4A23DB"/>
                </a:solidFill>
                <a:latin typeface="Arial"/>
                <a:ea typeface="Arial"/>
                <a:cs typeface="Arial"/>
                <a:sym typeface="Arial"/>
              </a:rPr>
              <a:t>La concentración de empresas del mismo sector (o de la misma etapa de un proceso de producción) se denomina INTEGRACIÓN HORIZONTAL.</a:t>
            </a:r>
          </a:p>
        </p:txBody>
      </p:sp>
      <p:sp>
        <p:nvSpPr>
          <p:cNvPr id="432" name="Shape 432"/>
          <p:cNvSpPr/>
          <p:nvPr/>
        </p:nvSpPr>
        <p:spPr>
          <a:xfrm>
            <a:off x="611187" y="4292600"/>
            <a:ext cx="2016124" cy="1657350"/>
          </a:xfrm>
          <a:prstGeom prst="ellipse">
            <a:avLst/>
          </a:prstGeom>
          <a:solidFill>
            <a:srgbClr val="FF9900">
              <a:alpha val="66666"/>
            </a:srgbClr>
          </a:solidFill>
          <a:ln cap="flat" cmpd="sng" w="9525">
            <a:solidFill>
              <a:schemeClr val="dk1"/>
            </a:solidFill>
            <a:prstDash val="solid"/>
            <a:miter/>
            <a:headEnd len="med" w="med" type="none"/>
            <a:tailEnd len="med" w="med" type="none"/>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0" i="0" lang="en-US" sz="1800" u="none" cap="none" strike="noStrike">
                <a:solidFill>
                  <a:schemeClr val="dk1"/>
                </a:solidFill>
                <a:latin typeface="Arial"/>
                <a:ea typeface="Arial"/>
                <a:cs typeface="Arial"/>
                <a:sym typeface="Arial"/>
              </a:rPr>
              <a:t>TIENDAS DE </a:t>
            </a:r>
          </a:p>
          <a:p>
            <a:pPr indent="0" lvl="0" marL="0" marR="0" rtl="0" algn="ctr">
              <a:lnSpc>
                <a:spcPct val="100000"/>
              </a:lnSpc>
              <a:spcBef>
                <a:spcPts val="0"/>
              </a:spcBef>
              <a:spcAft>
                <a:spcPts val="0"/>
              </a:spcAft>
              <a:buClr>
                <a:schemeClr val="dk1"/>
              </a:buClr>
              <a:buSzPct val="25000"/>
              <a:buFont typeface="Arial"/>
              <a:buNone/>
            </a:pPr>
            <a:r>
              <a:rPr b="0" i="0" lang="en-US" sz="1800" u="none" cap="none" strike="noStrike">
                <a:solidFill>
                  <a:schemeClr val="dk1"/>
                </a:solidFill>
                <a:latin typeface="Arial"/>
                <a:ea typeface="Arial"/>
                <a:cs typeface="Arial"/>
                <a:sym typeface="Arial"/>
              </a:rPr>
              <a:t>ROPA PARA</a:t>
            </a:r>
          </a:p>
          <a:p>
            <a:pPr indent="0" lvl="0" marL="0" marR="0" rtl="0" algn="ctr">
              <a:lnSpc>
                <a:spcPct val="100000"/>
              </a:lnSpc>
              <a:spcBef>
                <a:spcPts val="0"/>
              </a:spcBef>
              <a:spcAft>
                <a:spcPts val="0"/>
              </a:spcAft>
              <a:buClr>
                <a:schemeClr val="dk1"/>
              </a:buClr>
              <a:buSzPct val="25000"/>
              <a:buFont typeface="Arial"/>
              <a:buNone/>
            </a:pPr>
            <a:r>
              <a:rPr b="0" i="0" lang="en-US" sz="1800" u="none" cap="none" strike="noStrike">
                <a:solidFill>
                  <a:schemeClr val="dk1"/>
                </a:solidFill>
                <a:latin typeface="Arial"/>
                <a:ea typeface="Arial"/>
                <a:cs typeface="Arial"/>
                <a:sym typeface="Arial"/>
              </a:rPr>
              <a:t>NIÑOS </a:t>
            </a:r>
          </a:p>
        </p:txBody>
      </p:sp>
      <p:sp>
        <p:nvSpPr>
          <p:cNvPr id="433" name="Shape 433"/>
          <p:cNvSpPr/>
          <p:nvPr/>
        </p:nvSpPr>
        <p:spPr>
          <a:xfrm>
            <a:off x="3633787" y="4292600"/>
            <a:ext cx="2451100" cy="1657350"/>
          </a:xfrm>
          <a:prstGeom prst="ellipse">
            <a:avLst/>
          </a:prstGeom>
          <a:solidFill>
            <a:srgbClr val="FF6600">
              <a:alpha val="65882"/>
            </a:srgbClr>
          </a:solidFill>
          <a:ln cap="flat" cmpd="sng" w="9525">
            <a:solidFill>
              <a:schemeClr val="dk1"/>
            </a:solidFill>
            <a:prstDash val="solid"/>
            <a:miter/>
            <a:headEnd len="med" w="med" type="none"/>
            <a:tailEnd len="med" w="med" type="none"/>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0" i="0" lang="en-US" sz="1800" u="none" cap="none" strike="noStrike">
                <a:solidFill>
                  <a:schemeClr val="dk1"/>
                </a:solidFill>
                <a:latin typeface="Arial"/>
                <a:ea typeface="Arial"/>
                <a:cs typeface="Arial"/>
                <a:sym typeface="Arial"/>
              </a:rPr>
              <a:t>TIENDAS DE </a:t>
            </a:r>
          </a:p>
          <a:p>
            <a:pPr indent="0" lvl="0" marL="0" marR="0" rtl="0" algn="ctr">
              <a:lnSpc>
                <a:spcPct val="100000"/>
              </a:lnSpc>
              <a:spcBef>
                <a:spcPts val="0"/>
              </a:spcBef>
              <a:spcAft>
                <a:spcPts val="0"/>
              </a:spcAft>
              <a:buClr>
                <a:schemeClr val="dk1"/>
              </a:buClr>
              <a:buSzPct val="25000"/>
              <a:buFont typeface="Arial"/>
              <a:buNone/>
            </a:pPr>
            <a:r>
              <a:rPr b="0" i="0" lang="en-US" sz="1800" u="none" cap="none" strike="noStrike">
                <a:solidFill>
                  <a:schemeClr val="dk1"/>
                </a:solidFill>
                <a:latin typeface="Arial"/>
                <a:ea typeface="Arial"/>
                <a:cs typeface="Arial"/>
                <a:sym typeface="Arial"/>
              </a:rPr>
              <a:t>ROPA PARA</a:t>
            </a:r>
          </a:p>
          <a:p>
            <a:pPr indent="0" lvl="0" marL="0" marR="0" rtl="0" algn="ctr">
              <a:lnSpc>
                <a:spcPct val="100000"/>
              </a:lnSpc>
              <a:spcBef>
                <a:spcPts val="0"/>
              </a:spcBef>
              <a:spcAft>
                <a:spcPts val="0"/>
              </a:spcAft>
              <a:buClr>
                <a:schemeClr val="dk1"/>
              </a:buClr>
              <a:buSzPct val="25000"/>
              <a:buFont typeface="Arial"/>
              <a:buNone/>
            </a:pPr>
            <a:r>
              <a:rPr b="0" i="0" lang="en-US" sz="1800" u="none" cap="none" strike="noStrike">
                <a:solidFill>
                  <a:schemeClr val="dk1"/>
                </a:solidFill>
                <a:latin typeface="Arial"/>
                <a:ea typeface="Arial"/>
                <a:cs typeface="Arial"/>
                <a:sym typeface="Arial"/>
              </a:rPr>
              <a:t>JOVENES Y </a:t>
            </a:r>
          </a:p>
          <a:p>
            <a:pPr indent="0" lvl="0" marL="0" marR="0" rtl="0" algn="ctr">
              <a:lnSpc>
                <a:spcPct val="100000"/>
              </a:lnSpc>
              <a:spcBef>
                <a:spcPts val="0"/>
              </a:spcBef>
              <a:spcAft>
                <a:spcPts val="0"/>
              </a:spcAft>
              <a:buClr>
                <a:schemeClr val="dk1"/>
              </a:buClr>
              <a:buSzPct val="25000"/>
              <a:buFont typeface="Arial"/>
              <a:buNone/>
            </a:pPr>
            <a:r>
              <a:rPr b="0" i="0" lang="en-US" sz="1800" u="none" cap="none" strike="noStrike">
                <a:solidFill>
                  <a:schemeClr val="dk1"/>
                </a:solidFill>
                <a:latin typeface="Arial"/>
                <a:ea typeface="Arial"/>
                <a:cs typeface="Arial"/>
                <a:sym typeface="Arial"/>
              </a:rPr>
              <a:t>ADOLESCENTES</a:t>
            </a:r>
          </a:p>
        </p:txBody>
      </p:sp>
      <p:sp>
        <p:nvSpPr>
          <p:cNvPr id="434" name="Shape 434"/>
          <p:cNvSpPr/>
          <p:nvPr/>
        </p:nvSpPr>
        <p:spPr>
          <a:xfrm>
            <a:off x="6877050" y="4435475"/>
            <a:ext cx="2016124" cy="1441449"/>
          </a:xfrm>
          <a:prstGeom prst="ellipse">
            <a:avLst/>
          </a:prstGeom>
          <a:solidFill>
            <a:srgbClr val="FF0000">
              <a:alpha val="40784"/>
            </a:srgbClr>
          </a:solidFill>
          <a:ln cap="flat" cmpd="sng" w="9525">
            <a:solidFill>
              <a:schemeClr val="dk1"/>
            </a:solidFill>
            <a:prstDash val="solid"/>
            <a:miter/>
            <a:headEnd len="med" w="med" type="none"/>
            <a:tailEnd len="med" w="med" type="none"/>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0" i="0" lang="en-US" sz="1800" u="none" cap="none" strike="noStrike">
                <a:solidFill>
                  <a:schemeClr val="dk1"/>
                </a:solidFill>
                <a:latin typeface="Arial"/>
                <a:ea typeface="Arial"/>
                <a:cs typeface="Arial"/>
                <a:sym typeface="Arial"/>
              </a:rPr>
              <a:t>TIENDAS DE </a:t>
            </a:r>
          </a:p>
          <a:p>
            <a:pPr indent="0" lvl="0" marL="0" marR="0" rtl="0" algn="ctr">
              <a:lnSpc>
                <a:spcPct val="100000"/>
              </a:lnSpc>
              <a:spcBef>
                <a:spcPts val="0"/>
              </a:spcBef>
              <a:spcAft>
                <a:spcPts val="0"/>
              </a:spcAft>
              <a:buClr>
                <a:schemeClr val="dk1"/>
              </a:buClr>
              <a:buSzPct val="25000"/>
              <a:buFont typeface="Arial"/>
              <a:buNone/>
            </a:pPr>
            <a:r>
              <a:rPr b="0" i="0" lang="en-US" sz="1800" u="none" cap="none" strike="noStrike">
                <a:solidFill>
                  <a:schemeClr val="dk1"/>
                </a:solidFill>
                <a:latin typeface="Arial"/>
                <a:ea typeface="Arial"/>
                <a:cs typeface="Arial"/>
                <a:sym typeface="Arial"/>
              </a:rPr>
              <a:t>ROPA PARA</a:t>
            </a:r>
          </a:p>
          <a:p>
            <a:pPr indent="0" lvl="0" marL="0" marR="0" rtl="0" algn="ctr">
              <a:lnSpc>
                <a:spcPct val="100000"/>
              </a:lnSpc>
              <a:spcBef>
                <a:spcPts val="0"/>
              </a:spcBef>
              <a:spcAft>
                <a:spcPts val="0"/>
              </a:spcAft>
              <a:buClr>
                <a:schemeClr val="dk1"/>
              </a:buClr>
              <a:buSzPct val="25000"/>
              <a:buFont typeface="Arial"/>
              <a:buNone/>
            </a:pPr>
            <a:r>
              <a:rPr b="0" i="0" lang="en-US" sz="1800" u="none" cap="none" strike="noStrike">
                <a:solidFill>
                  <a:schemeClr val="dk1"/>
                </a:solidFill>
                <a:latin typeface="Arial"/>
                <a:ea typeface="Arial"/>
                <a:cs typeface="Arial"/>
                <a:sym typeface="Arial"/>
              </a:rPr>
              <a:t>ADULTOS</a:t>
            </a:r>
          </a:p>
        </p:txBody>
      </p:sp>
      <p:cxnSp>
        <p:nvCxnSpPr>
          <p:cNvPr id="435" name="Shape 435"/>
          <p:cNvCxnSpPr/>
          <p:nvPr/>
        </p:nvCxnSpPr>
        <p:spPr>
          <a:xfrm>
            <a:off x="2627311" y="5157787"/>
            <a:ext cx="1008062" cy="0"/>
          </a:xfrm>
          <a:prstGeom prst="straightConnector1">
            <a:avLst/>
          </a:prstGeom>
          <a:noFill/>
          <a:ln cap="flat" cmpd="sng" w="50800">
            <a:solidFill>
              <a:schemeClr val="dk1"/>
            </a:solidFill>
            <a:prstDash val="solid"/>
            <a:miter/>
            <a:headEnd len="med" w="med" type="none"/>
            <a:tailEnd len="med" w="med" type="none"/>
          </a:ln>
        </p:spPr>
      </p:cxnSp>
      <p:cxnSp>
        <p:nvCxnSpPr>
          <p:cNvPr id="436" name="Shape 436"/>
          <p:cNvCxnSpPr/>
          <p:nvPr/>
        </p:nvCxnSpPr>
        <p:spPr>
          <a:xfrm>
            <a:off x="6084887" y="5157787"/>
            <a:ext cx="790575" cy="0"/>
          </a:xfrm>
          <a:prstGeom prst="straightConnector1">
            <a:avLst/>
          </a:prstGeom>
          <a:noFill/>
          <a:ln cap="flat" cmpd="sng" w="50800">
            <a:solidFill>
              <a:schemeClr val="dk1"/>
            </a:solidFill>
            <a:prstDash val="solid"/>
            <a:miter/>
            <a:headEnd len="med" w="med" type="none"/>
            <a:tailEnd len="med" w="med" type="none"/>
          </a:ln>
        </p:spPr>
      </p:cxnSp>
      <p:sp>
        <p:nvSpPr>
          <p:cNvPr id="437" name="Shape 437"/>
          <p:cNvSpPr txBox="1"/>
          <p:nvPr/>
        </p:nvSpPr>
        <p:spPr>
          <a:xfrm>
            <a:off x="3059111" y="2492375"/>
            <a:ext cx="4752974" cy="1512886"/>
          </a:xfrm>
          <a:prstGeom prst="rect">
            <a:avLst/>
          </a:prstGeom>
          <a:solidFill>
            <a:srgbClr val="00FFFF">
              <a:alpha val="47843"/>
            </a:srgbClr>
          </a:solidFill>
          <a:ln cap="flat" cmpd="sng" w="9525">
            <a:solidFill>
              <a:schemeClr val="dk1"/>
            </a:solidFill>
            <a:prstDash val="solid"/>
            <a:miter/>
            <a:headEnd len="med" w="med" type="none"/>
            <a:tailEnd len="med" w="med" type="none"/>
          </a:ln>
        </p:spPr>
        <p:txBody>
          <a:bodyPr anchorCtr="0" anchor="ctr" bIns="45700" lIns="91425" rIns="91425" tIns="45700">
            <a:noAutofit/>
          </a:bodyPr>
          <a:lstStyle/>
          <a:p>
            <a:pPr indent="-271462" lvl="0" marL="449262" marR="0" rtl="0" algn="l">
              <a:lnSpc>
                <a:spcPct val="100000"/>
              </a:lnSpc>
              <a:spcBef>
                <a:spcPts val="0"/>
              </a:spcBef>
              <a:spcAft>
                <a:spcPts val="0"/>
              </a:spcAft>
              <a:buClr>
                <a:schemeClr val="dk1"/>
              </a:buClr>
              <a:buSzPct val="25000"/>
              <a:buFont typeface="Arial"/>
              <a:buNone/>
            </a:pPr>
            <a:r>
              <a:rPr b="1" i="1" lang="en-US" sz="1800" u="none" cap="none" strike="noStrike">
                <a:solidFill>
                  <a:schemeClr val="dk1"/>
                </a:solidFill>
                <a:latin typeface="Arial"/>
                <a:ea typeface="Arial"/>
                <a:cs typeface="Arial"/>
                <a:sym typeface="Arial"/>
              </a:rPr>
              <a:t>VENTAJAS:</a:t>
            </a:r>
          </a:p>
          <a:p>
            <a:pPr indent="-271462" lvl="0" marL="449262" marR="0" rtl="0" algn="l">
              <a:lnSpc>
                <a:spcPct val="100000"/>
              </a:lnSpc>
              <a:spcBef>
                <a:spcPts val="0"/>
              </a:spcBef>
              <a:spcAft>
                <a:spcPts val="0"/>
              </a:spcAft>
              <a:buClr>
                <a:schemeClr val="dk1"/>
              </a:buClr>
              <a:buSzPct val="100000"/>
              <a:buFont typeface="Arial"/>
              <a:buChar char="•"/>
            </a:pPr>
            <a:r>
              <a:rPr b="1" i="1" lang="en-US" sz="1800" u="none" cap="none" strike="noStrike">
                <a:solidFill>
                  <a:schemeClr val="dk1"/>
                </a:solidFill>
                <a:latin typeface="Arial"/>
                <a:ea typeface="Arial"/>
                <a:cs typeface="Arial"/>
                <a:sym typeface="Arial"/>
              </a:rPr>
              <a:t>MEJORA LA LOGÍSTICA</a:t>
            </a:r>
          </a:p>
          <a:p>
            <a:pPr indent="-271462" lvl="0" marL="449262" marR="0" rtl="0" algn="l">
              <a:lnSpc>
                <a:spcPct val="100000"/>
              </a:lnSpc>
              <a:spcBef>
                <a:spcPts val="0"/>
              </a:spcBef>
              <a:spcAft>
                <a:spcPts val="0"/>
              </a:spcAft>
              <a:buClr>
                <a:schemeClr val="dk1"/>
              </a:buClr>
              <a:buSzPct val="100000"/>
              <a:buFont typeface="Arial"/>
              <a:buChar char="•"/>
            </a:pPr>
            <a:r>
              <a:rPr b="1" i="1" lang="en-US" sz="1800" u="none" cap="none" strike="noStrike">
                <a:solidFill>
                  <a:schemeClr val="dk1"/>
                </a:solidFill>
                <a:latin typeface="Arial"/>
                <a:ea typeface="Arial"/>
                <a:cs typeface="Arial"/>
                <a:sym typeface="Arial"/>
              </a:rPr>
              <a:t>UNIFORMA PROCEDIMIENTOS</a:t>
            </a:r>
          </a:p>
          <a:p>
            <a:pPr indent="-271462" lvl="0" marL="449262" marR="0" rtl="0" algn="l">
              <a:lnSpc>
                <a:spcPct val="100000"/>
              </a:lnSpc>
              <a:spcBef>
                <a:spcPts val="0"/>
              </a:spcBef>
              <a:spcAft>
                <a:spcPts val="0"/>
              </a:spcAft>
              <a:buClr>
                <a:schemeClr val="dk1"/>
              </a:buClr>
              <a:buSzPct val="100000"/>
              <a:buFont typeface="Arial"/>
              <a:buChar char="•"/>
            </a:pPr>
            <a:r>
              <a:rPr b="1" i="1" lang="en-US" sz="1800" u="none" cap="none" strike="noStrike">
                <a:solidFill>
                  <a:schemeClr val="dk1"/>
                </a:solidFill>
                <a:latin typeface="Arial"/>
                <a:ea typeface="Arial"/>
                <a:cs typeface="Arial"/>
                <a:sym typeface="Arial"/>
              </a:rPr>
              <a:t>DISMINUYE LA VULNERABILIDAD</a:t>
            </a:r>
          </a:p>
        </p:txBody>
      </p:sp>
      <p:pic>
        <p:nvPicPr>
          <p:cNvPr id="438" name="Shape 438"/>
          <p:cNvPicPr preferRelativeResize="0"/>
          <p:nvPr>
            <p:ph idx="4294967295" type="body"/>
          </p:nvPr>
        </p:nvPicPr>
        <p:blipFill rotWithShape="1">
          <a:blip r:embed="rId3">
            <a:alphaModFix/>
          </a:blip>
          <a:srcRect b="0" l="0" r="0" t="0"/>
          <a:stretch/>
        </p:blipFill>
        <p:spPr>
          <a:xfrm>
            <a:off x="4859337" y="549275"/>
            <a:ext cx="3009899" cy="609599"/>
          </a:xfrm>
          <a:prstGeom prst="rect">
            <a:avLst/>
          </a:prstGeom>
          <a:noFill/>
          <a:ln>
            <a:noFill/>
          </a:ln>
        </p:spPr>
      </p:pic>
    </p:spTree>
  </p:cSld>
  <p:clrMapOvr>
    <a:masterClrMapping/>
  </p:clrMapOvr>
  <p:transition spd="slow">
    <p:cut/>
  </p:transition>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442" name="Shape 442"/>
        <p:cNvGrpSpPr/>
        <p:nvPr/>
      </p:nvGrpSpPr>
      <p:grpSpPr>
        <a:xfrm>
          <a:off x="0" y="0"/>
          <a:ext cx="0" cy="0"/>
          <a:chOff x="0" y="0"/>
          <a:chExt cx="0" cy="0"/>
        </a:xfrm>
      </p:grpSpPr>
      <p:sp>
        <p:nvSpPr>
          <p:cNvPr id="443" name="Shape 443"/>
          <p:cNvSpPr txBox="1"/>
          <p:nvPr>
            <p:ph idx="4294967295" type="title"/>
          </p:nvPr>
        </p:nvSpPr>
        <p:spPr>
          <a:xfrm>
            <a:off x="0" y="0"/>
            <a:ext cx="4221161" cy="1295400"/>
          </a:xfrm>
          <a:prstGeom prst="rect">
            <a:avLst/>
          </a:prstGeom>
          <a:noFill/>
          <a:ln>
            <a:noFill/>
          </a:ln>
        </p:spPr>
        <p:txBody>
          <a:bodyPr anchorCtr="0" anchor="b" bIns="45700" lIns="91425" rIns="91425" tIns="45700">
            <a:noAutofit/>
          </a:bodyPr>
          <a:lstStyle/>
          <a:p>
            <a:pPr indent="0" lvl="0" marL="0" marR="0" rtl="0" algn="ctr">
              <a:lnSpc>
                <a:spcPct val="100000"/>
              </a:lnSpc>
              <a:spcBef>
                <a:spcPts val="0"/>
              </a:spcBef>
              <a:spcAft>
                <a:spcPts val="0"/>
              </a:spcAft>
              <a:buClr>
                <a:schemeClr val="dk2"/>
              </a:buClr>
              <a:buSzPct val="25000"/>
              <a:buFont typeface="Arial"/>
              <a:buNone/>
            </a:pPr>
            <a:r>
              <a:rPr b="1" i="0" lang="en-US" sz="3600" u="none" cap="none" strike="noStrike">
                <a:solidFill>
                  <a:schemeClr val="dk2"/>
                </a:solidFill>
                <a:latin typeface="Arial"/>
                <a:ea typeface="Arial"/>
                <a:cs typeface="Arial"/>
                <a:sym typeface="Arial"/>
              </a:rPr>
              <a:t>INTEGRACIÓN</a:t>
            </a:r>
            <a:r>
              <a:rPr b="1" i="0" lang="en-US" sz="3900" u="none" cap="none" strike="noStrike">
                <a:solidFill>
                  <a:schemeClr val="dk2"/>
                </a:solidFill>
                <a:latin typeface="Arial"/>
                <a:ea typeface="Arial"/>
                <a:cs typeface="Arial"/>
                <a:sym typeface="Arial"/>
              </a:rPr>
              <a:t> </a:t>
            </a:r>
            <a:br>
              <a:rPr b="1" i="0" lang="en-US" sz="3900" u="none" cap="none" strike="noStrike">
                <a:solidFill>
                  <a:schemeClr val="dk2"/>
                </a:solidFill>
                <a:latin typeface="Arial"/>
                <a:ea typeface="Arial"/>
                <a:cs typeface="Arial"/>
                <a:sym typeface="Arial"/>
              </a:rPr>
            </a:br>
            <a:r>
              <a:rPr b="1" i="0" lang="en-US" sz="2400" u="none" cap="none" strike="noStrike">
                <a:solidFill>
                  <a:schemeClr val="dk2"/>
                </a:solidFill>
                <a:latin typeface="Arial"/>
                <a:ea typeface="Arial"/>
                <a:cs typeface="Arial"/>
                <a:sym typeface="Arial"/>
              </a:rPr>
              <a:t>VERTICAL</a:t>
            </a:r>
          </a:p>
        </p:txBody>
      </p:sp>
      <p:sp>
        <p:nvSpPr>
          <p:cNvPr id="444" name="Shape 444"/>
          <p:cNvSpPr txBox="1"/>
          <p:nvPr>
            <p:ph idx="4294967295" type="body"/>
          </p:nvPr>
        </p:nvSpPr>
        <p:spPr>
          <a:xfrm>
            <a:off x="3779837" y="1719261"/>
            <a:ext cx="4038599" cy="4411661"/>
          </a:xfrm>
          <a:prstGeom prst="rect">
            <a:avLst/>
          </a:prstGeom>
          <a:noFill/>
          <a:ln>
            <a:noFill/>
          </a:ln>
        </p:spPr>
        <p:txBody>
          <a:bodyPr anchorCtr="0" anchor="t" bIns="45700" lIns="91425" rIns="91425" tIns="45700">
            <a:noAutofit/>
          </a:bodyPr>
          <a:lstStyle/>
          <a:p>
            <a:pPr indent="-342900" lvl="0" marL="342900" marR="0" rtl="0" algn="l">
              <a:lnSpc>
                <a:spcPct val="80000"/>
              </a:lnSpc>
              <a:spcBef>
                <a:spcPts val="0"/>
              </a:spcBef>
              <a:spcAft>
                <a:spcPts val="0"/>
              </a:spcAft>
              <a:buClr>
                <a:schemeClr val="dk2"/>
              </a:buClr>
              <a:buSzPct val="25000"/>
              <a:buFont typeface="Noto Symbol"/>
              <a:buNone/>
            </a:pPr>
            <a:r>
              <a:rPr b="0" i="0" lang="en-US" sz="2200" u="none" cap="none" strike="noStrike">
                <a:solidFill>
                  <a:schemeClr val="dk1"/>
                </a:solidFill>
                <a:latin typeface="Arial"/>
                <a:ea typeface="Arial"/>
                <a:cs typeface="Arial"/>
                <a:sym typeface="Arial"/>
              </a:rPr>
              <a:t>La concentración de empresas de distintos sectores (vinculadas por ser clientes unas de otras) se denomina </a:t>
            </a:r>
            <a:r>
              <a:rPr b="1" i="0" lang="en-US" sz="2200" u="none" cap="none" strike="noStrike">
                <a:solidFill>
                  <a:srgbClr val="4A23DB"/>
                </a:solidFill>
                <a:latin typeface="Arial"/>
                <a:ea typeface="Arial"/>
                <a:cs typeface="Arial"/>
                <a:sym typeface="Arial"/>
              </a:rPr>
              <a:t>integración vertical</a:t>
            </a:r>
            <a:r>
              <a:rPr b="0" i="0" lang="en-US" sz="2200" u="none" cap="none" strike="noStrike">
                <a:solidFill>
                  <a:schemeClr val="dk1"/>
                </a:solidFill>
                <a:latin typeface="Arial"/>
                <a:ea typeface="Arial"/>
                <a:cs typeface="Arial"/>
                <a:sym typeface="Arial"/>
              </a:rPr>
              <a:t>, ya que intenta concentrar todas o la mayor parte de las fases de un mismo proceso productivo.</a:t>
            </a:r>
          </a:p>
        </p:txBody>
      </p:sp>
      <p:sp>
        <p:nvSpPr>
          <p:cNvPr id="445" name="Shape 445"/>
          <p:cNvSpPr/>
          <p:nvPr/>
        </p:nvSpPr>
        <p:spPr>
          <a:xfrm>
            <a:off x="252412" y="1412875"/>
            <a:ext cx="2016124" cy="1657350"/>
          </a:xfrm>
          <a:prstGeom prst="ellipse">
            <a:avLst/>
          </a:prstGeom>
          <a:solidFill>
            <a:srgbClr val="FF9900">
              <a:alpha val="66666"/>
            </a:srgbClr>
          </a:solidFill>
          <a:ln cap="flat" cmpd="sng" w="9525">
            <a:solidFill>
              <a:schemeClr val="dk1"/>
            </a:solidFill>
            <a:prstDash val="solid"/>
            <a:miter/>
            <a:headEnd len="med" w="med" type="none"/>
            <a:tailEnd len="med" w="med" type="none"/>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0" i="0" lang="en-US" sz="1800" u="none" cap="none" strike="noStrike">
                <a:solidFill>
                  <a:schemeClr val="dk1"/>
                </a:solidFill>
                <a:latin typeface="Arial"/>
                <a:ea typeface="Arial"/>
                <a:cs typeface="Arial"/>
                <a:sym typeface="Arial"/>
              </a:rPr>
              <a:t>EXPLOTACIÓN</a:t>
            </a:r>
          </a:p>
          <a:p>
            <a:pPr indent="0" lvl="0" marL="0" marR="0" rtl="0" algn="ctr">
              <a:lnSpc>
                <a:spcPct val="100000"/>
              </a:lnSpc>
              <a:spcBef>
                <a:spcPts val="0"/>
              </a:spcBef>
              <a:spcAft>
                <a:spcPts val="0"/>
              </a:spcAft>
              <a:buClr>
                <a:schemeClr val="dk1"/>
              </a:buClr>
              <a:buSzPct val="25000"/>
              <a:buFont typeface="Arial"/>
              <a:buNone/>
            </a:pPr>
            <a:r>
              <a:rPr b="0" i="0" lang="en-US" sz="1800" u="none" cap="none" strike="noStrike">
                <a:solidFill>
                  <a:schemeClr val="dk1"/>
                </a:solidFill>
                <a:latin typeface="Arial"/>
                <a:ea typeface="Arial"/>
                <a:cs typeface="Arial"/>
                <a:sym typeface="Arial"/>
              </a:rPr>
              <a:t>FORESTAL</a:t>
            </a:r>
          </a:p>
        </p:txBody>
      </p:sp>
      <p:sp>
        <p:nvSpPr>
          <p:cNvPr id="446" name="Shape 446"/>
          <p:cNvSpPr/>
          <p:nvPr/>
        </p:nvSpPr>
        <p:spPr>
          <a:xfrm>
            <a:off x="0" y="3284537"/>
            <a:ext cx="2451100" cy="1657350"/>
          </a:xfrm>
          <a:prstGeom prst="ellipse">
            <a:avLst/>
          </a:prstGeom>
          <a:solidFill>
            <a:srgbClr val="FF6600">
              <a:alpha val="65882"/>
            </a:srgbClr>
          </a:solidFill>
          <a:ln cap="flat" cmpd="sng" w="9525">
            <a:solidFill>
              <a:schemeClr val="dk1"/>
            </a:solidFill>
            <a:prstDash val="solid"/>
            <a:miter/>
            <a:headEnd len="med" w="med" type="none"/>
            <a:tailEnd len="med" w="med" type="none"/>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0" i="0" lang="en-US" sz="1800" u="none" cap="none" strike="noStrike">
                <a:solidFill>
                  <a:schemeClr val="dk1"/>
                </a:solidFill>
                <a:latin typeface="Arial"/>
                <a:ea typeface="Arial"/>
                <a:cs typeface="Arial"/>
                <a:sym typeface="Arial"/>
              </a:rPr>
              <a:t>FABRICA DE</a:t>
            </a:r>
          </a:p>
          <a:p>
            <a:pPr indent="0" lvl="0" marL="0" marR="0" rtl="0" algn="ctr">
              <a:lnSpc>
                <a:spcPct val="100000"/>
              </a:lnSpc>
              <a:spcBef>
                <a:spcPts val="0"/>
              </a:spcBef>
              <a:spcAft>
                <a:spcPts val="0"/>
              </a:spcAft>
              <a:buClr>
                <a:schemeClr val="dk1"/>
              </a:buClr>
              <a:buSzPct val="25000"/>
              <a:buFont typeface="Arial"/>
              <a:buNone/>
            </a:pPr>
            <a:r>
              <a:rPr b="0" i="0" lang="en-US" sz="1800" u="none" cap="none" strike="noStrike">
                <a:solidFill>
                  <a:schemeClr val="dk1"/>
                </a:solidFill>
                <a:latin typeface="Arial"/>
                <a:ea typeface="Arial"/>
                <a:cs typeface="Arial"/>
                <a:sym typeface="Arial"/>
              </a:rPr>
              <a:t>PAPEL</a:t>
            </a:r>
          </a:p>
        </p:txBody>
      </p:sp>
      <p:sp>
        <p:nvSpPr>
          <p:cNvPr id="447" name="Shape 447"/>
          <p:cNvSpPr/>
          <p:nvPr/>
        </p:nvSpPr>
        <p:spPr>
          <a:xfrm>
            <a:off x="323850" y="5157787"/>
            <a:ext cx="2016124" cy="1441449"/>
          </a:xfrm>
          <a:prstGeom prst="ellipse">
            <a:avLst/>
          </a:prstGeom>
          <a:solidFill>
            <a:srgbClr val="FF0000">
              <a:alpha val="40784"/>
            </a:srgbClr>
          </a:solidFill>
          <a:ln cap="flat" cmpd="sng" w="9525">
            <a:solidFill>
              <a:schemeClr val="dk1"/>
            </a:solidFill>
            <a:prstDash val="solid"/>
            <a:miter/>
            <a:headEnd len="med" w="med" type="none"/>
            <a:tailEnd len="med" w="med" type="none"/>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0" i="0" lang="en-US" sz="1800" u="none" cap="none" strike="noStrike">
                <a:solidFill>
                  <a:schemeClr val="dk1"/>
                </a:solidFill>
                <a:latin typeface="Arial"/>
                <a:ea typeface="Arial"/>
                <a:cs typeface="Arial"/>
                <a:sym typeface="Arial"/>
              </a:rPr>
              <a:t>EDITORIAL</a:t>
            </a:r>
          </a:p>
        </p:txBody>
      </p:sp>
      <p:cxnSp>
        <p:nvCxnSpPr>
          <p:cNvPr id="448" name="Shape 448"/>
          <p:cNvCxnSpPr/>
          <p:nvPr/>
        </p:nvCxnSpPr>
        <p:spPr>
          <a:xfrm>
            <a:off x="1331912" y="4941887"/>
            <a:ext cx="0" cy="215899"/>
          </a:xfrm>
          <a:prstGeom prst="straightConnector1">
            <a:avLst/>
          </a:prstGeom>
          <a:noFill/>
          <a:ln cap="flat" cmpd="sng" w="50800">
            <a:solidFill>
              <a:schemeClr val="dk1"/>
            </a:solidFill>
            <a:prstDash val="solid"/>
            <a:miter/>
            <a:headEnd len="med" w="med" type="none"/>
            <a:tailEnd len="med" w="med" type="none"/>
          </a:ln>
        </p:spPr>
      </p:cxnSp>
      <p:cxnSp>
        <p:nvCxnSpPr>
          <p:cNvPr id="449" name="Shape 449"/>
          <p:cNvCxnSpPr/>
          <p:nvPr/>
        </p:nvCxnSpPr>
        <p:spPr>
          <a:xfrm>
            <a:off x="1258887" y="3068636"/>
            <a:ext cx="0" cy="215899"/>
          </a:xfrm>
          <a:prstGeom prst="straightConnector1">
            <a:avLst/>
          </a:prstGeom>
          <a:noFill/>
          <a:ln cap="flat" cmpd="sng" w="50800">
            <a:solidFill>
              <a:schemeClr val="dk1"/>
            </a:solidFill>
            <a:prstDash val="solid"/>
            <a:miter/>
            <a:headEnd len="med" w="med" type="none"/>
            <a:tailEnd len="med" w="med" type="none"/>
          </a:ln>
        </p:spPr>
      </p:cxnSp>
      <p:sp>
        <p:nvSpPr>
          <p:cNvPr id="450" name="Shape 450"/>
          <p:cNvSpPr txBox="1"/>
          <p:nvPr/>
        </p:nvSpPr>
        <p:spPr>
          <a:xfrm>
            <a:off x="3348037" y="4365625"/>
            <a:ext cx="4752974" cy="1512886"/>
          </a:xfrm>
          <a:prstGeom prst="rect">
            <a:avLst/>
          </a:prstGeom>
          <a:solidFill>
            <a:srgbClr val="00FFFF">
              <a:alpha val="47843"/>
            </a:srgbClr>
          </a:solidFill>
          <a:ln cap="flat" cmpd="sng" w="9525">
            <a:solidFill>
              <a:schemeClr val="dk1"/>
            </a:solidFill>
            <a:prstDash val="solid"/>
            <a:miter/>
            <a:headEnd len="med" w="med" type="none"/>
            <a:tailEnd len="med" w="med" type="none"/>
          </a:ln>
        </p:spPr>
        <p:txBody>
          <a:bodyPr anchorCtr="0" anchor="ctr"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1" i="1" lang="en-US" sz="1800" u="none" cap="none" strike="noStrike">
                <a:solidFill>
                  <a:schemeClr val="dk1"/>
                </a:solidFill>
                <a:latin typeface="Arial"/>
                <a:ea typeface="Arial"/>
                <a:cs typeface="Arial"/>
                <a:sym typeface="Arial"/>
              </a:rPr>
              <a:t>VENTAJAS:</a:t>
            </a:r>
          </a:p>
          <a:p>
            <a:pPr indent="0" lvl="0" marL="0" marR="0" rtl="0" algn="l">
              <a:lnSpc>
                <a:spcPct val="100000"/>
              </a:lnSpc>
              <a:spcBef>
                <a:spcPts val="0"/>
              </a:spcBef>
              <a:spcAft>
                <a:spcPts val="0"/>
              </a:spcAft>
              <a:buClr>
                <a:schemeClr val="dk1"/>
              </a:buClr>
              <a:buSzPct val="100000"/>
              <a:buFont typeface="Arial"/>
              <a:buChar char="•"/>
            </a:pPr>
            <a:r>
              <a:rPr b="1" i="1" lang="en-US" sz="1800" u="none" cap="none" strike="noStrike">
                <a:solidFill>
                  <a:schemeClr val="dk1"/>
                </a:solidFill>
                <a:latin typeface="Arial"/>
                <a:ea typeface="Arial"/>
                <a:cs typeface="Arial"/>
                <a:sym typeface="Arial"/>
              </a:rPr>
              <a:t>   CONTROL DE SUMINISTRO</a:t>
            </a:r>
          </a:p>
          <a:p>
            <a:pPr indent="0" lvl="0" marL="0" marR="0" rtl="0" algn="l">
              <a:lnSpc>
                <a:spcPct val="100000"/>
              </a:lnSpc>
              <a:spcBef>
                <a:spcPts val="0"/>
              </a:spcBef>
              <a:spcAft>
                <a:spcPts val="0"/>
              </a:spcAft>
              <a:buClr>
                <a:schemeClr val="dk1"/>
              </a:buClr>
              <a:buSzPct val="100000"/>
              <a:buFont typeface="Arial"/>
              <a:buChar char="•"/>
            </a:pPr>
            <a:r>
              <a:rPr b="1" i="1" lang="en-US" sz="1800" u="none" cap="none" strike="noStrike">
                <a:solidFill>
                  <a:schemeClr val="dk1"/>
                </a:solidFill>
                <a:latin typeface="Arial"/>
                <a:ea typeface="Arial"/>
                <a:cs typeface="Arial"/>
                <a:sym typeface="Arial"/>
              </a:rPr>
              <a:t>   CONTROL DE PRECIOS</a:t>
            </a:r>
          </a:p>
          <a:p>
            <a:pPr indent="0" lvl="0" marL="0" marR="0" rtl="0" algn="l">
              <a:lnSpc>
                <a:spcPct val="100000"/>
              </a:lnSpc>
              <a:spcBef>
                <a:spcPts val="0"/>
              </a:spcBef>
              <a:spcAft>
                <a:spcPts val="0"/>
              </a:spcAft>
              <a:buClr>
                <a:schemeClr val="dk1"/>
              </a:buClr>
              <a:buSzPct val="100000"/>
              <a:buFont typeface="Arial"/>
              <a:buChar char="•"/>
            </a:pPr>
            <a:r>
              <a:rPr b="1" i="1" lang="en-US" sz="1800" u="none" cap="none" strike="noStrike">
                <a:solidFill>
                  <a:schemeClr val="dk1"/>
                </a:solidFill>
                <a:latin typeface="Arial"/>
                <a:ea typeface="Arial"/>
                <a:cs typeface="Arial"/>
                <a:sym typeface="Arial"/>
              </a:rPr>
              <a:t>   INDEPENDENCIA</a:t>
            </a:r>
          </a:p>
        </p:txBody>
      </p:sp>
      <p:pic>
        <p:nvPicPr>
          <p:cNvPr id="451" name="Shape 451"/>
          <p:cNvPicPr preferRelativeResize="0"/>
          <p:nvPr>
            <p:ph idx="4294967295" type="body"/>
          </p:nvPr>
        </p:nvPicPr>
        <p:blipFill rotWithShape="1">
          <a:blip r:embed="rId3">
            <a:alphaModFix/>
          </a:blip>
          <a:srcRect b="0" l="0" r="0" t="0"/>
          <a:stretch/>
        </p:blipFill>
        <p:spPr>
          <a:xfrm>
            <a:off x="4787900" y="549275"/>
            <a:ext cx="3009899" cy="609599"/>
          </a:xfrm>
          <a:prstGeom prst="rect">
            <a:avLst/>
          </a:prstGeom>
          <a:noFill/>
          <a:ln>
            <a:noFill/>
          </a:ln>
        </p:spPr>
      </p:pic>
    </p:spTree>
  </p:cSld>
  <p:clrMapOvr>
    <a:masterClrMapping/>
  </p:clrMapOvr>
  <p:transition spd="slow">
    <p:cut/>
  </p:transition>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455" name="Shape 455"/>
        <p:cNvGrpSpPr/>
        <p:nvPr/>
      </p:nvGrpSpPr>
      <p:grpSpPr>
        <a:xfrm>
          <a:off x="0" y="0"/>
          <a:ext cx="0" cy="0"/>
          <a:chOff x="0" y="0"/>
          <a:chExt cx="0" cy="0"/>
        </a:xfrm>
      </p:grpSpPr>
      <p:sp>
        <p:nvSpPr>
          <p:cNvPr id="456" name="Shape 456"/>
          <p:cNvSpPr txBox="1"/>
          <p:nvPr>
            <p:ph idx="4294967295" type="title"/>
          </p:nvPr>
        </p:nvSpPr>
        <p:spPr>
          <a:xfrm>
            <a:off x="107950" y="122236"/>
            <a:ext cx="4221161" cy="1650999"/>
          </a:xfrm>
          <a:prstGeom prst="rect">
            <a:avLst/>
          </a:prstGeom>
          <a:noFill/>
          <a:ln>
            <a:noFill/>
          </a:ln>
        </p:spPr>
        <p:txBody>
          <a:bodyPr anchorCtr="0" anchor="b"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1" i="0" lang="en-US" sz="3500" u="none" cap="none" strike="noStrike">
                <a:solidFill>
                  <a:schemeClr val="dk1"/>
                </a:solidFill>
                <a:latin typeface="Arial"/>
                <a:ea typeface="Arial"/>
                <a:cs typeface="Arial"/>
                <a:sym typeface="Arial"/>
              </a:rPr>
              <a:t>CÁMARAS </a:t>
            </a:r>
            <a:br>
              <a:rPr b="1" i="0" lang="en-US" sz="3500" u="none" cap="none" strike="noStrike">
                <a:solidFill>
                  <a:schemeClr val="dk1"/>
                </a:solidFill>
                <a:latin typeface="Arial"/>
                <a:ea typeface="Arial"/>
                <a:cs typeface="Arial"/>
                <a:sym typeface="Arial"/>
              </a:rPr>
            </a:br>
            <a:r>
              <a:rPr b="1" i="0" lang="en-US" sz="3500" u="none" cap="none" strike="noStrike">
                <a:solidFill>
                  <a:schemeClr val="dk1"/>
                </a:solidFill>
                <a:latin typeface="Arial"/>
                <a:ea typeface="Arial"/>
                <a:cs typeface="Arial"/>
                <a:sym typeface="Arial"/>
              </a:rPr>
              <a:t>Y </a:t>
            </a:r>
            <a:br>
              <a:rPr b="1" i="0" lang="en-US" sz="3500" u="none" cap="none" strike="noStrike">
                <a:solidFill>
                  <a:schemeClr val="dk1"/>
                </a:solidFill>
                <a:latin typeface="Arial"/>
                <a:ea typeface="Arial"/>
                <a:cs typeface="Arial"/>
                <a:sym typeface="Arial"/>
              </a:rPr>
            </a:br>
            <a:r>
              <a:rPr b="1" i="0" lang="en-US" sz="3500" u="none" cap="none" strike="noStrike">
                <a:solidFill>
                  <a:schemeClr val="dk1"/>
                </a:solidFill>
                <a:latin typeface="Arial"/>
                <a:ea typeface="Arial"/>
                <a:cs typeface="Arial"/>
                <a:sym typeface="Arial"/>
              </a:rPr>
              <a:t>FEDERACIONES</a:t>
            </a:r>
          </a:p>
        </p:txBody>
      </p:sp>
      <p:sp>
        <p:nvSpPr>
          <p:cNvPr id="457" name="Shape 457"/>
          <p:cNvSpPr txBox="1"/>
          <p:nvPr>
            <p:ph idx="4294967295" type="body"/>
          </p:nvPr>
        </p:nvSpPr>
        <p:spPr>
          <a:xfrm>
            <a:off x="457200" y="2133600"/>
            <a:ext cx="8435975" cy="3997325"/>
          </a:xfrm>
          <a:prstGeom prst="rect">
            <a:avLst/>
          </a:prstGeom>
          <a:noFill/>
          <a:ln>
            <a:noFill/>
          </a:ln>
        </p:spPr>
        <p:txBody>
          <a:bodyPr anchorCtr="0" anchor="t" bIns="45700" lIns="91425" rIns="91425" tIns="45700">
            <a:noAutofit/>
          </a:bodyPr>
          <a:lstStyle/>
          <a:p>
            <a:pPr indent="-342900" lvl="0" marL="342900" marR="0" rtl="0" algn="l">
              <a:lnSpc>
                <a:spcPct val="100000"/>
              </a:lnSpc>
              <a:spcBef>
                <a:spcPts val="0"/>
              </a:spcBef>
              <a:spcAft>
                <a:spcPts val="0"/>
              </a:spcAft>
              <a:buClr>
                <a:schemeClr val="dk2"/>
              </a:buClr>
              <a:buSzPct val="25000"/>
              <a:buFont typeface="Noto Symbol"/>
              <a:buNone/>
            </a:pPr>
            <a:r>
              <a:rPr b="0" i="0" lang="en-US" sz="2600" u="none" cap="none" strike="noStrike">
                <a:solidFill>
                  <a:schemeClr val="dk1"/>
                </a:solidFill>
                <a:latin typeface="Arial"/>
                <a:ea typeface="Arial"/>
                <a:cs typeface="Arial"/>
                <a:sym typeface="Arial"/>
              </a:rPr>
              <a:t>Las </a:t>
            </a:r>
            <a:r>
              <a:rPr b="1" i="0" lang="en-US" sz="2600" u="none" cap="none" strike="noStrike">
                <a:solidFill>
                  <a:srgbClr val="4A23DB"/>
                </a:solidFill>
                <a:latin typeface="Arial"/>
                <a:ea typeface="Arial"/>
                <a:cs typeface="Arial"/>
                <a:sym typeface="Arial"/>
              </a:rPr>
              <a:t>Cámaras o Federaciones</a:t>
            </a:r>
            <a:r>
              <a:rPr b="0" i="0" lang="en-US" sz="2600" u="none" cap="none" strike="noStrike">
                <a:solidFill>
                  <a:schemeClr val="dk1"/>
                </a:solidFill>
                <a:latin typeface="Arial"/>
                <a:ea typeface="Arial"/>
                <a:cs typeface="Arial"/>
                <a:sym typeface="Arial"/>
              </a:rPr>
              <a:t> son asociaciones que a nivel local, provincial, nacional o internacional, agrupan a los comerciantes (importadores, exportadores, industriales, mayorista, minoristas, etc.) con el objeto de proteger sus intereses, mejorar sus actividades comerciales sobre la base de la mutua cooperación y promover su prosperidad, así como también la de la comunidad en la cual se halla inserta.</a:t>
            </a:r>
          </a:p>
        </p:txBody>
      </p:sp>
      <p:pic>
        <p:nvPicPr>
          <p:cNvPr id="458" name="Shape 458"/>
          <p:cNvPicPr preferRelativeResize="0"/>
          <p:nvPr>
            <p:ph idx="4294967295" type="body"/>
          </p:nvPr>
        </p:nvPicPr>
        <p:blipFill rotWithShape="1">
          <a:blip r:embed="rId3">
            <a:alphaModFix/>
          </a:blip>
          <a:srcRect b="0" l="0" r="0" t="0"/>
          <a:stretch/>
        </p:blipFill>
        <p:spPr>
          <a:xfrm>
            <a:off x="4859337" y="549275"/>
            <a:ext cx="3009899" cy="609599"/>
          </a:xfrm>
          <a:prstGeom prst="rect">
            <a:avLst/>
          </a:prstGeom>
          <a:noFill/>
          <a:ln>
            <a:noFill/>
          </a:ln>
        </p:spPr>
      </p:pic>
    </p:spTree>
  </p:cSld>
  <p:clrMapOvr>
    <a:masterClrMapping/>
  </p:clrMapOvr>
  <p:transition spd="slow">
    <p:cut/>
  </p:transition>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462" name="Shape 462"/>
        <p:cNvGrpSpPr/>
        <p:nvPr/>
      </p:nvGrpSpPr>
      <p:grpSpPr>
        <a:xfrm>
          <a:off x="0" y="0"/>
          <a:ext cx="0" cy="0"/>
          <a:chOff x="0" y="0"/>
          <a:chExt cx="0" cy="0"/>
        </a:xfrm>
      </p:grpSpPr>
      <p:sp>
        <p:nvSpPr>
          <p:cNvPr id="463" name="Shape 463"/>
          <p:cNvSpPr txBox="1"/>
          <p:nvPr>
            <p:ph idx="4294967295" type="title"/>
          </p:nvPr>
        </p:nvSpPr>
        <p:spPr>
          <a:xfrm>
            <a:off x="107950" y="117475"/>
            <a:ext cx="3394075" cy="1295400"/>
          </a:xfrm>
          <a:prstGeom prst="rect">
            <a:avLst/>
          </a:prstGeom>
          <a:noFill/>
          <a:ln>
            <a:noFill/>
          </a:ln>
        </p:spPr>
        <p:txBody>
          <a:bodyPr anchorCtr="0" anchor="b" bIns="45700" lIns="91425" rIns="91425" tIns="45700">
            <a:noAutofit/>
          </a:bodyPr>
          <a:lstStyle/>
          <a:p>
            <a:pPr indent="0" lvl="0" marL="0" marR="0" rtl="0" algn="ctr">
              <a:lnSpc>
                <a:spcPct val="100000"/>
              </a:lnSpc>
              <a:spcBef>
                <a:spcPts val="0"/>
              </a:spcBef>
              <a:spcAft>
                <a:spcPts val="0"/>
              </a:spcAft>
              <a:buClr>
                <a:schemeClr val="dk2"/>
              </a:buClr>
              <a:buSzPct val="25000"/>
              <a:buFont typeface="Arial"/>
              <a:buNone/>
            </a:pPr>
            <a:r>
              <a:rPr b="1" i="0" lang="en-US" sz="3900" u="none" cap="none" strike="noStrike">
                <a:solidFill>
                  <a:schemeClr val="dk2"/>
                </a:solidFill>
                <a:latin typeface="Arial"/>
                <a:ea typeface="Arial"/>
                <a:cs typeface="Arial"/>
                <a:sym typeface="Arial"/>
              </a:rPr>
              <a:t>CÁMARAS</a:t>
            </a:r>
            <a:br>
              <a:rPr b="1" i="0" lang="en-US" sz="3900" u="none" cap="none" strike="noStrike">
                <a:solidFill>
                  <a:schemeClr val="dk2"/>
                </a:solidFill>
                <a:latin typeface="Arial"/>
                <a:ea typeface="Arial"/>
                <a:cs typeface="Arial"/>
                <a:sym typeface="Arial"/>
              </a:rPr>
            </a:br>
            <a:r>
              <a:rPr b="1" i="0" lang="en-US" sz="2000" u="none" cap="none" strike="noStrike">
                <a:solidFill>
                  <a:schemeClr val="dk2"/>
                </a:solidFill>
                <a:latin typeface="Arial"/>
                <a:ea typeface="Arial"/>
                <a:cs typeface="Arial"/>
                <a:sym typeface="Arial"/>
              </a:rPr>
              <a:t>SERVICIOS</a:t>
            </a:r>
          </a:p>
        </p:txBody>
      </p:sp>
      <p:sp>
        <p:nvSpPr>
          <p:cNvPr id="464" name="Shape 464"/>
          <p:cNvSpPr txBox="1"/>
          <p:nvPr>
            <p:ph idx="4294967295" type="body"/>
          </p:nvPr>
        </p:nvSpPr>
        <p:spPr>
          <a:xfrm>
            <a:off x="457200" y="1719261"/>
            <a:ext cx="8291512" cy="4411661"/>
          </a:xfrm>
          <a:prstGeom prst="rect">
            <a:avLst/>
          </a:prstGeom>
          <a:noFill/>
          <a:ln>
            <a:noFill/>
          </a:ln>
        </p:spPr>
        <p:txBody>
          <a:bodyPr anchorCtr="0" anchor="t" bIns="45700" lIns="91425" rIns="91425" tIns="45700">
            <a:noAutofit/>
          </a:bodyPr>
          <a:lstStyle/>
          <a:p>
            <a:pPr indent="-342900" lvl="0" marL="342900" marR="0" rtl="0" algn="l">
              <a:lnSpc>
                <a:spcPct val="80000"/>
              </a:lnSpc>
              <a:spcBef>
                <a:spcPts val="0"/>
              </a:spcBef>
              <a:spcAft>
                <a:spcPts val="0"/>
              </a:spcAft>
              <a:buClr>
                <a:schemeClr val="dk2"/>
              </a:buClr>
              <a:buSzPct val="70000"/>
              <a:buFont typeface="Noto Symbol"/>
              <a:buChar char="✓"/>
            </a:pPr>
            <a:r>
              <a:rPr b="1" i="0" lang="en-US" sz="1800" u="none" cap="none" strike="noStrike">
                <a:solidFill>
                  <a:srgbClr val="4A23DB"/>
                </a:solidFill>
                <a:latin typeface="Arial"/>
                <a:ea typeface="Arial"/>
                <a:cs typeface="Arial"/>
                <a:sym typeface="Arial"/>
              </a:rPr>
              <a:t>Asesoría legal</a:t>
            </a:r>
            <a:r>
              <a:rPr b="0" i="0" lang="en-US" sz="1800" u="none" cap="none" strike="noStrike">
                <a:solidFill>
                  <a:schemeClr val="dk1"/>
                </a:solidFill>
                <a:latin typeface="Arial"/>
                <a:ea typeface="Arial"/>
                <a:cs typeface="Arial"/>
                <a:sym typeface="Arial"/>
              </a:rPr>
              <a:t>, en los campos tributario, comercial, laboral y otros de interés empresarial.</a:t>
            </a:r>
          </a:p>
          <a:p>
            <a:pPr indent="-342900" lvl="0" marL="342900" marR="0" rtl="0" algn="l">
              <a:lnSpc>
                <a:spcPct val="80000"/>
              </a:lnSpc>
              <a:spcBef>
                <a:spcPts val="360"/>
              </a:spcBef>
              <a:spcAft>
                <a:spcPts val="0"/>
              </a:spcAft>
              <a:buClr>
                <a:schemeClr val="dk2"/>
              </a:buClr>
              <a:buSzPct val="70000"/>
              <a:buFont typeface="Noto Symbol"/>
              <a:buNone/>
            </a:pPr>
            <a:r>
              <a:t/>
            </a:r>
            <a:endParaRPr b="0" i="0" sz="1800" u="none" cap="none" strike="noStrike">
              <a:solidFill>
                <a:schemeClr val="dk1"/>
              </a:solidFill>
              <a:latin typeface="Arial"/>
              <a:ea typeface="Arial"/>
              <a:cs typeface="Arial"/>
              <a:sym typeface="Arial"/>
            </a:endParaRPr>
          </a:p>
          <a:p>
            <a:pPr indent="-342900" lvl="0" marL="342900" marR="0" rtl="0" algn="l">
              <a:lnSpc>
                <a:spcPct val="80000"/>
              </a:lnSpc>
              <a:spcBef>
                <a:spcPts val="360"/>
              </a:spcBef>
              <a:spcAft>
                <a:spcPts val="0"/>
              </a:spcAft>
              <a:buClr>
                <a:schemeClr val="dk2"/>
              </a:buClr>
              <a:buSzPct val="70000"/>
              <a:buFont typeface="Noto Symbol"/>
              <a:buChar char="✓"/>
            </a:pPr>
            <a:r>
              <a:rPr b="1" i="0" lang="en-US" sz="1800" u="none" cap="none" strike="noStrike">
                <a:solidFill>
                  <a:srgbClr val="4A23DB"/>
                </a:solidFill>
                <a:latin typeface="Arial"/>
                <a:ea typeface="Arial"/>
                <a:cs typeface="Arial"/>
                <a:sym typeface="Arial"/>
              </a:rPr>
              <a:t>Proporcionar apoyo</a:t>
            </a:r>
            <a:r>
              <a:rPr b="0" i="0" lang="en-US" sz="1800" u="none" cap="none" strike="noStrike">
                <a:solidFill>
                  <a:schemeClr val="dk1"/>
                </a:solidFill>
                <a:latin typeface="Arial"/>
                <a:ea typeface="Arial"/>
                <a:cs typeface="Arial"/>
                <a:sym typeface="Arial"/>
              </a:rPr>
              <a:t> para la elaboración de contratos en forma gratuita o a bajo costo.</a:t>
            </a:r>
          </a:p>
          <a:p>
            <a:pPr indent="-342900" lvl="0" marL="342900" marR="0" rtl="0" algn="l">
              <a:lnSpc>
                <a:spcPct val="80000"/>
              </a:lnSpc>
              <a:spcBef>
                <a:spcPts val="360"/>
              </a:spcBef>
              <a:spcAft>
                <a:spcPts val="0"/>
              </a:spcAft>
              <a:buClr>
                <a:schemeClr val="dk2"/>
              </a:buClr>
              <a:buSzPct val="70000"/>
              <a:buFont typeface="Noto Symbol"/>
              <a:buNone/>
            </a:pPr>
            <a:r>
              <a:t/>
            </a:r>
            <a:endParaRPr b="0" i="0" sz="1800" u="none" cap="none" strike="noStrike">
              <a:solidFill>
                <a:schemeClr val="dk1"/>
              </a:solidFill>
              <a:latin typeface="Arial"/>
              <a:ea typeface="Arial"/>
              <a:cs typeface="Arial"/>
              <a:sym typeface="Arial"/>
            </a:endParaRPr>
          </a:p>
          <a:p>
            <a:pPr indent="-342900" lvl="0" marL="342900" marR="0" rtl="0" algn="l">
              <a:lnSpc>
                <a:spcPct val="80000"/>
              </a:lnSpc>
              <a:spcBef>
                <a:spcPts val="360"/>
              </a:spcBef>
              <a:spcAft>
                <a:spcPts val="0"/>
              </a:spcAft>
              <a:buClr>
                <a:schemeClr val="dk2"/>
              </a:buClr>
              <a:buSzPct val="70000"/>
              <a:buFont typeface="Noto Symbol"/>
              <a:buChar char="✓"/>
            </a:pPr>
            <a:r>
              <a:rPr b="1" i="0" lang="en-US" sz="1800" u="none" cap="none" strike="noStrike">
                <a:solidFill>
                  <a:srgbClr val="4A23DB"/>
                </a:solidFill>
                <a:latin typeface="Arial"/>
                <a:ea typeface="Arial"/>
                <a:cs typeface="Arial"/>
                <a:sym typeface="Arial"/>
              </a:rPr>
              <a:t>Asesoría en comercio exterior</a:t>
            </a:r>
            <a:r>
              <a:rPr b="0" i="0" lang="en-US" sz="1800" u="none" cap="none" strike="noStrike">
                <a:solidFill>
                  <a:schemeClr val="dk1"/>
                </a:solidFill>
                <a:latin typeface="Arial"/>
                <a:ea typeface="Arial"/>
                <a:cs typeface="Arial"/>
                <a:sym typeface="Arial"/>
              </a:rPr>
              <a:t>, estadísticas de exportaciones e importaciones, normas legales, partidas arancelarias, oportunidades de negocios, oferta y demanda de sus productos y/o servicios.</a:t>
            </a:r>
          </a:p>
          <a:p>
            <a:pPr indent="-342900" lvl="0" marL="342900" marR="0" rtl="0" algn="l">
              <a:lnSpc>
                <a:spcPct val="80000"/>
              </a:lnSpc>
              <a:spcBef>
                <a:spcPts val="360"/>
              </a:spcBef>
              <a:spcAft>
                <a:spcPts val="0"/>
              </a:spcAft>
              <a:buClr>
                <a:schemeClr val="dk2"/>
              </a:buClr>
              <a:buSzPct val="25000"/>
              <a:buFont typeface="Noto Symbol"/>
              <a:buNone/>
            </a:pPr>
            <a:r>
              <a:t/>
            </a:r>
            <a:endParaRPr b="0" i="0" sz="1800" u="none" cap="none" strike="noStrike">
              <a:solidFill>
                <a:schemeClr val="dk1"/>
              </a:solidFill>
              <a:latin typeface="Arial"/>
              <a:ea typeface="Arial"/>
              <a:cs typeface="Arial"/>
              <a:sym typeface="Arial"/>
            </a:endParaRPr>
          </a:p>
          <a:p>
            <a:pPr indent="-342900" lvl="0" marL="342900" marR="0" rtl="0" algn="l">
              <a:lnSpc>
                <a:spcPct val="80000"/>
              </a:lnSpc>
              <a:spcBef>
                <a:spcPts val="360"/>
              </a:spcBef>
              <a:spcAft>
                <a:spcPts val="0"/>
              </a:spcAft>
              <a:buClr>
                <a:schemeClr val="dk2"/>
              </a:buClr>
              <a:buSzPct val="70000"/>
              <a:buFont typeface="Noto Symbol"/>
              <a:buChar char="✓"/>
            </a:pPr>
            <a:r>
              <a:rPr b="1" i="0" lang="en-US" sz="1800" u="none" cap="none" strike="noStrike">
                <a:solidFill>
                  <a:srgbClr val="4A23DB"/>
                </a:solidFill>
                <a:latin typeface="Arial"/>
                <a:ea typeface="Arial"/>
                <a:cs typeface="Arial"/>
                <a:sym typeface="Arial"/>
              </a:rPr>
              <a:t>Capacitación</a:t>
            </a:r>
            <a:r>
              <a:rPr b="0" i="0" lang="en-US" sz="1800" u="none" cap="none" strike="noStrike">
                <a:solidFill>
                  <a:schemeClr val="dk1"/>
                </a:solidFill>
                <a:latin typeface="Arial"/>
                <a:ea typeface="Arial"/>
                <a:cs typeface="Arial"/>
                <a:sym typeface="Arial"/>
              </a:rPr>
              <a:t>, a través de seminarios y cursos de especialización para las empresas asociadas y sus trabajadores.</a:t>
            </a:r>
          </a:p>
          <a:p>
            <a:pPr indent="-342900" lvl="0" marL="342900" marR="0" rtl="0" algn="l">
              <a:lnSpc>
                <a:spcPct val="80000"/>
              </a:lnSpc>
              <a:spcBef>
                <a:spcPts val="360"/>
              </a:spcBef>
              <a:spcAft>
                <a:spcPts val="0"/>
              </a:spcAft>
              <a:buClr>
                <a:schemeClr val="dk2"/>
              </a:buClr>
              <a:buSzPct val="70000"/>
              <a:buFont typeface="Noto Symbol"/>
              <a:buNone/>
            </a:pPr>
            <a:r>
              <a:t/>
            </a:r>
            <a:endParaRPr b="1" i="0" sz="1800" u="none" cap="none" strike="noStrike">
              <a:solidFill>
                <a:srgbClr val="4A23DB"/>
              </a:solidFill>
              <a:latin typeface="Arial"/>
              <a:ea typeface="Arial"/>
              <a:cs typeface="Arial"/>
              <a:sym typeface="Arial"/>
            </a:endParaRPr>
          </a:p>
          <a:p>
            <a:pPr indent="-342900" lvl="0" marL="342900" marR="0" rtl="0" algn="l">
              <a:lnSpc>
                <a:spcPct val="80000"/>
              </a:lnSpc>
              <a:spcBef>
                <a:spcPts val="360"/>
              </a:spcBef>
              <a:spcAft>
                <a:spcPts val="0"/>
              </a:spcAft>
              <a:buClr>
                <a:schemeClr val="dk2"/>
              </a:buClr>
              <a:buSzPct val="70000"/>
              <a:buFont typeface="Noto Symbol"/>
              <a:buChar char="✓"/>
            </a:pPr>
            <a:r>
              <a:rPr b="1" i="0" lang="en-US" sz="1800" u="none" cap="none" strike="noStrike">
                <a:solidFill>
                  <a:srgbClr val="4A23DB"/>
                </a:solidFill>
                <a:latin typeface="Arial"/>
                <a:ea typeface="Arial"/>
                <a:cs typeface="Arial"/>
                <a:sym typeface="Arial"/>
              </a:rPr>
              <a:t>Difusión y promoción</a:t>
            </a:r>
            <a:r>
              <a:rPr b="0" i="0" lang="en-US" sz="1800" u="none" cap="none" strike="noStrike">
                <a:solidFill>
                  <a:schemeClr val="dk1"/>
                </a:solidFill>
                <a:latin typeface="Arial"/>
                <a:ea typeface="Arial"/>
                <a:cs typeface="Arial"/>
                <a:sym typeface="Arial"/>
              </a:rPr>
              <a:t>, presencia activa de las empresas a través de los medios informativos.</a:t>
            </a:r>
          </a:p>
          <a:p>
            <a:pPr indent="-342900" lvl="0" marL="342900" marR="0" rtl="0" algn="l">
              <a:lnSpc>
                <a:spcPct val="80000"/>
              </a:lnSpc>
              <a:spcBef>
                <a:spcPts val="360"/>
              </a:spcBef>
              <a:spcAft>
                <a:spcPts val="0"/>
              </a:spcAft>
              <a:buClr>
                <a:schemeClr val="dk2"/>
              </a:buClr>
              <a:buSzPct val="70000"/>
              <a:buFont typeface="Noto Symbol"/>
              <a:buNone/>
            </a:pPr>
            <a:r>
              <a:t/>
            </a:r>
            <a:endParaRPr b="0" i="0" sz="1800" u="none" cap="none" strike="noStrike">
              <a:solidFill>
                <a:schemeClr val="dk1"/>
              </a:solidFill>
              <a:latin typeface="Arial"/>
              <a:ea typeface="Arial"/>
              <a:cs typeface="Arial"/>
              <a:sym typeface="Arial"/>
            </a:endParaRPr>
          </a:p>
          <a:p>
            <a:pPr indent="-342900" lvl="0" marL="342900" marR="0" rtl="0" algn="l">
              <a:lnSpc>
                <a:spcPct val="80000"/>
              </a:lnSpc>
              <a:spcBef>
                <a:spcPts val="360"/>
              </a:spcBef>
              <a:spcAft>
                <a:spcPts val="0"/>
              </a:spcAft>
              <a:buClr>
                <a:schemeClr val="dk2"/>
              </a:buClr>
              <a:buSzPct val="70000"/>
              <a:buFont typeface="Noto Symbol"/>
              <a:buChar char="✓"/>
            </a:pPr>
            <a:r>
              <a:rPr b="1" i="0" lang="en-US" sz="1800" u="none" cap="none" strike="noStrike">
                <a:solidFill>
                  <a:srgbClr val="4A23DB"/>
                </a:solidFill>
                <a:latin typeface="Arial"/>
                <a:ea typeface="Arial"/>
                <a:cs typeface="Arial"/>
                <a:sym typeface="Arial"/>
              </a:rPr>
              <a:t>Representatividad gremial</a:t>
            </a:r>
            <a:r>
              <a:rPr b="0" i="0" lang="en-US" sz="1800" u="none" cap="none" strike="noStrike">
                <a:solidFill>
                  <a:schemeClr val="dk1"/>
                </a:solidFill>
                <a:latin typeface="Arial"/>
                <a:ea typeface="Arial"/>
                <a:cs typeface="Arial"/>
                <a:sym typeface="Arial"/>
              </a:rPr>
              <a:t>.</a:t>
            </a:r>
          </a:p>
        </p:txBody>
      </p:sp>
      <p:pic>
        <p:nvPicPr>
          <p:cNvPr id="465" name="Shape 465"/>
          <p:cNvPicPr preferRelativeResize="0"/>
          <p:nvPr>
            <p:ph idx="4294967295" type="body"/>
          </p:nvPr>
        </p:nvPicPr>
        <p:blipFill rotWithShape="1">
          <a:blip r:embed="rId3">
            <a:alphaModFix/>
          </a:blip>
          <a:srcRect b="0" l="0" r="0" t="0"/>
          <a:stretch/>
        </p:blipFill>
        <p:spPr>
          <a:xfrm>
            <a:off x="4932362" y="476250"/>
            <a:ext cx="3009899" cy="609599"/>
          </a:xfrm>
          <a:prstGeom prst="rect">
            <a:avLst/>
          </a:prstGeom>
          <a:noFill/>
          <a:ln>
            <a:noFill/>
          </a:ln>
        </p:spPr>
      </p:pic>
    </p:spTree>
  </p:cSld>
  <p:clrMapOvr>
    <a:masterClrMapping/>
  </p:clrMapOvr>
  <p:transition spd="slow">
    <p:cut/>
  </p:transition>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469" name="Shape 469"/>
        <p:cNvGrpSpPr/>
        <p:nvPr/>
      </p:nvGrpSpPr>
      <p:grpSpPr>
        <a:xfrm>
          <a:off x="0" y="0"/>
          <a:ext cx="0" cy="0"/>
          <a:chOff x="0" y="0"/>
          <a:chExt cx="0" cy="0"/>
        </a:xfrm>
      </p:grpSpPr>
      <p:sp>
        <p:nvSpPr>
          <p:cNvPr id="470" name="Shape 470"/>
          <p:cNvSpPr txBox="1"/>
          <p:nvPr>
            <p:ph idx="4294967295" type="title"/>
          </p:nvPr>
        </p:nvSpPr>
        <p:spPr>
          <a:xfrm>
            <a:off x="179386" y="333375"/>
            <a:ext cx="2349499" cy="796924"/>
          </a:xfrm>
          <a:prstGeom prst="rect">
            <a:avLst/>
          </a:prstGeom>
          <a:noFill/>
          <a:ln>
            <a:noFill/>
          </a:ln>
        </p:spPr>
        <p:txBody>
          <a:bodyPr anchorCtr="0" anchor="b"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1" i="0" lang="en-US" sz="3900" u="none" cap="none" strike="noStrike">
                <a:solidFill>
                  <a:schemeClr val="dk1"/>
                </a:solidFill>
                <a:latin typeface="Arial"/>
                <a:ea typeface="Arial"/>
                <a:cs typeface="Arial"/>
                <a:sym typeface="Arial"/>
              </a:rPr>
              <a:t>CARTEL</a:t>
            </a:r>
          </a:p>
        </p:txBody>
      </p:sp>
      <p:sp>
        <p:nvSpPr>
          <p:cNvPr id="471" name="Shape 471"/>
          <p:cNvSpPr txBox="1"/>
          <p:nvPr>
            <p:ph idx="4294967295" type="body"/>
          </p:nvPr>
        </p:nvSpPr>
        <p:spPr>
          <a:xfrm>
            <a:off x="457200" y="1719261"/>
            <a:ext cx="8218487" cy="4411661"/>
          </a:xfrm>
          <a:prstGeom prst="rect">
            <a:avLst/>
          </a:prstGeom>
          <a:noFill/>
          <a:ln>
            <a:noFill/>
          </a:ln>
        </p:spPr>
        <p:txBody>
          <a:bodyPr anchorCtr="0" anchor="t" bIns="45700" lIns="91425" rIns="91425" tIns="45700">
            <a:noAutofit/>
          </a:bodyPr>
          <a:lstStyle/>
          <a:p>
            <a:pPr indent="-342900" lvl="0" marL="342900" marR="0" rtl="0" algn="l">
              <a:lnSpc>
                <a:spcPct val="90000"/>
              </a:lnSpc>
              <a:spcBef>
                <a:spcPts val="0"/>
              </a:spcBef>
              <a:spcAft>
                <a:spcPts val="0"/>
              </a:spcAft>
              <a:buClr>
                <a:schemeClr val="dk2"/>
              </a:buClr>
              <a:buSzPct val="25000"/>
              <a:buFont typeface="Noto Symbol"/>
              <a:buNone/>
            </a:pPr>
            <a:r>
              <a:rPr b="0" i="0" lang="en-US" sz="2600" u="none" cap="none" strike="noStrike">
                <a:solidFill>
                  <a:schemeClr val="dk1"/>
                </a:solidFill>
                <a:latin typeface="Arial"/>
                <a:ea typeface="Arial"/>
                <a:cs typeface="Arial"/>
                <a:sym typeface="Arial"/>
              </a:rPr>
              <a:t>En economía se denomina </a:t>
            </a:r>
            <a:r>
              <a:rPr b="1" i="0" lang="en-US" sz="2600" u="none" cap="none" strike="noStrike">
                <a:solidFill>
                  <a:schemeClr val="dk1"/>
                </a:solidFill>
                <a:latin typeface="Arial"/>
                <a:ea typeface="Arial"/>
                <a:cs typeface="Arial"/>
                <a:sym typeface="Arial"/>
              </a:rPr>
              <a:t>cartel </a:t>
            </a:r>
            <a:r>
              <a:rPr b="0" i="0" lang="en-US" sz="2600" u="none" cap="none" strike="noStrike">
                <a:solidFill>
                  <a:schemeClr val="dk1"/>
                </a:solidFill>
                <a:latin typeface="Arial"/>
                <a:ea typeface="Arial"/>
                <a:cs typeface="Arial"/>
                <a:sym typeface="Arial"/>
              </a:rPr>
              <a:t>o </a:t>
            </a:r>
            <a:r>
              <a:rPr b="1" i="0" lang="en-US" sz="2600" u="none" cap="none" strike="noStrike">
                <a:solidFill>
                  <a:schemeClr val="dk1"/>
                </a:solidFill>
                <a:latin typeface="Arial"/>
                <a:ea typeface="Arial"/>
                <a:cs typeface="Arial"/>
                <a:sym typeface="Arial"/>
              </a:rPr>
              <a:t>cártel </a:t>
            </a:r>
            <a:r>
              <a:rPr b="0" i="0" lang="en-US" sz="2600" u="none" cap="none" strike="noStrike">
                <a:solidFill>
                  <a:schemeClr val="dk1"/>
                </a:solidFill>
                <a:latin typeface="Arial"/>
                <a:ea typeface="Arial"/>
                <a:cs typeface="Arial"/>
                <a:sym typeface="Arial"/>
              </a:rPr>
              <a:t>a un acuerdo formal entre empresas del mismo sector, cuyo fin es reducir o eliminar la competencia en un determinado mercado.</a:t>
            </a:r>
          </a:p>
          <a:p>
            <a:pPr indent="-342900" lvl="0" marL="342900" marR="0" rtl="0" algn="l">
              <a:lnSpc>
                <a:spcPct val="90000"/>
              </a:lnSpc>
              <a:spcBef>
                <a:spcPts val="520"/>
              </a:spcBef>
              <a:spcAft>
                <a:spcPts val="0"/>
              </a:spcAft>
              <a:buClr>
                <a:schemeClr val="dk2"/>
              </a:buClr>
              <a:buSzPct val="25000"/>
              <a:buFont typeface="Noto Symbol"/>
              <a:buNone/>
            </a:pPr>
            <a:r>
              <a:rPr b="0" i="0" lang="en-US" sz="2600" u="none" cap="none" strike="noStrike">
                <a:solidFill>
                  <a:schemeClr val="dk1"/>
                </a:solidFill>
                <a:latin typeface="Arial"/>
                <a:ea typeface="Arial"/>
                <a:cs typeface="Arial"/>
                <a:sym typeface="Arial"/>
              </a:rPr>
              <a:t>Sus principales actividades se centran en fijar los precios, limitar la oferta disponible, dividir el mercado y compartir los beneficios. </a:t>
            </a:r>
          </a:p>
          <a:p>
            <a:pPr indent="-342900" lvl="0" marL="342900" marR="0" rtl="0" algn="l">
              <a:lnSpc>
                <a:spcPct val="90000"/>
              </a:lnSpc>
              <a:spcBef>
                <a:spcPts val="520"/>
              </a:spcBef>
              <a:spcAft>
                <a:spcPts val="0"/>
              </a:spcAft>
              <a:buClr>
                <a:schemeClr val="dk2"/>
              </a:buClr>
              <a:buSzPct val="25000"/>
              <a:buFont typeface="Noto Symbol"/>
              <a:buNone/>
            </a:pPr>
            <a:r>
              <a:rPr b="0" i="0" lang="en-US" sz="2600" u="none" cap="none" strike="noStrike">
                <a:solidFill>
                  <a:schemeClr val="dk1"/>
                </a:solidFill>
                <a:latin typeface="Arial"/>
                <a:ea typeface="Arial"/>
                <a:cs typeface="Arial"/>
                <a:sym typeface="Arial"/>
              </a:rPr>
              <a:t>En la actualidad, el término se suele aplicar a los acuerdos que regulan la competencia en el comercio internacional.</a:t>
            </a:r>
          </a:p>
        </p:txBody>
      </p:sp>
      <p:pic>
        <p:nvPicPr>
          <p:cNvPr id="472" name="Shape 472"/>
          <p:cNvPicPr preferRelativeResize="0"/>
          <p:nvPr>
            <p:ph idx="4294967295" type="body"/>
          </p:nvPr>
        </p:nvPicPr>
        <p:blipFill rotWithShape="1">
          <a:blip r:embed="rId3">
            <a:alphaModFix/>
          </a:blip>
          <a:srcRect b="0" l="0" r="0" t="0"/>
          <a:stretch/>
        </p:blipFill>
        <p:spPr>
          <a:xfrm>
            <a:off x="4787900" y="476250"/>
            <a:ext cx="3009899" cy="504824"/>
          </a:xfrm>
          <a:prstGeom prst="rect">
            <a:avLst/>
          </a:prstGeom>
          <a:noFill/>
          <a:ln>
            <a:noFill/>
          </a:ln>
        </p:spPr>
      </p:pic>
    </p:spTree>
  </p:cSld>
  <p:clrMapOvr>
    <a:masterClrMapping/>
  </p:clrMapOvr>
  <p:transition spd="slow">
    <p:cut/>
  </p:transition>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476" name="Shape 476"/>
        <p:cNvGrpSpPr/>
        <p:nvPr/>
      </p:nvGrpSpPr>
      <p:grpSpPr>
        <a:xfrm>
          <a:off x="0" y="0"/>
          <a:ext cx="0" cy="0"/>
          <a:chOff x="0" y="0"/>
          <a:chExt cx="0" cy="0"/>
        </a:xfrm>
      </p:grpSpPr>
      <p:sp>
        <p:nvSpPr>
          <p:cNvPr id="477" name="Shape 477"/>
          <p:cNvSpPr txBox="1"/>
          <p:nvPr>
            <p:ph idx="4294967295" type="title"/>
          </p:nvPr>
        </p:nvSpPr>
        <p:spPr>
          <a:xfrm>
            <a:off x="250825" y="476250"/>
            <a:ext cx="2276475" cy="642936"/>
          </a:xfrm>
          <a:prstGeom prst="rect">
            <a:avLst/>
          </a:prstGeom>
          <a:noFill/>
          <a:ln>
            <a:noFill/>
          </a:ln>
        </p:spPr>
        <p:txBody>
          <a:bodyPr anchorCtr="0" anchor="b"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1" i="0" lang="en-US" sz="3500" u="none" cap="none" strike="noStrike">
                <a:solidFill>
                  <a:schemeClr val="dk1"/>
                </a:solidFill>
                <a:latin typeface="Arial"/>
                <a:ea typeface="Arial"/>
                <a:cs typeface="Arial"/>
                <a:sym typeface="Arial"/>
              </a:rPr>
              <a:t>CORNER</a:t>
            </a:r>
          </a:p>
        </p:txBody>
      </p:sp>
      <p:sp>
        <p:nvSpPr>
          <p:cNvPr id="478" name="Shape 478"/>
          <p:cNvSpPr txBox="1"/>
          <p:nvPr>
            <p:ph idx="4294967295" type="body"/>
          </p:nvPr>
        </p:nvSpPr>
        <p:spPr>
          <a:xfrm>
            <a:off x="457200" y="1719261"/>
            <a:ext cx="7859712" cy="4411661"/>
          </a:xfrm>
          <a:prstGeom prst="rect">
            <a:avLst/>
          </a:prstGeom>
          <a:noFill/>
          <a:ln>
            <a:noFill/>
          </a:ln>
        </p:spPr>
        <p:txBody>
          <a:bodyPr anchorCtr="0" anchor="t" bIns="45700" lIns="91425" rIns="91425" tIns="45700">
            <a:noAutofit/>
          </a:bodyPr>
          <a:lstStyle/>
          <a:p>
            <a:pPr indent="-342900" lvl="0" marL="342900" marR="0" rtl="0" algn="l">
              <a:lnSpc>
                <a:spcPct val="100000"/>
              </a:lnSpc>
              <a:spcBef>
                <a:spcPts val="0"/>
              </a:spcBef>
              <a:spcAft>
                <a:spcPts val="0"/>
              </a:spcAft>
              <a:buClr>
                <a:schemeClr val="dk2"/>
              </a:buClr>
              <a:buSzPct val="25000"/>
              <a:buFont typeface="Noto Symbol"/>
              <a:buNone/>
            </a:pPr>
            <a:r>
              <a:rPr b="0" i="0" lang="en-US" sz="2200" u="none" cap="none" strike="noStrike">
                <a:solidFill>
                  <a:schemeClr val="dk1"/>
                </a:solidFill>
                <a:latin typeface="Arial"/>
                <a:ea typeface="Arial"/>
                <a:cs typeface="Arial"/>
                <a:sym typeface="Arial"/>
              </a:rPr>
              <a:t>El </a:t>
            </a:r>
            <a:r>
              <a:rPr b="1" i="0" lang="en-US" sz="2200" u="none" cap="none" strike="noStrike">
                <a:solidFill>
                  <a:srgbClr val="4A23DB"/>
                </a:solidFill>
                <a:latin typeface="Arial"/>
                <a:ea typeface="Arial"/>
                <a:cs typeface="Arial"/>
                <a:sym typeface="Arial"/>
              </a:rPr>
              <a:t>Corner</a:t>
            </a:r>
            <a:r>
              <a:rPr b="0" i="0" lang="en-US" sz="2200" u="none" cap="none" strike="noStrike">
                <a:solidFill>
                  <a:schemeClr val="dk1"/>
                </a:solidFill>
                <a:latin typeface="Arial"/>
                <a:ea typeface="Arial"/>
                <a:cs typeface="Arial"/>
                <a:sym typeface="Arial"/>
              </a:rPr>
              <a:t> representa </a:t>
            </a:r>
            <a:r>
              <a:rPr b="1" i="0" lang="en-US" sz="2200" u="none" cap="none" strike="noStrike">
                <a:solidFill>
                  <a:schemeClr val="dk1"/>
                </a:solidFill>
                <a:latin typeface="Arial"/>
                <a:ea typeface="Arial"/>
                <a:cs typeface="Arial"/>
                <a:sym typeface="Arial"/>
              </a:rPr>
              <a:t>acuerdos accidentales</a:t>
            </a:r>
            <a:r>
              <a:rPr b="0" i="0" lang="en-US" sz="2200" u="none" cap="none" strike="noStrike">
                <a:solidFill>
                  <a:schemeClr val="dk1"/>
                </a:solidFill>
                <a:latin typeface="Arial"/>
                <a:ea typeface="Arial"/>
                <a:cs typeface="Arial"/>
                <a:sym typeface="Arial"/>
              </a:rPr>
              <a:t> entre empresas en </a:t>
            </a:r>
            <a:r>
              <a:rPr b="1" i="0" lang="en-US" sz="2200" u="none" cap="none" strike="noStrike">
                <a:solidFill>
                  <a:schemeClr val="dk1"/>
                </a:solidFill>
                <a:latin typeface="Arial"/>
                <a:ea typeface="Arial"/>
                <a:cs typeface="Arial"/>
                <a:sym typeface="Arial"/>
              </a:rPr>
              <a:t>una determinada zona</a:t>
            </a:r>
            <a:r>
              <a:rPr b="0" i="0" lang="en-US" sz="2200" u="none" cap="none" strike="noStrike">
                <a:solidFill>
                  <a:schemeClr val="dk1"/>
                </a:solidFill>
                <a:latin typeface="Arial"/>
                <a:ea typeface="Arial"/>
                <a:cs typeface="Arial"/>
                <a:sym typeface="Arial"/>
              </a:rPr>
              <a:t> durante un </a:t>
            </a:r>
            <a:r>
              <a:rPr b="1" i="0" lang="en-US" sz="2200" u="none" cap="none" strike="noStrike">
                <a:solidFill>
                  <a:schemeClr val="dk1"/>
                </a:solidFill>
                <a:latin typeface="Arial"/>
                <a:ea typeface="Arial"/>
                <a:cs typeface="Arial"/>
                <a:sym typeface="Arial"/>
              </a:rPr>
              <a:t>breve tiempo</a:t>
            </a:r>
            <a:r>
              <a:rPr b="0" i="0" lang="en-US" sz="2200" u="none" cap="none" strike="noStrike">
                <a:solidFill>
                  <a:schemeClr val="dk1"/>
                </a:solidFill>
                <a:latin typeface="Arial"/>
                <a:ea typeface="Arial"/>
                <a:cs typeface="Arial"/>
                <a:sym typeface="Arial"/>
              </a:rPr>
              <a:t>, su uso resulta bastante frecuente en el comercio internacional.</a:t>
            </a:r>
          </a:p>
          <a:p>
            <a:pPr indent="-342900" lvl="0" marL="342900" marR="0" rtl="0" algn="l">
              <a:lnSpc>
                <a:spcPct val="100000"/>
              </a:lnSpc>
              <a:spcBef>
                <a:spcPts val="440"/>
              </a:spcBef>
              <a:spcAft>
                <a:spcPts val="0"/>
              </a:spcAft>
              <a:buClr>
                <a:schemeClr val="dk2"/>
              </a:buClr>
              <a:buSzPct val="25000"/>
              <a:buFont typeface="Noto Symbol"/>
              <a:buNone/>
            </a:pPr>
            <a:r>
              <a:t/>
            </a:r>
            <a:endParaRPr b="0" i="0" sz="2200" u="none" cap="none" strike="noStrike">
              <a:solidFill>
                <a:schemeClr val="dk1"/>
              </a:solidFill>
              <a:latin typeface="Arial"/>
              <a:ea typeface="Arial"/>
              <a:cs typeface="Arial"/>
              <a:sym typeface="Arial"/>
            </a:endParaRPr>
          </a:p>
          <a:p>
            <a:pPr indent="-342900" lvl="0" marL="342900" marR="0" rtl="0" algn="l">
              <a:lnSpc>
                <a:spcPct val="100000"/>
              </a:lnSpc>
              <a:spcBef>
                <a:spcPts val="440"/>
              </a:spcBef>
              <a:spcAft>
                <a:spcPts val="0"/>
              </a:spcAft>
              <a:buClr>
                <a:schemeClr val="dk2"/>
              </a:buClr>
              <a:buSzPct val="25000"/>
              <a:buFont typeface="Noto Symbol"/>
              <a:buNone/>
            </a:pPr>
            <a:r>
              <a:rPr b="0" i="0" lang="en-US" sz="2200" u="none" cap="none" strike="noStrike">
                <a:solidFill>
                  <a:schemeClr val="dk1"/>
                </a:solidFill>
                <a:latin typeface="Arial"/>
                <a:ea typeface="Arial"/>
                <a:cs typeface="Arial"/>
                <a:sym typeface="Arial"/>
              </a:rPr>
              <a:t>Se trata de agrupar a la oferta con todas sus variedades de precio y calidad, para evitar que los productores ofrezcan sus productos a precios que perjudiquen la competencia por desconocimiento de reglas y normas en un determinado lugar o por circunstancias ajenas al funcionamiento de los mercados</a:t>
            </a:r>
          </a:p>
          <a:p>
            <a:pPr indent="-342900" lvl="0" marL="342900" marR="0" rtl="0" algn="l">
              <a:lnSpc>
                <a:spcPct val="100000"/>
              </a:lnSpc>
              <a:spcBef>
                <a:spcPts val="440"/>
              </a:spcBef>
              <a:spcAft>
                <a:spcPts val="0"/>
              </a:spcAft>
              <a:buClr>
                <a:schemeClr val="dk2"/>
              </a:buClr>
              <a:buSzPct val="70000"/>
              <a:buFont typeface="Noto Symbol"/>
              <a:buNone/>
            </a:pPr>
            <a:r>
              <a:t/>
            </a:r>
            <a:endParaRPr b="0" i="0" sz="2200" u="none" cap="none" strike="noStrike">
              <a:solidFill>
                <a:schemeClr val="dk1"/>
              </a:solidFill>
              <a:latin typeface="Arial"/>
              <a:ea typeface="Arial"/>
              <a:cs typeface="Arial"/>
              <a:sym typeface="Arial"/>
            </a:endParaRPr>
          </a:p>
        </p:txBody>
      </p:sp>
      <p:pic>
        <p:nvPicPr>
          <p:cNvPr id="479" name="Shape 479"/>
          <p:cNvPicPr preferRelativeResize="0"/>
          <p:nvPr>
            <p:ph idx="4294967295" type="body"/>
          </p:nvPr>
        </p:nvPicPr>
        <p:blipFill rotWithShape="1">
          <a:blip r:embed="rId3">
            <a:alphaModFix/>
          </a:blip>
          <a:srcRect b="0" l="0" r="0" t="0"/>
          <a:stretch/>
        </p:blipFill>
        <p:spPr>
          <a:xfrm>
            <a:off x="4932362" y="476250"/>
            <a:ext cx="3009899" cy="609599"/>
          </a:xfrm>
          <a:prstGeom prst="rect">
            <a:avLst/>
          </a:prstGeom>
          <a:noFill/>
          <a:ln>
            <a:noFill/>
          </a:ln>
        </p:spPr>
      </p:pic>
    </p:spTree>
  </p:cSld>
  <p:clrMapOvr>
    <a:masterClrMapping/>
  </p:clrMapOvr>
  <p:transition spd="slow">
    <p:cut/>
  </p:transition>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483" name="Shape 483"/>
        <p:cNvGrpSpPr/>
        <p:nvPr/>
      </p:nvGrpSpPr>
      <p:grpSpPr>
        <a:xfrm>
          <a:off x="0" y="0"/>
          <a:ext cx="0" cy="0"/>
          <a:chOff x="0" y="0"/>
          <a:chExt cx="0" cy="0"/>
        </a:xfrm>
      </p:grpSpPr>
      <p:sp>
        <p:nvSpPr>
          <p:cNvPr id="484" name="Shape 484"/>
          <p:cNvSpPr txBox="1"/>
          <p:nvPr>
            <p:ph idx="4294967295" type="title"/>
          </p:nvPr>
        </p:nvSpPr>
        <p:spPr>
          <a:xfrm>
            <a:off x="144461" y="333375"/>
            <a:ext cx="1763711" cy="719136"/>
          </a:xfrm>
          <a:prstGeom prst="rect">
            <a:avLst/>
          </a:prstGeom>
          <a:noFill/>
          <a:ln>
            <a:noFill/>
          </a:ln>
        </p:spPr>
        <p:txBody>
          <a:bodyPr anchorCtr="0" anchor="b"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1" i="0" lang="en-US" sz="3500" u="none" cap="none" strike="noStrike">
                <a:solidFill>
                  <a:schemeClr val="dk1"/>
                </a:solidFill>
                <a:latin typeface="Arial"/>
                <a:ea typeface="Arial"/>
                <a:cs typeface="Arial"/>
                <a:sym typeface="Arial"/>
              </a:rPr>
              <a:t>POOL</a:t>
            </a:r>
          </a:p>
        </p:txBody>
      </p:sp>
      <p:sp>
        <p:nvSpPr>
          <p:cNvPr id="485" name="Shape 485"/>
          <p:cNvSpPr txBox="1"/>
          <p:nvPr>
            <p:ph idx="4294967295" type="body"/>
          </p:nvPr>
        </p:nvSpPr>
        <p:spPr>
          <a:xfrm>
            <a:off x="457200" y="1719261"/>
            <a:ext cx="8362950" cy="3294062"/>
          </a:xfrm>
          <a:prstGeom prst="rect">
            <a:avLst/>
          </a:prstGeom>
          <a:noFill/>
          <a:ln>
            <a:noFill/>
          </a:ln>
        </p:spPr>
        <p:txBody>
          <a:bodyPr anchorCtr="0" anchor="t" bIns="45700" lIns="91425" rIns="91425" tIns="45700">
            <a:noAutofit/>
          </a:bodyPr>
          <a:lstStyle/>
          <a:p>
            <a:pPr indent="-342900" lvl="0" marL="342900" marR="0" rtl="0" algn="l">
              <a:lnSpc>
                <a:spcPct val="90000"/>
              </a:lnSpc>
              <a:spcBef>
                <a:spcPts val="0"/>
              </a:spcBef>
              <a:spcAft>
                <a:spcPts val="0"/>
              </a:spcAft>
              <a:buClr>
                <a:schemeClr val="dk2"/>
              </a:buClr>
              <a:buSzPct val="25000"/>
              <a:buFont typeface="Noto Symbol"/>
              <a:buNone/>
            </a:pPr>
            <a:r>
              <a:rPr b="0" i="0" lang="en-US" sz="2800" u="none" cap="none" strike="noStrike">
                <a:solidFill>
                  <a:schemeClr val="dk1"/>
                </a:solidFill>
                <a:latin typeface="Arial"/>
                <a:ea typeface="Arial"/>
                <a:cs typeface="Arial"/>
                <a:sym typeface="Arial"/>
              </a:rPr>
              <a:t>Palabra inglesa que significa </a:t>
            </a:r>
            <a:r>
              <a:rPr b="1" i="0" lang="en-US" sz="2800" u="none" cap="none" strike="noStrike">
                <a:solidFill>
                  <a:schemeClr val="dk1"/>
                </a:solidFill>
                <a:latin typeface="Arial"/>
                <a:ea typeface="Arial"/>
                <a:cs typeface="Arial"/>
                <a:sym typeface="Arial"/>
              </a:rPr>
              <a:t>estanque o pozo</a:t>
            </a:r>
            <a:r>
              <a:rPr b="0" i="0" lang="en-US" sz="2800" u="none" cap="none" strike="noStrike">
                <a:solidFill>
                  <a:schemeClr val="dk1"/>
                </a:solidFill>
                <a:latin typeface="Arial"/>
                <a:ea typeface="Arial"/>
                <a:cs typeface="Arial"/>
                <a:sym typeface="Arial"/>
              </a:rPr>
              <a:t>. </a:t>
            </a:r>
          </a:p>
          <a:p>
            <a:pPr indent="-342900" lvl="0" marL="342900" marR="0" rtl="0" algn="l">
              <a:lnSpc>
                <a:spcPct val="90000"/>
              </a:lnSpc>
              <a:spcBef>
                <a:spcPts val="560"/>
              </a:spcBef>
              <a:spcAft>
                <a:spcPts val="0"/>
              </a:spcAft>
              <a:buClr>
                <a:schemeClr val="dk2"/>
              </a:buClr>
              <a:buSzPct val="25000"/>
              <a:buFont typeface="Noto Symbol"/>
              <a:buNone/>
            </a:pPr>
            <a:r>
              <a:rPr b="0" i="0" lang="en-US" sz="2800" u="none" cap="none" strike="noStrike">
                <a:solidFill>
                  <a:schemeClr val="dk1"/>
                </a:solidFill>
                <a:latin typeface="Arial"/>
                <a:ea typeface="Arial"/>
                <a:cs typeface="Arial"/>
                <a:sym typeface="Arial"/>
              </a:rPr>
              <a:t>Su uso se ha extendido internacionalmente significando </a:t>
            </a:r>
            <a:r>
              <a:rPr b="1" i="0" lang="en-US" sz="2800" u="none" cap="none" strike="noStrike">
                <a:solidFill>
                  <a:srgbClr val="4A23DB"/>
                </a:solidFill>
                <a:latin typeface="Arial"/>
                <a:ea typeface="Arial"/>
                <a:cs typeface="Arial"/>
                <a:sym typeface="Arial"/>
              </a:rPr>
              <a:t>convenios entre empresas autónomas</a:t>
            </a:r>
            <a:r>
              <a:rPr b="0" i="0" lang="en-US" sz="2800" u="none" cap="none" strike="noStrike">
                <a:solidFill>
                  <a:schemeClr val="dk1"/>
                </a:solidFill>
                <a:latin typeface="Arial"/>
                <a:ea typeface="Arial"/>
                <a:cs typeface="Arial"/>
                <a:sym typeface="Arial"/>
              </a:rPr>
              <a:t> mediante los cuales se trata de obtener una nivelación de beneficios concentrándolos en un fondo común para </a:t>
            </a:r>
            <a:r>
              <a:rPr b="1" i="0" lang="en-US" sz="2800" u="none" cap="none" strike="noStrike">
                <a:solidFill>
                  <a:srgbClr val="4A23DB"/>
                </a:solidFill>
                <a:latin typeface="Arial"/>
                <a:ea typeface="Arial"/>
                <a:cs typeface="Arial"/>
                <a:sym typeface="Arial"/>
              </a:rPr>
              <a:t>distribuirlos después en una forma predeterminada.</a:t>
            </a:r>
          </a:p>
        </p:txBody>
      </p:sp>
      <p:pic>
        <p:nvPicPr>
          <p:cNvPr id="486" name="Shape 486"/>
          <p:cNvPicPr preferRelativeResize="0"/>
          <p:nvPr>
            <p:ph idx="4294967295" type="body"/>
          </p:nvPr>
        </p:nvPicPr>
        <p:blipFill rotWithShape="1">
          <a:blip r:embed="rId3">
            <a:alphaModFix/>
          </a:blip>
          <a:srcRect b="0" l="0" r="0" t="0"/>
          <a:stretch/>
        </p:blipFill>
        <p:spPr>
          <a:xfrm>
            <a:off x="4932362" y="476250"/>
            <a:ext cx="3009899" cy="609599"/>
          </a:xfrm>
          <a:prstGeom prst="rect">
            <a:avLst/>
          </a:prstGeom>
          <a:noFill/>
          <a:ln>
            <a:noFill/>
          </a:ln>
        </p:spPr>
      </p:pic>
    </p:spTree>
  </p:cSld>
  <p:clrMapOvr>
    <a:masterClrMapping/>
  </p:clrMapOvr>
  <p:transition spd="slow">
    <p:cut/>
  </p:transition>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490" name="Shape 490"/>
        <p:cNvGrpSpPr/>
        <p:nvPr/>
      </p:nvGrpSpPr>
      <p:grpSpPr>
        <a:xfrm>
          <a:off x="0" y="0"/>
          <a:ext cx="0" cy="0"/>
          <a:chOff x="0" y="0"/>
          <a:chExt cx="0" cy="0"/>
        </a:xfrm>
      </p:grpSpPr>
      <p:sp>
        <p:nvSpPr>
          <p:cNvPr id="491" name="Shape 491"/>
          <p:cNvSpPr txBox="1"/>
          <p:nvPr>
            <p:ph idx="4294967295" type="title"/>
          </p:nvPr>
        </p:nvSpPr>
        <p:spPr>
          <a:xfrm>
            <a:off x="250825" y="188911"/>
            <a:ext cx="2089150" cy="1177924"/>
          </a:xfrm>
          <a:prstGeom prst="rect">
            <a:avLst/>
          </a:prstGeom>
          <a:noFill/>
          <a:ln>
            <a:noFill/>
          </a:ln>
        </p:spPr>
        <p:txBody>
          <a:bodyPr anchorCtr="0" anchor="b"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1" i="0" lang="en-US" sz="3500" u="none" cap="none" strike="noStrike">
                <a:solidFill>
                  <a:schemeClr val="dk1"/>
                </a:solidFill>
                <a:latin typeface="Arial"/>
                <a:ea typeface="Arial"/>
                <a:cs typeface="Arial"/>
                <a:sym typeface="Arial"/>
              </a:rPr>
              <a:t>POOL </a:t>
            </a:r>
            <a:br>
              <a:rPr b="1" i="0" lang="en-US" sz="3500" u="none" cap="none" strike="noStrike">
                <a:solidFill>
                  <a:schemeClr val="dk1"/>
                </a:solidFill>
                <a:latin typeface="Arial"/>
                <a:ea typeface="Arial"/>
                <a:cs typeface="Arial"/>
                <a:sym typeface="Arial"/>
              </a:rPr>
            </a:br>
            <a:r>
              <a:rPr b="1" i="0" lang="en-US" sz="2000" u="none" cap="none" strike="noStrike">
                <a:solidFill>
                  <a:schemeClr val="dk1"/>
                </a:solidFill>
                <a:latin typeface="Arial"/>
                <a:ea typeface="Arial"/>
                <a:cs typeface="Arial"/>
                <a:sym typeface="Arial"/>
              </a:rPr>
              <a:t>DE SIEMBRA</a:t>
            </a:r>
          </a:p>
        </p:txBody>
      </p:sp>
      <p:sp>
        <p:nvSpPr>
          <p:cNvPr id="492" name="Shape 492"/>
          <p:cNvSpPr txBox="1"/>
          <p:nvPr>
            <p:ph idx="4294967295" type="body"/>
          </p:nvPr>
        </p:nvSpPr>
        <p:spPr>
          <a:xfrm>
            <a:off x="457200" y="1719261"/>
            <a:ext cx="8218487" cy="3149600"/>
          </a:xfrm>
          <a:prstGeom prst="rect">
            <a:avLst/>
          </a:prstGeom>
          <a:noFill/>
          <a:ln>
            <a:noFill/>
          </a:ln>
        </p:spPr>
        <p:txBody>
          <a:bodyPr anchorCtr="0" anchor="t" bIns="45700" lIns="91425" rIns="91425" tIns="45700">
            <a:noAutofit/>
          </a:bodyPr>
          <a:lstStyle/>
          <a:p>
            <a:pPr indent="-342900" lvl="0" marL="342900" marR="0" rtl="0" algn="l">
              <a:lnSpc>
                <a:spcPct val="80000"/>
              </a:lnSpc>
              <a:spcBef>
                <a:spcPts val="0"/>
              </a:spcBef>
              <a:spcAft>
                <a:spcPts val="0"/>
              </a:spcAft>
              <a:buClr>
                <a:schemeClr val="dk2"/>
              </a:buClr>
              <a:buSzPct val="25000"/>
              <a:buFont typeface="Noto Symbol"/>
              <a:buNone/>
            </a:pPr>
            <a:r>
              <a:rPr b="1" i="0" lang="en-US" sz="2000" u="none" cap="none" strike="noStrike">
                <a:solidFill>
                  <a:srgbClr val="4A23DB"/>
                </a:solidFill>
                <a:latin typeface="Arial"/>
                <a:ea typeface="Arial"/>
                <a:cs typeface="Arial"/>
                <a:sym typeface="Arial"/>
              </a:rPr>
              <a:t>Pool de siembra</a:t>
            </a:r>
            <a:r>
              <a:rPr b="0" i="0" lang="en-US" sz="2000" u="none" cap="none" strike="noStrike">
                <a:solidFill>
                  <a:schemeClr val="dk1"/>
                </a:solidFill>
                <a:latin typeface="Arial"/>
                <a:ea typeface="Arial"/>
                <a:cs typeface="Arial"/>
                <a:sym typeface="Arial"/>
              </a:rPr>
              <a:t> es la denominación que recibe en la Argentina un sistema de producción agraria caracterizado por el papel determinante jugado por </a:t>
            </a:r>
            <a:r>
              <a:rPr b="1" i="0" lang="en-US" sz="2000" u="none" cap="none" strike="noStrike">
                <a:solidFill>
                  <a:srgbClr val="4A23DB"/>
                </a:solidFill>
                <a:latin typeface="Arial"/>
                <a:ea typeface="Arial"/>
                <a:cs typeface="Arial"/>
                <a:sym typeface="Arial"/>
              </a:rPr>
              <a:t>el capital financiero y la organización de un sistema empresarial transitorio</a:t>
            </a:r>
            <a:r>
              <a:rPr b="0" i="0" lang="en-US" sz="2000" u="none" cap="none" strike="noStrike">
                <a:solidFill>
                  <a:schemeClr val="dk1"/>
                </a:solidFill>
                <a:latin typeface="Arial"/>
                <a:ea typeface="Arial"/>
                <a:cs typeface="Arial"/>
                <a:sym typeface="Arial"/>
              </a:rPr>
              <a:t> que asume el control de la producción agropecuaria, mediante el arrendamiento de grandes extensiones de tierra y la contratación de equipos de siembra, fumigación, cosecha y transporte, con el fin de generar economías de escala y altos rendimientos. </a:t>
            </a:r>
          </a:p>
          <a:p>
            <a:pPr indent="-342900" lvl="0" marL="342900" marR="0" rtl="0" algn="l">
              <a:lnSpc>
                <a:spcPct val="80000"/>
              </a:lnSpc>
              <a:spcBef>
                <a:spcPts val="400"/>
              </a:spcBef>
              <a:spcAft>
                <a:spcPts val="0"/>
              </a:spcAft>
              <a:buClr>
                <a:schemeClr val="dk2"/>
              </a:buClr>
              <a:buSzPct val="25000"/>
              <a:buFont typeface="Noto Symbol"/>
              <a:buNone/>
            </a:pPr>
            <a:r>
              <a:t/>
            </a:r>
            <a:endParaRPr b="0" i="0" sz="2000" u="none" cap="none" strike="noStrike">
              <a:solidFill>
                <a:schemeClr val="dk1"/>
              </a:solidFill>
              <a:latin typeface="Arial"/>
              <a:ea typeface="Arial"/>
              <a:cs typeface="Arial"/>
              <a:sym typeface="Arial"/>
            </a:endParaRPr>
          </a:p>
          <a:p>
            <a:pPr indent="-342900" lvl="0" marL="342900" marR="0" rtl="0" algn="l">
              <a:lnSpc>
                <a:spcPct val="80000"/>
              </a:lnSpc>
              <a:spcBef>
                <a:spcPts val="400"/>
              </a:spcBef>
              <a:spcAft>
                <a:spcPts val="0"/>
              </a:spcAft>
              <a:buClr>
                <a:schemeClr val="dk2"/>
              </a:buClr>
              <a:buSzPct val="25000"/>
              <a:buFont typeface="Noto Symbol"/>
              <a:buNone/>
            </a:pPr>
            <a:r>
              <a:rPr b="0" i="0" lang="en-US" sz="2000" u="none" cap="none" strike="noStrike">
                <a:solidFill>
                  <a:schemeClr val="dk1"/>
                </a:solidFill>
                <a:latin typeface="Arial"/>
                <a:ea typeface="Arial"/>
                <a:cs typeface="Arial"/>
                <a:sym typeface="Arial"/>
              </a:rPr>
              <a:t>Al finalizar la cosecha y realizarse el producto, las ganancias son distribuidas entre los participantes.</a:t>
            </a:r>
          </a:p>
        </p:txBody>
      </p:sp>
      <p:pic>
        <p:nvPicPr>
          <p:cNvPr id="493" name="Shape 493"/>
          <p:cNvPicPr preferRelativeResize="0"/>
          <p:nvPr>
            <p:ph idx="4294967295" type="body"/>
          </p:nvPr>
        </p:nvPicPr>
        <p:blipFill rotWithShape="1">
          <a:blip r:embed="rId3">
            <a:alphaModFix/>
          </a:blip>
          <a:srcRect b="0" l="0" r="0" t="0"/>
          <a:stretch/>
        </p:blipFill>
        <p:spPr>
          <a:xfrm>
            <a:off x="4932362" y="404812"/>
            <a:ext cx="3009899" cy="609599"/>
          </a:xfrm>
          <a:prstGeom prst="rect">
            <a:avLst/>
          </a:prstGeom>
          <a:noFill/>
          <a:ln>
            <a:noFill/>
          </a:ln>
        </p:spPr>
      </p:pic>
    </p:spTree>
  </p:cSld>
  <p:clrMapOvr>
    <a:masterClrMapping/>
  </p:clrMapOvr>
  <p:transition spd="slow">
    <p:cut/>
  </p:transition>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497" name="Shape 497"/>
        <p:cNvGrpSpPr/>
        <p:nvPr/>
      </p:nvGrpSpPr>
      <p:grpSpPr>
        <a:xfrm>
          <a:off x="0" y="0"/>
          <a:ext cx="0" cy="0"/>
          <a:chOff x="0" y="0"/>
          <a:chExt cx="0" cy="0"/>
        </a:xfrm>
      </p:grpSpPr>
      <p:sp>
        <p:nvSpPr>
          <p:cNvPr id="498" name="Shape 498"/>
          <p:cNvSpPr/>
          <p:nvPr/>
        </p:nvSpPr>
        <p:spPr>
          <a:xfrm>
            <a:off x="2411411" y="1628775"/>
            <a:ext cx="2160586" cy="4535487"/>
          </a:xfrm>
          <a:prstGeom prst="downArrow">
            <a:avLst>
              <a:gd fmla="val 50000" name="adj1"/>
              <a:gd fmla="val 50000" name="adj2"/>
            </a:avLst>
          </a:prstGeom>
          <a:solidFill>
            <a:srgbClr val="C0C0C0">
              <a:alpha val="29803"/>
            </a:srgbClr>
          </a:solidFill>
          <a:ln cap="flat" cmpd="sng" w="9525">
            <a:solidFill>
              <a:schemeClr val="dk1"/>
            </a:solidFill>
            <a:prstDash val="solid"/>
            <a:miter/>
            <a:headEnd len="med" w="med" type="none"/>
            <a:tailEnd len="med" w="med" type="none"/>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499" name="Shape 499"/>
          <p:cNvSpPr txBox="1"/>
          <p:nvPr>
            <p:ph idx="4294967295" type="title"/>
          </p:nvPr>
        </p:nvSpPr>
        <p:spPr>
          <a:xfrm>
            <a:off x="134936" y="333375"/>
            <a:ext cx="2781300" cy="714374"/>
          </a:xfrm>
          <a:prstGeom prst="rect">
            <a:avLst/>
          </a:prstGeom>
          <a:noFill/>
          <a:ln>
            <a:noFill/>
          </a:ln>
        </p:spPr>
        <p:txBody>
          <a:bodyPr anchorCtr="0" anchor="b"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1" i="0" lang="en-US" sz="3600" u="none" cap="none" strike="noStrike">
                <a:solidFill>
                  <a:schemeClr val="dk1"/>
                </a:solidFill>
                <a:latin typeface="Arial"/>
                <a:ea typeface="Arial"/>
                <a:cs typeface="Arial"/>
                <a:sym typeface="Arial"/>
              </a:rPr>
              <a:t>HOLDING</a:t>
            </a:r>
          </a:p>
        </p:txBody>
      </p:sp>
      <p:sp>
        <p:nvSpPr>
          <p:cNvPr id="500" name="Shape 500"/>
          <p:cNvSpPr txBox="1"/>
          <p:nvPr>
            <p:ph idx="4294967295" type="body"/>
          </p:nvPr>
        </p:nvSpPr>
        <p:spPr>
          <a:xfrm>
            <a:off x="6588125" y="1844675"/>
            <a:ext cx="2555875" cy="4411661"/>
          </a:xfrm>
          <a:prstGeom prst="rect">
            <a:avLst/>
          </a:prstGeom>
          <a:noFill/>
          <a:ln>
            <a:noFill/>
          </a:ln>
        </p:spPr>
        <p:txBody>
          <a:bodyPr anchorCtr="0" anchor="t" bIns="45700" lIns="91425" rIns="91425" tIns="45700">
            <a:noAutofit/>
          </a:bodyPr>
          <a:lstStyle/>
          <a:p>
            <a:pPr indent="-342900" lvl="0" marL="342900" marR="0" rtl="0" algn="l">
              <a:lnSpc>
                <a:spcPct val="80000"/>
              </a:lnSpc>
              <a:spcBef>
                <a:spcPts val="0"/>
              </a:spcBef>
              <a:spcAft>
                <a:spcPts val="0"/>
              </a:spcAft>
              <a:buClr>
                <a:schemeClr val="dk2"/>
              </a:buClr>
              <a:buSzPct val="25000"/>
              <a:buFont typeface="Noto Symbol"/>
              <a:buNone/>
            </a:pPr>
            <a:r>
              <a:rPr b="0" i="0" lang="en-US" sz="1900" u="none" cap="none" strike="noStrike">
                <a:solidFill>
                  <a:schemeClr val="dk1"/>
                </a:solidFill>
                <a:latin typeface="Arial"/>
                <a:ea typeface="Arial"/>
                <a:cs typeface="Arial"/>
                <a:sym typeface="Arial"/>
              </a:rPr>
              <a:t>Un </a:t>
            </a:r>
            <a:r>
              <a:rPr b="1" i="0" lang="en-US" sz="1900" u="none" cap="none" strike="noStrike">
                <a:solidFill>
                  <a:srgbClr val="4A23DB"/>
                </a:solidFill>
                <a:latin typeface="Arial"/>
                <a:ea typeface="Arial"/>
                <a:cs typeface="Arial"/>
                <a:sym typeface="Arial"/>
              </a:rPr>
              <a:t>holding</a:t>
            </a:r>
            <a:r>
              <a:rPr b="0" i="0" lang="en-US" sz="1900" u="none" cap="none" strike="noStrike">
                <a:solidFill>
                  <a:schemeClr val="dk1"/>
                </a:solidFill>
                <a:latin typeface="Arial"/>
                <a:ea typeface="Arial"/>
                <a:cs typeface="Arial"/>
                <a:sym typeface="Arial"/>
              </a:rPr>
              <a:t> es un conglomerado de empresas controlado por una empresa </a:t>
            </a:r>
            <a:r>
              <a:rPr b="1" i="0" lang="en-US" sz="1900" u="none" cap="none" strike="noStrike">
                <a:solidFill>
                  <a:srgbClr val="4A23DB"/>
                </a:solidFill>
                <a:latin typeface="Arial"/>
                <a:ea typeface="Arial"/>
                <a:cs typeface="Arial"/>
                <a:sym typeface="Arial"/>
              </a:rPr>
              <a:t>matriz</a:t>
            </a:r>
            <a:r>
              <a:rPr b="0" i="0" lang="en-US" sz="1900" u="none" cap="none" strike="noStrike">
                <a:solidFill>
                  <a:schemeClr val="dk1"/>
                </a:solidFill>
                <a:latin typeface="Arial"/>
                <a:ea typeface="Arial"/>
                <a:cs typeface="Arial"/>
                <a:sym typeface="Arial"/>
              </a:rPr>
              <a:t> que regula las actividades mediante la propiedad de todas o de una parte significativa de sus acciones.</a:t>
            </a:r>
          </a:p>
          <a:p>
            <a:pPr indent="-342900" lvl="0" marL="342900" marR="0" rtl="0" algn="l">
              <a:lnSpc>
                <a:spcPct val="100000"/>
              </a:lnSpc>
              <a:spcBef>
                <a:spcPts val="380"/>
              </a:spcBef>
              <a:spcAft>
                <a:spcPts val="0"/>
              </a:spcAft>
              <a:buClr>
                <a:schemeClr val="dk2"/>
              </a:buClr>
              <a:buSzPct val="70000"/>
              <a:buFont typeface="Noto Symbol"/>
              <a:buNone/>
            </a:pPr>
            <a:r>
              <a:t/>
            </a:r>
            <a:endParaRPr b="0" i="0" sz="1900" u="none" cap="none" strike="noStrike">
              <a:solidFill>
                <a:schemeClr val="dk1"/>
              </a:solidFill>
              <a:latin typeface="Arial"/>
              <a:ea typeface="Arial"/>
              <a:cs typeface="Arial"/>
              <a:sym typeface="Arial"/>
            </a:endParaRPr>
          </a:p>
        </p:txBody>
      </p:sp>
      <p:sp>
        <p:nvSpPr>
          <p:cNvPr id="501" name="Shape 501"/>
          <p:cNvSpPr txBox="1"/>
          <p:nvPr/>
        </p:nvSpPr>
        <p:spPr>
          <a:xfrm>
            <a:off x="2771775" y="1628775"/>
            <a:ext cx="1490661" cy="647700"/>
          </a:xfrm>
          <a:prstGeom prst="rect">
            <a:avLst/>
          </a:prstGeom>
          <a:solidFill>
            <a:schemeClr val="accent1"/>
          </a:solidFill>
          <a:ln cap="flat" cmpd="sng" w="9525">
            <a:solidFill>
              <a:schemeClr val="dk1"/>
            </a:solidFill>
            <a:prstDash val="solid"/>
            <a:miter/>
            <a:headEnd len="med" w="med" type="none"/>
            <a:tailEnd len="med" w="med" type="none"/>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1" i="0" lang="en-US" sz="1200" u="none" cap="none" strike="noStrike">
                <a:solidFill>
                  <a:schemeClr val="dk1"/>
                </a:solidFill>
                <a:latin typeface="Arial"/>
                <a:ea typeface="Arial"/>
                <a:cs typeface="Arial"/>
                <a:sym typeface="Arial"/>
              </a:rPr>
              <a:t>EMPRESA</a:t>
            </a:r>
          </a:p>
          <a:p>
            <a:pPr indent="0" lvl="0" marL="0" marR="0" rtl="0" algn="ctr">
              <a:lnSpc>
                <a:spcPct val="100000"/>
              </a:lnSpc>
              <a:spcBef>
                <a:spcPts val="0"/>
              </a:spcBef>
              <a:spcAft>
                <a:spcPts val="0"/>
              </a:spcAft>
              <a:buClr>
                <a:schemeClr val="dk1"/>
              </a:buClr>
              <a:buSzPct val="25000"/>
              <a:buFont typeface="Arial"/>
              <a:buNone/>
            </a:pPr>
            <a:r>
              <a:rPr b="1" i="0" lang="en-US" sz="1200" u="none" cap="none" strike="noStrike">
                <a:solidFill>
                  <a:schemeClr val="dk1"/>
                </a:solidFill>
                <a:latin typeface="Arial"/>
                <a:ea typeface="Arial"/>
                <a:cs typeface="Arial"/>
                <a:sym typeface="Arial"/>
              </a:rPr>
              <a:t>MATRIZ</a:t>
            </a:r>
          </a:p>
        </p:txBody>
      </p:sp>
      <p:sp>
        <p:nvSpPr>
          <p:cNvPr id="502" name="Shape 502"/>
          <p:cNvSpPr txBox="1"/>
          <p:nvPr/>
        </p:nvSpPr>
        <p:spPr>
          <a:xfrm>
            <a:off x="539750" y="2708275"/>
            <a:ext cx="1490661" cy="647700"/>
          </a:xfrm>
          <a:prstGeom prst="rect">
            <a:avLst/>
          </a:prstGeom>
          <a:solidFill>
            <a:srgbClr val="00FFFF"/>
          </a:solidFill>
          <a:ln cap="flat" cmpd="sng" w="9525">
            <a:solidFill>
              <a:schemeClr val="dk1"/>
            </a:solidFill>
            <a:prstDash val="solid"/>
            <a:miter/>
            <a:headEnd len="med" w="med" type="none"/>
            <a:tailEnd len="med" w="med" type="none"/>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1" i="0" lang="en-US" sz="1200" u="none" cap="none" strike="noStrike">
                <a:solidFill>
                  <a:schemeClr val="dk1"/>
                </a:solidFill>
                <a:latin typeface="Arial"/>
                <a:ea typeface="Arial"/>
                <a:cs typeface="Arial"/>
                <a:sym typeface="Arial"/>
              </a:rPr>
              <a:t>EMPRESA</a:t>
            </a:r>
          </a:p>
          <a:p>
            <a:pPr indent="0" lvl="0" marL="0" marR="0" rtl="0" algn="ctr">
              <a:lnSpc>
                <a:spcPct val="100000"/>
              </a:lnSpc>
              <a:spcBef>
                <a:spcPts val="0"/>
              </a:spcBef>
              <a:spcAft>
                <a:spcPts val="0"/>
              </a:spcAft>
              <a:buClr>
                <a:schemeClr val="dk1"/>
              </a:buClr>
              <a:buSzPct val="25000"/>
              <a:buFont typeface="Arial"/>
              <a:buNone/>
            </a:pPr>
            <a:r>
              <a:rPr b="1" i="0" lang="en-US" sz="1200" u="none" cap="none" strike="noStrike">
                <a:solidFill>
                  <a:schemeClr val="dk1"/>
                </a:solidFill>
                <a:latin typeface="Arial"/>
                <a:ea typeface="Arial"/>
                <a:cs typeface="Arial"/>
                <a:sym typeface="Arial"/>
              </a:rPr>
              <a:t>N° 1</a:t>
            </a:r>
          </a:p>
        </p:txBody>
      </p:sp>
      <p:sp>
        <p:nvSpPr>
          <p:cNvPr id="503" name="Shape 503"/>
          <p:cNvSpPr txBox="1"/>
          <p:nvPr/>
        </p:nvSpPr>
        <p:spPr>
          <a:xfrm>
            <a:off x="2700336" y="2708275"/>
            <a:ext cx="1490661" cy="647700"/>
          </a:xfrm>
          <a:prstGeom prst="rect">
            <a:avLst/>
          </a:prstGeom>
          <a:solidFill>
            <a:srgbClr val="FF0000"/>
          </a:solidFill>
          <a:ln cap="flat" cmpd="sng" w="9525">
            <a:solidFill>
              <a:schemeClr val="dk1"/>
            </a:solidFill>
            <a:prstDash val="solid"/>
            <a:miter/>
            <a:headEnd len="med" w="med" type="none"/>
            <a:tailEnd len="med" w="med" type="none"/>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1" i="0" lang="en-US" sz="1200" u="none" cap="none" strike="noStrike">
                <a:solidFill>
                  <a:schemeClr val="dk1"/>
                </a:solidFill>
                <a:latin typeface="Arial"/>
                <a:ea typeface="Arial"/>
                <a:cs typeface="Arial"/>
                <a:sym typeface="Arial"/>
              </a:rPr>
              <a:t>EMPRESA</a:t>
            </a:r>
          </a:p>
          <a:p>
            <a:pPr indent="0" lvl="0" marL="0" marR="0" rtl="0" algn="ctr">
              <a:lnSpc>
                <a:spcPct val="100000"/>
              </a:lnSpc>
              <a:spcBef>
                <a:spcPts val="0"/>
              </a:spcBef>
              <a:spcAft>
                <a:spcPts val="0"/>
              </a:spcAft>
              <a:buClr>
                <a:schemeClr val="dk1"/>
              </a:buClr>
              <a:buSzPct val="25000"/>
              <a:buFont typeface="Arial"/>
              <a:buNone/>
            </a:pPr>
            <a:r>
              <a:rPr b="1" i="0" lang="en-US" sz="1200" u="none" cap="none" strike="noStrike">
                <a:solidFill>
                  <a:schemeClr val="dk1"/>
                </a:solidFill>
                <a:latin typeface="Arial"/>
                <a:ea typeface="Arial"/>
                <a:cs typeface="Arial"/>
                <a:sym typeface="Arial"/>
              </a:rPr>
              <a:t>N° 2</a:t>
            </a:r>
          </a:p>
        </p:txBody>
      </p:sp>
      <p:sp>
        <p:nvSpPr>
          <p:cNvPr id="504" name="Shape 504"/>
          <p:cNvSpPr txBox="1"/>
          <p:nvPr/>
        </p:nvSpPr>
        <p:spPr>
          <a:xfrm>
            <a:off x="4643437" y="2708275"/>
            <a:ext cx="1490661" cy="647700"/>
          </a:xfrm>
          <a:prstGeom prst="rect">
            <a:avLst/>
          </a:prstGeom>
          <a:solidFill>
            <a:srgbClr val="C0C0C0"/>
          </a:solidFill>
          <a:ln cap="flat" cmpd="sng" w="9525">
            <a:solidFill>
              <a:schemeClr val="dk1"/>
            </a:solidFill>
            <a:prstDash val="solid"/>
            <a:miter/>
            <a:headEnd len="med" w="med" type="none"/>
            <a:tailEnd len="med" w="med" type="none"/>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1" i="0" lang="en-US" sz="1200" u="none" cap="none" strike="noStrike">
                <a:solidFill>
                  <a:schemeClr val="dk1"/>
                </a:solidFill>
                <a:latin typeface="Arial"/>
                <a:ea typeface="Arial"/>
                <a:cs typeface="Arial"/>
                <a:sym typeface="Arial"/>
              </a:rPr>
              <a:t>EMPRESA</a:t>
            </a:r>
          </a:p>
          <a:p>
            <a:pPr indent="0" lvl="0" marL="0" marR="0" rtl="0" algn="ctr">
              <a:lnSpc>
                <a:spcPct val="100000"/>
              </a:lnSpc>
              <a:spcBef>
                <a:spcPts val="0"/>
              </a:spcBef>
              <a:spcAft>
                <a:spcPts val="0"/>
              </a:spcAft>
              <a:buClr>
                <a:schemeClr val="dk1"/>
              </a:buClr>
              <a:buSzPct val="25000"/>
              <a:buFont typeface="Arial"/>
              <a:buNone/>
            </a:pPr>
            <a:r>
              <a:rPr b="1" i="0" lang="en-US" sz="1200" u="none" cap="none" strike="noStrike">
                <a:solidFill>
                  <a:schemeClr val="dk1"/>
                </a:solidFill>
                <a:latin typeface="Arial"/>
                <a:ea typeface="Arial"/>
                <a:cs typeface="Arial"/>
                <a:sym typeface="Arial"/>
              </a:rPr>
              <a:t>N° 3</a:t>
            </a:r>
          </a:p>
        </p:txBody>
      </p:sp>
      <p:cxnSp>
        <p:nvCxnSpPr>
          <p:cNvPr id="505" name="Shape 505"/>
          <p:cNvCxnSpPr/>
          <p:nvPr/>
        </p:nvCxnSpPr>
        <p:spPr>
          <a:xfrm>
            <a:off x="1116012" y="2492375"/>
            <a:ext cx="4248149" cy="0"/>
          </a:xfrm>
          <a:prstGeom prst="straightConnector1">
            <a:avLst/>
          </a:prstGeom>
          <a:noFill/>
          <a:ln cap="flat" cmpd="sng" w="9525">
            <a:solidFill>
              <a:schemeClr val="dk1"/>
            </a:solidFill>
            <a:prstDash val="solid"/>
            <a:miter/>
            <a:headEnd len="med" w="med" type="none"/>
            <a:tailEnd len="med" w="med" type="none"/>
          </a:ln>
        </p:spPr>
      </p:cxnSp>
      <p:cxnSp>
        <p:nvCxnSpPr>
          <p:cNvPr id="506" name="Shape 506"/>
          <p:cNvCxnSpPr/>
          <p:nvPr/>
        </p:nvCxnSpPr>
        <p:spPr>
          <a:xfrm>
            <a:off x="1116012" y="2492375"/>
            <a:ext cx="0" cy="215899"/>
          </a:xfrm>
          <a:prstGeom prst="straightConnector1">
            <a:avLst/>
          </a:prstGeom>
          <a:noFill/>
          <a:ln cap="flat" cmpd="sng" w="9525">
            <a:solidFill>
              <a:schemeClr val="dk1"/>
            </a:solidFill>
            <a:prstDash val="solid"/>
            <a:miter/>
            <a:headEnd len="med" w="med" type="none"/>
            <a:tailEnd len="med" w="med" type="none"/>
          </a:ln>
        </p:spPr>
      </p:cxnSp>
      <p:cxnSp>
        <p:nvCxnSpPr>
          <p:cNvPr id="507" name="Shape 507"/>
          <p:cNvCxnSpPr/>
          <p:nvPr/>
        </p:nvCxnSpPr>
        <p:spPr>
          <a:xfrm>
            <a:off x="3492500" y="2276475"/>
            <a:ext cx="0" cy="431799"/>
          </a:xfrm>
          <a:prstGeom prst="straightConnector1">
            <a:avLst/>
          </a:prstGeom>
          <a:noFill/>
          <a:ln cap="flat" cmpd="sng" w="9525">
            <a:solidFill>
              <a:schemeClr val="dk1"/>
            </a:solidFill>
            <a:prstDash val="solid"/>
            <a:miter/>
            <a:headEnd len="med" w="med" type="none"/>
            <a:tailEnd len="med" w="med" type="none"/>
          </a:ln>
        </p:spPr>
      </p:cxnSp>
      <p:cxnSp>
        <p:nvCxnSpPr>
          <p:cNvPr id="508" name="Shape 508"/>
          <p:cNvCxnSpPr/>
          <p:nvPr/>
        </p:nvCxnSpPr>
        <p:spPr>
          <a:xfrm>
            <a:off x="5364162" y="2492375"/>
            <a:ext cx="0" cy="215899"/>
          </a:xfrm>
          <a:prstGeom prst="straightConnector1">
            <a:avLst/>
          </a:prstGeom>
          <a:noFill/>
          <a:ln cap="flat" cmpd="sng" w="9525">
            <a:solidFill>
              <a:schemeClr val="dk1"/>
            </a:solidFill>
            <a:prstDash val="solid"/>
            <a:miter/>
            <a:headEnd len="med" w="med" type="none"/>
            <a:tailEnd len="med" w="med" type="none"/>
          </a:ln>
        </p:spPr>
      </p:cxnSp>
      <p:sp>
        <p:nvSpPr>
          <p:cNvPr id="509" name="Shape 509"/>
          <p:cNvSpPr txBox="1"/>
          <p:nvPr/>
        </p:nvSpPr>
        <p:spPr>
          <a:xfrm>
            <a:off x="250825" y="3789362"/>
            <a:ext cx="771524" cy="431799"/>
          </a:xfrm>
          <a:prstGeom prst="rect">
            <a:avLst/>
          </a:prstGeom>
          <a:solidFill>
            <a:schemeClr val="accent1"/>
          </a:solidFill>
          <a:ln cap="flat" cmpd="sng" w="9525">
            <a:solidFill>
              <a:schemeClr val="dk1"/>
            </a:solidFill>
            <a:prstDash val="solid"/>
            <a:miter/>
            <a:headEnd len="med" w="med" type="none"/>
            <a:tailEnd len="med" w="med" type="none"/>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1" i="0" lang="en-US" sz="1200" u="none" cap="none" strike="noStrike">
                <a:solidFill>
                  <a:schemeClr val="dk1"/>
                </a:solidFill>
                <a:latin typeface="Arial"/>
                <a:ea typeface="Arial"/>
                <a:cs typeface="Arial"/>
                <a:sym typeface="Arial"/>
              </a:rPr>
              <a:t>EMPRESA</a:t>
            </a:r>
          </a:p>
          <a:p>
            <a:pPr indent="0" lvl="0" marL="0" marR="0" rtl="0" algn="ctr">
              <a:lnSpc>
                <a:spcPct val="100000"/>
              </a:lnSpc>
              <a:spcBef>
                <a:spcPts val="0"/>
              </a:spcBef>
              <a:spcAft>
                <a:spcPts val="0"/>
              </a:spcAft>
              <a:buClr>
                <a:schemeClr val="dk1"/>
              </a:buClr>
              <a:buSzPct val="25000"/>
              <a:buFont typeface="Arial"/>
              <a:buNone/>
            </a:pPr>
            <a:r>
              <a:rPr b="1" i="0" lang="en-US" sz="1200" u="none" cap="none" strike="noStrike">
                <a:solidFill>
                  <a:schemeClr val="dk1"/>
                </a:solidFill>
                <a:latin typeface="Arial"/>
                <a:ea typeface="Arial"/>
                <a:cs typeface="Arial"/>
                <a:sym typeface="Arial"/>
              </a:rPr>
              <a:t>N° 11</a:t>
            </a:r>
          </a:p>
        </p:txBody>
      </p:sp>
      <p:sp>
        <p:nvSpPr>
          <p:cNvPr id="510" name="Shape 510"/>
          <p:cNvSpPr txBox="1"/>
          <p:nvPr/>
        </p:nvSpPr>
        <p:spPr>
          <a:xfrm>
            <a:off x="1352550" y="3789362"/>
            <a:ext cx="771524" cy="431799"/>
          </a:xfrm>
          <a:prstGeom prst="rect">
            <a:avLst/>
          </a:prstGeom>
          <a:solidFill>
            <a:schemeClr val="accent1"/>
          </a:solidFill>
          <a:ln cap="flat" cmpd="sng" w="9525">
            <a:solidFill>
              <a:schemeClr val="dk1"/>
            </a:solidFill>
            <a:prstDash val="solid"/>
            <a:miter/>
            <a:headEnd len="med" w="med" type="none"/>
            <a:tailEnd len="med" w="med" type="none"/>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1" i="0" lang="en-US" sz="1200" u="none" cap="none" strike="noStrike">
                <a:solidFill>
                  <a:schemeClr val="dk1"/>
                </a:solidFill>
                <a:latin typeface="Arial"/>
                <a:ea typeface="Arial"/>
                <a:cs typeface="Arial"/>
                <a:sym typeface="Arial"/>
              </a:rPr>
              <a:t>EMPRESA</a:t>
            </a:r>
          </a:p>
          <a:p>
            <a:pPr indent="0" lvl="0" marL="0" marR="0" rtl="0" algn="ctr">
              <a:lnSpc>
                <a:spcPct val="100000"/>
              </a:lnSpc>
              <a:spcBef>
                <a:spcPts val="0"/>
              </a:spcBef>
              <a:spcAft>
                <a:spcPts val="0"/>
              </a:spcAft>
              <a:buClr>
                <a:schemeClr val="dk1"/>
              </a:buClr>
              <a:buSzPct val="25000"/>
              <a:buFont typeface="Arial"/>
              <a:buNone/>
            </a:pPr>
            <a:r>
              <a:rPr b="1" i="0" lang="en-US" sz="1200" u="none" cap="none" strike="noStrike">
                <a:solidFill>
                  <a:schemeClr val="dk1"/>
                </a:solidFill>
                <a:latin typeface="Arial"/>
                <a:ea typeface="Arial"/>
                <a:cs typeface="Arial"/>
                <a:sym typeface="Arial"/>
              </a:rPr>
              <a:t>N° 12</a:t>
            </a:r>
          </a:p>
        </p:txBody>
      </p:sp>
      <p:sp>
        <p:nvSpPr>
          <p:cNvPr id="511" name="Shape 511"/>
          <p:cNvSpPr txBox="1"/>
          <p:nvPr/>
        </p:nvSpPr>
        <p:spPr>
          <a:xfrm>
            <a:off x="2411411" y="3789362"/>
            <a:ext cx="771524" cy="431799"/>
          </a:xfrm>
          <a:prstGeom prst="rect">
            <a:avLst/>
          </a:prstGeom>
          <a:solidFill>
            <a:srgbClr val="FF00FF"/>
          </a:solidFill>
          <a:ln cap="flat" cmpd="sng" w="9525">
            <a:solidFill>
              <a:schemeClr val="dk1"/>
            </a:solidFill>
            <a:prstDash val="solid"/>
            <a:miter/>
            <a:headEnd len="med" w="med" type="none"/>
            <a:tailEnd len="med" w="med" type="none"/>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1" i="0" lang="en-US" sz="1200" u="none" cap="none" strike="noStrike">
                <a:solidFill>
                  <a:schemeClr val="dk1"/>
                </a:solidFill>
                <a:latin typeface="Arial"/>
                <a:ea typeface="Arial"/>
                <a:cs typeface="Arial"/>
                <a:sym typeface="Arial"/>
              </a:rPr>
              <a:t>EMPRESA</a:t>
            </a:r>
          </a:p>
          <a:p>
            <a:pPr indent="0" lvl="0" marL="0" marR="0" rtl="0" algn="ctr">
              <a:lnSpc>
                <a:spcPct val="100000"/>
              </a:lnSpc>
              <a:spcBef>
                <a:spcPts val="0"/>
              </a:spcBef>
              <a:spcAft>
                <a:spcPts val="0"/>
              </a:spcAft>
              <a:buClr>
                <a:schemeClr val="dk1"/>
              </a:buClr>
              <a:buSzPct val="25000"/>
              <a:buFont typeface="Arial"/>
              <a:buNone/>
            </a:pPr>
            <a:r>
              <a:rPr b="1" i="0" lang="en-US" sz="1200" u="none" cap="none" strike="noStrike">
                <a:solidFill>
                  <a:schemeClr val="dk1"/>
                </a:solidFill>
                <a:latin typeface="Arial"/>
                <a:ea typeface="Arial"/>
                <a:cs typeface="Arial"/>
                <a:sym typeface="Arial"/>
              </a:rPr>
              <a:t>N° 21</a:t>
            </a:r>
          </a:p>
        </p:txBody>
      </p:sp>
      <p:sp>
        <p:nvSpPr>
          <p:cNvPr id="512" name="Shape 512"/>
          <p:cNvSpPr txBox="1"/>
          <p:nvPr/>
        </p:nvSpPr>
        <p:spPr>
          <a:xfrm>
            <a:off x="3492500" y="3789362"/>
            <a:ext cx="771524" cy="431799"/>
          </a:xfrm>
          <a:prstGeom prst="rect">
            <a:avLst/>
          </a:prstGeom>
          <a:solidFill>
            <a:srgbClr val="FF99CC"/>
          </a:solidFill>
          <a:ln cap="flat" cmpd="sng" w="9525">
            <a:solidFill>
              <a:schemeClr val="dk1"/>
            </a:solidFill>
            <a:prstDash val="solid"/>
            <a:miter/>
            <a:headEnd len="med" w="med" type="none"/>
            <a:tailEnd len="med" w="med" type="none"/>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1" i="0" lang="en-US" sz="1200" u="none" cap="none" strike="noStrike">
                <a:solidFill>
                  <a:schemeClr val="dk1"/>
                </a:solidFill>
                <a:latin typeface="Arial"/>
                <a:ea typeface="Arial"/>
                <a:cs typeface="Arial"/>
                <a:sym typeface="Arial"/>
              </a:rPr>
              <a:t>EMPRESA</a:t>
            </a:r>
          </a:p>
          <a:p>
            <a:pPr indent="0" lvl="0" marL="0" marR="0" rtl="0" algn="ctr">
              <a:lnSpc>
                <a:spcPct val="100000"/>
              </a:lnSpc>
              <a:spcBef>
                <a:spcPts val="0"/>
              </a:spcBef>
              <a:spcAft>
                <a:spcPts val="0"/>
              </a:spcAft>
              <a:buClr>
                <a:schemeClr val="dk1"/>
              </a:buClr>
              <a:buSzPct val="25000"/>
              <a:buFont typeface="Arial"/>
              <a:buNone/>
            </a:pPr>
            <a:r>
              <a:rPr b="1" i="0" lang="en-US" sz="1200" u="none" cap="none" strike="noStrike">
                <a:solidFill>
                  <a:schemeClr val="dk1"/>
                </a:solidFill>
                <a:latin typeface="Arial"/>
                <a:ea typeface="Arial"/>
                <a:cs typeface="Arial"/>
                <a:sym typeface="Arial"/>
              </a:rPr>
              <a:t>N° 22</a:t>
            </a:r>
          </a:p>
        </p:txBody>
      </p:sp>
      <p:sp>
        <p:nvSpPr>
          <p:cNvPr id="513" name="Shape 513"/>
          <p:cNvSpPr txBox="1"/>
          <p:nvPr/>
        </p:nvSpPr>
        <p:spPr>
          <a:xfrm>
            <a:off x="4500562" y="3789362"/>
            <a:ext cx="771524" cy="431799"/>
          </a:xfrm>
          <a:prstGeom prst="rect">
            <a:avLst/>
          </a:prstGeom>
          <a:solidFill>
            <a:schemeClr val="accent1"/>
          </a:solidFill>
          <a:ln cap="flat" cmpd="sng" w="9525">
            <a:solidFill>
              <a:schemeClr val="dk1"/>
            </a:solidFill>
            <a:prstDash val="solid"/>
            <a:miter/>
            <a:headEnd len="med" w="med" type="none"/>
            <a:tailEnd len="med" w="med" type="none"/>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1" i="0" lang="en-US" sz="1200" u="none" cap="none" strike="noStrike">
                <a:solidFill>
                  <a:schemeClr val="dk1"/>
                </a:solidFill>
                <a:latin typeface="Arial"/>
                <a:ea typeface="Arial"/>
                <a:cs typeface="Arial"/>
                <a:sym typeface="Arial"/>
              </a:rPr>
              <a:t>EMPRESA</a:t>
            </a:r>
          </a:p>
          <a:p>
            <a:pPr indent="0" lvl="0" marL="0" marR="0" rtl="0" algn="ctr">
              <a:lnSpc>
                <a:spcPct val="100000"/>
              </a:lnSpc>
              <a:spcBef>
                <a:spcPts val="0"/>
              </a:spcBef>
              <a:spcAft>
                <a:spcPts val="0"/>
              </a:spcAft>
              <a:buClr>
                <a:schemeClr val="dk1"/>
              </a:buClr>
              <a:buSzPct val="25000"/>
              <a:buFont typeface="Arial"/>
              <a:buNone/>
            </a:pPr>
            <a:r>
              <a:rPr b="1" i="0" lang="en-US" sz="1200" u="none" cap="none" strike="noStrike">
                <a:solidFill>
                  <a:schemeClr val="dk1"/>
                </a:solidFill>
                <a:latin typeface="Arial"/>
                <a:ea typeface="Arial"/>
                <a:cs typeface="Arial"/>
                <a:sym typeface="Arial"/>
              </a:rPr>
              <a:t>N° 31</a:t>
            </a:r>
          </a:p>
        </p:txBody>
      </p:sp>
      <p:sp>
        <p:nvSpPr>
          <p:cNvPr id="514" name="Shape 514"/>
          <p:cNvSpPr txBox="1"/>
          <p:nvPr/>
        </p:nvSpPr>
        <p:spPr>
          <a:xfrm>
            <a:off x="5529262" y="3789362"/>
            <a:ext cx="771524" cy="431799"/>
          </a:xfrm>
          <a:prstGeom prst="rect">
            <a:avLst/>
          </a:prstGeom>
          <a:solidFill>
            <a:schemeClr val="accent1"/>
          </a:solidFill>
          <a:ln cap="flat" cmpd="sng" w="9525">
            <a:solidFill>
              <a:schemeClr val="dk1"/>
            </a:solidFill>
            <a:prstDash val="solid"/>
            <a:miter/>
            <a:headEnd len="med" w="med" type="none"/>
            <a:tailEnd len="med" w="med" type="none"/>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1" i="0" lang="en-US" sz="1200" u="none" cap="none" strike="noStrike">
                <a:solidFill>
                  <a:schemeClr val="dk1"/>
                </a:solidFill>
                <a:latin typeface="Arial"/>
                <a:ea typeface="Arial"/>
                <a:cs typeface="Arial"/>
                <a:sym typeface="Arial"/>
              </a:rPr>
              <a:t>EMPRESA</a:t>
            </a:r>
          </a:p>
          <a:p>
            <a:pPr indent="0" lvl="0" marL="0" marR="0" rtl="0" algn="ctr">
              <a:lnSpc>
                <a:spcPct val="100000"/>
              </a:lnSpc>
              <a:spcBef>
                <a:spcPts val="0"/>
              </a:spcBef>
              <a:spcAft>
                <a:spcPts val="0"/>
              </a:spcAft>
              <a:buClr>
                <a:schemeClr val="dk1"/>
              </a:buClr>
              <a:buSzPct val="25000"/>
              <a:buFont typeface="Arial"/>
              <a:buNone/>
            </a:pPr>
            <a:r>
              <a:rPr b="1" i="0" lang="en-US" sz="1200" u="none" cap="none" strike="noStrike">
                <a:solidFill>
                  <a:schemeClr val="dk1"/>
                </a:solidFill>
                <a:latin typeface="Arial"/>
                <a:ea typeface="Arial"/>
                <a:cs typeface="Arial"/>
                <a:sym typeface="Arial"/>
              </a:rPr>
              <a:t>N° 32</a:t>
            </a:r>
          </a:p>
        </p:txBody>
      </p:sp>
      <p:cxnSp>
        <p:nvCxnSpPr>
          <p:cNvPr id="515" name="Shape 515"/>
          <p:cNvCxnSpPr/>
          <p:nvPr/>
        </p:nvCxnSpPr>
        <p:spPr>
          <a:xfrm>
            <a:off x="539750" y="3573462"/>
            <a:ext cx="1152525" cy="0"/>
          </a:xfrm>
          <a:prstGeom prst="straightConnector1">
            <a:avLst/>
          </a:prstGeom>
          <a:noFill/>
          <a:ln cap="flat" cmpd="sng" w="9525">
            <a:solidFill>
              <a:schemeClr val="dk1"/>
            </a:solidFill>
            <a:prstDash val="solid"/>
            <a:miter/>
            <a:headEnd len="med" w="med" type="none"/>
            <a:tailEnd len="med" w="med" type="none"/>
          </a:ln>
        </p:spPr>
      </p:cxnSp>
      <p:cxnSp>
        <p:nvCxnSpPr>
          <p:cNvPr id="516" name="Shape 516"/>
          <p:cNvCxnSpPr/>
          <p:nvPr/>
        </p:nvCxnSpPr>
        <p:spPr>
          <a:xfrm>
            <a:off x="2771775" y="3573462"/>
            <a:ext cx="1152525" cy="0"/>
          </a:xfrm>
          <a:prstGeom prst="straightConnector1">
            <a:avLst/>
          </a:prstGeom>
          <a:noFill/>
          <a:ln cap="flat" cmpd="sng" w="9525">
            <a:solidFill>
              <a:schemeClr val="dk1"/>
            </a:solidFill>
            <a:prstDash val="solid"/>
            <a:miter/>
            <a:headEnd len="med" w="med" type="none"/>
            <a:tailEnd len="med" w="med" type="none"/>
          </a:ln>
        </p:spPr>
      </p:cxnSp>
      <p:cxnSp>
        <p:nvCxnSpPr>
          <p:cNvPr id="517" name="Shape 517"/>
          <p:cNvCxnSpPr/>
          <p:nvPr/>
        </p:nvCxnSpPr>
        <p:spPr>
          <a:xfrm>
            <a:off x="4787900" y="3573462"/>
            <a:ext cx="1152525" cy="0"/>
          </a:xfrm>
          <a:prstGeom prst="straightConnector1">
            <a:avLst/>
          </a:prstGeom>
          <a:noFill/>
          <a:ln cap="flat" cmpd="sng" w="9525">
            <a:solidFill>
              <a:schemeClr val="dk1"/>
            </a:solidFill>
            <a:prstDash val="solid"/>
            <a:miter/>
            <a:headEnd len="med" w="med" type="none"/>
            <a:tailEnd len="med" w="med" type="none"/>
          </a:ln>
        </p:spPr>
      </p:cxnSp>
      <p:cxnSp>
        <p:nvCxnSpPr>
          <p:cNvPr id="518" name="Shape 518"/>
          <p:cNvCxnSpPr/>
          <p:nvPr/>
        </p:nvCxnSpPr>
        <p:spPr>
          <a:xfrm>
            <a:off x="3924300" y="3573462"/>
            <a:ext cx="0" cy="215899"/>
          </a:xfrm>
          <a:prstGeom prst="straightConnector1">
            <a:avLst/>
          </a:prstGeom>
          <a:noFill/>
          <a:ln cap="flat" cmpd="sng" w="9525">
            <a:solidFill>
              <a:schemeClr val="dk1"/>
            </a:solidFill>
            <a:prstDash val="solid"/>
            <a:miter/>
            <a:headEnd len="med" w="med" type="none"/>
            <a:tailEnd len="med" w="med" type="none"/>
          </a:ln>
        </p:spPr>
      </p:cxnSp>
      <p:cxnSp>
        <p:nvCxnSpPr>
          <p:cNvPr id="519" name="Shape 519"/>
          <p:cNvCxnSpPr/>
          <p:nvPr/>
        </p:nvCxnSpPr>
        <p:spPr>
          <a:xfrm>
            <a:off x="4787900" y="3573462"/>
            <a:ext cx="0" cy="215899"/>
          </a:xfrm>
          <a:prstGeom prst="straightConnector1">
            <a:avLst/>
          </a:prstGeom>
          <a:noFill/>
          <a:ln cap="flat" cmpd="sng" w="9525">
            <a:solidFill>
              <a:schemeClr val="dk1"/>
            </a:solidFill>
            <a:prstDash val="solid"/>
            <a:miter/>
            <a:headEnd len="med" w="med" type="none"/>
            <a:tailEnd len="med" w="med" type="none"/>
          </a:ln>
        </p:spPr>
      </p:cxnSp>
      <p:cxnSp>
        <p:nvCxnSpPr>
          <p:cNvPr id="520" name="Shape 520"/>
          <p:cNvCxnSpPr/>
          <p:nvPr/>
        </p:nvCxnSpPr>
        <p:spPr>
          <a:xfrm>
            <a:off x="5940425" y="3573462"/>
            <a:ext cx="0" cy="215899"/>
          </a:xfrm>
          <a:prstGeom prst="straightConnector1">
            <a:avLst/>
          </a:prstGeom>
          <a:noFill/>
          <a:ln cap="flat" cmpd="sng" w="9525">
            <a:solidFill>
              <a:schemeClr val="dk1"/>
            </a:solidFill>
            <a:prstDash val="solid"/>
            <a:miter/>
            <a:headEnd len="med" w="med" type="none"/>
            <a:tailEnd len="med" w="med" type="none"/>
          </a:ln>
        </p:spPr>
      </p:cxnSp>
      <p:cxnSp>
        <p:nvCxnSpPr>
          <p:cNvPr id="521" name="Shape 521"/>
          <p:cNvCxnSpPr/>
          <p:nvPr/>
        </p:nvCxnSpPr>
        <p:spPr>
          <a:xfrm>
            <a:off x="2771775" y="3573462"/>
            <a:ext cx="0" cy="215899"/>
          </a:xfrm>
          <a:prstGeom prst="straightConnector1">
            <a:avLst/>
          </a:prstGeom>
          <a:noFill/>
          <a:ln cap="flat" cmpd="sng" w="9525">
            <a:solidFill>
              <a:schemeClr val="dk1"/>
            </a:solidFill>
            <a:prstDash val="solid"/>
            <a:miter/>
            <a:headEnd len="med" w="med" type="none"/>
            <a:tailEnd len="med" w="med" type="none"/>
          </a:ln>
        </p:spPr>
      </p:cxnSp>
      <p:cxnSp>
        <p:nvCxnSpPr>
          <p:cNvPr id="522" name="Shape 522"/>
          <p:cNvCxnSpPr/>
          <p:nvPr/>
        </p:nvCxnSpPr>
        <p:spPr>
          <a:xfrm>
            <a:off x="1692275" y="3573462"/>
            <a:ext cx="0" cy="215899"/>
          </a:xfrm>
          <a:prstGeom prst="straightConnector1">
            <a:avLst/>
          </a:prstGeom>
          <a:noFill/>
          <a:ln cap="flat" cmpd="sng" w="9525">
            <a:solidFill>
              <a:schemeClr val="dk1"/>
            </a:solidFill>
            <a:prstDash val="solid"/>
            <a:miter/>
            <a:headEnd len="med" w="med" type="none"/>
            <a:tailEnd len="med" w="med" type="none"/>
          </a:ln>
        </p:spPr>
      </p:cxnSp>
      <p:cxnSp>
        <p:nvCxnSpPr>
          <p:cNvPr id="523" name="Shape 523"/>
          <p:cNvCxnSpPr/>
          <p:nvPr/>
        </p:nvCxnSpPr>
        <p:spPr>
          <a:xfrm>
            <a:off x="539750" y="3573462"/>
            <a:ext cx="0" cy="215899"/>
          </a:xfrm>
          <a:prstGeom prst="straightConnector1">
            <a:avLst/>
          </a:prstGeom>
          <a:noFill/>
          <a:ln cap="flat" cmpd="sng" w="9525">
            <a:solidFill>
              <a:schemeClr val="dk1"/>
            </a:solidFill>
            <a:prstDash val="solid"/>
            <a:miter/>
            <a:headEnd len="med" w="med" type="none"/>
            <a:tailEnd len="med" w="med" type="none"/>
          </a:ln>
        </p:spPr>
      </p:cxnSp>
      <p:cxnSp>
        <p:nvCxnSpPr>
          <p:cNvPr id="524" name="Shape 524"/>
          <p:cNvCxnSpPr/>
          <p:nvPr/>
        </p:nvCxnSpPr>
        <p:spPr>
          <a:xfrm>
            <a:off x="1116012" y="3357562"/>
            <a:ext cx="0" cy="215899"/>
          </a:xfrm>
          <a:prstGeom prst="straightConnector1">
            <a:avLst/>
          </a:prstGeom>
          <a:noFill/>
          <a:ln cap="flat" cmpd="sng" w="9525">
            <a:solidFill>
              <a:schemeClr val="dk1"/>
            </a:solidFill>
            <a:prstDash val="solid"/>
            <a:miter/>
            <a:headEnd len="med" w="med" type="none"/>
            <a:tailEnd len="med" w="med" type="none"/>
          </a:ln>
        </p:spPr>
      </p:cxnSp>
      <p:cxnSp>
        <p:nvCxnSpPr>
          <p:cNvPr id="525" name="Shape 525"/>
          <p:cNvCxnSpPr/>
          <p:nvPr/>
        </p:nvCxnSpPr>
        <p:spPr>
          <a:xfrm>
            <a:off x="3492500" y="3357562"/>
            <a:ext cx="0" cy="215899"/>
          </a:xfrm>
          <a:prstGeom prst="straightConnector1">
            <a:avLst/>
          </a:prstGeom>
          <a:noFill/>
          <a:ln cap="flat" cmpd="sng" w="9525">
            <a:solidFill>
              <a:schemeClr val="dk1"/>
            </a:solidFill>
            <a:prstDash val="solid"/>
            <a:miter/>
            <a:headEnd len="med" w="med" type="none"/>
            <a:tailEnd len="med" w="med" type="none"/>
          </a:ln>
        </p:spPr>
      </p:cxnSp>
      <p:cxnSp>
        <p:nvCxnSpPr>
          <p:cNvPr id="526" name="Shape 526"/>
          <p:cNvCxnSpPr/>
          <p:nvPr/>
        </p:nvCxnSpPr>
        <p:spPr>
          <a:xfrm>
            <a:off x="5364162" y="3357562"/>
            <a:ext cx="0" cy="215899"/>
          </a:xfrm>
          <a:prstGeom prst="straightConnector1">
            <a:avLst/>
          </a:prstGeom>
          <a:noFill/>
          <a:ln cap="flat" cmpd="sng" w="9525">
            <a:solidFill>
              <a:schemeClr val="dk1"/>
            </a:solidFill>
            <a:prstDash val="solid"/>
            <a:miter/>
            <a:headEnd len="med" w="med" type="none"/>
            <a:tailEnd len="med" w="med" type="none"/>
          </a:ln>
        </p:spPr>
      </p:cxnSp>
      <p:sp>
        <p:nvSpPr>
          <p:cNvPr id="527" name="Shape 527"/>
          <p:cNvSpPr txBox="1"/>
          <p:nvPr/>
        </p:nvSpPr>
        <p:spPr>
          <a:xfrm>
            <a:off x="611187" y="4652962"/>
            <a:ext cx="771524" cy="431799"/>
          </a:xfrm>
          <a:prstGeom prst="rect">
            <a:avLst/>
          </a:prstGeom>
          <a:solidFill>
            <a:srgbClr val="003300">
              <a:alpha val="14901"/>
            </a:srgbClr>
          </a:solidFill>
          <a:ln cap="flat" cmpd="sng" w="9525">
            <a:solidFill>
              <a:schemeClr val="dk1"/>
            </a:solidFill>
            <a:prstDash val="solid"/>
            <a:miter/>
            <a:headEnd len="med" w="med" type="none"/>
            <a:tailEnd len="med" w="med" type="none"/>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1" i="0" lang="en-US" sz="1200" u="none" cap="none" strike="noStrike">
                <a:solidFill>
                  <a:schemeClr val="dk1"/>
                </a:solidFill>
                <a:latin typeface="Arial"/>
                <a:ea typeface="Arial"/>
                <a:cs typeface="Arial"/>
                <a:sym typeface="Arial"/>
              </a:rPr>
              <a:t>EMPRESA</a:t>
            </a:r>
          </a:p>
          <a:p>
            <a:pPr indent="0" lvl="0" marL="0" marR="0" rtl="0" algn="ctr">
              <a:lnSpc>
                <a:spcPct val="100000"/>
              </a:lnSpc>
              <a:spcBef>
                <a:spcPts val="0"/>
              </a:spcBef>
              <a:spcAft>
                <a:spcPts val="0"/>
              </a:spcAft>
              <a:buClr>
                <a:schemeClr val="dk1"/>
              </a:buClr>
              <a:buSzPct val="25000"/>
              <a:buFont typeface="Arial"/>
              <a:buNone/>
            </a:pPr>
            <a:r>
              <a:rPr b="1" i="0" lang="en-US" sz="1200" u="none" cap="none" strike="noStrike">
                <a:solidFill>
                  <a:schemeClr val="dk1"/>
                </a:solidFill>
                <a:latin typeface="Arial"/>
                <a:ea typeface="Arial"/>
                <a:cs typeface="Arial"/>
                <a:sym typeface="Arial"/>
              </a:rPr>
              <a:t>N° 211</a:t>
            </a:r>
          </a:p>
        </p:txBody>
      </p:sp>
      <p:sp>
        <p:nvSpPr>
          <p:cNvPr id="528" name="Shape 528"/>
          <p:cNvSpPr txBox="1"/>
          <p:nvPr/>
        </p:nvSpPr>
        <p:spPr>
          <a:xfrm>
            <a:off x="1835150" y="4652962"/>
            <a:ext cx="771524" cy="431799"/>
          </a:xfrm>
          <a:prstGeom prst="rect">
            <a:avLst/>
          </a:prstGeom>
          <a:solidFill>
            <a:srgbClr val="339966">
              <a:alpha val="32941"/>
            </a:srgbClr>
          </a:solidFill>
          <a:ln cap="flat" cmpd="sng" w="9525">
            <a:solidFill>
              <a:schemeClr val="dk1"/>
            </a:solidFill>
            <a:prstDash val="solid"/>
            <a:miter/>
            <a:headEnd len="med" w="med" type="none"/>
            <a:tailEnd len="med" w="med" type="none"/>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1" i="0" lang="en-US" sz="1200" u="none" cap="none" strike="noStrike">
                <a:solidFill>
                  <a:schemeClr val="dk1"/>
                </a:solidFill>
                <a:latin typeface="Arial"/>
                <a:ea typeface="Arial"/>
                <a:cs typeface="Arial"/>
                <a:sym typeface="Arial"/>
              </a:rPr>
              <a:t>EMPRESA</a:t>
            </a:r>
          </a:p>
          <a:p>
            <a:pPr indent="0" lvl="0" marL="0" marR="0" rtl="0" algn="ctr">
              <a:lnSpc>
                <a:spcPct val="100000"/>
              </a:lnSpc>
              <a:spcBef>
                <a:spcPts val="0"/>
              </a:spcBef>
              <a:spcAft>
                <a:spcPts val="0"/>
              </a:spcAft>
              <a:buClr>
                <a:schemeClr val="dk1"/>
              </a:buClr>
              <a:buSzPct val="25000"/>
              <a:buFont typeface="Arial"/>
              <a:buNone/>
            </a:pPr>
            <a:r>
              <a:rPr b="1" i="0" lang="en-US" sz="1200" u="none" cap="none" strike="noStrike">
                <a:solidFill>
                  <a:schemeClr val="dk1"/>
                </a:solidFill>
                <a:latin typeface="Arial"/>
                <a:ea typeface="Arial"/>
                <a:cs typeface="Arial"/>
                <a:sym typeface="Arial"/>
              </a:rPr>
              <a:t>N° 212</a:t>
            </a:r>
          </a:p>
        </p:txBody>
      </p:sp>
      <p:sp>
        <p:nvSpPr>
          <p:cNvPr id="529" name="Shape 529"/>
          <p:cNvSpPr txBox="1"/>
          <p:nvPr/>
        </p:nvSpPr>
        <p:spPr>
          <a:xfrm>
            <a:off x="3152775" y="4652962"/>
            <a:ext cx="771524" cy="431799"/>
          </a:xfrm>
          <a:prstGeom prst="rect">
            <a:avLst/>
          </a:prstGeom>
          <a:solidFill>
            <a:srgbClr val="008000">
              <a:alpha val="26666"/>
            </a:srgbClr>
          </a:solidFill>
          <a:ln cap="flat" cmpd="sng" w="9525">
            <a:solidFill>
              <a:schemeClr val="dk1"/>
            </a:solidFill>
            <a:prstDash val="solid"/>
            <a:miter/>
            <a:headEnd len="med" w="med" type="none"/>
            <a:tailEnd len="med" w="med" type="none"/>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1" i="0" lang="en-US" sz="1200" u="none" cap="none" strike="noStrike">
                <a:solidFill>
                  <a:schemeClr val="dk1"/>
                </a:solidFill>
                <a:latin typeface="Arial"/>
                <a:ea typeface="Arial"/>
                <a:cs typeface="Arial"/>
                <a:sym typeface="Arial"/>
              </a:rPr>
              <a:t>EMPRESA</a:t>
            </a:r>
          </a:p>
          <a:p>
            <a:pPr indent="0" lvl="0" marL="0" marR="0" rtl="0" algn="ctr">
              <a:lnSpc>
                <a:spcPct val="100000"/>
              </a:lnSpc>
              <a:spcBef>
                <a:spcPts val="0"/>
              </a:spcBef>
              <a:spcAft>
                <a:spcPts val="0"/>
              </a:spcAft>
              <a:buClr>
                <a:schemeClr val="dk1"/>
              </a:buClr>
              <a:buSzPct val="25000"/>
              <a:buFont typeface="Arial"/>
              <a:buNone/>
            </a:pPr>
            <a:r>
              <a:rPr b="1" i="0" lang="en-US" sz="1200" u="none" cap="none" strike="noStrike">
                <a:solidFill>
                  <a:schemeClr val="dk1"/>
                </a:solidFill>
                <a:latin typeface="Arial"/>
                <a:ea typeface="Arial"/>
                <a:cs typeface="Arial"/>
                <a:sym typeface="Arial"/>
              </a:rPr>
              <a:t>N° 213</a:t>
            </a:r>
          </a:p>
        </p:txBody>
      </p:sp>
      <p:sp>
        <p:nvSpPr>
          <p:cNvPr id="530" name="Shape 530"/>
          <p:cNvSpPr txBox="1"/>
          <p:nvPr/>
        </p:nvSpPr>
        <p:spPr>
          <a:xfrm>
            <a:off x="4808537" y="4652962"/>
            <a:ext cx="771524" cy="431799"/>
          </a:xfrm>
          <a:prstGeom prst="rect">
            <a:avLst/>
          </a:prstGeom>
          <a:solidFill>
            <a:srgbClr val="00FF00">
              <a:alpha val="22745"/>
            </a:srgbClr>
          </a:solidFill>
          <a:ln cap="flat" cmpd="sng" w="9525">
            <a:solidFill>
              <a:schemeClr val="dk1"/>
            </a:solidFill>
            <a:prstDash val="solid"/>
            <a:miter/>
            <a:headEnd len="med" w="med" type="none"/>
            <a:tailEnd len="med" w="med" type="none"/>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1" i="0" lang="en-US" sz="1200" u="none" cap="none" strike="noStrike">
                <a:solidFill>
                  <a:schemeClr val="dk1"/>
                </a:solidFill>
                <a:latin typeface="Arial"/>
                <a:ea typeface="Arial"/>
                <a:cs typeface="Arial"/>
                <a:sym typeface="Arial"/>
              </a:rPr>
              <a:t>EMPRESA</a:t>
            </a:r>
          </a:p>
          <a:p>
            <a:pPr indent="0" lvl="0" marL="0" marR="0" rtl="0" algn="ctr">
              <a:lnSpc>
                <a:spcPct val="100000"/>
              </a:lnSpc>
              <a:spcBef>
                <a:spcPts val="0"/>
              </a:spcBef>
              <a:spcAft>
                <a:spcPts val="0"/>
              </a:spcAft>
              <a:buClr>
                <a:schemeClr val="dk1"/>
              </a:buClr>
              <a:buSzPct val="25000"/>
              <a:buFont typeface="Arial"/>
              <a:buNone/>
            </a:pPr>
            <a:r>
              <a:rPr b="1" i="0" lang="en-US" sz="1200" u="none" cap="none" strike="noStrike">
                <a:solidFill>
                  <a:schemeClr val="dk1"/>
                </a:solidFill>
                <a:latin typeface="Arial"/>
                <a:ea typeface="Arial"/>
                <a:cs typeface="Arial"/>
                <a:sym typeface="Arial"/>
              </a:rPr>
              <a:t>N° 214</a:t>
            </a:r>
          </a:p>
        </p:txBody>
      </p:sp>
      <p:cxnSp>
        <p:nvCxnSpPr>
          <p:cNvPr id="531" name="Shape 531"/>
          <p:cNvCxnSpPr/>
          <p:nvPr/>
        </p:nvCxnSpPr>
        <p:spPr>
          <a:xfrm>
            <a:off x="971550" y="4437062"/>
            <a:ext cx="4248149" cy="0"/>
          </a:xfrm>
          <a:prstGeom prst="straightConnector1">
            <a:avLst/>
          </a:prstGeom>
          <a:noFill/>
          <a:ln cap="flat" cmpd="sng" w="9525">
            <a:solidFill>
              <a:schemeClr val="dk1"/>
            </a:solidFill>
            <a:prstDash val="solid"/>
            <a:miter/>
            <a:headEnd len="med" w="med" type="none"/>
            <a:tailEnd len="med" w="med" type="none"/>
          </a:ln>
        </p:spPr>
      </p:cxnSp>
      <p:cxnSp>
        <p:nvCxnSpPr>
          <p:cNvPr id="532" name="Shape 532"/>
          <p:cNvCxnSpPr/>
          <p:nvPr/>
        </p:nvCxnSpPr>
        <p:spPr>
          <a:xfrm>
            <a:off x="971550" y="4437062"/>
            <a:ext cx="0" cy="215899"/>
          </a:xfrm>
          <a:prstGeom prst="straightConnector1">
            <a:avLst/>
          </a:prstGeom>
          <a:noFill/>
          <a:ln cap="flat" cmpd="sng" w="9525">
            <a:solidFill>
              <a:schemeClr val="dk1"/>
            </a:solidFill>
            <a:prstDash val="solid"/>
            <a:miter/>
            <a:headEnd len="med" w="med" type="none"/>
            <a:tailEnd len="med" w="med" type="none"/>
          </a:ln>
        </p:spPr>
      </p:cxnSp>
      <p:cxnSp>
        <p:nvCxnSpPr>
          <p:cNvPr id="533" name="Shape 533"/>
          <p:cNvCxnSpPr/>
          <p:nvPr/>
        </p:nvCxnSpPr>
        <p:spPr>
          <a:xfrm>
            <a:off x="2195511" y="4437062"/>
            <a:ext cx="0" cy="215899"/>
          </a:xfrm>
          <a:prstGeom prst="straightConnector1">
            <a:avLst/>
          </a:prstGeom>
          <a:noFill/>
          <a:ln cap="flat" cmpd="sng" w="9525">
            <a:solidFill>
              <a:schemeClr val="dk1"/>
            </a:solidFill>
            <a:prstDash val="solid"/>
            <a:miter/>
            <a:headEnd len="med" w="med" type="none"/>
            <a:tailEnd len="med" w="med" type="none"/>
          </a:ln>
        </p:spPr>
      </p:cxnSp>
      <p:cxnSp>
        <p:nvCxnSpPr>
          <p:cNvPr id="534" name="Shape 534"/>
          <p:cNvCxnSpPr/>
          <p:nvPr/>
        </p:nvCxnSpPr>
        <p:spPr>
          <a:xfrm>
            <a:off x="3492500" y="4437062"/>
            <a:ext cx="0" cy="215899"/>
          </a:xfrm>
          <a:prstGeom prst="straightConnector1">
            <a:avLst/>
          </a:prstGeom>
          <a:noFill/>
          <a:ln cap="flat" cmpd="sng" w="9525">
            <a:solidFill>
              <a:schemeClr val="dk1"/>
            </a:solidFill>
            <a:prstDash val="solid"/>
            <a:miter/>
            <a:headEnd len="med" w="med" type="none"/>
            <a:tailEnd len="med" w="med" type="none"/>
          </a:ln>
        </p:spPr>
      </p:cxnSp>
      <p:cxnSp>
        <p:nvCxnSpPr>
          <p:cNvPr id="535" name="Shape 535"/>
          <p:cNvCxnSpPr/>
          <p:nvPr/>
        </p:nvCxnSpPr>
        <p:spPr>
          <a:xfrm>
            <a:off x="5219700" y="4437062"/>
            <a:ext cx="0" cy="215899"/>
          </a:xfrm>
          <a:prstGeom prst="straightConnector1">
            <a:avLst/>
          </a:prstGeom>
          <a:noFill/>
          <a:ln cap="flat" cmpd="sng" w="9525">
            <a:solidFill>
              <a:schemeClr val="dk1"/>
            </a:solidFill>
            <a:prstDash val="solid"/>
            <a:miter/>
            <a:headEnd len="med" w="med" type="none"/>
            <a:tailEnd len="med" w="med" type="none"/>
          </a:ln>
        </p:spPr>
      </p:cxnSp>
      <p:cxnSp>
        <p:nvCxnSpPr>
          <p:cNvPr id="536" name="Shape 536"/>
          <p:cNvCxnSpPr/>
          <p:nvPr/>
        </p:nvCxnSpPr>
        <p:spPr>
          <a:xfrm>
            <a:off x="2771775" y="4221162"/>
            <a:ext cx="0" cy="215899"/>
          </a:xfrm>
          <a:prstGeom prst="straightConnector1">
            <a:avLst/>
          </a:prstGeom>
          <a:noFill/>
          <a:ln cap="flat" cmpd="sng" w="9525">
            <a:solidFill>
              <a:schemeClr val="dk1"/>
            </a:solidFill>
            <a:prstDash val="solid"/>
            <a:miter/>
            <a:headEnd len="med" w="med" type="none"/>
            <a:tailEnd len="med" w="med" type="none"/>
          </a:ln>
        </p:spPr>
      </p:cxnSp>
      <p:sp>
        <p:nvSpPr>
          <p:cNvPr id="537" name="Shape 537"/>
          <p:cNvSpPr txBox="1"/>
          <p:nvPr/>
        </p:nvSpPr>
        <p:spPr>
          <a:xfrm>
            <a:off x="4500562" y="5445125"/>
            <a:ext cx="2447925" cy="360362"/>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accent1"/>
              </a:buClr>
              <a:buSzPct val="25000"/>
              <a:buFont typeface="Arial"/>
              <a:buNone/>
            </a:pPr>
            <a:r>
              <a:rPr b="1" i="0" lang="en-US" sz="1800" u="none" cap="none" strike="noStrike">
                <a:solidFill>
                  <a:schemeClr val="accent1"/>
                </a:solidFill>
                <a:latin typeface="Arial"/>
                <a:ea typeface="Arial"/>
                <a:cs typeface="Arial"/>
                <a:sym typeface="Arial"/>
              </a:rPr>
              <a:t>BENEFICIOS</a:t>
            </a:r>
          </a:p>
        </p:txBody>
      </p:sp>
      <p:sp>
        <p:nvSpPr>
          <p:cNvPr id="538" name="Shape 538"/>
          <p:cNvSpPr txBox="1"/>
          <p:nvPr/>
        </p:nvSpPr>
        <p:spPr>
          <a:xfrm>
            <a:off x="2195511" y="6165850"/>
            <a:ext cx="2447925" cy="360362"/>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rgbClr val="4A23DB"/>
              </a:buClr>
              <a:buSzPct val="25000"/>
              <a:buFont typeface="Arial"/>
              <a:buNone/>
            </a:pPr>
            <a:r>
              <a:rPr b="1" i="0" lang="en-US" sz="1800" u="none" cap="none" strike="noStrike">
                <a:solidFill>
                  <a:srgbClr val="4A23DB"/>
                </a:solidFill>
                <a:latin typeface="Arial"/>
                <a:ea typeface="Arial"/>
                <a:cs typeface="Arial"/>
                <a:sym typeface="Arial"/>
              </a:rPr>
              <a:t>FINANZAS</a:t>
            </a:r>
          </a:p>
        </p:txBody>
      </p:sp>
      <p:pic>
        <p:nvPicPr>
          <p:cNvPr id="539" name="Shape 539"/>
          <p:cNvPicPr preferRelativeResize="0"/>
          <p:nvPr>
            <p:ph idx="4294967295" type="body"/>
          </p:nvPr>
        </p:nvPicPr>
        <p:blipFill rotWithShape="1">
          <a:blip r:embed="rId3">
            <a:alphaModFix/>
          </a:blip>
          <a:srcRect b="0" l="0" r="0" t="0"/>
          <a:stretch/>
        </p:blipFill>
        <p:spPr>
          <a:xfrm>
            <a:off x="4932362" y="476250"/>
            <a:ext cx="3009899" cy="609599"/>
          </a:xfrm>
          <a:prstGeom prst="rect">
            <a:avLst/>
          </a:prstGeom>
          <a:noFill/>
          <a:ln>
            <a:noFill/>
          </a:ln>
        </p:spPr>
      </p:pic>
      <p:sp>
        <p:nvSpPr>
          <p:cNvPr id="540" name="Shape 540"/>
          <p:cNvSpPr/>
          <p:nvPr/>
        </p:nvSpPr>
        <p:spPr>
          <a:xfrm rot="-4920000">
            <a:off x="2801142" y="2320130"/>
            <a:ext cx="4318000" cy="2071686"/>
          </a:xfrm>
          <a:prstGeom prst="curvedUpArrow">
            <a:avLst>
              <a:gd fmla="val 25000" name="adj1"/>
              <a:gd fmla="val 50000" name="adj2"/>
              <a:gd fmla="val 25000" name="adj3"/>
            </a:avLst>
          </a:prstGeom>
          <a:solidFill>
            <a:schemeClr val="accent1">
              <a:alpha val="21960"/>
            </a:schemeClr>
          </a:solidFill>
          <a:ln cap="flat" cmpd="sng" w="9525">
            <a:solidFill>
              <a:schemeClr val="dk1"/>
            </a:solidFill>
            <a:prstDash val="solid"/>
            <a:miter/>
            <a:headEnd len="med" w="med" type="none"/>
            <a:tailEnd len="med" w="med" type="none"/>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541" name="Shape 541"/>
          <p:cNvSpPr/>
          <p:nvPr/>
        </p:nvSpPr>
        <p:spPr>
          <a:xfrm rot="10800000">
            <a:off x="468312" y="1125536"/>
            <a:ext cx="2303461" cy="4175125"/>
          </a:xfrm>
          <a:prstGeom prst="curvedLeftArrow">
            <a:avLst>
              <a:gd fmla="val 25000" name="adj1"/>
              <a:gd fmla="val 50000" name="adj2"/>
              <a:gd fmla="val 25000" name="adj3"/>
            </a:avLst>
          </a:prstGeom>
          <a:solidFill>
            <a:schemeClr val="accent1">
              <a:alpha val="38823"/>
            </a:schemeClr>
          </a:solidFill>
          <a:ln cap="flat" cmpd="sng" w="9525">
            <a:solidFill>
              <a:schemeClr val="dk1"/>
            </a:solidFill>
            <a:prstDash val="solid"/>
            <a:miter/>
            <a:headEnd len="med" w="med" type="none"/>
            <a:tailEnd len="med" w="med" type="none"/>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542" name="Shape 542"/>
          <p:cNvSpPr txBox="1"/>
          <p:nvPr/>
        </p:nvSpPr>
        <p:spPr>
          <a:xfrm>
            <a:off x="250825" y="5445125"/>
            <a:ext cx="2447925" cy="360362"/>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accent1"/>
              </a:buClr>
              <a:buSzPct val="25000"/>
              <a:buFont typeface="Arial"/>
              <a:buNone/>
            </a:pPr>
            <a:r>
              <a:rPr b="1" i="0" lang="en-US" sz="1800" u="none" cap="none" strike="noStrike">
                <a:solidFill>
                  <a:schemeClr val="accent1"/>
                </a:solidFill>
                <a:latin typeface="Arial"/>
                <a:ea typeface="Arial"/>
                <a:cs typeface="Arial"/>
                <a:sym typeface="Arial"/>
              </a:rPr>
              <a:t>BENEFICIOS</a:t>
            </a:r>
          </a:p>
        </p:txBody>
      </p:sp>
    </p:spTree>
  </p:cSld>
  <p:clrMapOvr>
    <a:masterClrMapping/>
  </p:clrMapOvr>
  <p:transition spd="slow">
    <p:cut/>
  </p:transition>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546" name="Shape 546"/>
        <p:cNvGrpSpPr/>
        <p:nvPr/>
      </p:nvGrpSpPr>
      <p:grpSpPr>
        <a:xfrm>
          <a:off x="0" y="0"/>
          <a:ext cx="0" cy="0"/>
          <a:chOff x="0" y="0"/>
          <a:chExt cx="0" cy="0"/>
        </a:xfrm>
      </p:grpSpPr>
      <p:sp>
        <p:nvSpPr>
          <p:cNvPr id="547" name="Shape 547"/>
          <p:cNvSpPr txBox="1"/>
          <p:nvPr>
            <p:ph idx="4294967295" type="title"/>
          </p:nvPr>
        </p:nvSpPr>
        <p:spPr>
          <a:xfrm>
            <a:off x="5508625" y="260350"/>
            <a:ext cx="2303461" cy="1295400"/>
          </a:xfrm>
          <a:prstGeom prst="rect">
            <a:avLst/>
          </a:prstGeom>
          <a:noFill/>
          <a:ln>
            <a:noFill/>
          </a:ln>
        </p:spPr>
        <p:txBody>
          <a:bodyPr anchorCtr="0" anchor="b"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1" i="0" lang="en-US" sz="3900" u="none" cap="none" strike="noStrike">
                <a:solidFill>
                  <a:schemeClr val="dk1"/>
                </a:solidFill>
                <a:latin typeface="Arial"/>
                <a:ea typeface="Arial"/>
                <a:cs typeface="Arial"/>
                <a:sym typeface="Arial"/>
              </a:rPr>
              <a:t>TRUST</a:t>
            </a:r>
          </a:p>
        </p:txBody>
      </p:sp>
      <p:sp>
        <p:nvSpPr>
          <p:cNvPr id="548" name="Shape 548"/>
          <p:cNvSpPr txBox="1"/>
          <p:nvPr>
            <p:ph idx="4294967295" type="body"/>
          </p:nvPr>
        </p:nvSpPr>
        <p:spPr>
          <a:xfrm>
            <a:off x="457200" y="1719261"/>
            <a:ext cx="8362950" cy="4411661"/>
          </a:xfrm>
          <a:prstGeom prst="rect">
            <a:avLst/>
          </a:prstGeom>
          <a:noFill/>
          <a:ln>
            <a:noFill/>
          </a:ln>
        </p:spPr>
        <p:txBody>
          <a:bodyPr anchorCtr="0" anchor="t" bIns="45700" lIns="91425" rIns="91425" tIns="45700">
            <a:noAutofit/>
          </a:bodyPr>
          <a:lstStyle/>
          <a:p>
            <a:pPr indent="-342900" lvl="0" marL="342900" marR="0" rtl="0" algn="l">
              <a:lnSpc>
                <a:spcPct val="100000"/>
              </a:lnSpc>
              <a:spcBef>
                <a:spcPts val="0"/>
              </a:spcBef>
              <a:spcAft>
                <a:spcPts val="0"/>
              </a:spcAft>
              <a:buClr>
                <a:schemeClr val="dk2"/>
              </a:buClr>
              <a:buSzPct val="25000"/>
              <a:buFont typeface="Noto Symbol"/>
              <a:buNone/>
            </a:pPr>
            <a:r>
              <a:rPr b="0" i="0" lang="en-US" sz="2200" u="none" cap="none" strike="noStrike">
                <a:solidFill>
                  <a:schemeClr val="dk1"/>
                </a:solidFill>
                <a:latin typeface="Arial"/>
                <a:ea typeface="Arial"/>
                <a:cs typeface="Arial"/>
                <a:sym typeface="Arial"/>
              </a:rPr>
              <a:t>El término </a:t>
            </a:r>
            <a:r>
              <a:rPr b="1" i="0" lang="en-US" sz="2200" u="none" cap="none" strike="noStrike">
                <a:solidFill>
                  <a:srgbClr val="4A23DB"/>
                </a:solidFill>
                <a:latin typeface="Arial"/>
                <a:ea typeface="Arial"/>
                <a:cs typeface="Arial"/>
                <a:sym typeface="Arial"/>
              </a:rPr>
              <a:t>trust</a:t>
            </a:r>
            <a:r>
              <a:rPr b="0" i="0" lang="en-US" sz="2200" u="none" cap="none" strike="noStrike">
                <a:solidFill>
                  <a:schemeClr val="dk1"/>
                </a:solidFill>
                <a:latin typeface="Arial"/>
                <a:ea typeface="Arial"/>
                <a:cs typeface="Arial"/>
                <a:sym typeface="Arial"/>
              </a:rPr>
              <a:t> (voz inglesa: «confianza») se refiere, dentro del ámbito económico, a una concentración de empresas bajo una misma dirección.</a:t>
            </a:r>
          </a:p>
          <a:p>
            <a:pPr indent="-342900" lvl="0" marL="342900" marR="0" rtl="0" algn="l">
              <a:lnSpc>
                <a:spcPct val="100000"/>
              </a:lnSpc>
              <a:spcBef>
                <a:spcPts val="440"/>
              </a:spcBef>
              <a:spcAft>
                <a:spcPts val="0"/>
              </a:spcAft>
              <a:buClr>
                <a:schemeClr val="dk2"/>
              </a:buClr>
              <a:buSzPct val="25000"/>
              <a:buFont typeface="Noto Symbol"/>
              <a:buNone/>
            </a:pPr>
            <a:r>
              <a:rPr b="0" i="0" lang="en-US" sz="2200" u="none" cap="none" strike="noStrike">
                <a:solidFill>
                  <a:schemeClr val="dk1"/>
                </a:solidFill>
                <a:latin typeface="Arial"/>
                <a:ea typeface="Arial"/>
                <a:cs typeface="Arial"/>
                <a:sym typeface="Arial"/>
              </a:rPr>
              <a:t>El </a:t>
            </a:r>
            <a:r>
              <a:rPr b="1" i="0" lang="en-US" sz="2200" u="none" cap="none" strike="noStrike">
                <a:solidFill>
                  <a:srgbClr val="4A23DB"/>
                </a:solidFill>
                <a:latin typeface="Arial"/>
                <a:ea typeface="Arial"/>
                <a:cs typeface="Arial"/>
                <a:sym typeface="Arial"/>
              </a:rPr>
              <a:t>trust</a:t>
            </a:r>
            <a:r>
              <a:rPr b="0" i="0" lang="en-US" sz="2200" u="none" cap="none" strike="noStrike">
                <a:solidFill>
                  <a:schemeClr val="dk1"/>
                </a:solidFill>
                <a:latin typeface="Arial"/>
                <a:ea typeface="Arial"/>
                <a:cs typeface="Arial"/>
                <a:sym typeface="Arial"/>
              </a:rPr>
              <a:t> tiende a controlar un sector económico y ejercer en lo posible el poder del monopolio; puede ser </a:t>
            </a:r>
            <a:r>
              <a:rPr b="1" i="0" lang="en-US" sz="2200" u="none" cap="none" strike="noStrike">
                <a:solidFill>
                  <a:srgbClr val="4A23DB"/>
                </a:solidFill>
                <a:latin typeface="Arial"/>
                <a:ea typeface="Arial"/>
                <a:cs typeface="Arial"/>
                <a:sym typeface="Arial"/>
              </a:rPr>
              <a:t>horizontal</a:t>
            </a:r>
            <a:r>
              <a:rPr b="0" i="0" lang="en-US" sz="2200" u="none" cap="none" strike="noStrike">
                <a:solidFill>
                  <a:schemeClr val="dk1"/>
                </a:solidFill>
                <a:latin typeface="Arial"/>
                <a:ea typeface="Arial"/>
                <a:cs typeface="Arial"/>
                <a:sym typeface="Arial"/>
              </a:rPr>
              <a:t>, cuando las empresas producen los mismos bienes o prestan los mismos servicios, o </a:t>
            </a:r>
            <a:r>
              <a:rPr b="1" i="0" lang="en-US" sz="2200" u="none" cap="none" strike="noStrike">
                <a:solidFill>
                  <a:srgbClr val="4A23DB"/>
                </a:solidFill>
                <a:latin typeface="Arial"/>
                <a:ea typeface="Arial"/>
                <a:cs typeface="Arial"/>
                <a:sym typeface="Arial"/>
              </a:rPr>
              <a:t>vertical</a:t>
            </a:r>
            <a:r>
              <a:rPr b="0" i="0" lang="en-US" sz="2200" u="none" cap="none" strike="noStrike">
                <a:solidFill>
                  <a:schemeClr val="dk1"/>
                </a:solidFill>
                <a:latin typeface="Arial"/>
                <a:ea typeface="Arial"/>
                <a:cs typeface="Arial"/>
                <a:sym typeface="Arial"/>
              </a:rPr>
              <a:t>, cuando las empresas del grupo efectuaban actividades complementarias</a:t>
            </a:r>
          </a:p>
        </p:txBody>
      </p:sp>
      <p:pic>
        <p:nvPicPr>
          <p:cNvPr id="549" name="Shape 549"/>
          <p:cNvPicPr preferRelativeResize="0"/>
          <p:nvPr>
            <p:ph idx="4294967295" type="body"/>
          </p:nvPr>
        </p:nvPicPr>
        <p:blipFill rotWithShape="1">
          <a:blip r:embed="rId3">
            <a:alphaModFix/>
          </a:blip>
          <a:srcRect b="0" l="0" r="0" t="0"/>
          <a:stretch/>
        </p:blipFill>
        <p:spPr>
          <a:xfrm>
            <a:off x="395287" y="692150"/>
            <a:ext cx="3009899" cy="609599"/>
          </a:xfrm>
          <a:prstGeom prst="rect">
            <a:avLst/>
          </a:prstGeom>
          <a:noFill/>
          <a:ln>
            <a:noFill/>
          </a:ln>
        </p:spPr>
      </p:pic>
    </p:spTree>
  </p:cSld>
  <p:clrMapOvr>
    <a:masterClrMapping/>
  </p:clrMapOvr>
  <p:transition spd="slow">
    <p:cut/>
  </p:transition>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553" name="Shape 553"/>
        <p:cNvGrpSpPr/>
        <p:nvPr/>
      </p:nvGrpSpPr>
      <p:grpSpPr>
        <a:xfrm>
          <a:off x="0" y="0"/>
          <a:ext cx="0" cy="0"/>
          <a:chOff x="0" y="0"/>
          <a:chExt cx="0" cy="0"/>
        </a:xfrm>
      </p:grpSpPr>
      <p:sp>
        <p:nvSpPr>
          <p:cNvPr id="554" name="Shape 554"/>
          <p:cNvSpPr txBox="1"/>
          <p:nvPr>
            <p:ph idx="4294967295" type="title"/>
          </p:nvPr>
        </p:nvSpPr>
        <p:spPr>
          <a:xfrm>
            <a:off x="4356100" y="404812"/>
            <a:ext cx="3644899" cy="796924"/>
          </a:xfrm>
          <a:prstGeom prst="rect">
            <a:avLst/>
          </a:prstGeom>
          <a:noFill/>
          <a:ln>
            <a:noFill/>
          </a:ln>
        </p:spPr>
        <p:txBody>
          <a:bodyPr anchorCtr="0" anchor="b"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1" i="0" lang="en-US" sz="3900" u="none" cap="none" strike="noStrike">
                <a:solidFill>
                  <a:schemeClr val="dk1"/>
                </a:solidFill>
                <a:latin typeface="Arial"/>
                <a:ea typeface="Arial"/>
                <a:cs typeface="Arial"/>
                <a:sym typeface="Arial"/>
              </a:rPr>
              <a:t>FIDEICOMISO</a:t>
            </a:r>
          </a:p>
        </p:txBody>
      </p:sp>
      <p:sp>
        <p:nvSpPr>
          <p:cNvPr id="555" name="Shape 555"/>
          <p:cNvSpPr txBox="1"/>
          <p:nvPr>
            <p:ph idx="4294967295" type="body"/>
          </p:nvPr>
        </p:nvSpPr>
        <p:spPr>
          <a:xfrm>
            <a:off x="457200" y="1719261"/>
            <a:ext cx="8291512" cy="4411661"/>
          </a:xfrm>
          <a:prstGeom prst="rect">
            <a:avLst/>
          </a:prstGeom>
          <a:noFill/>
          <a:ln>
            <a:noFill/>
          </a:ln>
        </p:spPr>
        <p:txBody>
          <a:bodyPr anchorCtr="0" anchor="t" bIns="45700" lIns="91425" rIns="91425" tIns="45700">
            <a:noAutofit/>
          </a:bodyPr>
          <a:lstStyle/>
          <a:p>
            <a:pPr indent="-342900" lvl="0" marL="342900" marR="0" rtl="0" algn="l">
              <a:lnSpc>
                <a:spcPct val="100000"/>
              </a:lnSpc>
              <a:spcBef>
                <a:spcPts val="0"/>
              </a:spcBef>
              <a:spcAft>
                <a:spcPts val="0"/>
              </a:spcAft>
              <a:buClr>
                <a:schemeClr val="dk2"/>
              </a:buClr>
              <a:buSzPct val="25000"/>
              <a:buFont typeface="Noto Symbol"/>
              <a:buNone/>
            </a:pPr>
            <a:r>
              <a:rPr b="0" i="0" lang="en-US" sz="2600" u="none" cap="none" strike="noStrike">
                <a:solidFill>
                  <a:schemeClr val="dk1"/>
                </a:solidFill>
                <a:latin typeface="Arial"/>
                <a:ea typeface="Arial"/>
                <a:cs typeface="Arial"/>
                <a:sym typeface="Arial"/>
              </a:rPr>
              <a:t>El origen del término fideicomiso puede hallarse en la fiducia (que en latín significa " fe","confianza" ).</a:t>
            </a:r>
          </a:p>
          <a:p>
            <a:pPr indent="-342900" lvl="0" marL="342900" marR="0" rtl="0" algn="l">
              <a:lnSpc>
                <a:spcPct val="100000"/>
              </a:lnSpc>
              <a:spcBef>
                <a:spcPts val="520"/>
              </a:spcBef>
              <a:spcAft>
                <a:spcPts val="0"/>
              </a:spcAft>
              <a:buClr>
                <a:schemeClr val="dk2"/>
              </a:buClr>
              <a:buSzPct val="25000"/>
              <a:buFont typeface="Noto Symbol"/>
              <a:buNone/>
            </a:pPr>
            <a:r>
              <a:rPr b="0" i="0" lang="en-US" sz="2600" u="none" cap="none" strike="noStrike">
                <a:solidFill>
                  <a:schemeClr val="dk1"/>
                </a:solidFill>
                <a:latin typeface="Arial"/>
                <a:ea typeface="Arial"/>
                <a:cs typeface="Arial"/>
                <a:sym typeface="Arial"/>
              </a:rPr>
              <a:t>De acuerdo con el artículo 1º de la Ley Nº 24.441: "habrá fideicomiso cuando una persona (fiduciante) transmita la propiedad fiduciaria de bienes determinados a otra (fiduciario), quien se obliga a ejercerla en beneficio de quien se designe en el contrato (beneficiario) y a transmitirlo al cumplimiento de un plazo o condición al fiduciante, al beneficiario o al fideicomisario."</a:t>
            </a:r>
          </a:p>
        </p:txBody>
      </p:sp>
      <p:pic>
        <p:nvPicPr>
          <p:cNvPr id="556" name="Shape 556"/>
          <p:cNvPicPr preferRelativeResize="0"/>
          <p:nvPr>
            <p:ph idx="4294967295" type="body"/>
          </p:nvPr>
        </p:nvPicPr>
        <p:blipFill rotWithShape="1">
          <a:blip r:embed="rId3">
            <a:alphaModFix/>
          </a:blip>
          <a:srcRect b="0" l="0" r="0" t="0"/>
          <a:stretch/>
        </p:blipFill>
        <p:spPr>
          <a:xfrm>
            <a:off x="250825" y="549275"/>
            <a:ext cx="3009899" cy="609599"/>
          </a:xfrm>
          <a:prstGeom prst="rect">
            <a:avLst/>
          </a:prstGeom>
          <a:noFill/>
          <a:ln>
            <a:noFill/>
          </a:ln>
        </p:spPr>
      </p:pic>
    </p:spTree>
  </p:cSld>
  <p:clrMapOvr>
    <a:masterClrMapping/>
  </p:clrMapOvr>
  <p:transition spd="slow">
    <p:cut/>
  </p:transition>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560" name="Shape 560"/>
        <p:cNvGrpSpPr/>
        <p:nvPr/>
      </p:nvGrpSpPr>
      <p:grpSpPr>
        <a:xfrm>
          <a:off x="0" y="0"/>
          <a:ext cx="0" cy="0"/>
          <a:chOff x="0" y="0"/>
          <a:chExt cx="0" cy="0"/>
        </a:xfrm>
      </p:grpSpPr>
      <p:sp>
        <p:nvSpPr>
          <p:cNvPr id="561" name="Shape 561"/>
          <p:cNvSpPr txBox="1"/>
          <p:nvPr>
            <p:ph idx="4294967295" type="title"/>
          </p:nvPr>
        </p:nvSpPr>
        <p:spPr>
          <a:xfrm>
            <a:off x="3851275" y="122236"/>
            <a:ext cx="3673475" cy="1295400"/>
          </a:xfrm>
          <a:prstGeom prst="rect">
            <a:avLst/>
          </a:prstGeom>
          <a:noFill/>
          <a:ln>
            <a:noFill/>
          </a:ln>
        </p:spPr>
        <p:txBody>
          <a:bodyPr anchorCtr="0" anchor="b"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1" i="0" lang="en-US" sz="3600" u="none" cap="none" strike="noStrike">
                <a:solidFill>
                  <a:schemeClr val="dk1"/>
                </a:solidFill>
                <a:latin typeface="Arial"/>
                <a:ea typeface="Arial"/>
                <a:cs typeface="Arial"/>
                <a:sym typeface="Arial"/>
              </a:rPr>
              <a:t>FIDEICOMISO</a:t>
            </a:r>
            <a:br>
              <a:rPr b="1" i="0" lang="en-US" sz="3600" u="none" cap="none" strike="noStrike">
                <a:solidFill>
                  <a:schemeClr val="dk1"/>
                </a:solidFill>
                <a:latin typeface="Arial"/>
                <a:ea typeface="Arial"/>
                <a:cs typeface="Arial"/>
                <a:sym typeface="Arial"/>
              </a:rPr>
            </a:br>
            <a:r>
              <a:rPr b="1" i="0" lang="en-US" sz="2000" u="none" cap="none" strike="noStrike">
                <a:solidFill>
                  <a:schemeClr val="dk1"/>
                </a:solidFill>
                <a:latin typeface="Arial"/>
                <a:ea typeface="Arial"/>
                <a:cs typeface="Arial"/>
                <a:sym typeface="Arial"/>
              </a:rPr>
              <a:t>PARTES </a:t>
            </a:r>
            <a:br>
              <a:rPr b="1" i="0" lang="en-US" sz="2000" u="none" cap="none" strike="noStrike">
                <a:solidFill>
                  <a:schemeClr val="dk1"/>
                </a:solidFill>
                <a:latin typeface="Arial"/>
                <a:ea typeface="Arial"/>
                <a:cs typeface="Arial"/>
                <a:sym typeface="Arial"/>
              </a:rPr>
            </a:br>
            <a:r>
              <a:rPr b="1" i="0" lang="en-US" sz="2000" u="none" cap="none" strike="noStrike">
                <a:solidFill>
                  <a:schemeClr val="dk1"/>
                </a:solidFill>
                <a:latin typeface="Arial"/>
                <a:ea typeface="Arial"/>
                <a:cs typeface="Arial"/>
                <a:sym typeface="Arial"/>
              </a:rPr>
              <a:t>INTERVINIENTES</a:t>
            </a:r>
          </a:p>
        </p:txBody>
      </p:sp>
      <p:sp>
        <p:nvSpPr>
          <p:cNvPr id="562" name="Shape 562"/>
          <p:cNvSpPr txBox="1"/>
          <p:nvPr>
            <p:ph idx="4294967295" type="body"/>
          </p:nvPr>
        </p:nvSpPr>
        <p:spPr>
          <a:xfrm>
            <a:off x="468312" y="1719261"/>
            <a:ext cx="8351836" cy="4733925"/>
          </a:xfrm>
          <a:prstGeom prst="rect">
            <a:avLst/>
          </a:prstGeom>
          <a:noFill/>
          <a:ln>
            <a:noFill/>
          </a:ln>
        </p:spPr>
        <p:txBody>
          <a:bodyPr anchorCtr="0" anchor="t" bIns="45700" lIns="91425" rIns="91425" tIns="45700">
            <a:noAutofit/>
          </a:bodyPr>
          <a:lstStyle/>
          <a:p>
            <a:pPr indent="-342900" lvl="0" marL="342900" marR="0" rtl="0" algn="l">
              <a:lnSpc>
                <a:spcPct val="90000"/>
              </a:lnSpc>
              <a:spcBef>
                <a:spcPts val="0"/>
              </a:spcBef>
              <a:spcAft>
                <a:spcPts val="0"/>
              </a:spcAft>
              <a:buClr>
                <a:schemeClr val="dk2"/>
              </a:buClr>
              <a:buSzPct val="25000"/>
              <a:buFont typeface="Noto Symbol"/>
              <a:buNone/>
            </a:pPr>
            <a:r>
              <a:rPr b="1" i="0" lang="en-US" sz="1800" u="none" cap="none" strike="noStrike">
                <a:solidFill>
                  <a:schemeClr val="dk1"/>
                </a:solidFill>
                <a:latin typeface="Arial"/>
                <a:ea typeface="Arial"/>
                <a:cs typeface="Arial"/>
                <a:sym typeface="Arial"/>
              </a:rPr>
              <a:t>El fiduciante o fideicomitente</a:t>
            </a:r>
            <a:r>
              <a:rPr b="0" i="0" lang="en-US" sz="1800" u="none" cap="none" strike="noStrike">
                <a:solidFill>
                  <a:schemeClr val="dk1"/>
                </a:solidFill>
                <a:latin typeface="Arial"/>
                <a:ea typeface="Arial"/>
                <a:cs typeface="Arial"/>
                <a:sym typeface="Arial"/>
              </a:rPr>
              <a:t>, que es la parte que transfiere a otra, bienes</a:t>
            </a:r>
          </a:p>
          <a:p>
            <a:pPr indent="-342900" lvl="0" marL="342900" marR="0" rtl="0" algn="l">
              <a:lnSpc>
                <a:spcPct val="90000"/>
              </a:lnSpc>
              <a:spcBef>
                <a:spcPts val="360"/>
              </a:spcBef>
              <a:spcAft>
                <a:spcPts val="0"/>
              </a:spcAft>
              <a:buClr>
                <a:schemeClr val="dk2"/>
              </a:buClr>
              <a:buSzPct val="25000"/>
              <a:buFont typeface="Noto Symbol"/>
              <a:buNone/>
            </a:pPr>
            <a:r>
              <a:rPr b="0" i="0" lang="en-US" sz="1800" u="none" cap="none" strike="noStrike">
                <a:solidFill>
                  <a:schemeClr val="dk1"/>
                </a:solidFill>
                <a:latin typeface="Arial"/>
                <a:ea typeface="Arial"/>
                <a:cs typeface="Arial"/>
                <a:sym typeface="Arial"/>
              </a:rPr>
              <a:t>determinados. Tiene que poseer el dominio pleno de los bienes dados en fideicomiso.</a:t>
            </a:r>
          </a:p>
          <a:p>
            <a:pPr indent="-342900" lvl="0" marL="342900" marR="0" rtl="0" algn="l">
              <a:lnSpc>
                <a:spcPct val="90000"/>
              </a:lnSpc>
              <a:spcBef>
                <a:spcPts val="360"/>
              </a:spcBef>
              <a:spcAft>
                <a:spcPts val="0"/>
              </a:spcAft>
              <a:buClr>
                <a:schemeClr val="dk2"/>
              </a:buClr>
              <a:buSzPct val="25000"/>
              <a:buFont typeface="Noto Symbol"/>
              <a:buNone/>
            </a:pPr>
            <a:r>
              <a:rPr b="1" i="0" lang="en-US" sz="1800" u="none" cap="none" strike="noStrike">
                <a:solidFill>
                  <a:schemeClr val="dk1"/>
                </a:solidFill>
                <a:latin typeface="Arial"/>
                <a:ea typeface="Arial"/>
                <a:cs typeface="Arial"/>
                <a:sym typeface="Arial"/>
              </a:rPr>
              <a:t>El fiduciario</a:t>
            </a:r>
            <a:r>
              <a:rPr b="0" i="0" lang="en-US" sz="1800" u="none" cap="none" strike="noStrike">
                <a:solidFill>
                  <a:schemeClr val="dk1"/>
                </a:solidFill>
                <a:latin typeface="Arial"/>
                <a:ea typeface="Arial"/>
                <a:cs typeface="Arial"/>
                <a:sym typeface="Arial"/>
              </a:rPr>
              <a:t>, que es la parte a quien se transfieren los bienes, y que está obligada a administrarlos con la prudencia y diligencia propias del buen hombre de negocios (administrar lo ajeno como propio), que actúa sobre la base de la confianza depositada en él. Puede ser cualquier persona física o jurídica.</a:t>
            </a:r>
          </a:p>
          <a:p>
            <a:pPr indent="-342900" lvl="0" marL="342900" marR="0" rtl="0" algn="l">
              <a:lnSpc>
                <a:spcPct val="90000"/>
              </a:lnSpc>
              <a:spcBef>
                <a:spcPts val="360"/>
              </a:spcBef>
              <a:spcAft>
                <a:spcPts val="0"/>
              </a:spcAft>
              <a:buClr>
                <a:schemeClr val="dk2"/>
              </a:buClr>
              <a:buSzPct val="25000"/>
              <a:buFont typeface="Noto Symbol"/>
              <a:buNone/>
            </a:pPr>
            <a:r>
              <a:t/>
            </a:r>
            <a:endParaRPr b="0" i="0" sz="1800" u="none" cap="none" strike="noStrike">
              <a:solidFill>
                <a:schemeClr val="dk1"/>
              </a:solidFill>
              <a:latin typeface="Arial"/>
              <a:ea typeface="Arial"/>
              <a:cs typeface="Arial"/>
              <a:sym typeface="Arial"/>
            </a:endParaRPr>
          </a:p>
          <a:p>
            <a:pPr indent="-342900" lvl="0" marL="342900" marR="0" rtl="0" algn="l">
              <a:lnSpc>
                <a:spcPct val="90000"/>
              </a:lnSpc>
              <a:spcBef>
                <a:spcPts val="360"/>
              </a:spcBef>
              <a:spcAft>
                <a:spcPts val="0"/>
              </a:spcAft>
              <a:buClr>
                <a:schemeClr val="dk2"/>
              </a:buClr>
              <a:buSzPct val="25000"/>
              <a:buFont typeface="Noto Symbol"/>
              <a:buNone/>
            </a:pPr>
            <a:r>
              <a:rPr b="1" i="0" lang="en-US" sz="1800" u="none" cap="none" strike="noStrike">
                <a:solidFill>
                  <a:schemeClr val="dk1"/>
                </a:solidFill>
                <a:latin typeface="Arial"/>
                <a:ea typeface="Arial"/>
                <a:cs typeface="Arial"/>
                <a:sym typeface="Arial"/>
              </a:rPr>
              <a:t>El beneficiario</a:t>
            </a:r>
            <a:r>
              <a:rPr b="0" i="0" lang="en-US" sz="1800" u="none" cap="none" strike="noStrike">
                <a:solidFill>
                  <a:schemeClr val="dk1"/>
                </a:solidFill>
                <a:latin typeface="Arial"/>
                <a:ea typeface="Arial"/>
                <a:cs typeface="Arial"/>
                <a:sym typeface="Arial"/>
              </a:rPr>
              <a:t>, que es la persona en cuyo beneficio se ha instituido el fideicomiso, sin ser el destinatario final de los bienes. Pueden ser una o varias personas físicas o jurídicas.</a:t>
            </a:r>
          </a:p>
          <a:p>
            <a:pPr indent="-342900" lvl="0" marL="342900" marR="0" rtl="0" algn="l">
              <a:lnSpc>
                <a:spcPct val="90000"/>
              </a:lnSpc>
              <a:spcBef>
                <a:spcPts val="360"/>
              </a:spcBef>
              <a:spcAft>
                <a:spcPts val="0"/>
              </a:spcAft>
              <a:buClr>
                <a:schemeClr val="dk2"/>
              </a:buClr>
              <a:buSzPct val="25000"/>
              <a:buFont typeface="Noto Symbol"/>
              <a:buNone/>
            </a:pPr>
            <a:r>
              <a:t/>
            </a:r>
            <a:endParaRPr b="0" i="0" sz="1800" u="none" cap="none" strike="noStrike">
              <a:solidFill>
                <a:schemeClr val="dk1"/>
              </a:solidFill>
              <a:latin typeface="Arial"/>
              <a:ea typeface="Arial"/>
              <a:cs typeface="Arial"/>
              <a:sym typeface="Arial"/>
            </a:endParaRPr>
          </a:p>
          <a:p>
            <a:pPr indent="-342900" lvl="0" marL="342900" marR="0" rtl="0" algn="l">
              <a:lnSpc>
                <a:spcPct val="90000"/>
              </a:lnSpc>
              <a:spcBef>
                <a:spcPts val="360"/>
              </a:spcBef>
              <a:spcAft>
                <a:spcPts val="0"/>
              </a:spcAft>
              <a:buClr>
                <a:schemeClr val="dk2"/>
              </a:buClr>
              <a:buSzPct val="25000"/>
              <a:buFont typeface="Noto Symbol"/>
              <a:buNone/>
            </a:pPr>
            <a:r>
              <a:rPr b="1" i="0" lang="en-US" sz="1800" u="none" cap="none" strike="noStrike">
                <a:solidFill>
                  <a:schemeClr val="dk1"/>
                </a:solidFill>
                <a:latin typeface="Arial"/>
                <a:ea typeface="Arial"/>
                <a:cs typeface="Arial"/>
                <a:sym typeface="Arial"/>
              </a:rPr>
              <a:t>El fideicomisario</a:t>
            </a:r>
            <a:r>
              <a:rPr b="0" i="0" lang="en-US" sz="1800" u="none" cap="none" strike="noStrike">
                <a:solidFill>
                  <a:schemeClr val="dk1"/>
                </a:solidFill>
                <a:latin typeface="Arial"/>
                <a:ea typeface="Arial"/>
                <a:cs typeface="Arial"/>
                <a:sym typeface="Arial"/>
              </a:rPr>
              <a:t>, que es el destinatario final de los bienes. Normalmente, el</a:t>
            </a:r>
          </a:p>
          <a:p>
            <a:pPr indent="-342900" lvl="0" marL="342900" marR="0" rtl="0" algn="l">
              <a:lnSpc>
                <a:spcPct val="90000"/>
              </a:lnSpc>
              <a:spcBef>
                <a:spcPts val="360"/>
              </a:spcBef>
              <a:spcAft>
                <a:spcPts val="0"/>
              </a:spcAft>
              <a:buClr>
                <a:schemeClr val="dk2"/>
              </a:buClr>
              <a:buSzPct val="25000"/>
              <a:buFont typeface="Noto Symbol"/>
              <a:buNone/>
            </a:pPr>
            <a:r>
              <a:rPr b="0" i="0" lang="en-US" sz="1800" u="none" cap="none" strike="noStrike">
                <a:solidFill>
                  <a:schemeClr val="dk1"/>
                </a:solidFill>
                <a:latin typeface="Arial"/>
                <a:ea typeface="Arial"/>
                <a:cs typeface="Arial"/>
                <a:sym typeface="Arial"/>
              </a:rPr>
              <a:t>beneficiario y el fideicomisario son una misma persona. Pero puede ocurrir que no sea la misma persona, puede ser un tercero, o el propio fiduciante.</a:t>
            </a:r>
          </a:p>
        </p:txBody>
      </p:sp>
      <p:pic>
        <p:nvPicPr>
          <p:cNvPr id="563" name="Shape 563"/>
          <p:cNvPicPr preferRelativeResize="0"/>
          <p:nvPr>
            <p:ph idx="4294967295" type="body"/>
          </p:nvPr>
        </p:nvPicPr>
        <p:blipFill rotWithShape="1">
          <a:blip r:embed="rId3">
            <a:alphaModFix/>
          </a:blip>
          <a:srcRect b="0" l="0" r="0" t="0"/>
          <a:stretch/>
        </p:blipFill>
        <p:spPr>
          <a:xfrm>
            <a:off x="122236" y="404812"/>
            <a:ext cx="3009899" cy="609599"/>
          </a:xfrm>
          <a:prstGeom prst="rect">
            <a:avLst/>
          </a:prstGeom>
          <a:noFill/>
          <a:ln>
            <a:noFill/>
          </a:ln>
        </p:spPr>
      </p:pic>
    </p:spTree>
  </p:cSld>
  <p:clrMapOvr>
    <a:masterClrMapping/>
  </p:clrMapOvr>
  <p:transition spd="slow">
    <p:cut/>
  </p:transition>
</p:sld>
</file>

<file path=ppt/theme/theme1.xml><?xml version="1.0" encoding="utf-8"?>
<a:theme xmlns:a="http://schemas.openxmlformats.org/drawingml/2006/main" xmlns:r="http://schemas.openxmlformats.org/officeDocument/2006/relationships"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Red">
  <a:themeElements>
    <a:clrScheme name="Red">
      <a:dk1>
        <a:srgbClr val="000000"/>
      </a:dk1>
      <a:lt1>
        <a:srgbClr val="FFFFFF"/>
      </a:lt1>
      <a:dk2>
        <a:srgbClr val="330066"/>
      </a:dk2>
      <a:lt2>
        <a:srgbClr val="808080"/>
      </a:lt2>
      <a:accent1>
        <a:srgbClr val="CCCC00"/>
      </a:accent1>
      <a:accent2>
        <a:srgbClr val="669999"/>
      </a:accent2>
      <a:accent3>
        <a:srgbClr val="FFFFFF"/>
      </a:accent3>
      <a:accent4>
        <a:srgbClr val="CCCC00"/>
      </a:accent4>
      <a:accent5>
        <a:srgbClr val="669999"/>
      </a:accent5>
      <a:accent6>
        <a:srgbClr val="FFFFFF"/>
      </a:accent6>
      <a:hlink>
        <a:srgbClr val="7E9CE8"/>
      </a:hlink>
      <a:folHlink>
        <a:srgbClr val="D8D8E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Override1.xml><?xml version="1.0" encoding="utf-8"?>
<a:themeOverride xmlns:a="http://schemas.openxmlformats.org/drawingml/2006/main" xmlns:r="http://schemas.openxmlformats.org/officeDocument/2006/relationships">
  <a:clrScheme name="default">
    <a:dk1>
      <a:srgbClr val="000000"/>
    </a:dk1>
    <a:lt1>
      <a:srgbClr val="FFFFFF"/>
    </a:lt1>
    <a:dk2>
      <a:srgbClr val="330066"/>
    </a:dk2>
    <a:lt2>
      <a:srgbClr val="808080"/>
    </a:lt2>
    <a:accent1>
      <a:srgbClr val="CCCC00"/>
    </a:accent1>
    <a:accent2>
      <a:srgbClr val="669999"/>
    </a:accent2>
    <a:accent3>
      <a:srgbClr val="FFFFFF"/>
    </a:accent3>
    <a:accent4>
      <a:srgbClr val="CCCC00"/>
    </a:accent4>
    <a:accent5>
      <a:srgbClr val="669999"/>
    </a:accent5>
    <a:accent6>
      <a:srgbClr val="FFFFFF"/>
    </a:accent6>
    <a:hlink>
      <a:srgbClr val="7E9CE8"/>
    </a:hlink>
    <a:folHlink>
      <a:srgbClr val="D8D8EC"/>
    </a:folHlink>
  </a:clrScheme>
</a:themeOverride>
</file>