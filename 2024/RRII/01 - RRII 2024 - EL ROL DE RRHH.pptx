
<file path=[Content_Types].xml><?xml version="1.0" encoding="utf-8"?>
<Types xmlns="http://schemas.openxmlformats.org/package/2006/content-types">
  <Default ContentType="image/jpeg" Extension="jpg"/>
  <Default ContentType="application/x-fontdata" Extension="fntdata"/>
  <Default ContentType="application/xml" Extension="xml"/>
  <Default ContentType="image/png" Extension="png"/>
  <Default ContentType="application/vnd.openxmlformats-package.relationships+xml" Extension="rels"/>
  <Override ContentType="application/vnd.openxmlformats-officedocument.presentationml.notesSlide+xml" PartName="/ppt/notesSlides/notesSlide6.xml"/>
  <Override ContentType="application/vnd.openxmlformats-officedocument.presentationml.notesSlide+xml" PartName="/ppt/notesSlides/notesSlide13.xml"/>
  <Override ContentType="application/vnd.openxmlformats-officedocument.presentationml.notesSlide+xml" PartName="/ppt/notesSlides/notesSlide1.xml"/>
  <Override ContentType="application/vnd.openxmlformats-officedocument.presentationml.notesSlide+xml" PartName="/ppt/notesSlides/notesSlide3.xml"/>
  <Override ContentType="application/vnd.openxmlformats-officedocument.presentationml.notesSlide+xml" PartName="/ppt/notesSlides/notesSlide9.xml"/>
  <Override ContentType="application/vnd.openxmlformats-officedocument.presentationml.notesSlide+xml" PartName="/ppt/notesSlides/notesSlide15.xml"/>
  <Override ContentType="application/vnd.openxmlformats-officedocument.presentationml.notesSlide+xml" PartName="/ppt/notesSlides/notesSlide7.xml"/>
  <Override ContentType="application/vnd.openxmlformats-officedocument.presentationml.notesSlide+xml" PartName="/ppt/notesSlides/notesSlide11.xml"/>
  <Override ContentType="application/vnd.openxmlformats-officedocument.presentationml.notesSlide+xml" PartName="/ppt/notesSlides/notesSlide5.xml"/>
  <Override ContentType="application/vnd.openxmlformats-officedocument.presentationml.notesSlide+xml" PartName="/ppt/notesSlides/notesSlide12.xml"/>
  <Override ContentType="application/vnd.openxmlformats-officedocument.presentationml.notesSlide+xml" PartName="/ppt/notesSlides/notesSlide17.xml"/>
  <Override ContentType="application/vnd.openxmlformats-officedocument.presentationml.notesSlide+xml" PartName="/ppt/notesSlides/notesSlide16.xml"/>
  <Override ContentType="application/vnd.openxmlformats-officedocument.presentationml.notesSlide+xml" PartName="/ppt/notesSlides/notesSlide8.xml"/>
  <Override ContentType="application/vnd.openxmlformats-officedocument.presentationml.notesSlide+xml" PartName="/ppt/notesSlides/notesSlide14.xml"/>
  <Override ContentType="application/vnd.openxmlformats-officedocument.presentationml.notesSlide+xml" PartName="/ppt/notesSlides/notesSlide2.xml"/>
  <Override ContentType="application/vnd.openxmlformats-officedocument.presentationml.notesSlide+xml" PartName="/ppt/notesSlides/notesSlide4.xml"/>
  <Override ContentType="application/vnd.openxmlformats-officedocument.presentationml.notesSlide+xml" PartName="/ppt/notesSlides/notesSlide10.xml"/>
  <Override ContentType="application/vnd.openxmlformats-officedocument.custom-properties+xml" PartName="/docProps/custom.xml"/>
  <Override ContentType="application/vnd.openxmlformats-officedocument.presentationml.slideLayout+xml" PartName="/ppt/slideLayouts/slideLayout3.xml"/>
  <Override ContentType="application/vnd.openxmlformats-officedocument.presentationml.slideLayout+xml" PartName="/ppt/slideLayouts/slideLayout2.xml"/>
  <Override ContentType="application/vnd.openxmlformats-officedocument.presentationml.slideLayout+xml" PartName="/ppt/slideLayouts/slideLayout1.xml"/>
  <Override ContentType="application/vnd.openxmlformats-officedocument.presentationml.slideMaster+xml" PartName="/ppt/slideMasters/slideMaster1.xml"/>
  <Override ContentType="application/binary" PartName="/ppt/metadata"/>
  <Override ContentType="application/vnd.openxmlformats-officedocument.presentationml.slide+xml" PartName="/ppt/slides/slide4.xml"/>
  <Override ContentType="application/vnd.openxmlformats-officedocument.presentationml.slide+xml" PartName="/ppt/slides/slide11.xml"/>
  <Override ContentType="application/vnd.openxmlformats-officedocument.presentationml.slide+xml" PartName="/ppt/slides/slide1.xml"/>
  <Override ContentType="application/vnd.openxmlformats-officedocument.presentationml.slide+xml" PartName="/ppt/slides/slide3.xml"/>
  <Override ContentType="application/vnd.openxmlformats-officedocument.presentationml.slide+xml" PartName="/ppt/slides/slide9.xml"/>
  <Override ContentType="application/vnd.openxmlformats-officedocument.presentationml.slide+xml" PartName="/ppt/slides/slide13.xml"/>
  <Override ContentType="application/vnd.openxmlformats-officedocument.presentationml.slide+xml" PartName="/ppt/slides/slide5.xml"/>
  <Override ContentType="application/vnd.openxmlformats-officedocument.presentationml.slide+xml" PartName="/ppt/slides/slide7.xml"/>
  <Override ContentType="application/vnd.openxmlformats-officedocument.presentationml.slide+xml" PartName="/ppt/slides/slide15.xml"/>
  <Override ContentType="application/vnd.openxmlformats-officedocument.presentationml.slide+xml" PartName="/ppt/slides/slide12.xml"/>
  <Override ContentType="application/vnd.openxmlformats-officedocument.presentationml.slide+xml" PartName="/ppt/slides/slide17.xml"/>
  <Override ContentType="application/vnd.openxmlformats-officedocument.presentationml.slide+xml" PartName="/ppt/slides/slide10.xml"/>
  <Override ContentType="application/vnd.openxmlformats-officedocument.presentationml.slide+xml" PartName="/ppt/slides/slide2.xml"/>
  <Override ContentType="application/vnd.openxmlformats-officedocument.presentationml.slide+xml" PartName="/ppt/slides/slide6.xml"/>
  <Override ContentType="application/vnd.openxmlformats-officedocument.presentationml.slide+xml" PartName="/ppt/slides/slide16.xml"/>
  <Override ContentType="application/vnd.openxmlformats-officedocument.presentationml.slide+xml" PartName="/ppt/slides/slide8.xml"/>
  <Override ContentType="application/vnd.openxmlformats-officedocument.presentationml.slide+xml" PartName="/ppt/slides/slide14.xml"/>
  <Override ContentType="application/vnd.openxmlformats-officedocument.presentationml.notesMaster+xml" PartName="/ppt/notesMasters/notesMaster1.xml"/>
  <Override ContentType="application/vnd.openxmlformats-package.core-properties+xml" PartName="/docProps/core.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Override ContentType="application/vnd.openxmlformats-officedocument.presentationml.viewProps+xml" PartName="/ppt/viewProps.xml"/>
</Types>
</file>

<file path=_rels/.rels><?xml version="1.0" encoding="UTF-8" standalone="yes"?><Relationships xmlns="http://schemas.openxmlformats.org/package/2006/relationships"><Relationship Id="rId1" Type="http://schemas.openxmlformats.org/officeDocument/2006/relationships/custom-properties" Target="docProps/custom.xml"/><Relationship Id="rId2" Type="http://schemas.openxmlformats.org/package/2006/relationships/metadata/core-properties" Target="docProps/core.xml"/><Relationship Id="rId3"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embedTrueTypeFonts="1" strictFirstAndLastChars="0" saveSubsetFonts="1" showSpecialPlsOnTitleSld="0">
  <p:sldMasterIdLst>
    <p:sldMasterId id="2147483648" r:id="rId4"/>
  </p:sldMasterIdLst>
  <p:notesMasterIdLst>
    <p:notesMasterId r:id="rId5"/>
  </p:notesMasterIdLst>
  <p:sldIdLst>
    <p:sldId id="256" r:id="rId6"/>
    <p:sldId id="257" r:id="rId7"/>
    <p:sldId id="258" r:id="rId8"/>
    <p:sldId id="259" r:id="rId9"/>
    <p:sldId id="260" r:id="rId10"/>
    <p:sldId id="261" r:id="rId11"/>
    <p:sldId id="262" r:id="rId12"/>
    <p:sldId id="263" r:id="rId13"/>
    <p:sldId id="264" r:id="rId14"/>
    <p:sldId id="265" r:id="rId15"/>
    <p:sldId id="266" r:id="rId16"/>
    <p:sldId id="267" r:id="rId17"/>
    <p:sldId id="268" r:id="rId18"/>
    <p:sldId id="269" r:id="rId19"/>
    <p:sldId id="270" r:id="rId20"/>
    <p:sldId id="271" r:id="rId21"/>
    <p:sldId id="272" r:id="rId22"/>
  </p:sldIdLst>
  <p:sldSz cy="6858000" cx="9906000"/>
  <p:notesSz cx="6834175" cy="9979025"/>
  <p:embeddedFontLst>
    <p:embeddedFont>
      <p:font typeface="Arial Narrow"/>
      <p:regular r:id="rId23"/>
      <p:bold r:id="rId24"/>
      <p:italic r:id="rId25"/>
      <p:boldItalic r:id="rId26"/>
    </p:embeddedFont>
    <p:embeddedFont>
      <p:font typeface="Montserrat"/>
      <p:regular r:id="rId27"/>
      <p:bold r:id="rId28"/>
      <p:italic r:id="rId29"/>
      <p:boldItalic r:id="rId30"/>
    </p:embeddedFont>
    <p:embeddedFont>
      <p:font typeface="Lato"/>
      <p:regular r:id="rId31"/>
      <p:bold r:id="rId32"/>
      <p:italic r:id="rId33"/>
      <p:boldItalic r:id="rId34"/>
    </p:embeddedFont>
    <p:embeddedFont>
      <p:font typeface="Montserrat Medium"/>
      <p:regular r:id="rId35"/>
      <p:bold r:id="rId36"/>
      <p:italic r:id="rId37"/>
      <p:boldItalic r:id="rId38"/>
    </p:embeddedFont>
    <p:embeddedFont>
      <p:font typeface="Courgette"/>
      <p:regular r:id="rId39"/>
    </p:embeddedFont>
    <p:embeddedFont>
      <p:font typeface="Tahoma"/>
      <p:regular r:id="rId40"/>
      <p:bold r:id="rId41"/>
    </p:embeddedFont>
    <p:embeddedFont>
      <p:font typeface="Archivo"/>
      <p:regular r:id="rId42"/>
      <p:bold r:id="rId43"/>
      <p:italic r:id="rId44"/>
      <p:boldItalic r:id="rId45"/>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extLst>
    <p:ext uri="{EFAFB233-063F-42B5-8137-9DF3F51BA10A}">
      <p15:sldGuideLst>
        <p15:guide id="1" orient="horz" pos="1986">
          <p15:clr>
            <a:srgbClr val="000000"/>
          </p15:clr>
        </p15:guide>
        <p15:guide id="2" pos="3120">
          <p15:clr>
            <a:srgbClr val="000000"/>
          </p15:clr>
        </p15:guide>
        <p15:guide id="3" orient="horz" pos="1302">
          <p15:clr>
            <a:srgbClr val="000000"/>
          </p15:clr>
        </p15:guide>
        <p15:guide id="4" orient="horz" pos="2384">
          <p15:clr>
            <a:srgbClr val="000000"/>
          </p15:clr>
        </p15:guide>
        <p15:guide id="5" orient="horz" pos="3702">
          <p15:clr>
            <a:srgbClr val="000000"/>
          </p15:clr>
        </p15:guide>
        <p15:guide id="6" orient="horz" pos="3923">
          <p15:clr>
            <a:srgbClr val="000000"/>
          </p15:clr>
        </p15:guide>
        <p15:guide id="7" pos="2703">
          <p15:clr>
            <a:srgbClr val="000000"/>
          </p15:clr>
        </p15:guide>
        <p15:guide id="8" pos="262">
          <p15:clr>
            <a:srgbClr val="000000"/>
          </p15:clr>
        </p15:guide>
        <p15:guide id="9" pos="2902">
          <p15:clr>
            <a:srgbClr val="000000"/>
          </p15:clr>
        </p15:guide>
      </p15:sldGuideLst>
    </p:ext>
    <p:ext uri="http://customooxmlschemas.google.com/">
      <go:slidesCustomData xmlns:go="http://customooxmlschemas.google.com/" r:id="rId46" roundtripDataSignature="AMtx7mgvoQR1FOqTg1AQ2B9F8WQjb2JjTw=="/>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1986" orient="horz"/>
        <p:guide pos="3120"/>
        <p:guide pos="1302" orient="horz"/>
        <p:guide pos="2384" orient="horz"/>
        <p:guide pos="3702" orient="horz"/>
        <p:guide pos="3923" orient="horz"/>
        <p:guide pos="2703"/>
        <p:guide pos="262"/>
        <p:guide pos="2902"/>
      </p:guideLst>
    </p:cSldViewPr>
  </p:slideViewPr>
</p:viewPr>
</file>

<file path=ppt/_rels/presentation.xml.rels><?xml version="1.0" encoding="UTF-8" standalone="yes"?><Relationships xmlns="http://schemas.openxmlformats.org/package/2006/relationships"><Relationship Id="rId40" Type="http://schemas.openxmlformats.org/officeDocument/2006/relationships/font" Target="fonts/Tahoma-regular.fntdata"/><Relationship Id="rId20" Type="http://schemas.openxmlformats.org/officeDocument/2006/relationships/slide" Target="slides/slide15.xml"/><Relationship Id="rId42" Type="http://schemas.openxmlformats.org/officeDocument/2006/relationships/font" Target="fonts/Archivo-regular.fntdata"/><Relationship Id="rId41" Type="http://schemas.openxmlformats.org/officeDocument/2006/relationships/font" Target="fonts/Tahoma-bold.fntdata"/><Relationship Id="rId22" Type="http://schemas.openxmlformats.org/officeDocument/2006/relationships/slide" Target="slides/slide17.xml"/><Relationship Id="rId44" Type="http://schemas.openxmlformats.org/officeDocument/2006/relationships/font" Target="fonts/Archivo-italic.fntdata"/><Relationship Id="rId21" Type="http://schemas.openxmlformats.org/officeDocument/2006/relationships/slide" Target="slides/slide16.xml"/><Relationship Id="rId43" Type="http://schemas.openxmlformats.org/officeDocument/2006/relationships/font" Target="fonts/Archivo-bold.fntdata"/><Relationship Id="rId24" Type="http://schemas.openxmlformats.org/officeDocument/2006/relationships/font" Target="fonts/ArialNarrow-bold.fntdata"/><Relationship Id="rId46" Type="http://customschemas.google.com/relationships/presentationmetadata" Target="metadata"/><Relationship Id="rId23" Type="http://schemas.openxmlformats.org/officeDocument/2006/relationships/font" Target="fonts/ArialNarrow-regular.fntdata"/><Relationship Id="rId45" Type="http://schemas.openxmlformats.org/officeDocument/2006/relationships/font" Target="fonts/Archivo-boldItalic.fntdata"/><Relationship Id="rId1" Type="http://schemas.openxmlformats.org/officeDocument/2006/relationships/theme" Target="theme/theme1.xml"/><Relationship Id="rId2" Type="http://schemas.openxmlformats.org/officeDocument/2006/relationships/viewProps" Target="viewProps.xml"/><Relationship Id="rId3" Type="http://schemas.openxmlformats.org/officeDocument/2006/relationships/presProps" Target="presProps.xml"/><Relationship Id="rId4" Type="http://schemas.openxmlformats.org/officeDocument/2006/relationships/slideMaster" Target="slideMasters/slideMaster1.xml"/><Relationship Id="rId9" Type="http://schemas.openxmlformats.org/officeDocument/2006/relationships/slide" Target="slides/slide4.xml"/><Relationship Id="rId26" Type="http://schemas.openxmlformats.org/officeDocument/2006/relationships/font" Target="fonts/ArialNarrow-boldItalic.fntdata"/><Relationship Id="rId25" Type="http://schemas.openxmlformats.org/officeDocument/2006/relationships/font" Target="fonts/ArialNarrow-italic.fntdata"/><Relationship Id="rId28" Type="http://schemas.openxmlformats.org/officeDocument/2006/relationships/font" Target="fonts/Montserrat-bold.fntdata"/><Relationship Id="rId27" Type="http://schemas.openxmlformats.org/officeDocument/2006/relationships/font" Target="fonts/Montserrat-regular.fntdata"/><Relationship Id="rId5" Type="http://schemas.openxmlformats.org/officeDocument/2006/relationships/notesMaster" Target="notesMasters/notesMaster1.xml"/><Relationship Id="rId6" Type="http://schemas.openxmlformats.org/officeDocument/2006/relationships/slide" Target="slides/slide1.xml"/><Relationship Id="rId29" Type="http://schemas.openxmlformats.org/officeDocument/2006/relationships/font" Target="fonts/Montserrat-italic.fntdata"/><Relationship Id="rId7" Type="http://schemas.openxmlformats.org/officeDocument/2006/relationships/slide" Target="slides/slide2.xml"/><Relationship Id="rId8" Type="http://schemas.openxmlformats.org/officeDocument/2006/relationships/slide" Target="slides/slide3.xml"/><Relationship Id="rId31" Type="http://schemas.openxmlformats.org/officeDocument/2006/relationships/font" Target="fonts/Lato-regular.fntdata"/><Relationship Id="rId30" Type="http://schemas.openxmlformats.org/officeDocument/2006/relationships/font" Target="fonts/Montserrat-boldItalic.fntdata"/><Relationship Id="rId11" Type="http://schemas.openxmlformats.org/officeDocument/2006/relationships/slide" Target="slides/slide6.xml"/><Relationship Id="rId33" Type="http://schemas.openxmlformats.org/officeDocument/2006/relationships/font" Target="fonts/Lato-italic.fntdata"/><Relationship Id="rId10" Type="http://schemas.openxmlformats.org/officeDocument/2006/relationships/slide" Target="slides/slide5.xml"/><Relationship Id="rId32" Type="http://schemas.openxmlformats.org/officeDocument/2006/relationships/font" Target="fonts/Lato-bold.fntdata"/><Relationship Id="rId13" Type="http://schemas.openxmlformats.org/officeDocument/2006/relationships/slide" Target="slides/slide8.xml"/><Relationship Id="rId35" Type="http://schemas.openxmlformats.org/officeDocument/2006/relationships/font" Target="fonts/MontserratMedium-regular.fntdata"/><Relationship Id="rId12" Type="http://schemas.openxmlformats.org/officeDocument/2006/relationships/slide" Target="slides/slide7.xml"/><Relationship Id="rId34" Type="http://schemas.openxmlformats.org/officeDocument/2006/relationships/font" Target="fonts/Lato-boldItalic.fntdata"/><Relationship Id="rId15" Type="http://schemas.openxmlformats.org/officeDocument/2006/relationships/slide" Target="slides/slide10.xml"/><Relationship Id="rId37" Type="http://schemas.openxmlformats.org/officeDocument/2006/relationships/font" Target="fonts/MontserratMedium-italic.fntdata"/><Relationship Id="rId14" Type="http://schemas.openxmlformats.org/officeDocument/2006/relationships/slide" Target="slides/slide9.xml"/><Relationship Id="rId36" Type="http://schemas.openxmlformats.org/officeDocument/2006/relationships/font" Target="fonts/MontserratMedium-bold.fntdata"/><Relationship Id="rId17" Type="http://schemas.openxmlformats.org/officeDocument/2006/relationships/slide" Target="slides/slide12.xml"/><Relationship Id="rId39" Type="http://schemas.openxmlformats.org/officeDocument/2006/relationships/font" Target="fonts/Courgette-regular.fntdata"/><Relationship Id="rId16" Type="http://schemas.openxmlformats.org/officeDocument/2006/relationships/slide" Target="slides/slide11.xml"/><Relationship Id="rId38" Type="http://schemas.openxmlformats.org/officeDocument/2006/relationships/font" Target="fonts/MontserratMedium-boldItalic.fntdata"/><Relationship Id="rId19" Type="http://schemas.openxmlformats.org/officeDocument/2006/relationships/slide" Target="slides/slide14.xml"/><Relationship Id="rId18" Type="http://schemas.openxmlformats.org/officeDocument/2006/relationships/slide" Target="slides/slide1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2" name="Shape 2"/>
        <p:cNvGrpSpPr/>
        <p:nvPr/>
      </p:nvGrpSpPr>
      <p:grpSpPr>
        <a:xfrm>
          <a:off x="0" y="0"/>
          <a:ext cx="0" cy="0"/>
          <a:chOff x="0" y="0"/>
          <a:chExt cx="0" cy="0"/>
        </a:xfrm>
      </p:grpSpPr>
      <p:sp>
        <p:nvSpPr>
          <p:cNvPr id="3" name="Google Shape;3;n"/>
          <p:cNvSpPr txBox="1"/>
          <p:nvPr>
            <p:ph idx="2" type="hdr"/>
          </p:nvPr>
        </p:nvSpPr>
        <p:spPr>
          <a:xfrm>
            <a:off x="0" y="0"/>
            <a:ext cx="6834187" cy="498951"/>
          </a:xfrm>
          <a:prstGeom prst="rect">
            <a:avLst/>
          </a:prstGeom>
          <a:noFill/>
          <a:ln>
            <a:noFill/>
          </a:ln>
        </p:spPr>
        <p:txBody>
          <a:bodyPr anchorCtr="0" anchor="t" bIns="91425" lIns="91425" spcFirstLastPara="1" rIns="91425" wrap="square" tIns="91425">
            <a:noAutofit/>
          </a:bodyPr>
          <a:lstStyle>
            <a:lvl1pPr lvl="0" marR="0" rtl="0" algn="r">
              <a:lnSpc>
                <a:spcPct val="100000"/>
              </a:lnSpc>
              <a:spcBef>
                <a:spcPts val="0"/>
              </a:spcBef>
              <a:spcAft>
                <a:spcPts val="0"/>
              </a:spcAft>
              <a:buClr>
                <a:schemeClr val="dk1"/>
              </a:buClr>
              <a:buSzPts val="1400"/>
              <a:buFont typeface="Arial"/>
              <a:buNone/>
              <a:defRPr b="1" i="0" sz="1400" u="none" cap="none" strike="noStrike">
                <a:solidFill>
                  <a:schemeClr val="dk1"/>
                </a:solidFill>
                <a:latin typeface="Arial"/>
                <a:ea typeface="Arial"/>
                <a:cs typeface="Arial"/>
                <a:sym typeface="Arial"/>
              </a:defRPr>
            </a:lvl1pPr>
            <a:lvl2pPr lvl="1" marR="0" rtl="0" algn="l">
              <a:lnSpc>
                <a:spcPct val="100000"/>
              </a:lnSpc>
              <a:spcBef>
                <a:spcPts val="0"/>
              </a:spcBef>
              <a:spcAft>
                <a:spcPts val="0"/>
              </a:spcAft>
              <a:buClr>
                <a:schemeClr val="dk1"/>
              </a:buClr>
              <a:buSzPts val="1800"/>
              <a:buFont typeface="Arial"/>
              <a:buNone/>
              <a:defRPr b="0" i="0" sz="1800" u="none" cap="none" strike="noStrike">
                <a:solidFill>
                  <a:schemeClr val="dk1"/>
                </a:solidFill>
                <a:latin typeface="Arial"/>
                <a:ea typeface="Arial"/>
                <a:cs typeface="Arial"/>
                <a:sym typeface="Arial"/>
              </a:defRPr>
            </a:lvl2pPr>
            <a:lvl3pPr lvl="2" marR="0" rtl="0" algn="l">
              <a:lnSpc>
                <a:spcPct val="100000"/>
              </a:lnSpc>
              <a:spcBef>
                <a:spcPts val="0"/>
              </a:spcBef>
              <a:spcAft>
                <a:spcPts val="0"/>
              </a:spcAft>
              <a:buClr>
                <a:schemeClr val="dk1"/>
              </a:buClr>
              <a:buSzPts val="1800"/>
              <a:buFont typeface="Arial"/>
              <a:buNone/>
              <a:defRPr b="0" i="0" sz="1800" u="none" cap="none" strike="noStrike">
                <a:solidFill>
                  <a:schemeClr val="dk1"/>
                </a:solidFill>
                <a:latin typeface="Arial"/>
                <a:ea typeface="Arial"/>
                <a:cs typeface="Arial"/>
                <a:sym typeface="Arial"/>
              </a:defRPr>
            </a:lvl3pPr>
            <a:lvl4pPr lvl="3" marR="0" rtl="0" algn="l">
              <a:lnSpc>
                <a:spcPct val="100000"/>
              </a:lnSpc>
              <a:spcBef>
                <a:spcPts val="0"/>
              </a:spcBef>
              <a:spcAft>
                <a:spcPts val="0"/>
              </a:spcAft>
              <a:buClr>
                <a:schemeClr val="dk1"/>
              </a:buClr>
              <a:buSzPts val="1800"/>
              <a:buFont typeface="Arial"/>
              <a:buNone/>
              <a:defRPr b="0" i="0" sz="1800" u="none" cap="none" strike="noStrike">
                <a:solidFill>
                  <a:schemeClr val="dk1"/>
                </a:solidFill>
                <a:latin typeface="Arial"/>
                <a:ea typeface="Arial"/>
                <a:cs typeface="Arial"/>
                <a:sym typeface="Arial"/>
              </a:defRPr>
            </a:lvl4pPr>
            <a:lvl5pPr lvl="4" marR="0" rtl="0" algn="l">
              <a:lnSpc>
                <a:spcPct val="100000"/>
              </a:lnSpc>
              <a:spcBef>
                <a:spcPts val="0"/>
              </a:spcBef>
              <a:spcAft>
                <a:spcPts val="0"/>
              </a:spcAft>
              <a:buClr>
                <a:schemeClr val="dk1"/>
              </a:buClr>
              <a:buSzPts val="1800"/>
              <a:buFont typeface="Arial"/>
              <a:buNone/>
              <a:defRPr b="0" i="0" sz="1800" u="none" cap="none" strike="noStrike">
                <a:solidFill>
                  <a:schemeClr val="dk1"/>
                </a:solidFill>
                <a:latin typeface="Arial"/>
                <a:ea typeface="Arial"/>
                <a:cs typeface="Arial"/>
                <a:sym typeface="Arial"/>
              </a:defRPr>
            </a:lvl5pPr>
            <a:lvl6pPr lvl="5" marR="0" rtl="0" algn="l">
              <a:lnSpc>
                <a:spcPct val="100000"/>
              </a:lnSpc>
              <a:spcBef>
                <a:spcPts val="0"/>
              </a:spcBef>
              <a:spcAft>
                <a:spcPts val="0"/>
              </a:spcAft>
              <a:buClr>
                <a:schemeClr val="dk1"/>
              </a:buClr>
              <a:buSzPts val="1800"/>
              <a:buFont typeface="Arial"/>
              <a:buNone/>
              <a:defRPr b="0" i="0" sz="1800" u="none" cap="none" strike="noStrike">
                <a:solidFill>
                  <a:schemeClr val="dk1"/>
                </a:solidFill>
                <a:latin typeface="Arial"/>
                <a:ea typeface="Arial"/>
                <a:cs typeface="Arial"/>
                <a:sym typeface="Arial"/>
              </a:defRPr>
            </a:lvl6pPr>
            <a:lvl7pPr lvl="6" marR="0" rtl="0" algn="l">
              <a:lnSpc>
                <a:spcPct val="100000"/>
              </a:lnSpc>
              <a:spcBef>
                <a:spcPts val="0"/>
              </a:spcBef>
              <a:spcAft>
                <a:spcPts val="0"/>
              </a:spcAft>
              <a:buClr>
                <a:schemeClr val="dk1"/>
              </a:buClr>
              <a:buSzPts val="1800"/>
              <a:buFont typeface="Arial"/>
              <a:buNone/>
              <a:defRPr b="0" i="0" sz="1800" u="none" cap="none" strike="noStrike">
                <a:solidFill>
                  <a:schemeClr val="dk1"/>
                </a:solidFill>
                <a:latin typeface="Arial"/>
                <a:ea typeface="Arial"/>
                <a:cs typeface="Arial"/>
                <a:sym typeface="Arial"/>
              </a:defRPr>
            </a:lvl7pPr>
            <a:lvl8pPr lvl="7" marR="0" rtl="0" algn="l">
              <a:lnSpc>
                <a:spcPct val="100000"/>
              </a:lnSpc>
              <a:spcBef>
                <a:spcPts val="0"/>
              </a:spcBef>
              <a:spcAft>
                <a:spcPts val="0"/>
              </a:spcAft>
              <a:buClr>
                <a:schemeClr val="dk1"/>
              </a:buClr>
              <a:buSzPts val="1800"/>
              <a:buFont typeface="Arial"/>
              <a:buNone/>
              <a:defRPr b="0" i="0" sz="1800" u="none" cap="none" strike="noStrike">
                <a:solidFill>
                  <a:schemeClr val="dk1"/>
                </a:solidFill>
                <a:latin typeface="Arial"/>
                <a:ea typeface="Arial"/>
                <a:cs typeface="Arial"/>
                <a:sym typeface="Arial"/>
              </a:defRPr>
            </a:lvl8pPr>
            <a:lvl9pPr lvl="8" marR="0" rtl="0" algn="l">
              <a:lnSpc>
                <a:spcPct val="100000"/>
              </a:lnSpc>
              <a:spcBef>
                <a:spcPts val="0"/>
              </a:spcBef>
              <a:spcAft>
                <a:spcPts val="0"/>
              </a:spcAft>
              <a:buClr>
                <a:schemeClr val="dk1"/>
              </a:buClr>
              <a:buSzPts val="1800"/>
              <a:buFont typeface="Arial"/>
              <a:buNone/>
              <a:defRPr b="0" i="0" sz="1800" u="none" cap="none" strike="noStrike">
                <a:solidFill>
                  <a:schemeClr val="dk1"/>
                </a:solidFill>
                <a:latin typeface="Arial"/>
                <a:ea typeface="Arial"/>
                <a:cs typeface="Arial"/>
                <a:sym typeface="Arial"/>
              </a:defRPr>
            </a:lvl9pPr>
          </a:lstStyle>
          <a:p/>
        </p:txBody>
      </p:sp>
      <p:sp>
        <p:nvSpPr>
          <p:cNvPr id="4" name="Google Shape;4;n"/>
          <p:cNvSpPr/>
          <p:nvPr>
            <p:ph idx="3" type="sldImg"/>
          </p:nvPr>
        </p:nvSpPr>
        <p:spPr>
          <a:xfrm>
            <a:off x="534987" y="623887"/>
            <a:ext cx="5764212" cy="3990975"/>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5" name="Google Shape;5;n"/>
          <p:cNvSpPr txBox="1"/>
          <p:nvPr>
            <p:ph idx="1" type="body"/>
          </p:nvPr>
        </p:nvSpPr>
        <p:spPr>
          <a:xfrm>
            <a:off x="213545" y="4740037"/>
            <a:ext cx="6407095" cy="4615329"/>
          </a:xfrm>
          <a:prstGeom prst="rect">
            <a:avLst/>
          </a:prstGeom>
          <a:noFill/>
          <a:ln>
            <a:noFill/>
          </a:ln>
        </p:spPr>
        <p:txBody>
          <a:bodyPr anchorCtr="0" anchor="t" bIns="91425" lIns="91425" spcFirstLastPara="1" rIns="91425" wrap="square" tIns="91425">
            <a:noAutofit/>
          </a:bodyPr>
          <a:lstStyle>
            <a:lvl1pPr indent="-228600" lvl="0" marL="457200" marR="0" rtl="0" algn="l">
              <a:lnSpc>
                <a:spcPct val="100000"/>
              </a:lnSpc>
              <a:spcBef>
                <a:spcPts val="0"/>
              </a:spcBef>
              <a:spcAft>
                <a:spcPts val="0"/>
              </a:spcAft>
              <a:buClr>
                <a:schemeClr val="dk1"/>
              </a:buClr>
              <a:buSzPts val="1200"/>
              <a:buFont typeface="Arial"/>
              <a:buNone/>
              <a:defRPr b="0" i="0" sz="1200" u="none" cap="none" strike="noStrike">
                <a:solidFill>
                  <a:schemeClr val="dk1"/>
                </a:solidFill>
                <a:latin typeface="Arial"/>
                <a:ea typeface="Arial"/>
                <a:cs typeface="Arial"/>
                <a:sym typeface="Arial"/>
              </a:defRPr>
            </a:lvl1pPr>
            <a:lvl2pPr indent="-228600" lvl="1" marL="914400" marR="0" rtl="0" algn="l">
              <a:lnSpc>
                <a:spcPct val="100000"/>
              </a:lnSpc>
              <a:spcBef>
                <a:spcPts val="0"/>
              </a:spcBef>
              <a:spcAft>
                <a:spcPts val="0"/>
              </a:spcAft>
              <a:buClr>
                <a:schemeClr val="dk1"/>
              </a:buClr>
              <a:buSzPts val="1200"/>
              <a:buFont typeface="Arial"/>
              <a:buNone/>
              <a:defRPr b="0" i="0" sz="1200" u="none" cap="none" strike="noStrike">
                <a:solidFill>
                  <a:schemeClr val="dk1"/>
                </a:solidFill>
                <a:latin typeface="Arial"/>
                <a:ea typeface="Arial"/>
                <a:cs typeface="Arial"/>
                <a:sym typeface="Arial"/>
              </a:defRPr>
            </a:lvl2pPr>
            <a:lvl3pPr indent="-228600" lvl="2" marL="1371600" marR="0" rtl="0" algn="l">
              <a:lnSpc>
                <a:spcPct val="100000"/>
              </a:lnSpc>
              <a:spcBef>
                <a:spcPts val="0"/>
              </a:spcBef>
              <a:spcAft>
                <a:spcPts val="0"/>
              </a:spcAft>
              <a:buClr>
                <a:schemeClr val="dk1"/>
              </a:buClr>
              <a:buSzPts val="1200"/>
              <a:buFont typeface="Arial"/>
              <a:buNone/>
              <a:defRPr b="0" i="0" sz="1200" u="none" cap="none" strike="noStrike">
                <a:solidFill>
                  <a:schemeClr val="dk1"/>
                </a:solidFill>
                <a:latin typeface="Arial"/>
                <a:ea typeface="Arial"/>
                <a:cs typeface="Arial"/>
                <a:sym typeface="Arial"/>
              </a:defRPr>
            </a:lvl3pPr>
            <a:lvl4pPr indent="-228600" lvl="3" marL="1828800" marR="0" rtl="0" algn="l">
              <a:lnSpc>
                <a:spcPct val="100000"/>
              </a:lnSpc>
              <a:spcBef>
                <a:spcPts val="0"/>
              </a:spcBef>
              <a:spcAft>
                <a:spcPts val="0"/>
              </a:spcAft>
              <a:buClr>
                <a:schemeClr val="dk1"/>
              </a:buClr>
              <a:buSzPts val="1200"/>
              <a:buFont typeface="Arial"/>
              <a:buNone/>
              <a:defRPr b="0" i="0" sz="1200" u="none" cap="none" strike="noStrike">
                <a:solidFill>
                  <a:schemeClr val="dk1"/>
                </a:solidFill>
                <a:latin typeface="Arial"/>
                <a:ea typeface="Arial"/>
                <a:cs typeface="Arial"/>
                <a:sym typeface="Arial"/>
              </a:defRPr>
            </a:lvl4pPr>
            <a:lvl5pPr indent="-228600" lvl="4" marL="2286000" marR="0" rtl="0" algn="l">
              <a:lnSpc>
                <a:spcPct val="100000"/>
              </a:lnSpc>
              <a:spcBef>
                <a:spcPts val="0"/>
              </a:spcBef>
              <a:spcAft>
                <a:spcPts val="0"/>
              </a:spcAft>
              <a:buClr>
                <a:schemeClr val="dk1"/>
              </a:buClr>
              <a:buSzPts val="1200"/>
              <a:buFont typeface="Arial"/>
              <a:buNone/>
              <a:defRPr b="0" i="0" sz="1200" u="none" cap="none" strike="noStrike">
                <a:solidFill>
                  <a:schemeClr val="dk1"/>
                </a:solidFill>
                <a:latin typeface="Arial"/>
                <a:ea typeface="Arial"/>
                <a:cs typeface="Arial"/>
                <a:sym typeface="Arial"/>
              </a:defRPr>
            </a:lvl5pPr>
            <a:lvl6pPr indent="-228600" lvl="5" marL="2743200" marR="0" rtl="0" algn="l">
              <a:lnSpc>
                <a:spcPct val="100000"/>
              </a:lnSpc>
              <a:spcBef>
                <a:spcPts val="0"/>
              </a:spcBef>
              <a:spcAft>
                <a:spcPts val="0"/>
              </a:spcAft>
              <a:buClr>
                <a:schemeClr val="dk1"/>
              </a:buClr>
              <a:buSzPts val="1200"/>
              <a:buFont typeface="Arial"/>
              <a:buNone/>
              <a:defRPr b="0" i="0" sz="1200" u="none" cap="none" strike="noStrike">
                <a:solidFill>
                  <a:schemeClr val="dk1"/>
                </a:solidFill>
                <a:latin typeface="Arial"/>
                <a:ea typeface="Arial"/>
                <a:cs typeface="Arial"/>
                <a:sym typeface="Arial"/>
              </a:defRPr>
            </a:lvl6pPr>
            <a:lvl7pPr indent="-228600" lvl="6" marL="3200400" marR="0" rtl="0" algn="l">
              <a:lnSpc>
                <a:spcPct val="100000"/>
              </a:lnSpc>
              <a:spcBef>
                <a:spcPts val="0"/>
              </a:spcBef>
              <a:spcAft>
                <a:spcPts val="0"/>
              </a:spcAft>
              <a:buClr>
                <a:schemeClr val="dk1"/>
              </a:buClr>
              <a:buSzPts val="1200"/>
              <a:buFont typeface="Arial"/>
              <a:buNone/>
              <a:defRPr b="0" i="0" sz="1200" u="none" cap="none" strike="noStrike">
                <a:solidFill>
                  <a:schemeClr val="dk1"/>
                </a:solidFill>
                <a:latin typeface="Arial"/>
                <a:ea typeface="Arial"/>
                <a:cs typeface="Arial"/>
                <a:sym typeface="Arial"/>
              </a:defRPr>
            </a:lvl7pPr>
            <a:lvl8pPr indent="-228600" lvl="7" marL="3657600" marR="0" rtl="0" algn="l">
              <a:lnSpc>
                <a:spcPct val="100000"/>
              </a:lnSpc>
              <a:spcBef>
                <a:spcPts val="0"/>
              </a:spcBef>
              <a:spcAft>
                <a:spcPts val="0"/>
              </a:spcAft>
              <a:buClr>
                <a:schemeClr val="dk1"/>
              </a:buClr>
              <a:buSzPts val="1200"/>
              <a:buFont typeface="Arial"/>
              <a:buNone/>
              <a:defRPr b="0" i="0" sz="1200" u="none" cap="none" strike="noStrike">
                <a:solidFill>
                  <a:schemeClr val="dk1"/>
                </a:solidFill>
                <a:latin typeface="Arial"/>
                <a:ea typeface="Arial"/>
                <a:cs typeface="Arial"/>
                <a:sym typeface="Arial"/>
              </a:defRPr>
            </a:lvl8pPr>
            <a:lvl9pPr indent="-228600" lvl="8" marL="4114800" marR="0" rtl="0" algn="l">
              <a:lnSpc>
                <a:spcPct val="100000"/>
              </a:lnSpc>
              <a:spcBef>
                <a:spcPts val="0"/>
              </a:spcBef>
              <a:spcAft>
                <a:spcPts val="0"/>
              </a:spcAft>
              <a:buClr>
                <a:schemeClr val="dk1"/>
              </a:buClr>
              <a:buSzPts val="1200"/>
              <a:buFont typeface="Arial"/>
              <a:buNone/>
              <a:defRPr b="0" i="0" sz="1200" u="none" cap="none" strike="noStrike">
                <a:solidFill>
                  <a:schemeClr val="dk1"/>
                </a:solidFill>
                <a:latin typeface="Arial"/>
                <a:ea typeface="Arial"/>
                <a:cs typeface="Arial"/>
                <a:sym typeface="Arial"/>
              </a:defRPr>
            </a:lvl9pPr>
          </a:lstStyle>
          <a:p/>
        </p:txBody>
      </p:sp>
      <p:sp>
        <p:nvSpPr>
          <p:cNvPr id="6" name="Google Shape;6;n"/>
          <p:cNvSpPr txBox="1"/>
          <p:nvPr>
            <p:ph idx="11" type="ftr"/>
          </p:nvPr>
        </p:nvSpPr>
        <p:spPr>
          <a:xfrm>
            <a:off x="0" y="9478342"/>
            <a:ext cx="2961480" cy="498951"/>
          </a:xfrm>
          <a:prstGeom prst="rect">
            <a:avLst/>
          </a:prstGeom>
          <a:noFill/>
          <a:ln>
            <a:noFill/>
          </a:ln>
        </p:spPr>
        <p:txBody>
          <a:bodyPr anchorCtr="0" anchor="b" bIns="91425" lIns="91425" spcFirstLastPara="1" rIns="91425" wrap="square" tIns="91425">
            <a:noAutofit/>
          </a:bodyPr>
          <a:lstStyle>
            <a:lvl1pPr lvl="0" marR="0" rtl="0" algn="l">
              <a:lnSpc>
                <a:spcPct val="100000"/>
              </a:lnSpc>
              <a:spcBef>
                <a:spcPts val="0"/>
              </a:spcBef>
              <a:spcAft>
                <a:spcPts val="0"/>
              </a:spcAft>
              <a:buClr>
                <a:schemeClr val="dk1"/>
              </a:buClr>
              <a:buSzPts val="800"/>
              <a:buFont typeface="Arial"/>
              <a:buNone/>
              <a:defRPr b="0" i="0" sz="800" u="none" cap="none" strike="noStrike">
                <a:solidFill>
                  <a:schemeClr val="dk1"/>
                </a:solidFill>
                <a:latin typeface="Arial"/>
                <a:ea typeface="Arial"/>
                <a:cs typeface="Arial"/>
                <a:sym typeface="Arial"/>
              </a:defRPr>
            </a:lvl1pPr>
            <a:lvl2pPr lvl="1" marR="0" rtl="0" algn="l">
              <a:lnSpc>
                <a:spcPct val="100000"/>
              </a:lnSpc>
              <a:spcBef>
                <a:spcPts val="0"/>
              </a:spcBef>
              <a:spcAft>
                <a:spcPts val="0"/>
              </a:spcAft>
              <a:buClr>
                <a:schemeClr val="dk1"/>
              </a:buClr>
              <a:buSzPts val="1800"/>
              <a:buFont typeface="Arial"/>
              <a:buNone/>
              <a:defRPr b="0" i="0" sz="1800" u="none" cap="none" strike="noStrike">
                <a:solidFill>
                  <a:schemeClr val="dk1"/>
                </a:solidFill>
                <a:latin typeface="Arial"/>
                <a:ea typeface="Arial"/>
                <a:cs typeface="Arial"/>
                <a:sym typeface="Arial"/>
              </a:defRPr>
            </a:lvl2pPr>
            <a:lvl3pPr lvl="2" marR="0" rtl="0" algn="l">
              <a:lnSpc>
                <a:spcPct val="100000"/>
              </a:lnSpc>
              <a:spcBef>
                <a:spcPts val="0"/>
              </a:spcBef>
              <a:spcAft>
                <a:spcPts val="0"/>
              </a:spcAft>
              <a:buClr>
                <a:schemeClr val="dk1"/>
              </a:buClr>
              <a:buSzPts val="1800"/>
              <a:buFont typeface="Arial"/>
              <a:buNone/>
              <a:defRPr b="0" i="0" sz="1800" u="none" cap="none" strike="noStrike">
                <a:solidFill>
                  <a:schemeClr val="dk1"/>
                </a:solidFill>
                <a:latin typeface="Arial"/>
                <a:ea typeface="Arial"/>
                <a:cs typeface="Arial"/>
                <a:sym typeface="Arial"/>
              </a:defRPr>
            </a:lvl3pPr>
            <a:lvl4pPr lvl="3" marR="0" rtl="0" algn="l">
              <a:lnSpc>
                <a:spcPct val="100000"/>
              </a:lnSpc>
              <a:spcBef>
                <a:spcPts val="0"/>
              </a:spcBef>
              <a:spcAft>
                <a:spcPts val="0"/>
              </a:spcAft>
              <a:buClr>
                <a:schemeClr val="dk1"/>
              </a:buClr>
              <a:buSzPts val="1800"/>
              <a:buFont typeface="Arial"/>
              <a:buNone/>
              <a:defRPr b="0" i="0" sz="1800" u="none" cap="none" strike="noStrike">
                <a:solidFill>
                  <a:schemeClr val="dk1"/>
                </a:solidFill>
                <a:latin typeface="Arial"/>
                <a:ea typeface="Arial"/>
                <a:cs typeface="Arial"/>
                <a:sym typeface="Arial"/>
              </a:defRPr>
            </a:lvl4pPr>
            <a:lvl5pPr lvl="4" marR="0" rtl="0" algn="l">
              <a:lnSpc>
                <a:spcPct val="100000"/>
              </a:lnSpc>
              <a:spcBef>
                <a:spcPts val="0"/>
              </a:spcBef>
              <a:spcAft>
                <a:spcPts val="0"/>
              </a:spcAft>
              <a:buClr>
                <a:schemeClr val="dk1"/>
              </a:buClr>
              <a:buSzPts val="1800"/>
              <a:buFont typeface="Arial"/>
              <a:buNone/>
              <a:defRPr b="0" i="0" sz="1800" u="none" cap="none" strike="noStrike">
                <a:solidFill>
                  <a:schemeClr val="dk1"/>
                </a:solidFill>
                <a:latin typeface="Arial"/>
                <a:ea typeface="Arial"/>
                <a:cs typeface="Arial"/>
                <a:sym typeface="Arial"/>
              </a:defRPr>
            </a:lvl5pPr>
            <a:lvl6pPr lvl="5" marR="0" rtl="0" algn="l">
              <a:lnSpc>
                <a:spcPct val="100000"/>
              </a:lnSpc>
              <a:spcBef>
                <a:spcPts val="0"/>
              </a:spcBef>
              <a:spcAft>
                <a:spcPts val="0"/>
              </a:spcAft>
              <a:buClr>
                <a:schemeClr val="dk1"/>
              </a:buClr>
              <a:buSzPts val="1800"/>
              <a:buFont typeface="Arial"/>
              <a:buNone/>
              <a:defRPr b="0" i="0" sz="1800" u="none" cap="none" strike="noStrike">
                <a:solidFill>
                  <a:schemeClr val="dk1"/>
                </a:solidFill>
                <a:latin typeface="Arial"/>
                <a:ea typeface="Arial"/>
                <a:cs typeface="Arial"/>
                <a:sym typeface="Arial"/>
              </a:defRPr>
            </a:lvl6pPr>
            <a:lvl7pPr lvl="6" marR="0" rtl="0" algn="l">
              <a:lnSpc>
                <a:spcPct val="100000"/>
              </a:lnSpc>
              <a:spcBef>
                <a:spcPts val="0"/>
              </a:spcBef>
              <a:spcAft>
                <a:spcPts val="0"/>
              </a:spcAft>
              <a:buClr>
                <a:schemeClr val="dk1"/>
              </a:buClr>
              <a:buSzPts val="1800"/>
              <a:buFont typeface="Arial"/>
              <a:buNone/>
              <a:defRPr b="0" i="0" sz="1800" u="none" cap="none" strike="noStrike">
                <a:solidFill>
                  <a:schemeClr val="dk1"/>
                </a:solidFill>
                <a:latin typeface="Arial"/>
                <a:ea typeface="Arial"/>
                <a:cs typeface="Arial"/>
                <a:sym typeface="Arial"/>
              </a:defRPr>
            </a:lvl7pPr>
            <a:lvl8pPr lvl="7" marR="0" rtl="0" algn="l">
              <a:lnSpc>
                <a:spcPct val="100000"/>
              </a:lnSpc>
              <a:spcBef>
                <a:spcPts val="0"/>
              </a:spcBef>
              <a:spcAft>
                <a:spcPts val="0"/>
              </a:spcAft>
              <a:buClr>
                <a:schemeClr val="dk1"/>
              </a:buClr>
              <a:buSzPts val="1800"/>
              <a:buFont typeface="Arial"/>
              <a:buNone/>
              <a:defRPr b="0" i="0" sz="1800" u="none" cap="none" strike="noStrike">
                <a:solidFill>
                  <a:schemeClr val="dk1"/>
                </a:solidFill>
                <a:latin typeface="Arial"/>
                <a:ea typeface="Arial"/>
                <a:cs typeface="Arial"/>
                <a:sym typeface="Arial"/>
              </a:defRPr>
            </a:lvl8pPr>
            <a:lvl9pPr lvl="8" marR="0" rtl="0" algn="l">
              <a:lnSpc>
                <a:spcPct val="100000"/>
              </a:lnSpc>
              <a:spcBef>
                <a:spcPts val="0"/>
              </a:spcBef>
              <a:spcAft>
                <a:spcPts val="0"/>
              </a:spcAft>
              <a:buClr>
                <a:schemeClr val="dk1"/>
              </a:buClr>
              <a:buSzPts val="1800"/>
              <a:buFont typeface="Arial"/>
              <a:buNone/>
              <a:defRPr b="0" i="0" sz="1800" u="none" cap="none" strike="noStrike">
                <a:solidFill>
                  <a:schemeClr val="dk1"/>
                </a:solidFill>
                <a:latin typeface="Arial"/>
                <a:ea typeface="Arial"/>
                <a:cs typeface="Arial"/>
                <a:sym typeface="Arial"/>
              </a:defRPr>
            </a:lvl9pPr>
          </a:lstStyle>
          <a:p/>
        </p:txBody>
      </p:sp>
      <p:sp>
        <p:nvSpPr>
          <p:cNvPr id="7" name="Google Shape;7;n"/>
          <p:cNvSpPr txBox="1"/>
          <p:nvPr>
            <p:ph idx="12" type="sldNum"/>
          </p:nvPr>
        </p:nvSpPr>
        <p:spPr>
          <a:xfrm>
            <a:off x="3871125" y="9478342"/>
            <a:ext cx="2961480" cy="498951"/>
          </a:xfrm>
          <a:prstGeom prst="rect">
            <a:avLst/>
          </a:prstGeom>
          <a:noFill/>
          <a:ln>
            <a:noFill/>
          </a:ln>
        </p:spPr>
        <p:txBody>
          <a:bodyPr anchorCtr="0" anchor="b" bIns="180000" lIns="72000" spcFirstLastPara="1" rIns="180000" wrap="square" tIns="36000">
            <a:noAutofit/>
          </a:bodyPr>
          <a:lstStyle/>
          <a:p>
            <a:pPr indent="0" lvl="0" marL="0" marR="0" rtl="0" algn="r">
              <a:lnSpc>
                <a:spcPct val="100000"/>
              </a:lnSpc>
              <a:spcBef>
                <a:spcPts val="0"/>
              </a:spcBef>
              <a:spcAft>
                <a:spcPts val="0"/>
              </a:spcAft>
              <a:buClr>
                <a:schemeClr val="dk1"/>
              </a:buClr>
              <a:buSzPts val="200"/>
              <a:buFont typeface="Arial"/>
              <a:buNone/>
            </a:pPr>
            <a:fld id="{00000000-1234-1234-1234-123412341234}" type="slidenum">
              <a:rPr b="1" i="0" lang="es-AR" sz="800" u="none" cap="none" strike="noStrike">
                <a:solidFill>
                  <a:schemeClr val="dk1"/>
                </a:solidFill>
                <a:latin typeface="Arial"/>
                <a:ea typeface="Arial"/>
                <a:cs typeface="Arial"/>
                <a:sym typeface="Arial"/>
              </a:rPr>
              <a:t>‹#›</a:t>
            </a:fld>
            <a:endParaRPr b="1" i="0" sz="800" u="none" cap="none" strike="noStrike">
              <a:solidFill>
                <a:schemeClr val="dk1"/>
              </a:solidFill>
              <a:latin typeface="Arial"/>
              <a:ea typeface="Arial"/>
              <a:cs typeface="Arial"/>
              <a:sym typeface="Arial"/>
            </a:endParaRPr>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hyperlink" Target="https://docs.google.com/document/d/1pNOKHviIVjcGPQqu7Ny7VQprv1NMU2sa/edit?usp=sharing&amp;ouid=105881844355468588385&amp;rtpof=true&amp;sd=true" TargetMode="Externa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4" name="Shape 24"/>
        <p:cNvGrpSpPr/>
        <p:nvPr/>
      </p:nvGrpSpPr>
      <p:grpSpPr>
        <a:xfrm>
          <a:off x="0" y="0"/>
          <a:ext cx="0" cy="0"/>
          <a:chOff x="0" y="0"/>
          <a:chExt cx="0" cy="0"/>
        </a:xfrm>
      </p:grpSpPr>
      <p:sp>
        <p:nvSpPr>
          <p:cNvPr id="25" name="Google Shape;25;p1:notes"/>
          <p:cNvSpPr txBox="1"/>
          <p:nvPr>
            <p:ph idx="1" type="body"/>
          </p:nvPr>
        </p:nvSpPr>
        <p:spPr>
          <a:xfrm>
            <a:off x="213545" y="4740037"/>
            <a:ext cx="6407095" cy="4615329"/>
          </a:xfrm>
          <a:prstGeom prst="rect">
            <a:avLst/>
          </a:prstGeom>
          <a:noFill/>
          <a:ln>
            <a:noFill/>
          </a:ln>
        </p:spPr>
        <p:txBody>
          <a:bodyPr anchorCtr="0" anchor="t" bIns="91425" lIns="91425" spcFirstLastPara="1" rIns="91425" wrap="square" tIns="91425">
            <a:noAutofit/>
          </a:bodyPr>
          <a:lstStyle/>
          <a:p>
            <a:pPr indent="0" lvl="0" marL="0" rtl="0" algn="just">
              <a:lnSpc>
                <a:spcPct val="100000"/>
              </a:lnSpc>
              <a:spcBef>
                <a:spcPts val="0"/>
              </a:spcBef>
              <a:spcAft>
                <a:spcPts val="0"/>
              </a:spcAft>
              <a:buClr>
                <a:schemeClr val="dk1"/>
              </a:buClr>
              <a:buSzPts val="1100"/>
              <a:buFont typeface="Arial"/>
              <a:buNone/>
            </a:pPr>
            <a:r>
              <a:rPr lang="es-AR">
                <a:latin typeface="Calibri"/>
                <a:ea typeface="Calibri"/>
                <a:cs typeface="Calibri"/>
                <a:sym typeface="Calibri"/>
              </a:rPr>
              <a:t>Las personas pasan la mayor parte de su tiempo viviendo o trabajando en organizaciones. </a:t>
            </a:r>
            <a:endParaRPr>
              <a:latin typeface="Calibri"/>
              <a:ea typeface="Calibri"/>
              <a:cs typeface="Calibri"/>
              <a:sym typeface="Calibri"/>
            </a:endParaRPr>
          </a:p>
          <a:p>
            <a:pPr indent="0" lvl="0" marL="0" rtl="0" algn="just">
              <a:lnSpc>
                <a:spcPct val="100000"/>
              </a:lnSpc>
              <a:spcBef>
                <a:spcPts val="0"/>
              </a:spcBef>
              <a:spcAft>
                <a:spcPts val="0"/>
              </a:spcAft>
              <a:buClr>
                <a:schemeClr val="dk1"/>
              </a:buClr>
              <a:buSzPts val="1100"/>
              <a:buFont typeface="Arial"/>
              <a:buNone/>
            </a:pPr>
            <a:r>
              <a:rPr lang="es-AR">
                <a:latin typeface="Calibri"/>
                <a:ea typeface="Calibri"/>
                <a:cs typeface="Calibri"/>
                <a:sym typeface="Calibri"/>
              </a:rPr>
              <a:t>Las personas nacen, crecen, se educan, trabajan y se divierten dentro de organizaciones, las cuales determinan que los individuos dependan cada vez más de las actividades en grupo. Si bien las personas conforman las organizaciones, éstas constituyen para aquéllas un medio de lograr muchos y variados objetivos personales, que no podrían alcanzarse mediante el esfuerzo individual.</a:t>
            </a:r>
            <a:endParaRPr/>
          </a:p>
        </p:txBody>
      </p:sp>
      <p:sp>
        <p:nvSpPr>
          <p:cNvPr id="26" name="Google Shape;26;p1:notes"/>
          <p:cNvSpPr/>
          <p:nvPr>
            <p:ph idx="2" type="sldImg"/>
          </p:nvPr>
        </p:nvSpPr>
        <p:spPr>
          <a:xfrm>
            <a:off x="534988" y="623888"/>
            <a:ext cx="5764212" cy="3990975"/>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1" name="Shape 31"/>
        <p:cNvGrpSpPr/>
        <p:nvPr/>
      </p:nvGrpSpPr>
      <p:grpSpPr>
        <a:xfrm>
          <a:off x="0" y="0"/>
          <a:ext cx="0" cy="0"/>
          <a:chOff x="0" y="0"/>
          <a:chExt cx="0" cy="0"/>
        </a:xfrm>
      </p:grpSpPr>
      <p:sp>
        <p:nvSpPr>
          <p:cNvPr id="32" name="Google Shape;32;p2:notes"/>
          <p:cNvSpPr txBox="1"/>
          <p:nvPr>
            <p:ph idx="1" type="body"/>
          </p:nvPr>
        </p:nvSpPr>
        <p:spPr>
          <a:xfrm>
            <a:off x="213545" y="4740037"/>
            <a:ext cx="6407095" cy="4615329"/>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Clr>
                <a:schemeClr val="dk1"/>
              </a:buClr>
              <a:buSzPts val="1200"/>
              <a:buFont typeface="Arial"/>
              <a:buNone/>
            </a:pPr>
            <a:r>
              <a:t/>
            </a:r>
            <a:endParaRPr b="0" i="0" sz="1200" u="none" cap="none" strike="noStrike">
              <a:solidFill>
                <a:schemeClr val="dk1"/>
              </a:solidFill>
              <a:latin typeface="Arial"/>
              <a:ea typeface="Arial"/>
              <a:cs typeface="Arial"/>
              <a:sym typeface="Arial"/>
            </a:endParaRPr>
          </a:p>
        </p:txBody>
      </p:sp>
      <p:sp>
        <p:nvSpPr>
          <p:cNvPr id="33" name="Google Shape;33;p2:notes"/>
          <p:cNvSpPr/>
          <p:nvPr>
            <p:ph idx="2" type="sldImg"/>
          </p:nvPr>
        </p:nvSpPr>
        <p:spPr>
          <a:xfrm>
            <a:off x="534988" y="623888"/>
            <a:ext cx="5764212" cy="3990975"/>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4" name="Shape 44"/>
        <p:cNvGrpSpPr/>
        <p:nvPr/>
      </p:nvGrpSpPr>
      <p:grpSpPr>
        <a:xfrm>
          <a:off x="0" y="0"/>
          <a:ext cx="0" cy="0"/>
          <a:chOff x="0" y="0"/>
          <a:chExt cx="0" cy="0"/>
        </a:xfrm>
      </p:grpSpPr>
      <p:sp>
        <p:nvSpPr>
          <p:cNvPr id="45" name="Google Shape;45;p4:notes"/>
          <p:cNvSpPr txBox="1"/>
          <p:nvPr>
            <p:ph idx="1" type="body"/>
          </p:nvPr>
        </p:nvSpPr>
        <p:spPr>
          <a:xfrm>
            <a:off x="213545" y="4740037"/>
            <a:ext cx="6407100" cy="4615199"/>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Clr>
                <a:schemeClr val="dk1"/>
              </a:buClr>
              <a:buSzPts val="1200"/>
              <a:buFont typeface="Arial"/>
              <a:buNone/>
            </a:pPr>
            <a:r>
              <a:t/>
            </a:r>
            <a:endParaRPr/>
          </a:p>
        </p:txBody>
      </p:sp>
      <p:sp>
        <p:nvSpPr>
          <p:cNvPr id="46" name="Google Shape;46;p4:notes"/>
          <p:cNvSpPr/>
          <p:nvPr>
            <p:ph idx="2" type="sldImg"/>
          </p:nvPr>
        </p:nvSpPr>
        <p:spPr>
          <a:xfrm>
            <a:off x="534988" y="623888"/>
            <a:ext cx="5764212" cy="3990975"/>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4" name="Shape 84"/>
        <p:cNvGrpSpPr/>
        <p:nvPr/>
      </p:nvGrpSpPr>
      <p:grpSpPr>
        <a:xfrm>
          <a:off x="0" y="0"/>
          <a:ext cx="0" cy="0"/>
          <a:chOff x="0" y="0"/>
          <a:chExt cx="0" cy="0"/>
        </a:xfrm>
      </p:grpSpPr>
      <p:sp>
        <p:nvSpPr>
          <p:cNvPr id="85" name="Google Shape;85;p12:notes"/>
          <p:cNvSpPr txBox="1"/>
          <p:nvPr>
            <p:ph idx="1" type="body"/>
          </p:nvPr>
        </p:nvSpPr>
        <p:spPr>
          <a:xfrm>
            <a:off x="213545" y="4740037"/>
            <a:ext cx="6407095" cy="4615329"/>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200"/>
              <a:buNone/>
            </a:pPr>
            <a:r>
              <a:t/>
            </a:r>
            <a:endParaRPr/>
          </a:p>
        </p:txBody>
      </p:sp>
      <p:sp>
        <p:nvSpPr>
          <p:cNvPr id="86" name="Google Shape;86;p12:notes"/>
          <p:cNvSpPr/>
          <p:nvPr>
            <p:ph idx="2" type="sldImg"/>
          </p:nvPr>
        </p:nvSpPr>
        <p:spPr>
          <a:xfrm>
            <a:off x="534988" y="623888"/>
            <a:ext cx="5764212" cy="3990975"/>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2" name="Shape 92"/>
        <p:cNvGrpSpPr/>
        <p:nvPr/>
      </p:nvGrpSpPr>
      <p:grpSpPr>
        <a:xfrm>
          <a:off x="0" y="0"/>
          <a:ext cx="0" cy="0"/>
          <a:chOff x="0" y="0"/>
          <a:chExt cx="0" cy="0"/>
        </a:xfrm>
      </p:grpSpPr>
      <p:sp>
        <p:nvSpPr>
          <p:cNvPr id="93" name="Google Shape;93;p18:notes"/>
          <p:cNvSpPr txBox="1"/>
          <p:nvPr>
            <p:ph idx="1" type="body"/>
          </p:nvPr>
        </p:nvSpPr>
        <p:spPr>
          <a:xfrm>
            <a:off x="213545" y="4740037"/>
            <a:ext cx="6407095" cy="4615329"/>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Clr>
                <a:schemeClr val="dk1"/>
              </a:buClr>
              <a:buSzPts val="1200"/>
              <a:buFont typeface="Arial"/>
              <a:buNone/>
            </a:pPr>
            <a:r>
              <a:t/>
            </a:r>
            <a:endParaRPr b="0" i="0" sz="1200" u="none" cap="none" strike="noStrike">
              <a:solidFill>
                <a:schemeClr val="dk1"/>
              </a:solidFill>
              <a:latin typeface="Arial"/>
              <a:ea typeface="Arial"/>
              <a:cs typeface="Arial"/>
              <a:sym typeface="Arial"/>
            </a:endParaRPr>
          </a:p>
        </p:txBody>
      </p:sp>
      <p:sp>
        <p:nvSpPr>
          <p:cNvPr id="94" name="Google Shape;94;p18:notes"/>
          <p:cNvSpPr/>
          <p:nvPr>
            <p:ph idx="2" type="sldImg"/>
          </p:nvPr>
        </p:nvSpPr>
        <p:spPr>
          <a:xfrm>
            <a:off x="534988" y="623888"/>
            <a:ext cx="5764212" cy="3990975"/>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5" name="Shape 105"/>
        <p:cNvGrpSpPr/>
        <p:nvPr/>
      </p:nvGrpSpPr>
      <p:grpSpPr>
        <a:xfrm>
          <a:off x="0" y="0"/>
          <a:ext cx="0" cy="0"/>
          <a:chOff x="0" y="0"/>
          <a:chExt cx="0" cy="0"/>
        </a:xfrm>
      </p:grpSpPr>
      <p:sp>
        <p:nvSpPr>
          <p:cNvPr id="106" name="Google Shape;106;p25:notes"/>
          <p:cNvSpPr/>
          <p:nvPr>
            <p:ph idx="2" type="sldImg"/>
          </p:nvPr>
        </p:nvSpPr>
        <p:spPr>
          <a:xfrm>
            <a:off x="534988" y="623888"/>
            <a:ext cx="5764212" cy="3990975"/>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07" name="Google Shape;107;p25:notes"/>
          <p:cNvSpPr txBox="1"/>
          <p:nvPr>
            <p:ph idx="1" type="body"/>
          </p:nvPr>
        </p:nvSpPr>
        <p:spPr>
          <a:xfrm>
            <a:off x="213545" y="4740037"/>
            <a:ext cx="6407095" cy="4615329"/>
          </a:xfrm>
          <a:prstGeom prst="rect">
            <a:avLst/>
          </a:prstGeom>
          <a:noFill/>
          <a:ln>
            <a:noFill/>
          </a:ln>
        </p:spPr>
        <p:txBody>
          <a:bodyPr anchorCtr="0" anchor="t" bIns="91425" lIns="91425" spcFirstLastPara="1" rIns="91425" wrap="square" tIns="91425">
            <a:noAutofit/>
          </a:bodyPr>
          <a:lstStyle/>
          <a:p>
            <a:pPr indent="-228600" lvl="0" marL="457200" marR="0" rtl="0" algn="l">
              <a:lnSpc>
                <a:spcPct val="100000"/>
              </a:lnSpc>
              <a:spcBef>
                <a:spcPts val="0"/>
              </a:spcBef>
              <a:spcAft>
                <a:spcPts val="0"/>
              </a:spcAft>
              <a:buClr>
                <a:schemeClr val="dk1"/>
              </a:buClr>
              <a:buSzPts val="1200"/>
              <a:buFont typeface="Arial"/>
              <a:buNone/>
            </a:pPr>
            <a:r>
              <a:rPr lang="es-AR"/>
              <a:t>https://www.linkedin.com/pulse/clarifying-terms-human-resource-hr-blueprint-action-dave-ulrich/</a:t>
            </a:r>
            <a:endParaRPr/>
          </a:p>
          <a:p>
            <a:pPr indent="-228600" lvl="0" marL="457200" marR="0" rtl="0" algn="l">
              <a:lnSpc>
                <a:spcPct val="100000"/>
              </a:lnSpc>
              <a:spcBef>
                <a:spcPts val="0"/>
              </a:spcBef>
              <a:spcAft>
                <a:spcPts val="0"/>
              </a:spcAft>
              <a:buClr>
                <a:schemeClr val="dk1"/>
              </a:buClr>
              <a:buSzPts val="1200"/>
              <a:buFont typeface="Arial"/>
              <a:buNone/>
            </a:pPr>
            <a:r>
              <a:t/>
            </a:r>
            <a:endParaRPr/>
          </a:p>
          <a:p>
            <a:pPr indent="-228600" lvl="0" marL="457200" marR="0" rtl="0" algn="l">
              <a:lnSpc>
                <a:spcPct val="100000"/>
              </a:lnSpc>
              <a:spcBef>
                <a:spcPts val="0"/>
              </a:spcBef>
              <a:spcAft>
                <a:spcPts val="0"/>
              </a:spcAft>
              <a:buClr>
                <a:schemeClr val="dk1"/>
              </a:buClr>
              <a:buSzPts val="1200"/>
              <a:buFont typeface="Arial"/>
              <a:buNone/>
            </a:pPr>
            <a:r>
              <a:rPr lang="es-AR"/>
              <a:t>PERSONAS - se enfoca en las personas, el talento, el empleado o la fuerza laboral. Las personas son la materia prima de cualquier organización. Llevan consigo habilidades y actitudes que conforman una organización. El trabajo de Recursos Humanos es ayudar a los empleados a desarrollar su potencial, mejorar sus competencias y crear experiencias positivas.</a:t>
            </a:r>
            <a:endParaRPr/>
          </a:p>
          <a:p>
            <a:pPr indent="-228600" lvl="0" marL="457200" marR="0" rtl="0" algn="l">
              <a:lnSpc>
                <a:spcPct val="100000"/>
              </a:lnSpc>
              <a:spcBef>
                <a:spcPts val="0"/>
              </a:spcBef>
              <a:spcAft>
                <a:spcPts val="0"/>
              </a:spcAft>
              <a:buClr>
                <a:schemeClr val="dk1"/>
              </a:buClr>
              <a:buSzPts val="1200"/>
              <a:buFont typeface="Arial"/>
              <a:buNone/>
            </a:pPr>
            <a:r>
              <a:rPr lang="es-AR"/>
              <a:t>ORGANIZACION se enfoca en cómo las personas se unen para trabajar colectivamente juntas para convertirse en más que sus esfuerzos separados. Una organización puede definirse menos por su estructura (morfología, jerarquía, roles) y más por las capacidades que posee (lo que la organización es conocida y bueno en hacer). En psicología, los individuos tienen rasgos físicos y de carácter que se unen para formar la personalidad; del mismo modo, las organizaciones combinan las competencias individuales en las capacidades de la organización. El trabajo de Recursos Humanos es identificar y desarrollar las capacidades de la organización que brindan resultados de empleados, estratégicos, clientes, financieros y comunitarios.</a:t>
            </a:r>
            <a:endParaRPr/>
          </a:p>
          <a:p>
            <a:pPr indent="-228600" lvl="0" marL="457200" marR="0" rtl="0" algn="l">
              <a:lnSpc>
                <a:spcPct val="100000"/>
              </a:lnSpc>
              <a:spcBef>
                <a:spcPts val="0"/>
              </a:spcBef>
              <a:spcAft>
                <a:spcPts val="0"/>
              </a:spcAft>
              <a:buClr>
                <a:schemeClr val="dk1"/>
              </a:buClr>
              <a:buSzPts val="1200"/>
              <a:buFont typeface="Arial"/>
              <a:buNone/>
            </a:pPr>
            <a:r>
              <a:rPr lang="es-AR"/>
              <a:t>LIDERAZGO - se refiere tanto a los líderes individuales en todos los niveles de una organización como a la capacidad general de liderazgo  de una organización. Los líderes (competencias individuales) y el liderazgo (capacidad de la organización) moldean tanto el comportamiento individual cuando las personas hacen lo que hacen sus líderes como los procesos de la organización, ya que las capacidades de la organización a menudo reflejan las competencias de los líderes.</a:t>
            </a:r>
            <a:endParaRPr/>
          </a:p>
          <a:p>
            <a:pPr indent="-228600" lvl="0" marL="457200" marR="0" rtl="0" algn="l">
              <a:lnSpc>
                <a:spcPct val="100000"/>
              </a:lnSpc>
              <a:spcBef>
                <a:spcPts val="0"/>
              </a:spcBef>
              <a:spcAft>
                <a:spcPts val="0"/>
              </a:spcAft>
              <a:buClr>
                <a:schemeClr val="dk1"/>
              </a:buClr>
              <a:buSzPts val="1200"/>
              <a:buFont typeface="Arial"/>
              <a:buNone/>
            </a:pPr>
            <a:r>
              <a:t/>
            </a:r>
            <a:endParaRPr/>
          </a:p>
        </p:txBody>
      </p:sp>
      <p:sp>
        <p:nvSpPr>
          <p:cNvPr id="108" name="Google Shape;108;p25:notes"/>
          <p:cNvSpPr txBox="1"/>
          <p:nvPr>
            <p:ph idx="12" type="sldNum"/>
          </p:nvPr>
        </p:nvSpPr>
        <p:spPr>
          <a:xfrm>
            <a:off x="3871125" y="9478342"/>
            <a:ext cx="2961480" cy="498951"/>
          </a:xfrm>
          <a:prstGeom prst="rect">
            <a:avLst/>
          </a:prstGeom>
          <a:noFill/>
          <a:ln>
            <a:noFill/>
          </a:ln>
        </p:spPr>
        <p:txBody>
          <a:bodyPr anchorCtr="0" anchor="b" bIns="180000" lIns="72000" spcFirstLastPara="1" rIns="180000" wrap="square" tIns="36000">
            <a:noAutofit/>
          </a:bodyPr>
          <a:lstStyle/>
          <a:p>
            <a:pPr indent="0" lvl="0" marL="0" marR="0" rtl="0" algn="r">
              <a:lnSpc>
                <a:spcPct val="100000"/>
              </a:lnSpc>
              <a:spcBef>
                <a:spcPts val="0"/>
              </a:spcBef>
              <a:spcAft>
                <a:spcPts val="0"/>
              </a:spcAft>
              <a:buClr>
                <a:schemeClr val="dk1"/>
              </a:buClr>
              <a:buSzPts val="200"/>
              <a:buFont typeface="Arial"/>
              <a:buNone/>
            </a:pPr>
            <a:fld id="{00000000-1234-1234-1234-123412341234}" type="slidenum">
              <a:rPr b="1" i="0" lang="es-AR" sz="800" u="none" cap="none" strike="noStrike">
                <a:solidFill>
                  <a:schemeClr val="dk1"/>
                </a:solidFill>
                <a:latin typeface="Arial"/>
                <a:ea typeface="Arial"/>
                <a:cs typeface="Arial"/>
                <a:sym typeface="Arial"/>
              </a:rPr>
              <a:t>‹#›</a:t>
            </a:fld>
            <a:endParaRPr b="1" i="0" sz="800" u="none" cap="none" strike="noStrike">
              <a:solidFill>
                <a:schemeClr val="dk1"/>
              </a:solidFill>
              <a:latin typeface="Arial"/>
              <a:ea typeface="Arial"/>
              <a:cs typeface="Arial"/>
              <a:sym typeface="Arial"/>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9" name="Shape 139"/>
        <p:cNvGrpSpPr/>
        <p:nvPr/>
      </p:nvGrpSpPr>
      <p:grpSpPr>
        <a:xfrm>
          <a:off x="0" y="0"/>
          <a:ext cx="0" cy="0"/>
          <a:chOff x="0" y="0"/>
          <a:chExt cx="0" cy="0"/>
        </a:xfrm>
      </p:grpSpPr>
      <p:sp>
        <p:nvSpPr>
          <p:cNvPr id="140" name="Google Shape;140;p26:notes"/>
          <p:cNvSpPr/>
          <p:nvPr>
            <p:ph idx="2" type="sldImg"/>
          </p:nvPr>
        </p:nvSpPr>
        <p:spPr>
          <a:xfrm>
            <a:off x="534988" y="623888"/>
            <a:ext cx="5764212" cy="3990975"/>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41" name="Google Shape;141;p26:notes"/>
          <p:cNvSpPr txBox="1"/>
          <p:nvPr>
            <p:ph idx="1" type="body"/>
          </p:nvPr>
        </p:nvSpPr>
        <p:spPr>
          <a:xfrm>
            <a:off x="213545" y="4740037"/>
            <a:ext cx="6407095" cy="4615329"/>
          </a:xfrm>
          <a:prstGeom prst="rect">
            <a:avLst/>
          </a:prstGeom>
          <a:noFill/>
          <a:ln>
            <a:noFill/>
          </a:ln>
        </p:spPr>
        <p:txBody>
          <a:bodyPr anchorCtr="0" anchor="t" bIns="91425" lIns="91425" spcFirstLastPara="1" rIns="91425" wrap="square" tIns="91425">
            <a:noAutofit/>
          </a:bodyPr>
          <a:lstStyle/>
          <a:p>
            <a:pPr indent="-228600" lvl="0" marL="457200" marR="0" rtl="0" algn="l">
              <a:lnSpc>
                <a:spcPct val="100000"/>
              </a:lnSpc>
              <a:spcBef>
                <a:spcPts val="0"/>
              </a:spcBef>
              <a:spcAft>
                <a:spcPts val="0"/>
              </a:spcAft>
              <a:buClr>
                <a:schemeClr val="dk1"/>
              </a:buClr>
              <a:buSzPts val="1200"/>
              <a:buFont typeface="Arial"/>
              <a:buNone/>
            </a:pPr>
            <a:r>
              <a:rPr b="1" lang="es-AR"/>
              <a:t>1) Proposito de HR: </a:t>
            </a:r>
            <a:r>
              <a:rPr lang="es-AR"/>
              <a:t> Administrativo, Funcional, Estrategia.</a:t>
            </a:r>
            <a:endParaRPr/>
          </a:p>
          <a:p>
            <a:pPr indent="-228600" lvl="0" marL="457200" marR="0" rtl="0" algn="l">
              <a:lnSpc>
                <a:spcPct val="100000"/>
              </a:lnSpc>
              <a:spcBef>
                <a:spcPts val="0"/>
              </a:spcBef>
              <a:spcAft>
                <a:spcPts val="0"/>
              </a:spcAft>
              <a:buClr>
                <a:schemeClr val="dk1"/>
              </a:buClr>
              <a:buSzPts val="1200"/>
              <a:buFont typeface="Arial"/>
              <a:buNone/>
            </a:pPr>
            <a:r>
              <a:rPr b="1" lang="es-AR"/>
              <a:t>2) Estrategia de HR: </a:t>
            </a:r>
            <a:r>
              <a:rPr lang="es-AR"/>
              <a:t>Mision, Vision, Metas y Objetivos.</a:t>
            </a:r>
            <a:endParaRPr/>
          </a:p>
          <a:p>
            <a:pPr indent="-228600" lvl="0" marL="457200" marR="0" rtl="0" algn="l">
              <a:lnSpc>
                <a:spcPct val="100000"/>
              </a:lnSpc>
              <a:spcBef>
                <a:spcPts val="0"/>
              </a:spcBef>
              <a:spcAft>
                <a:spcPts val="0"/>
              </a:spcAft>
              <a:buClr>
                <a:schemeClr val="dk1"/>
              </a:buClr>
              <a:buSzPts val="1200"/>
              <a:buFont typeface="Arial"/>
              <a:buNone/>
            </a:pPr>
            <a:r>
              <a:rPr b="1" lang="es-AR"/>
              <a:t>3) Partes interesadas HR: </a:t>
            </a:r>
            <a:r>
              <a:rPr lang="es-AR"/>
              <a:t>Empleados, Estrategia de Negocios, Clientes, Inversores, Comunicad</a:t>
            </a:r>
            <a:endParaRPr/>
          </a:p>
          <a:p>
            <a:pPr indent="-228600" lvl="0" marL="457200" marR="0" rtl="0" algn="l">
              <a:lnSpc>
                <a:spcPct val="100000"/>
              </a:lnSpc>
              <a:spcBef>
                <a:spcPts val="0"/>
              </a:spcBef>
              <a:spcAft>
                <a:spcPts val="0"/>
              </a:spcAft>
              <a:buClr>
                <a:schemeClr val="dk1"/>
              </a:buClr>
              <a:buSzPts val="1200"/>
              <a:buFont typeface="Arial"/>
              <a:buNone/>
            </a:pPr>
            <a:r>
              <a:rPr lang="es-AR"/>
              <a:t>4</a:t>
            </a:r>
            <a:r>
              <a:rPr b="1" lang="es-AR"/>
              <a:t>) Iniciativas de HR: </a:t>
            </a:r>
            <a:endParaRPr/>
          </a:p>
          <a:p>
            <a:pPr indent="-228600" lvl="0" marL="457200" marR="0" rtl="0" algn="l">
              <a:lnSpc>
                <a:spcPct val="100000"/>
              </a:lnSpc>
              <a:spcBef>
                <a:spcPts val="0"/>
              </a:spcBef>
              <a:spcAft>
                <a:spcPts val="0"/>
              </a:spcAft>
              <a:buClr>
                <a:schemeClr val="dk1"/>
              </a:buClr>
              <a:buSzPts val="1200"/>
              <a:buFont typeface="Arial"/>
              <a:buNone/>
            </a:pPr>
            <a:r>
              <a:rPr b="1" lang="es-AR"/>
              <a:t>	</a:t>
            </a:r>
            <a:r>
              <a:rPr lang="es-AR"/>
              <a:t>Personas ( Staffing, Entrenamiento, compensaciones, desarrollo, comunicación)</a:t>
            </a:r>
            <a:endParaRPr/>
          </a:p>
          <a:p>
            <a:pPr indent="-228600" lvl="0" marL="457200" marR="0" rtl="0" algn="l">
              <a:lnSpc>
                <a:spcPct val="100000"/>
              </a:lnSpc>
              <a:spcBef>
                <a:spcPts val="0"/>
              </a:spcBef>
              <a:spcAft>
                <a:spcPts val="0"/>
              </a:spcAft>
              <a:buClr>
                <a:schemeClr val="dk1"/>
              </a:buClr>
              <a:buSzPts val="1200"/>
              <a:buFont typeface="Arial"/>
              <a:buNone/>
            </a:pPr>
            <a:r>
              <a:rPr lang="es-AR"/>
              <a:t>	Performance – Promociones, Reconocimientos</a:t>
            </a:r>
            <a:endParaRPr/>
          </a:p>
          <a:p>
            <a:pPr indent="-228600" lvl="0" marL="457200" marR="0" rtl="0" algn="l">
              <a:lnSpc>
                <a:spcPct val="100000"/>
              </a:lnSpc>
              <a:spcBef>
                <a:spcPts val="0"/>
              </a:spcBef>
              <a:spcAft>
                <a:spcPts val="0"/>
              </a:spcAft>
              <a:buClr>
                <a:schemeClr val="dk1"/>
              </a:buClr>
              <a:buSzPts val="1200"/>
              <a:buFont typeface="Arial"/>
              <a:buNone/>
            </a:pPr>
            <a:r>
              <a:rPr lang="es-AR"/>
              <a:t>	Comunicación – Información</a:t>
            </a:r>
            <a:endParaRPr/>
          </a:p>
          <a:p>
            <a:pPr indent="-228600" lvl="0" marL="457200" marR="0" rtl="0" algn="l">
              <a:lnSpc>
                <a:spcPct val="100000"/>
              </a:lnSpc>
              <a:spcBef>
                <a:spcPts val="0"/>
              </a:spcBef>
              <a:spcAft>
                <a:spcPts val="0"/>
              </a:spcAft>
              <a:buClr>
                <a:schemeClr val="dk1"/>
              </a:buClr>
              <a:buSzPts val="1200"/>
              <a:buFont typeface="Arial"/>
              <a:buNone/>
            </a:pPr>
            <a:r>
              <a:rPr lang="es-AR"/>
              <a:t>	Operación – Politicas, procesos, diseño organizacional</a:t>
            </a:r>
            <a:endParaRPr/>
          </a:p>
          <a:p>
            <a:pPr indent="-228600" lvl="0" marL="457200" marR="0" rtl="0" algn="l">
              <a:lnSpc>
                <a:spcPct val="100000"/>
              </a:lnSpc>
              <a:spcBef>
                <a:spcPts val="0"/>
              </a:spcBef>
              <a:spcAft>
                <a:spcPts val="0"/>
              </a:spcAft>
              <a:buClr>
                <a:schemeClr val="dk1"/>
              </a:buClr>
              <a:buSzPts val="1200"/>
              <a:buFont typeface="Arial"/>
              <a:buNone/>
            </a:pPr>
            <a:r>
              <a:rPr b="1" lang="es-AR"/>
              <a:t>5) Estructura Organizacional de HR - </a:t>
            </a:r>
            <a:r>
              <a:rPr lang="es-AR"/>
              <a:t> Roles, Responsabilidades</a:t>
            </a:r>
            <a:endParaRPr/>
          </a:p>
          <a:p>
            <a:pPr indent="-228600" lvl="0" marL="457200" marR="0" rtl="0" algn="l">
              <a:lnSpc>
                <a:spcPct val="100000"/>
              </a:lnSpc>
              <a:spcBef>
                <a:spcPts val="0"/>
              </a:spcBef>
              <a:spcAft>
                <a:spcPts val="0"/>
              </a:spcAft>
              <a:buClr>
                <a:schemeClr val="dk1"/>
              </a:buClr>
              <a:buSzPts val="1200"/>
              <a:buFont typeface="Arial"/>
              <a:buNone/>
            </a:pPr>
            <a:r>
              <a:rPr b="1" lang="es-AR"/>
              <a:t>6) Indicadores HR </a:t>
            </a:r>
            <a:r>
              <a:rPr lang="es-AR"/>
              <a:t>– Indicadores cuantitativo, cualitativo sobre talento, organización, liderazgo.</a:t>
            </a:r>
            <a:endParaRPr/>
          </a:p>
          <a:p>
            <a:pPr indent="-228600" lvl="0" marL="457200" marR="0" rtl="0" algn="l">
              <a:lnSpc>
                <a:spcPct val="100000"/>
              </a:lnSpc>
              <a:spcBef>
                <a:spcPts val="0"/>
              </a:spcBef>
              <a:spcAft>
                <a:spcPts val="0"/>
              </a:spcAft>
              <a:buClr>
                <a:schemeClr val="dk1"/>
              </a:buClr>
              <a:buSzPts val="1200"/>
              <a:buFont typeface="Arial"/>
              <a:buNone/>
            </a:pPr>
            <a:r>
              <a:rPr b="1" lang="es-AR"/>
              <a:t>7) Profesionales de HR </a:t>
            </a:r>
            <a:r>
              <a:rPr lang="es-AR"/>
              <a:t>– Carrera especifica para las personas que trabajan en el area</a:t>
            </a:r>
            <a:endParaRPr/>
          </a:p>
          <a:p>
            <a:pPr indent="-228600" lvl="0" marL="457200" marR="0" rtl="0" algn="l">
              <a:lnSpc>
                <a:spcPct val="100000"/>
              </a:lnSpc>
              <a:spcBef>
                <a:spcPts val="0"/>
              </a:spcBef>
              <a:spcAft>
                <a:spcPts val="0"/>
              </a:spcAft>
              <a:buClr>
                <a:schemeClr val="dk1"/>
              </a:buClr>
              <a:buSzPts val="1200"/>
              <a:buFont typeface="Arial"/>
              <a:buNone/>
            </a:pPr>
            <a:r>
              <a:t/>
            </a:r>
            <a:endParaRPr/>
          </a:p>
        </p:txBody>
      </p:sp>
      <p:sp>
        <p:nvSpPr>
          <p:cNvPr id="142" name="Google Shape;142;p26:notes"/>
          <p:cNvSpPr txBox="1"/>
          <p:nvPr>
            <p:ph idx="12" type="sldNum"/>
          </p:nvPr>
        </p:nvSpPr>
        <p:spPr>
          <a:xfrm>
            <a:off x="3871125" y="9478342"/>
            <a:ext cx="2961480" cy="498951"/>
          </a:xfrm>
          <a:prstGeom prst="rect">
            <a:avLst/>
          </a:prstGeom>
          <a:noFill/>
          <a:ln>
            <a:noFill/>
          </a:ln>
        </p:spPr>
        <p:txBody>
          <a:bodyPr anchorCtr="0" anchor="b" bIns="180000" lIns="72000" spcFirstLastPara="1" rIns="180000" wrap="square" tIns="36000">
            <a:noAutofit/>
          </a:bodyPr>
          <a:lstStyle/>
          <a:p>
            <a:pPr indent="0" lvl="0" marL="0" marR="0" rtl="0" algn="r">
              <a:lnSpc>
                <a:spcPct val="100000"/>
              </a:lnSpc>
              <a:spcBef>
                <a:spcPts val="0"/>
              </a:spcBef>
              <a:spcAft>
                <a:spcPts val="0"/>
              </a:spcAft>
              <a:buClr>
                <a:schemeClr val="dk1"/>
              </a:buClr>
              <a:buSzPts val="200"/>
              <a:buFont typeface="Arial"/>
              <a:buNone/>
            </a:pPr>
            <a:fld id="{00000000-1234-1234-1234-123412341234}" type="slidenum">
              <a:rPr b="1" i="0" lang="es-AR" sz="800" u="none" cap="none" strike="noStrike">
                <a:solidFill>
                  <a:schemeClr val="dk1"/>
                </a:solidFill>
                <a:latin typeface="Arial"/>
                <a:ea typeface="Arial"/>
                <a:cs typeface="Arial"/>
                <a:sym typeface="Arial"/>
              </a:rPr>
              <a:t>‹#›</a:t>
            </a:fld>
            <a:endParaRPr b="1" i="0" sz="800" u="none" cap="none" strike="noStrike">
              <a:solidFill>
                <a:schemeClr val="dk1"/>
              </a:solidFill>
              <a:latin typeface="Arial"/>
              <a:ea typeface="Arial"/>
              <a:cs typeface="Arial"/>
              <a:sym typeface="Arial"/>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3" name="Shape 173"/>
        <p:cNvGrpSpPr/>
        <p:nvPr/>
      </p:nvGrpSpPr>
      <p:grpSpPr>
        <a:xfrm>
          <a:off x="0" y="0"/>
          <a:ext cx="0" cy="0"/>
          <a:chOff x="0" y="0"/>
          <a:chExt cx="0" cy="0"/>
        </a:xfrm>
      </p:grpSpPr>
      <p:sp>
        <p:nvSpPr>
          <p:cNvPr id="174" name="Google Shape;174;p27:notes"/>
          <p:cNvSpPr/>
          <p:nvPr>
            <p:ph idx="2" type="sldImg"/>
          </p:nvPr>
        </p:nvSpPr>
        <p:spPr>
          <a:xfrm>
            <a:off x="534988" y="623888"/>
            <a:ext cx="5764212" cy="3990975"/>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75" name="Google Shape;175;p27:notes"/>
          <p:cNvSpPr txBox="1"/>
          <p:nvPr>
            <p:ph idx="1" type="body"/>
          </p:nvPr>
        </p:nvSpPr>
        <p:spPr>
          <a:xfrm>
            <a:off x="213545" y="4740037"/>
            <a:ext cx="6407095" cy="4615329"/>
          </a:xfrm>
          <a:prstGeom prst="rect">
            <a:avLst/>
          </a:prstGeom>
          <a:noFill/>
          <a:ln>
            <a:noFill/>
          </a:ln>
        </p:spPr>
        <p:txBody>
          <a:bodyPr anchorCtr="0" anchor="t" bIns="91425" lIns="91425" spcFirstLastPara="1" rIns="91425" wrap="square" tIns="91425">
            <a:noAutofit/>
          </a:bodyPr>
          <a:lstStyle/>
          <a:p>
            <a:pPr indent="-304800" lvl="0" marL="457200" rtl="0" algn="l">
              <a:lnSpc>
                <a:spcPct val="100000"/>
              </a:lnSpc>
              <a:spcBef>
                <a:spcPts val="0"/>
              </a:spcBef>
              <a:spcAft>
                <a:spcPts val="0"/>
              </a:spcAft>
              <a:buClr>
                <a:schemeClr val="dk1"/>
              </a:buClr>
              <a:buSzPts val="1200"/>
              <a:buFont typeface="Arial"/>
              <a:buAutoNum type="arabicPeriod"/>
            </a:pPr>
            <a:r>
              <a:rPr b="1" lang="es-AR"/>
              <a:t>Socio estratégico:</a:t>
            </a:r>
            <a:r>
              <a:rPr lang="es-AR"/>
              <a:t> </a:t>
            </a:r>
            <a:r>
              <a:rPr b="0" i="0" lang="es-AR" sz="1200" u="none" cap="none" strike="noStrike">
                <a:solidFill>
                  <a:schemeClr val="dk1"/>
                </a:solidFill>
                <a:latin typeface="Arial"/>
                <a:ea typeface="Arial"/>
                <a:cs typeface="Arial"/>
                <a:sym typeface="Arial"/>
              </a:rPr>
              <a:t>Se trata del profesional que sirve de enlace entre la estrategia de recursos humanos y el negocio o la empresa propiamente dicho. Una de sus funciones es ayudar a resolver los problemas de la línea de mando con sus trabajadores. También es el encargado de desarrollar los diferentes proyectos funcionales dedicados a mejorar la productividad.</a:t>
            </a:r>
            <a:endParaRPr/>
          </a:p>
          <a:p>
            <a:pPr indent="-228600" lvl="0" marL="457200" rtl="0" algn="l">
              <a:lnSpc>
                <a:spcPct val="100000"/>
              </a:lnSpc>
              <a:spcBef>
                <a:spcPts val="0"/>
              </a:spcBef>
              <a:spcAft>
                <a:spcPts val="0"/>
              </a:spcAft>
              <a:buSzPts val="1200"/>
              <a:buNone/>
            </a:pPr>
            <a:r>
              <a:rPr b="0" i="0" lang="es-AR" sz="1200" u="none" cap="none" strike="noStrike">
                <a:solidFill>
                  <a:schemeClr val="dk1"/>
                </a:solidFill>
                <a:latin typeface="Arial"/>
                <a:ea typeface="Arial"/>
                <a:cs typeface="Arial"/>
                <a:sym typeface="Arial"/>
              </a:rPr>
              <a:t>Por último, su labor en la gestión de conflictos</a:t>
            </a:r>
            <a:r>
              <a:rPr b="0" i="0" lang="es-AR" sz="1200" u="sng" cap="none" strike="noStrike">
                <a:solidFill>
                  <a:schemeClr val="dk1"/>
                </a:solidFill>
                <a:latin typeface="Arial"/>
                <a:ea typeface="Arial"/>
                <a:cs typeface="Arial"/>
                <a:sym typeface="Arial"/>
              </a:rPr>
              <a:t> </a:t>
            </a:r>
            <a:r>
              <a:rPr b="0" i="0" lang="es-AR" sz="1200" u="none" cap="none" strike="noStrike">
                <a:solidFill>
                  <a:schemeClr val="dk1"/>
                </a:solidFill>
                <a:latin typeface="Arial"/>
                <a:ea typeface="Arial"/>
                <a:cs typeface="Arial"/>
                <a:sym typeface="Arial"/>
              </a:rPr>
              <a:t>siempre va encaminada a conseguir soluciones </a:t>
            </a:r>
            <a:r>
              <a:rPr b="0" i="1" lang="es-AR" sz="1200" u="none" cap="none" strike="noStrike">
                <a:solidFill>
                  <a:schemeClr val="dk1"/>
                </a:solidFill>
                <a:latin typeface="Arial"/>
                <a:ea typeface="Arial"/>
                <a:cs typeface="Arial"/>
                <a:sym typeface="Arial"/>
              </a:rPr>
              <a:t>gana-gana</a:t>
            </a:r>
            <a:r>
              <a:rPr b="0" i="0" lang="es-AR" sz="1200" u="none" cap="none" strike="noStrike">
                <a:solidFill>
                  <a:schemeClr val="dk1"/>
                </a:solidFill>
                <a:latin typeface="Arial"/>
                <a:ea typeface="Arial"/>
                <a:cs typeface="Arial"/>
                <a:sym typeface="Arial"/>
              </a:rPr>
              <a:t>.</a:t>
            </a:r>
            <a:endParaRPr/>
          </a:p>
          <a:p>
            <a:pPr indent="0" lvl="0" marL="228600" rtl="0" algn="l">
              <a:lnSpc>
                <a:spcPct val="100000"/>
              </a:lnSpc>
              <a:spcBef>
                <a:spcPts val="0"/>
              </a:spcBef>
              <a:spcAft>
                <a:spcPts val="0"/>
              </a:spcAft>
              <a:buSzPts val="1200"/>
              <a:buNone/>
            </a:pPr>
            <a:r>
              <a:rPr b="0" i="1" lang="es-AR" sz="1200" u="none" cap="none" strike="noStrike">
                <a:solidFill>
                  <a:schemeClr val="dk1"/>
                </a:solidFill>
                <a:latin typeface="Arial"/>
                <a:ea typeface="Arial"/>
                <a:cs typeface="Arial"/>
                <a:sym typeface="Arial"/>
              </a:rPr>
              <a:t>2.             </a:t>
            </a:r>
            <a:r>
              <a:rPr b="1" i="1" lang="es-AR" sz="1200" u="none" cap="none" strike="noStrike">
                <a:solidFill>
                  <a:schemeClr val="dk1"/>
                </a:solidFill>
                <a:latin typeface="Arial"/>
                <a:ea typeface="Arial"/>
                <a:cs typeface="Arial"/>
                <a:sym typeface="Arial"/>
              </a:rPr>
              <a:t>Agente de cambio o “Change agent”</a:t>
            </a:r>
            <a:endParaRPr b="0" i="0" sz="1200" u="none" cap="none" strike="noStrike">
              <a:solidFill>
                <a:schemeClr val="dk1"/>
              </a:solidFill>
              <a:latin typeface="Arial"/>
              <a:ea typeface="Arial"/>
              <a:cs typeface="Arial"/>
              <a:sym typeface="Arial"/>
            </a:endParaRPr>
          </a:p>
          <a:p>
            <a:pPr indent="-228600" lvl="0" marL="457200" rtl="0" algn="l">
              <a:lnSpc>
                <a:spcPct val="100000"/>
              </a:lnSpc>
              <a:spcBef>
                <a:spcPts val="0"/>
              </a:spcBef>
              <a:spcAft>
                <a:spcPts val="0"/>
              </a:spcAft>
              <a:buSzPts val="1200"/>
              <a:buNone/>
            </a:pPr>
            <a:r>
              <a:rPr b="0" i="0" lang="es-AR" sz="1200" u="none" cap="none" strike="noStrike">
                <a:solidFill>
                  <a:schemeClr val="dk1"/>
                </a:solidFill>
                <a:latin typeface="Arial"/>
                <a:ea typeface="Arial"/>
                <a:cs typeface="Arial"/>
                <a:sym typeface="Arial"/>
              </a:rPr>
              <a:t>El agente de cambio es el profesional encargado de los diferentes cambios dentro de las organizaciones. Se trata del comunicador de dichos cambios y también del que lleva la iniciativa para que los empleados se adapten a los cambios organizativos y de </a:t>
            </a:r>
            <a:r>
              <a:rPr b="1" i="0" lang="es-AR" sz="1200" u="none" cap="none" strike="noStrike">
                <a:solidFill>
                  <a:schemeClr val="dk1"/>
                </a:solidFill>
                <a:latin typeface="Arial"/>
                <a:ea typeface="Arial"/>
                <a:cs typeface="Arial"/>
                <a:sym typeface="Arial"/>
              </a:rPr>
              <a:t>cultura corporativa</a:t>
            </a:r>
            <a:r>
              <a:rPr b="0" i="0" lang="es-AR" sz="1200" u="none" cap="none" strike="noStrike">
                <a:solidFill>
                  <a:schemeClr val="dk1"/>
                </a:solidFill>
                <a:latin typeface="Arial"/>
                <a:ea typeface="Arial"/>
                <a:cs typeface="Arial"/>
                <a:sym typeface="Arial"/>
              </a:rPr>
              <a:t>. Por ello, una de sus especialidades es favorecer la adquisición de </a:t>
            </a:r>
            <a:r>
              <a:rPr b="1" i="0" lang="es-AR" sz="1200" u="none" cap="none" strike="noStrike">
                <a:solidFill>
                  <a:schemeClr val="dk1"/>
                </a:solidFill>
                <a:latin typeface="Arial"/>
                <a:ea typeface="Arial"/>
                <a:cs typeface="Arial"/>
                <a:sym typeface="Arial"/>
              </a:rPr>
              <a:t>nuevas competencias </a:t>
            </a:r>
            <a:r>
              <a:rPr b="0" i="0" lang="es-AR" sz="1200" u="none" cap="none" strike="noStrike">
                <a:solidFill>
                  <a:schemeClr val="dk1"/>
                </a:solidFill>
                <a:latin typeface="Arial"/>
                <a:ea typeface="Arial"/>
                <a:cs typeface="Arial"/>
                <a:sym typeface="Arial"/>
              </a:rPr>
              <a:t>por parte de los empleados, así como las descripciones de los nuevos roles de trabajo. Por último, también se encarga de recibir los diferentes </a:t>
            </a:r>
            <a:r>
              <a:rPr b="0" i="1" lang="es-AR" sz="1200" u="none" cap="none" strike="noStrike">
                <a:solidFill>
                  <a:schemeClr val="dk1"/>
                </a:solidFill>
                <a:latin typeface="Arial"/>
                <a:ea typeface="Arial"/>
                <a:cs typeface="Arial"/>
                <a:sym typeface="Arial"/>
              </a:rPr>
              <a:t>feedbacks </a:t>
            </a:r>
            <a:r>
              <a:rPr b="0" i="0" lang="es-AR" sz="1200" u="none" cap="none" strike="noStrike">
                <a:solidFill>
                  <a:schemeClr val="dk1"/>
                </a:solidFill>
                <a:latin typeface="Arial"/>
                <a:ea typeface="Arial"/>
                <a:cs typeface="Arial"/>
                <a:sym typeface="Arial"/>
              </a:rPr>
              <a:t>de los trabajadores sobre sus puestos de trabajo y son los encargados de llevarlos a los equipos.</a:t>
            </a:r>
            <a:endParaRPr/>
          </a:p>
          <a:p>
            <a:pPr indent="-228600" lvl="0" marL="457200" rtl="0" algn="l">
              <a:lnSpc>
                <a:spcPct val="100000"/>
              </a:lnSpc>
              <a:spcBef>
                <a:spcPts val="0"/>
              </a:spcBef>
              <a:spcAft>
                <a:spcPts val="0"/>
              </a:spcAft>
              <a:buSzPts val="1200"/>
              <a:buNone/>
            </a:pPr>
            <a:r>
              <a:rPr b="0" i="1" lang="es-AR" sz="1200" u="none" cap="none" strike="noStrike">
                <a:solidFill>
                  <a:schemeClr val="dk1"/>
                </a:solidFill>
                <a:latin typeface="Arial"/>
                <a:ea typeface="Arial"/>
                <a:cs typeface="Arial"/>
                <a:sym typeface="Arial"/>
              </a:rPr>
              <a:t>3.             Experto en Administración o "Administrative  Expert"</a:t>
            </a:r>
            <a:endParaRPr b="0" i="0" sz="1200" u="none" cap="none" strike="noStrike">
              <a:solidFill>
                <a:schemeClr val="dk1"/>
              </a:solidFill>
              <a:latin typeface="Arial"/>
              <a:ea typeface="Arial"/>
              <a:cs typeface="Arial"/>
              <a:sym typeface="Arial"/>
            </a:endParaRPr>
          </a:p>
          <a:p>
            <a:pPr indent="-228600" lvl="0" marL="457200" rtl="0" algn="l">
              <a:lnSpc>
                <a:spcPct val="100000"/>
              </a:lnSpc>
              <a:spcBef>
                <a:spcPts val="0"/>
              </a:spcBef>
              <a:spcAft>
                <a:spcPts val="0"/>
              </a:spcAft>
              <a:buSzPts val="1200"/>
              <a:buNone/>
            </a:pPr>
            <a:r>
              <a:rPr b="0" i="0" lang="es-AR" sz="1200" u="none" cap="none" strike="noStrike">
                <a:solidFill>
                  <a:schemeClr val="dk1"/>
                </a:solidFill>
                <a:latin typeface="Arial"/>
                <a:ea typeface="Arial"/>
                <a:cs typeface="Arial"/>
                <a:sym typeface="Arial"/>
              </a:rPr>
              <a:t>El experto en administración es en muchas ocasiones el empleado de recursos humanos más tradicional. Se trata de un rol centrado en la gestión del personal, el pago de nóminas, la planificación de vacaciones, etc…</a:t>
            </a:r>
            <a:endParaRPr/>
          </a:p>
          <a:p>
            <a:pPr indent="-228600" lvl="0" marL="457200" rtl="0" algn="l">
              <a:lnSpc>
                <a:spcPct val="100000"/>
              </a:lnSpc>
              <a:spcBef>
                <a:spcPts val="0"/>
              </a:spcBef>
              <a:spcAft>
                <a:spcPts val="0"/>
              </a:spcAft>
              <a:buSzPts val="1200"/>
              <a:buNone/>
            </a:pPr>
            <a:r>
              <a:rPr b="0" i="0" lang="es-AR" sz="1200" u="none" cap="none" strike="noStrike">
                <a:solidFill>
                  <a:schemeClr val="dk1"/>
                </a:solidFill>
                <a:latin typeface="Arial"/>
                <a:ea typeface="Arial"/>
                <a:cs typeface="Arial"/>
                <a:sym typeface="Arial"/>
              </a:rPr>
              <a:t>Para ello utiliza la tecnología y es el encargado de implementar los cambios en los convenios, la legislación, etc. Se trata del perfil más relacionado con el </a:t>
            </a:r>
            <a:r>
              <a:rPr b="1" i="0" lang="es-AR" sz="1200" u="none" cap="none" strike="noStrike">
                <a:solidFill>
                  <a:schemeClr val="dk1"/>
                </a:solidFill>
                <a:latin typeface="Arial"/>
                <a:ea typeface="Arial"/>
                <a:cs typeface="Arial"/>
                <a:sym typeface="Arial"/>
              </a:rPr>
              <a:t>ámbito legal </a:t>
            </a:r>
            <a:r>
              <a:rPr b="0" i="0" lang="es-AR" sz="1200" u="none" cap="none" strike="noStrike">
                <a:solidFill>
                  <a:schemeClr val="dk1"/>
                </a:solidFill>
                <a:latin typeface="Arial"/>
                <a:ea typeface="Arial"/>
                <a:cs typeface="Arial"/>
                <a:sym typeface="Arial"/>
              </a:rPr>
              <a:t>y de administración de empresas propiamente dicho.</a:t>
            </a:r>
            <a:endParaRPr/>
          </a:p>
          <a:p>
            <a:pPr indent="-228600" lvl="0" marL="457200" rtl="0" algn="l">
              <a:lnSpc>
                <a:spcPct val="100000"/>
              </a:lnSpc>
              <a:spcBef>
                <a:spcPts val="0"/>
              </a:spcBef>
              <a:spcAft>
                <a:spcPts val="0"/>
              </a:spcAft>
              <a:buSzPts val="1200"/>
              <a:buNone/>
            </a:pPr>
            <a:r>
              <a:rPr b="0" i="1" lang="es-AR" sz="1200" u="none" cap="none" strike="noStrike">
                <a:solidFill>
                  <a:schemeClr val="dk1"/>
                </a:solidFill>
                <a:latin typeface="Arial"/>
                <a:ea typeface="Arial"/>
                <a:cs typeface="Arial"/>
                <a:sym typeface="Arial"/>
              </a:rPr>
              <a:t>4.             </a:t>
            </a:r>
            <a:r>
              <a:rPr b="1" i="1" lang="es-AR" sz="1200" u="none" cap="none" strike="noStrike">
                <a:solidFill>
                  <a:schemeClr val="dk1"/>
                </a:solidFill>
                <a:latin typeface="Arial"/>
                <a:ea typeface="Arial"/>
                <a:cs typeface="Arial"/>
                <a:sym typeface="Arial"/>
              </a:rPr>
              <a:t>Defensor del empleado o "Employee Champion "!</a:t>
            </a:r>
            <a:endParaRPr b="0" i="0" sz="1200" u="none" cap="none" strike="noStrike">
              <a:solidFill>
                <a:schemeClr val="dk1"/>
              </a:solidFill>
              <a:latin typeface="Arial"/>
              <a:ea typeface="Arial"/>
              <a:cs typeface="Arial"/>
              <a:sym typeface="Arial"/>
            </a:endParaRPr>
          </a:p>
          <a:p>
            <a:pPr indent="-228600" lvl="0" marL="457200" rtl="0" algn="l">
              <a:lnSpc>
                <a:spcPct val="100000"/>
              </a:lnSpc>
              <a:spcBef>
                <a:spcPts val="0"/>
              </a:spcBef>
              <a:spcAft>
                <a:spcPts val="0"/>
              </a:spcAft>
              <a:buSzPts val="1200"/>
              <a:buNone/>
            </a:pPr>
            <a:r>
              <a:rPr b="0" i="0" lang="es-AR" sz="1200" u="none" cap="none" strike="noStrike">
                <a:solidFill>
                  <a:schemeClr val="dk1"/>
                </a:solidFill>
                <a:latin typeface="Arial"/>
                <a:ea typeface="Arial"/>
                <a:cs typeface="Arial"/>
                <a:sym typeface="Arial"/>
              </a:rPr>
              <a:t>Por último, una de las novedades más importantes de este modelo es la aparición del </a:t>
            </a:r>
            <a:r>
              <a:rPr b="1" i="0" lang="es-AR" sz="1200" u="none" cap="none" strike="noStrike">
                <a:solidFill>
                  <a:schemeClr val="dk1"/>
                </a:solidFill>
                <a:latin typeface="Arial"/>
                <a:ea typeface="Arial"/>
                <a:cs typeface="Arial"/>
                <a:sym typeface="Arial"/>
              </a:rPr>
              <a:t>defensor del empleado</a:t>
            </a:r>
            <a:r>
              <a:rPr b="0" i="0" lang="es-AR" sz="1200" u="none" cap="none" strike="noStrike">
                <a:solidFill>
                  <a:schemeClr val="dk1"/>
                </a:solidFill>
                <a:latin typeface="Arial"/>
                <a:ea typeface="Arial"/>
                <a:cs typeface="Arial"/>
                <a:sym typeface="Arial"/>
              </a:rPr>
              <a:t>. Este profesional se encarga de que siempre haya alguien que represente los intereses de los empleados en cada decisión estratégica que se tome en la empresa. Tendría un puesto parecido al del delegado sindical, pero dependiendo de la propia compañía. Se trata del encargado de realizar </a:t>
            </a:r>
            <a:r>
              <a:rPr b="1" i="0" lang="es-AR" sz="1200" u="none" cap="none" strike="noStrike">
                <a:solidFill>
                  <a:schemeClr val="dk1"/>
                </a:solidFill>
                <a:latin typeface="Arial"/>
                <a:ea typeface="Arial"/>
                <a:cs typeface="Arial"/>
                <a:sym typeface="Arial"/>
              </a:rPr>
              <a:t>encuestas de satisfacción del empleado </a:t>
            </a:r>
            <a:r>
              <a:rPr b="0" i="0" lang="es-AR" sz="1200" u="none" cap="none" strike="noStrike">
                <a:solidFill>
                  <a:schemeClr val="dk1"/>
                </a:solidFill>
                <a:latin typeface="Arial"/>
                <a:ea typeface="Arial"/>
                <a:cs typeface="Arial"/>
                <a:sym typeface="Arial"/>
              </a:rPr>
              <a:t>y comprobar cuáles han sido los problemas en la cultura interna y en las prácticas de gestión que están generando frustraciones en la plantilla. Su objetivo es retener el talento y conseguir un trato justo para el capital humano de la empresa.</a:t>
            </a:r>
            <a:endParaRPr/>
          </a:p>
          <a:p>
            <a:pPr indent="-228600" lvl="0" marL="457200" rtl="0" algn="l">
              <a:lnSpc>
                <a:spcPct val="100000"/>
              </a:lnSpc>
              <a:spcBef>
                <a:spcPts val="0"/>
              </a:spcBef>
              <a:spcAft>
                <a:spcPts val="0"/>
              </a:spcAft>
              <a:buSzPts val="1200"/>
              <a:buNone/>
            </a:pPr>
            <a:r>
              <a:t/>
            </a:r>
            <a:endParaRPr b="0" i="0" sz="1200" u="none" cap="none" strike="noStrike">
              <a:solidFill>
                <a:schemeClr val="dk1"/>
              </a:solidFill>
              <a:latin typeface="Arial"/>
              <a:ea typeface="Arial"/>
              <a:cs typeface="Arial"/>
              <a:sym typeface="Arial"/>
            </a:endParaRPr>
          </a:p>
          <a:p>
            <a:pPr indent="-228600" lvl="0" marL="457200" rtl="0" algn="l">
              <a:lnSpc>
                <a:spcPct val="100000"/>
              </a:lnSpc>
              <a:spcBef>
                <a:spcPts val="0"/>
              </a:spcBef>
              <a:spcAft>
                <a:spcPts val="0"/>
              </a:spcAft>
              <a:buSzPts val="1200"/>
              <a:buNone/>
            </a:pPr>
            <a:r>
              <a:rPr b="0" i="1" lang="es-AR" sz="1200" u="none" cap="none" strike="noStrike">
                <a:solidFill>
                  <a:schemeClr val="dk1"/>
                </a:solidFill>
                <a:latin typeface="Arial"/>
                <a:ea typeface="Arial"/>
                <a:cs typeface="Arial"/>
                <a:sym typeface="Arial"/>
              </a:rPr>
              <a:t>HR from the Outside IN</a:t>
            </a:r>
            <a:r>
              <a:rPr b="1" i="0" lang="es-AR" sz="1200" u="none" cap="none" strike="noStrike">
                <a:solidFill>
                  <a:schemeClr val="dk1"/>
                </a:solidFill>
                <a:latin typeface="Arial"/>
                <a:ea typeface="Arial"/>
                <a:cs typeface="Arial"/>
                <a:sym typeface="Arial"/>
              </a:rPr>
              <a:t>.</a:t>
            </a:r>
            <a:endParaRPr/>
          </a:p>
          <a:p>
            <a:pPr indent="-228600" lvl="0" marL="457200" rtl="0" algn="l">
              <a:lnSpc>
                <a:spcPct val="100000"/>
              </a:lnSpc>
              <a:spcBef>
                <a:spcPts val="0"/>
              </a:spcBef>
              <a:spcAft>
                <a:spcPts val="0"/>
              </a:spcAft>
              <a:buSzPts val="1200"/>
              <a:buNone/>
            </a:pPr>
            <a:r>
              <a:t/>
            </a:r>
            <a:endParaRPr b="1" i="0" sz="1200" u="none" cap="none" strike="noStrike">
              <a:solidFill>
                <a:schemeClr val="dk1"/>
              </a:solidFill>
              <a:latin typeface="Arial"/>
              <a:ea typeface="Arial"/>
              <a:cs typeface="Arial"/>
              <a:sym typeface="Arial"/>
            </a:endParaRPr>
          </a:p>
          <a:p>
            <a:pPr indent="-228600" lvl="0" marL="457200" rtl="0" algn="l">
              <a:lnSpc>
                <a:spcPct val="100000"/>
              </a:lnSpc>
              <a:spcBef>
                <a:spcPts val="0"/>
              </a:spcBef>
              <a:spcAft>
                <a:spcPts val="0"/>
              </a:spcAft>
              <a:buSzPts val="1200"/>
              <a:buNone/>
            </a:pPr>
            <a:r>
              <a:rPr b="0" i="0" lang="es-AR" sz="1200" u="none" cap="none" strike="noStrike">
                <a:solidFill>
                  <a:schemeClr val="dk1"/>
                </a:solidFill>
                <a:latin typeface="Arial"/>
                <a:ea typeface="Arial"/>
                <a:cs typeface="Arial"/>
                <a:sym typeface="Arial"/>
              </a:rPr>
              <a:t>n el desarrollo de una base teórica que vincula </a:t>
            </a:r>
            <a:r>
              <a:rPr b="1" i="0" lang="es-AR" sz="1200" u="none" cap="none" strike="noStrike">
                <a:solidFill>
                  <a:schemeClr val="dk1"/>
                </a:solidFill>
                <a:latin typeface="Arial"/>
                <a:ea typeface="Arial"/>
                <a:cs typeface="Arial"/>
                <a:sym typeface="Arial"/>
              </a:rPr>
              <a:t>resultados de recursos humanos</a:t>
            </a:r>
            <a:r>
              <a:rPr b="0" i="0" lang="es-AR" sz="1200" u="none" cap="none" strike="noStrike">
                <a:solidFill>
                  <a:schemeClr val="dk1"/>
                </a:solidFill>
                <a:latin typeface="Arial"/>
                <a:ea typeface="Arial"/>
                <a:cs typeface="Arial"/>
                <a:sym typeface="Arial"/>
              </a:rPr>
              <a:t> con  </a:t>
            </a:r>
            <a:r>
              <a:rPr b="1" i="0" lang="es-AR" sz="1200" u="none" cap="none" strike="noStrike">
                <a:solidFill>
                  <a:schemeClr val="dk1"/>
                </a:solidFill>
                <a:latin typeface="Arial"/>
                <a:ea typeface="Arial"/>
                <a:cs typeface="Arial"/>
                <a:sym typeface="Arial"/>
              </a:rPr>
              <a:t>indicadores de gestión</a:t>
            </a:r>
            <a:r>
              <a:rPr b="0" i="0" lang="es-AR" sz="1200" u="none" cap="none" strike="noStrike">
                <a:solidFill>
                  <a:schemeClr val="dk1"/>
                </a:solidFill>
                <a:latin typeface="Arial"/>
                <a:ea typeface="Arial"/>
                <a:cs typeface="Arial"/>
                <a:sym typeface="Arial"/>
              </a:rPr>
              <a:t>, siguiendo la estela de los cuadros de mando integrales. Se trata de crear </a:t>
            </a:r>
            <a:r>
              <a:rPr b="1" i="0" lang="es-AR" sz="1200" u="none" cap="none" strike="noStrike">
                <a:solidFill>
                  <a:schemeClr val="dk1"/>
                </a:solidFill>
                <a:latin typeface="Arial"/>
                <a:ea typeface="Arial"/>
                <a:cs typeface="Arial"/>
                <a:sym typeface="Arial"/>
              </a:rPr>
              <a:t>valor para el accionista, en otras palabras ser rentables</a:t>
            </a:r>
            <a:r>
              <a:rPr b="0" i="0" lang="es-AR" sz="1200" u="none" cap="none" strike="noStrike">
                <a:solidFill>
                  <a:schemeClr val="dk1"/>
                </a:solidFill>
                <a:latin typeface="Arial"/>
                <a:ea typeface="Arial"/>
                <a:cs typeface="Arial"/>
                <a:sym typeface="Arial"/>
              </a:rPr>
              <a:t>. Los recursos humanos se ven obligados a integrarse en la estrategia de la empresa, a </a:t>
            </a:r>
            <a:r>
              <a:rPr b="0" i="1" lang="es-AR" sz="1200" u="none" cap="none" strike="noStrike">
                <a:solidFill>
                  <a:schemeClr val="dk1"/>
                </a:solidFill>
                <a:latin typeface="Arial"/>
                <a:ea typeface="Arial"/>
                <a:cs typeface="Arial"/>
                <a:sym typeface="Arial"/>
              </a:rPr>
              <a:t>crear valor por medio de su función</a:t>
            </a:r>
            <a:r>
              <a:rPr b="0" i="0" lang="es-AR" sz="1200" u="none" cap="none" strike="noStrike">
                <a:solidFill>
                  <a:schemeClr val="dk1"/>
                </a:solidFill>
                <a:latin typeface="Arial"/>
                <a:ea typeface="Arial"/>
                <a:cs typeface="Arial"/>
                <a:sym typeface="Arial"/>
              </a:rPr>
              <a:t> y, para ello, utiliza indicadores de gestion  ( “lo que no se mide, no se gestiona”). Todas las funciones de recursos humanos han de aportar valor, ser eficientes y eficaces sin perder nunca, eso sí, el aspecto del propio </a:t>
            </a:r>
            <a:r>
              <a:rPr b="1" i="0" lang="es-AR" sz="1200" u="none" cap="none" strike="noStrike">
                <a:solidFill>
                  <a:schemeClr val="dk1"/>
                </a:solidFill>
                <a:latin typeface="Arial"/>
                <a:ea typeface="Arial"/>
                <a:cs typeface="Arial"/>
                <a:sym typeface="Arial"/>
              </a:rPr>
              <a:t>desarrollo de las personas en la organización</a:t>
            </a:r>
            <a:r>
              <a:rPr b="0" i="0" lang="es-AR" sz="1200" u="none" cap="none" strike="noStrike">
                <a:solidFill>
                  <a:schemeClr val="dk1"/>
                </a:solidFill>
                <a:latin typeface="Arial"/>
                <a:ea typeface="Arial"/>
                <a:cs typeface="Arial"/>
                <a:sym typeface="Arial"/>
              </a:rPr>
              <a:t>.</a:t>
            </a:r>
            <a:endParaRPr/>
          </a:p>
          <a:p>
            <a:pPr indent="-228600" lvl="0" marL="457200" rtl="0" algn="l">
              <a:lnSpc>
                <a:spcPct val="100000"/>
              </a:lnSpc>
              <a:spcBef>
                <a:spcPts val="0"/>
              </a:spcBef>
              <a:spcAft>
                <a:spcPts val="0"/>
              </a:spcAft>
              <a:buSzPts val="1200"/>
              <a:buNone/>
            </a:pPr>
            <a:r>
              <a:rPr b="0" i="0" lang="es-AR" sz="1200" u="none" cap="none" strike="noStrike">
                <a:solidFill>
                  <a:schemeClr val="dk1"/>
                </a:solidFill>
                <a:latin typeface="Arial"/>
                <a:ea typeface="Arial"/>
                <a:cs typeface="Arial"/>
                <a:sym typeface="Arial"/>
              </a:rPr>
              <a:t>En la actualidad, el método Ulrich se está adaptando para poder servir a los millennials, cada vez más importantes en la fuerza de trabajo. Ulrich  especifica que es hora de </a:t>
            </a:r>
            <a:r>
              <a:rPr b="1" i="0" lang="es-AR" sz="1200" u="none" cap="none" strike="noStrike">
                <a:solidFill>
                  <a:schemeClr val="dk1"/>
                </a:solidFill>
                <a:latin typeface="Arial"/>
                <a:ea typeface="Arial"/>
                <a:cs typeface="Arial"/>
                <a:sym typeface="Arial"/>
              </a:rPr>
              <a:t>adaptar el modelo </a:t>
            </a:r>
            <a:r>
              <a:rPr b="0" i="0" lang="es-AR" sz="1200" u="none" cap="none" strike="noStrike">
                <a:solidFill>
                  <a:schemeClr val="dk1"/>
                </a:solidFill>
                <a:latin typeface="Arial"/>
                <a:ea typeface="Arial"/>
                <a:cs typeface="Arial"/>
                <a:sym typeface="Arial"/>
              </a:rPr>
              <a:t>por tal hay que tratar de comprenderlo en su complejidad.</a:t>
            </a:r>
            <a:endParaRPr/>
          </a:p>
          <a:p>
            <a:pPr indent="-228600" lvl="0" marL="457200" rtl="0" algn="l">
              <a:lnSpc>
                <a:spcPct val="100000"/>
              </a:lnSpc>
              <a:spcBef>
                <a:spcPts val="0"/>
              </a:spcBef>
              <a:spcAft>
                <a:spcPts val="0"/>
              </a:spcAft>
              <a:buSzPts val="1200"/>
              <a:buNone/>
            </a:pPr>
            <a:r>
              <a:rPr b="0" i="0" lang="es-AR" sz="1200" u="none" cap="none" strike="noStrike">
                <a:solidFill>
                  <a:schemeClr val="dk1"/>
                </a:solidFill>
                <a:latin typeface="Arial"/>
                <a:ea typeface="Arial"/>
                <a:cs typeface="Arial"/>
                <a:sym typeface="Arial"/>
              </a:rPr>
              <a:t>“</a:t>
            </a:r>
            <a:r>
              <a:rPr b="0" i="1" lang="es-AR" sz="1200" u="none" cap="none" strike="noStrike">
                <a:solidFill>
                  <a:schemeClr val="dk1"/>
                </a:solidFill>
                <a:latin typeface="Arial"/>
                <a:ea typeface="Arial"/>
                <a:cs typeface="Arial"/>
                <a:sym typeface="Arial"/>
              </a:rPr>
              <a:t>Ulrich considera  que su sistema es abierto, sistémico y sensible a cualquier tipo de actualización. Que el cambio en un componente del sistema y que  afectará seriamente a todos los demás, como si de una cascada se tratase, y la aplicación de este nuevo  concepto y tratamiento de los sistemas de información integrada AI, permitirán a RR.HH. liberarse de algunas funciones de corte tradicional para ocuparse de otras más actuales y de mayor relevancia</a:t>
            </a:r>
            <a:r>
              <a:rPr b="0" i="0" lang="es-AR" sz="1200" u="none" cap="none" strike="noStrike">
                <a:solidFill>
                  <a:schemeClr val="dk1"/>
                </a:solidFill>
                <a:latin typeface="Arial"/>
                <a:ea typeface="Arial"/>
                <a:cs typeface="Arial"/>
                <a:sym typeface="Arial"/>
              </a:rPr>
              <a:t>.</a:t>
            </a:r>
            <a:endParaRPr/>
          </a:p>
          <a:p>
            <a:pPr indent="-228600" lvl="0" marL="457200" rtl="0" algn="l">
              <a:lnSpc>
                <a:spcPct val="100000"/>
              </a:lnSpc>
              <a:spcBef>
                <a:spcPts val="0"/>
              </a:spcBef>
              <a:spcAft>
                <a:spcPts val="0"/>
              </a:spcAft>
              <a:buSzPts val="1200"/>
              <a:buNone/>
            </a:pPr>
            <a:r>
              <a:t/>
            </a:r>
            <a:endParaRPr b="0" i="0" sz="1200" u="none" cap="none" strike="noStrike">
              <a:solidFill>
                <a:schemeClr val="dk1"/>
              </a:solidFill>
              <a:latin typeface="Arial"/>
              <a:ea typeface="Arial"/>
              <a:cs typeface="Arial"/>
              <a:sym typeface="Arial"/>
            </a:endParaRPr>
          </a:p>
          <a:p>
            <a:pPr indent="-228600" lvl="0" marL="457200" rtl="0" algn="l">
              <a:lnSpc>
                <a:spcPct val="100000"/>
              </a:lnSpc>
              <a:spcBef>
                <a:spcPts val="0"/>
              </a:spcBef>
              <a:spcAft>
                <a:spcPts val="0"/>
              </a:spcAft>
              <a:buSzPts val="1200"/>
              <a:buNone/>
            </a:pPr>
            <a:r>
              <a:t/>
            </a:r>
            <a:endParaRPr b="0" i="0" sz="1200" u="none" cap="none" strike="noStrike">
              <a:solidFill>
                <a:schemeClr val="dk1"/>
              </a:solidFill>
              <a:latin typeface="Arial"/>
              <a:ea typeface="Arial"/>
              <a:cs typeface="Arial"/>
              <a:sym typeface="Arial"/>
            </a:endParaRPr>
          </a:p>
          <a:p>
            <a:pPr indent="-228600" lvl="0" marL="457200" marR="0" rtl="0" algn="l">
              <a:lnSpc>
                <a:spcPct val="100000"/>
              </a:lnSpc>
              <a:spcBef>
                <a:spcPts val="0"/>
              </a:spcBef>
              <a:spcAft>
                <a:spcPts val="0"/>
              </a:spcAft>
              <a:buClr>
                <a:schemeClr val="dk1"/>
              </a:buClr>
              <a:buSzPts val="1200"/>
              <a:buFont typeface="Arial"/>
              <a:buNone/>
            </a:pPr>
            <a:r>
              <a:t/>
            </a:r>
            <a:endParaRPr/>
          </a:p>
        </p:txBody>
      </p:sp>
      <p:sp>
        <p:nvSpPr>
          <p:cNvPr id="176" name="Google Shape;176;p27:notes"/>
          <p:cNvSpPr txBox="1"/>
          <p:nvPr>
            <p:ph idx="12" type="sldNum"/>
          </p:nvPr>
        </p:nvSpPr>
        <p:spPr>
          <a:xfrm>
            <a:off x="3871125" y="9478342"/>
            <a:ext cx="2961480" cy="498951"/>
          </a:xfrm>
          <a:prstGeom prst="rect">
            <a:avLst/>
          </a:prstGeom>
          <a:noFill/>
          <a:ln>
            <a:noFill/>
          </a:ln>
        </p:spPr>
        <p:txBody>
          <a:bodyPr anchorCtr="0" anchor="b" bIns="180000" lIns="72000" spcFirstLastPara="1" rIns="180000" wrap="square" tIns="36000">
            <a:noAutofit/>
          </a:bodyPr>
          <a:lstStyle/>
          <a:p>
            <a:pPr indent="0" lvl="0" marL="0" marR="0" rtl="0" algn="r">
              <a:lnSpc>
                <a:spcPct val="100000"/>
              </a:lnSpc>
              <a:spcBef>
                <a:spcPts val="0"/>
              </a:spcBef>
              <a:spcAft>
                <a:spcPts val="0"/>
              </a:spcAft>
              <a:buClr>
                <a:schemeClr val="dk1"/>
              </a:buClr>
              <a:buSzPts val="200"/>
              <a:buFont typeface="Arial"/>
              <a:buNone/>
            </a:pPr>
            <a:fld id="{00000000-1234-1234-1234-123412341234}" type="slidenum">
              <a:rPr b="1" i="0" lang="es-AR" sz="800" u="none" cap="none" strike="noStrike">
                <a:solidFill>
                  <a:schemeClr val="dk1"/>
                </a:solidFill>
                <a:latin typeface="Arial"/>
                <a:ea typeface="Arial"/>
                <a:cs typeface="Arial"/>
                <a:sym typeface="Arial"/>
              </a:rPr>
              <a:t>‹#›</a:t>
            </a:fld>
            <a:endParaRPr b="1" i="0" sz="800" u="none" cap="none" strike="noStrike">
              <a:solidFill>
                <a:schemeClr val="dk1"/>
              </a:solidFill>
              <a:latin typeface="Arial"/>
              <a:ea typeface="Arial"/>
              <a:cs typeface="Arial"/>
              <a:sym typeface="Arial"/>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84" name="Shape 184"/>
        <p:cNvGrpSpPr/>
        <p:nvPr/>
      </p:nvGrpSpPr>
      <p:grpSpPr>
        <a:xfrm>
          <a:off x="0" y="0"/>
          <a:ext cx="0" cy="0"/>
          <a:chOff x="0" y="0"/>
          <a:chExt cx="0" cy="0"/>
        </a:xfrm>
      </p:grpSpPr>
      <p:sp>
        <p:nvSpPr>
          <p:cNvPr id="185" name="Google Shape;185;p9:notes"/>
          <p:cNvSpPr txBox="1"/>
          <p:nvPr>
            <p:ph idx="1" type="body"/>
          </p:nvPr>
        </p:nvSpPr>
        <p:spPr>
          <a:xfrm>
            <a:off x="213545" y="4740037"/>
            <a:ext cx="6407095" cy="4615329"/>
          </a:xfrm>
          <a:prstGeom prst="rect">
            <a:avLst/>
          </a:prstGeom>
          <a:noFill/>
          <a:ln>
            <a:noFill/>
          </a:ln>
        </p:spPr>
        <p:txBody>
          <a:bodyPr anchorCtr="0" anchor="t" bIns="91425" lIns="91425" spcFirstLastPara="1" rIns="91425" wrap="square" tIns="91425">
            <a:noAutofit/>
          </a:bodyPr>
          <a:lstStyle/>
          <a:p>
            <a:pPr indent="0" lvl="0" marL="0" rtl="0" algn="l">
              <a:lnSpc>
                <a:spcPct val="107916"/>
              </a:lnSpc>
              <a:spcBef>
                <a:spcPts val="0"/>
              </a:spcBef>
              <a:spcAft>
                <a:spcPts val="800"/>
              </a:spcAft>
              <a:buClr>
                <a:schemeClr val="dk1"/>
              </a:buClr>
              <a:buSzPts val="1100"/>
              <a:buFont typeface="Arial"/>
              <a:buNone/>
            </a:pPr>
            <a:r>
              <a:rPr b="1" lang="es-AR" sz="1100" u="sng">
                <a:solidFill>
                  <a:schemeClr val="hlink"/>
                </a:solidFill>
                <a:latin typeface="Calibri"/>
                <a:ea typeface="Calibri"/>
                <a:cs typeface="Calibri"/>
                <a:sym typeface="Calibri"/>
                <a:hlinkClick r:id="rId2"/>
              </a:rPr>
              <a:t>LINEA o STAFF </a:t>
            </a:r>
            <a:endParaRPr/>
          </a:p>
        </p:txBody>
      </p:sp>
      <p:sp>
        <p:nvSpPr>
          <p:cNvPr id="186" name="Google Shape;186;p9:notes"/>
          <p:cNvSpPr/>
          <p:nvPr>
            <p:ph idx="2" type="sldImg"/>
          </p:nvPr>
        </p:nvSpPr>
        <p:spPr>
          <a:xfrm>
            <a:off x="534988" y="623888"/>
            <a:ext cx="5764212" cy="3990975"/>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05" name="Shape 205"/>
        <p:cNvGrpSpPr/>
        <p:nvPr/>
      </p:nvGrpSpPr>
      <p:grpSpPr>
        <a:xfrm>
          <a:off x="0" y="0"/>
          <a:ext cx="0" cy="0"/>
          <a:chOff x="0" y="0"/>
          <a:chExt cx="0" cy="0"/>
        </a:xfrm>
      </p:grpSpPr>
      <p:sp>
        <p:nvSpPr>
          <p:cNvPr id="206" name="Google Shape;206;p28:notes"/>
          <p:cNvSpPr txBox="1"/>
          <p:nvPr>
            <p:ph idx="1" type="body"/>
          </p:nvPr>
        </p:nvSpPr>
        <p:spPr>
          <a:xfrm>
            <a:off x="213545" y="4740037"/>
            <a:ext cx="6407095" cy="4615329"/>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Clr>
                <a:schemeClr val="dk1"/>
              </a:buClr>
              <a:buSzPts val="1200"/>
              <a:buFont typeface="Arial"/>
              <a:buNone/>
            </a:pPr>
            <a:r>
              <a:t/>
            </a:r>
            <a:endParaRPr b="0" i="0" sz="1200" u="none" cap="none" strike="noStrike">
              <a:solidFill>
                <a:schemeClr val="dk1"/>
              </a:solidFill>
              <a:latin typeface="Arial"/>
              <a:ea typeface="Arial"/>
              <a:cs typeface="Arial"/>
              <a:sym typeface="Arial"/>
            </a:endParaRPr>
          </a:p>
        </p:txBody>
      </p:sp>
      <p:sp>
        <p:nvSpPr>
          <p:cNvPr id="207" name="Google Shape;207;p28:notes"/>
          <p:cNvSpPr/>
          <p:nvPr>
            <p:ph idx="2" type="sldImg"/>
          </p:nvPr>
        </p:nvSpPr>
        <p:spPr>
          <a:xfrm>
            <a:off x="534988" y="623888"/>
            <a:ext cx="5764212" cy="3990975"/>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18" name="Shape 218"/>
        <p:cNvGrpSpPr/>
        <p:nvPr/>
      </p:nvGrpSpPr>
      <p:grpSpPr>
        <a:xfrm>
          <a:off x="0" y="0"/>
          <a:ext cx="0" cy="0"/>
          <a:chOff x="0" y="0"/>
          <a:chExt cx="0" cy="0"/>
        </a:xfrm>
      </p:grpSpPr>
      <p:sp>
        <p:nvSpPr>
          <p:cNvPr id="219" name="Google Shape;219;p29:notes"/>
          <p:cNvSpPr txBox="1"/>
          <p:nvPr>
            <p:ph idx="1" type="body"/>
          </p:nvPr>
        </p:nvSpPr>
        <p:spPr>
          <a:xfrm>
            <a:off x="213545" y="4740037"/>
            <a:ext cx="6407100" cy="4615199"/>
          </a:xfrm>
          <a:prstGeom prst="rect">
            <a:avLst/>
          </a:prstGeom>
          <a:noFill/>
          <a:ln>
            <a:noFill/>
          </a:ln>
        </p:spPr>
        <p:txBody>
          <a:bodyPr anchorCtr="0" anchor="t" bIns="91425" lIns="91425" spcFirstLastPara="1" rIns="91425" wrap="square" tIns="91425">
            <a:noAutofit/>
          </a:bodyPr>
          <a:lstStyle/>
          <a:p>
            <a:pPr indent="-228600" lvl="0" marL="457200" rtl="0" algn="l">
              <a:lnSpc>
                <a:spcPct val="100000"/>
              </a:lnSpc>
              <a:spcBef>
                <a:spcPts val="0"/>
              </a:spcBef>
              <a:spcAft>
                <a:spcPts val="0"/>
              </a:spcAft>
              <a:buSzPts val="1200"/>
              <a:buNone/>
            </a:pPr>
            <a:r>
              <a:t/>
            </a:r>
            <a:endParaRPr/>
          </a:p>
        </p:txBody>
      </p:sp>
      <p:sp>
        <p:nvSpPr>
          <p:cNvPr id="220" name="Google Shape;220;p29:notes"/>
          <p:cNvSpPr/>
          <p:nvPr>
            <p:ph idx="2" type="sldImg"/>
          </p:nvPr>
        </p:nvSpPr>
        <p:spPr>
          <a:xfrm>
            <a:off x="534988" y="623888"/>
            <a:ext cx="5764212" cy="3990975"/>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31" name="Shape 231"/>
        <p:cNvGrpSpPr/>
        <p:nvPr/>
      </p:nvGrpSpPr>
      <p:grpSpPr>
        <a:xfrm>
          <a:off x="0" y="0"/>
          <a:ext cx="0" cy="0"/>
          <a:chOff x="0" y="0"/>
          <a:chExt cx="0" cy="0"/>
        </a:xfrm>
      </p:grpSpPr>
      <p:sp>
        <p:nvSpPr>
          <p:cNvPr id="232" name="Google Shape;232;p3:notes"/>
          <p:cNvSpPr txBox="1"/>
          <p:nvPr>
            <p:ph idx="1" type="body"/>
          </p:nvPr>
        </p:nvSpPr>
        <p:spPr>
          <a:xfrm>
            <a:off x="213545" y="4740037"/>
            <a:ext cx="6407095" cy="4615329"/>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233" name="Google Shape;233;p3:notes"/>
          <p:cNvSpPr/>
          <p:nvPr>
            <p:ph idx="2" type="sldImg"/>
          </p:nvPr>
        </p:nvSpPr>
        <p:spPr>
          <a:xfrm>
            <a:off x="534987" y="623887"/>
            <a:ext cx="5764212" cy="3990975"/>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44" name="Shape 244"/>
        <p:cNvGrpSpPr/>
        <p:nvPr/>
      </p:nvGrpSpPr>
      <p:grpSpPr>
        <a:xfrm>
          <a:off x="0" y="0"/>
          <a:ext cx="0" cy="0"/>
          <a:chOff x="0" y="0"/>
          <a:chExt cx="0" cy="0"/>
        </a:xfrm>
      </p:grpSpPr>
      <p:sp>
        <p:nvSpPr>
          <p:cNvPr id="245" name="Google Shape;245;p5:notes"/>
          <p:cNvSpPr txBox="1"/>
          <p:nvPr>
            <p:ph idx="1" type="body"/>
          </p:nvPr>
        </p:nvSpPr>
        <p:spPr>
          <a:xfrm>
            <a:off x="213545" y="4740037"/>
            <a:ext cx="6407095" cy="4615329"/>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246" name="Google Shape;246;p5:notes"/>
          <p:cNvSpPr/>
          <p:nvPr>
            <p:ph idx="2" type="sldImg"/>
          </p:nvPr>
        </p:nvSpPr>
        <p:spPr>
          <a:xfrm>
            <a:off x="534987" y="623887"/>
            <a:ext cx="5764212" cy="3990975"/>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82" name="Shape 282"/>
        <p:cNvGrpSpPr/>
        <p:nvPr/>
      </p:nvGrpSpPr>
      <p:grpSpPr>
        <a:xfrm>
          <a:off x="0" y="0"/>
          <a:ext cx="0" cy="0"/>
          <a:chOff x="0" y="0"/>
          <a:chExt cx="0" cy="0"/>
        </a:xfrm>
      </p:grpSpPr>
      <p:sp>
        <p:nvSpPr>
          <p:cNvPr id="283" name="Google Shape;283;p6:notes"/>
          <p:cNvSpPr txBox="1"/>
          <p:nvPr>
            <p:ph idx="1" type="body"/>
          </p:nvPr>
        </p:nvSpPr>
        <p:spPr>
          <a:xfrm>
            <a:off x="213545" y="4740037"/>
            <a:ext cx="6407095" cy="4615329"/>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284" name="Google Shape;284;p6:notes"/>
          <p:cNvSpPr/>
          <p:nvPr>
            <p:ph idx="2" type="sldImg"/>
          </p:nvPr>
        </p:nvSpPr>
        <p:spPr>
          <a:xfrm>
            <a:off x="534987" y="623887"/>
            <a:ext cx="5764212" cy="3990975"/>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92" name="Shape 292"/>
        <p:cNvGrpSpPr/>
        <p:nvPr/>
      </p:nvGrpSpPr>
      <p:grpSpPr>
        <a:xfrm>
          <a:off x="0" y="0"/>
          <a:ext cx="0" cy="0"/>
          <a:chOff x="0" y="0"/>
          <a:chExt cx="0" cy="0"/>
        </a:xfrm>
      </p:grpSpPr>
      <p:sp>
        <p:nvSpPr>
          <p:cNvPr id="293" name="Google Shape;293;p7:notes"/>
          <p:cNvSpPr txBox="1"/>
          <p:nvPr>
            <p:ph idx="1" type="body"/>
          </p:nvPr>
        </p:nvSpPr>
        <p:spPr>
          <a:xfrm>
            <a:off x="213545" y="4740037"/>
            <a:ext cx="6407095" cy="4615329"/>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294" name="Google Shape;294;p7:notes"/>
          <p:cNvSpPr/>
          <p:nvPr>
            <p:ph idx="2" type="sldImg"/>
          </p:nvPr>
        </p:nvSpPr>
        <p:spPr>
          <a:xfrm>
            <a:off x="534987" y="623887"/>
            <a:ext cx="5764212" cy="3990975"/>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15" name="Shape 315"/>
        <p:cNvGrpSpPr/>
        <p:nvPr/>
      </p:nvGrpSpPr>
      <p:grpSpPr>
        <a:xfrm>
          <a:off x="0" y="0"/>
          <a:ext cx="0" cy="0"/>
          <a:chOff x="0" y="0"/>
          <a:chExt cx="0" cy="0"/>
        </a:xfrm>
      </p:grpSpPr>
      <p:sp>
        <p:nvSpPr>
          <p:cNvPr id="316" name="Google Shape;316;p8:notes"/>
          <p:cNvSpPr txBox="1"/>
          <p:nvPr>
            <p:ph idx="1" type="body"/>
          </p:nvPr>
        </p:nvSpPr>
        <p:spPr>
          <a:xfrm>
            <a:off x="213545" y="4740037"/>
            <a:ext cx="6407095" cy="4615329"/>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317" name="Google Shape;317;p8:notes"/>
          <p:cNvSpPr/>
          <p:nvPr>
            <p:ph idx="2" type="sldImg"/>
          </p:nvPr>
        </p:nvSpPr>
        <p:spPr>
          <a:xfrm>
            <a:off x="534987" y="623887"/>
            <a:ext cx="5764212" cy="3990975"/>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41" name="Shape 341"/>
        <p:cNvGrpSpPr/>
        <p:nvPr/>
      </p:nvGrpSpPr>
      <p:grpSpPr>
        <a:xfrm>
          <a:off x="0" y="0"/>
          <a:ext cx="0" cy="0"/>
          <a:chOff x="0" y="0"/>
          <a:chExt cx="0" cy="0"/>
        </a:xfrm>
      </p:grpSpPr>
      <p:sp>
        <p:nvSpPr>
          <p:cNvPr id="342" name="Google Shape;342;p31:notes"/>
          <p:cNvSpPr/>
          <p:nvPr>
            <p:ph idx="2" type="sldImg"/>
          </p:nvPr>
        </p:nvSpPr>
        <p:spPr>
          <a:xfrm>
            <a:off x="534988" y="623888"/>
            <a:ext cx="5764212" cy="3990975"/>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343" name="Google Shape;343;p31:notes"/>
          <p:cNvSpPr txBox="1"/>
          <p:nvPr>
            <p:ph idx="1" type="body"/>
          </p:nvPr>
        </p:nvSpPr>
        <p:spPr>
          <a:xfrm>
            <a:off x="213545" y="4740037"/>
            <a:ext cx="6407095" cy="4615329"/>
          </a:xfrm>
          <a:prstGeom prst="rect">
            <a:avLst/>
          </a:prstGeom>
          <a:noFill/>
          <a:ln>
            <a:noFill/>
          </a:ln>
        </p:spPr>
        <p:txBody>
          <a:bodyPr anchorCtr="0" anchor="t" bIns="91425" lIns="91425" spcFirstLastPara="1" rIns="91425" wrap="square" tIns="91425">
            <a:noAutofit/>
          </a:bodyPr>
          <a:lstStyle/>
          <a:p>
            <a:pPr indent="-228600" lvl="0" marL="457200" marR="0" rtl="0" algn="l">
              <a:lnSpc>
                <a:spcPct val="100000"/>
              </a:lnSpc>
              <a:spcBef>
                <a:spcPts val="0"/>
              </a:spcBef>
              <a:spcAft>
                <a:spcPts val="0"/>
              </a:spcAft>
              <a:buClr>
                <a:schemeClr val="dk1"/>
              </a:buClr>
              <a:buSzPts val="1200"/>
              <a:buFont typeface="Arial"/>
              <a:buNone/>
            </a:pPr>
            <a:r>
              <a:rPr lang="es-AR"/>
              <a:t>El ser humano oscila… entre libertad y seguridad</a:t>
            </a:r>
            <a:endParaRPr/>
          </a:p>
        </p:txBody>
      </p:sp>
      <p:sp>
        <p:nvSpPr>
          <p:cNvPr id="344" name="Google Shape;344;p31:notes"/>
          <p:cNvSpPr txBox="1"/>
          <p:nvPr>
            <p:ph idx="12" type="sldNum"/>
          </p:nvPr>
        </p:nvSpPr>
        <p:spPr>
          <a:xfrm>
            <a:off x="3871125" y="9478342"/>
            <a:ext cx="2961480" cy="498951"/>
          </a:xfrm>
          <a:prstGeom prst="rect">
            <a:avLst/>
          </a:prstGeom>
          <a:noFill/>
          <a:ln>
            <a:noFill/>
          </a:ln>
        </p:spPr>
        <p:txBody>
          <a:bodyPr anchorCtr="0" anchor="b" bIns="180000" lIns="72000" spcFirstLastPara="1" rIns="180000" wrap="square" tIns="36000">
            <a:noAutofit/>
          </a:bodyPr>
          <a:lstStyle/>
          <a:p>
            <a:pPr indent="0" lvl="0" marL="0" marR="0" rtl="0" algn="r">
              <a:lnSpc>
                <a:spcPct val="100000"/>
              </a:lnSpc>
              <a:spcBef>
                <a:spcPts val="0"/>
              </a:spcBef>
              <a:spcAft>
                <a:spcPts val="0"/>
              </a:spcAft>
              <a:buSzPts val="200"/>
              <a:buNone/>
            </a:pPr>
            <a:fld id="{00000000-1234-1234-1234-123412341234}" type="slidenum">
              <a:rPr b="1" i="0" lang="es-AR" sz="800" u="none" cap="none" strike="noStrike">
                <a:solidFill>
                  <a:schemeClr val="dk1"/>
                </a:solidFill>
                <a:latin typeface="Arial"/>
                <a:ea typeface="Arial"/>
                <a:cs typeface="Arial"/>
                <a:sym typeface="Arial"/>
              </a:rPr>
              <a:t>‹#›</a:t>
            </a:fld>
            <a:endParaRPr b="1" i="0" sz="800" u="none" cap="none" strike="noStrike">
              <a:solidFill>
                <a:schemeClr val="dk1"/>
              </a:solidFill>
              <a:latin typeface="Arial"/>
              <a:ea typeface="Arial"/>
              <a:cs typeface="Arial"/>
              <a:sym typeface="Arial"/>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ver-People">
  <p:cSld name="Cover-People">
    <p:spTree>
      <p:nvGrpSpPr>
        <p:cNvPr id="13" name="Shape 13"/>
        <p:cNvGrpSpPr/>
        <p:nvPr/>
      </p:nvGrpSpPr>
      <p:grpSpPr>
        <a:xfrm>
          <a:off x="0" y="0"/>
          <a:ext cx="0" cy="0"/>
          <a:chOff x="0" y="0"/>
          <a:chExt cx="0" cy="0"/>
        </a:xfrm>
      </p:grpSpPr>
      <p:sp>
        <p:nvSpPr>
          <p:cNvPr id="14" name="Google Shape;14;p21"/>
          <p:cNvSpPr/>
          <p:nvPr/>
        </p:nvSpPr>
        <p:spPr>
          <a:xfrm>
            <a:off x="-7943" y="6286500"/>
            <a:ext cx="9907200" cy="17462"/>
          </a:xfrm>
          <a:prstGeom prst="rect">
            <a:avLst/>
          </a:prstGeom>
          <a:gradFill>
            <a:gsLst>
              <a:gs pos="0">
                <a:srgbClr val="E3EDF5"/>
              </a:gs>
              <a:gs pos="100000">
                <a:schemeClr val="dk2"/>
              </a:gs>
            </a:gsLst>
            <a:lin ang="0" scaled="0"/>
          </a:gradFill>
          <a:ln>
            <a:noFill/>
          </a:ln>
        </p:spPr>
        <p:txBody>
          <a:bodyPr anchorCtr="0" anchor="ctr" bIns="45700" lIns="91425" spcFirstLastPara="1" rIns="91425" wrap="square" tIns="45700">
            <a:noAutofit/>
          </a:bodyPr>
          <a:lstStyle/>
          <a:p>
            <a:pPr indent="0" lvl="0" marL="0" marR="0" rtl="0" algn="ctr">
              <a:lnSpc>
                <a:spcPct val="85000"/>
              </a:lnSpc>
              <a:spcBef>
                <a:spcPts val="0"/>
              </a:spcBef>
              <a:spcAft>
                <a:spcPts val="0"/>
              </a:spcAft>
              <a:buClr>
                <a:srgbClr val="000000"/>
              </a:buClr>
              <a:buSzPts val="1800"/>
              <a:buFont typeface="Arial"/>
              <a:buNone/>
            </a:pPr>
            <a:r>
              <a:t/>
            </a:r>
            <a:endParaRPr b="0" i="0" sz="1800" u="none" cap="none" strike="noStrike">
              <a:solidFill>
                <a:schemeClr val="dk1"/>
              </a:solidFill>
              <a:latin typeface="Arial"/>
              <a:ea typeface="Arial"/>
              <a:cs typeface="Arial"/>
              <a:sym typeface="Arial"/>
            </a:endParaRPr>
          </a:p>
        </p:txBody>
      </p:sp>
      <p:sp>
        <p:nvSpPr>
          <p:cNvPr id="15" name="Google Shape;15;p21"/>
          <p:cNvSpPr/>
          <p:nvPr/>
        </p:nvSpPr>
        <p:spPr>
          <a:xfrm>
            <a:off x="-24977" y="1196958"/>
            <a:ext cx="9907200" cy="17462"/>
          </a:xfrm>
          <a:prstGeom prst="rect">
            <a:avLst/>
          </a:prstGeom>
          <a:gradFill>
            <a:gsLst>
              <a:gs pos="0">
                <a:srgbClr val="E3EDF5"/>
              </a:gs>
              <a:gs pos="100000">
                <a:schemeClr val="dk2"/>
              </a:gs>
            </a:gsLst>
            <a:lin ang="0" scaled="0"/>
          </a:gradFill>
          <a:ln>
            <a:noFill/>
          </a:ln>
        </p:spPr>
        <p:txBody>
          <a:bodyPr anchorCtr="0" anchor="ctr" bIns="45700" lIns="91425" spcFirstLastPara="1" rIns="91425" wrap="square" tIns="45700">
            <a:noAutofit/>
          </a:bodyPr>
          <a:lstStyle/>
          <a:p>
            <a:pPr indent="0" lvl="0" marL="0" marR="0" rtl="0" algn="ctr">
              <a:lnSpc>
                <a:spcPct val="85000"/>
              </a:lnSpc>
              <a:spcBef>
                <a:spcPts val="0"/>
              </a:spcBef>
              <a:spcAft>
                <a:spcPts val="0"/>
              </a:spcAft>
              <a:buClr>
                <a:srgbClr val="000000"/>
              </a:buClr>
              <a:buSzPts val="1800"/>
              <a:buFont typeface="Arial"/>
              <a:buNone/>
            </a:pPr>
            <a:r>
              <a:t/>
            </a:r>
            <a:endParaRPr b="0" i="0" sz="1800" u="none" cap="none" strike="noStrike">
              <a:solidFill>
                <a:schemeClr val="dk1"/>
              </a:solidFill>
              <a:latin typeface="Arial"/>
              <a:ea typeface="Arial"/>
              <a:cs typeface="Arial"/>
              <a:sym typeface="Arial"/>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2_Diapositiva de título">
  <p:cSld name="2_Diapositiva de título">
    <p:spTree>
      <p:nvGrpSpPr>
        <p:cNvPr id="16" name="Shape 16"/>
        <p:cNvGrpSpPr/>
        <p:nvPr/>
      </p:nvGrpSpPr>
      <p:grpSpPr>
        <a:xfrm>
          <a:off x="0" y="0"/>
          <a:ext cx="0" cy="0"/>
          <a:chOff x="0" y="0"/>
          <a:chExt cx="0" cy="0"/>
        </a:xfrm>
      </p:grpSpPr>
      <p:sp>
        <p:nvSpPr>
          <p:cNvPr id="17" name="Google Shape;17;p22"/>
          <p:cNvSpPr/>
          <p:nvPr/>
        </p:nvSpPr>
        <p:spPr>
          <a:xfrm>
            <a:off x="-24977" y="1196958"/>
            <a:ext cx="9907200" cy="17462"/>
          </a:xfrm>
          <a:prstGeom prst="rect">
            <a:avLst/>
          </a:prstGeom>
          <a:gradFill>
            <a:gsLst>
              <a:gs pos="0">
                <a:srgbClr val="E3EDF5"/>
              </a:gs>
              <a:gs pos="100000">
                <a:schemeClr val="dk2"/>
              </a:gs>
            </a:gsLst>
            <a:lin ang="0" scaled="0"/>
          </a:gradFill>
          <a:ln>
            <a:noFill/>
          </a:ln>
        </p:spPr>
        <p:txBody>
          <a:bodyPr anchorCtr="0" anchor="ctr" bIns="45700" lIns="91425" spcFirstLastPara="1" rIns="91425" wrap="square" tIns="45700">
            <a:noAutofit/>
          </a:bodyPr>
          <a:lstStyle/>
          <a:p>
            <a:pPr indent="0" lvl="0" marL="0" marR="0" rtl="0" algn="ctr">
              <a:lnSpc>
                <a:spcPct val="85000"/>
              </a:lnSpc>
              <a:spcBef>
                <a:spcPts val="0"/>
              </a:spcBef>
              <a:spcAft>
                <a:spcPts val="0"/>
              </a:spcAft>
              <a:buClr>
                <a:srgbClr val="000000"/>
              </a:buClr>
              <a:buSzPts val="1800"/>
              <a:buFont typeface="Arial"/>
              <a:buNone/>
            </a:pPr>
            <a:r>
              <a:t/>
            </a:r>
            <a:endParaRPr b="0" i="0" sz="1800" u="none" cap="none" strike="noStrike">
              <a:solidFill>
                <a:schemeClr val="dk1"/>
              </a:solidFill>
              <a:latin typeface="Arial"/>
              <a:ea typeface="Arial"/>
              <a:cs typeface="Arial"/>
              <a:sym typeface="Arial"/>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ntacts Info">
  <p:cSld name="Contacts Info">
    <p:spTree>
      <p:nvGrpSpPr>
        <p:cNvPr id="18" name="Shape 18"/>
        <p:cNvGrpSpPr/>
        <p:nvPr/>
      </p:nvGrpSpPr>
      <p:grpSpPr>
        <a:xfrm>
          <a:off x="0" y="0"/>
          <a:ext cx="0" cy="0"/>
          <a:chOff x="0" y="0"/>
          <a:chExt cx="0" cy="0"/>
        </a:xfrm>
      </p:grpSpPr>
      <p:sp>
        <p:nvSpPr>
          <p:cNvPr id="19" name="Google Shape;19;p23"/>
          <p:cNvSpPr txBox="1"/>
          <p:nvPr>
            <p:ph idx="12" type="sldNum"/>
          </p:nvPr>
        </p:nvSpPr>
        <p:spPr>
          <a:xfrm>
            <a:off x="9648000" y="6732000"/>
            <a:ext cx="251999" cy="104774"/>
          </a:xfrm>
          <a:prstGeom prst="rect">
            <a:avLst/>
          </a:prstGeom>
          <a:noFill/>
          <a:ln>
            <a:noFill/>
          </a:ln>
        </p:spPr>
        <p:txBody>
          <a:bodyPr anchorCtr="0" anchor="ctr" bIns="0" lIns="36000" spcFirstLastPara="1" rIns="36000" wrap="square" tIns="0">
            <a:noAutofit/>
          </a:bodyPr>
          <a:lstStyle>
            <a:lvl1pPr indent="0" lvl="0" marL="0" marR="0" rtl="0" algn="r">
              <a:lnSpc>
                <a:spcPct val="85000"/>
              </a:lnSpc>
              <a:spcBef>
                <a:spcPts val="0"/>
              </a:spcBef>
              <a:spcAft>
                <a:spcPts val="0"/>
              </a:spcAft>
              <a:buClr>
                <a:srgbClr val="000000"/>
              </a:buClr>
              <a:buSzPts val="200"/>
              <a:buFont typeface="Arial"/>
              <a:buNone/>
              <a:defRPr b="0" i="0" sz="800" u="none" cap="none" strike="noStrike">
                <a:solidFill>
                  <a:srgbClr val="000000"/>
                </a:solidFill>
                <a:latin typeface="Arial"/>
                <a:ea typeface="Arial"/>
                <a:cs typeface="Arial"/>
                <a:sym typeface="Arial"/>
              </a:defRPr>
            </a:lvl1pPr>
            <a:lvl2pPr indent="0" lvl="1" marL="0" marR="0" rtl="0" algn="r">
              <a:lnSpc>
                <a:spcPct val="85000"/>
              </a:lnSpc>
              <a:spcBef>
                <a:spcPts val="0"/>
              </a:spcBef>
              <a:spcAft>
                <a:spcPts val="0"/>
              </a:spcAft>
              <a:buClr>
                <a:srgbClr val="000000"/>
              </a:buClr>
              <a:buSzPts val="200"/>
              <a:buFont typeface="Arial"/>
              <a:buNone/>
              <a:defRPr b="0" i="0" sz="800" u="none" cap="none" strike="noStrike">
                <a:solidFill>
                  <a:srgbClr val="000000"/>
                </a:solidFill>
                <a:latin typeface="Arial"/>
                <a:ea typeface="Arial"/>
                <a:cs typeface="Arial"/>
                <a:sym typeface="Arial"/>
              </a:defRPr>
            </a:lvl2pPr>
            <a:lvl3pPr indent="0" lvl="2" marL="0" marR="0" rtl="0" algn="r">
              <a:lnSpc>
                <a:spcPct val="85000"/>
              </a:lnSpc>
              <a:spcBef>
                <a:spcPts val="0"/>
              </a:spcBef>
              <a:spcAft>
                <a:spcPts val="0"/>
              </a:spcAft>
              <a:buClr>
                <a:srgbClr val="000000"/>
              </a:buClr>
              <a:buSzPts val="200"/>
              <a:buFont typeface="Arial"/>
              <a:buNone/>
              <a:defRPr b="0" i="0" sz="800" u="none" cap="none" strike="noStrike">
                <a:solidFill>
                  <a:srgbClr val="000000"/>
                </a:solidFill>
                <a:latin typeface="Arial"/>
                <a:ea typeface="Arial"/>
                <a:cs typeface="Arial"/>
                <a:sym typeface="Arial"/>
              </a:defRPr>
            </a:lvl3pPr>
            <a:lvl4pPr indent="0" lvl="3" marL="0" marR="0" rtl="0" algn="r">
              <a:lnSpc>
                <a:spcPct val="85000"/>
              </a:lnSpc>
              <a:spcBef>
                <a:spcPts val="0"/>
              </a:spcBef>
              <a:spcAft>
                <a:spcPts val="0"/>
              </a:spcAft>
              <a:buClr>
                <a:srgbClr val="000000"/>
              </a:buClr>
              <a:buSzPts val="200"/>
              <a:buFont typeface="Arial"/>
              <a:buNone/>
              <a:defRPr b="0" i="0" sz="800" u="none" cap="none" strike="noStrike">
                <a:solidFill>
                  <a:srgbClr val="000000"/>
                </a:solidFill>
                <a:latin typeface="Arial"/>
                <a:ea typeface="Arial"/>
                <a:cs typeface="Arial"/>
                <a:sym typeface="Arial"/>
              </a:defRPr>
            </a:lvl4pPr>
            <a:lvl5pPr indent="0" lvl="4" marL="0" marR="0" rtl="0" algn="r">
              <a:lnSpc>
                <a:spcPct val="85000"/>
              </a:lnSpc>
              <a:spcBef>
                <a:spcPts val="0"/>
              </a:spcBef>
              <a:spcAft>
                <a:spcPts val="0"/>
              </a:spcAft>
              <a:buClr>
                <a:srgbClr val="000000"/>
              </a:buClr>
              <a:buSzPts val="200"/>
              <a:buFont typeface="Arial"/>
              <a:buNone/>
              <a:defRPr b="0" i="0" sz="800" u="none" cap="none" strike="noStrike">
                <a:solidFill>
                  <a:srgbClr val="000000"/>
                </a:solidFill>
                <a:latin typeface="Arial"/>
                <a:ea typeface="Arial"/>
                <a:cs typeface="Arial"/>
                <a:sym typeface="Arial"/>
              </a:defRPr>
            </a:lvl5pPr>
            <a:lvl6pPr indent="0" lvl="5" marL="0" marR="0" rtl="0" algn="r">
              <a:lnSpc>
                <a:spcPct val="85000"/>
              </a:lnSpc>
              <a:spcBef>
                <a:spcPts val="0"/>
              </a:spcBef>
              <a:spcAft>
                <a:spcPts val="0"/>
              </a:spcAft>
              <a:buClr>
                <a:srgbClr val="000000"/>
              </a:buClr>
              <a:buSzPts val="200"/>
              <a:buFont typeface="Arial"/>
              <a:buNone/>
              <a:defRPr b="0" i="0" sz="800" u="none" cap="none" strike="noStrike">
                <a:solidFill>
                  <a:srgbClr val="000000"/>
                </a:solidFill>
                <a:latin typeface="Arial"/>
                <a:ea typeface="Arial"/>
                <a:cs typeface="Arial"/>
                <a:sym typeface="Arial"/>
              </a:defRPr>
            </a:lvl6pPr>
            <a:lvl7pPr indent="0" lvl="6" marL="0" marR="0" rtl="0" algn="r">
              <a:lnSpc>
                <a:spcPct val="85000"/>
              </a:lnSpc>
              <a:spcBef>
                <a:spcPts val="0"/>
              </a:spcBef>
              <a:spcAft>
                <a:spcPts val="0"/>
              </a:spcAft>
              <a:buClr>
                <a:srgbClr val="000000"/>
              </a:buClr>
              <a:buSzPts val="200"/>
              <a:buFont typeface="Arial"/>
              <a:buNone/>
              <a:defRPr b="0" i="0" sz="800" u="none" cap="none" strike="noStrike">
                <a:solidFill>
                  <a:srgbClr val="000000"/>
                </a:solidFill>
                <a:latin typeface="Arial"/>
                <a:ea typeface="Arial"/>
                <a:cs typeface="Arial"/>
                <a:sym typeface="Arial"/>
              </a:defRPr>
            </a:lvl7pPr>
            <a:lvl8pPr indent="0" lvl="7" marL="0" marR="0" rtl="0" algn="r">
              <a:lnSpc>
                <a:spcPct val="85000"/>
              </a:lnSpc>
              <a:spcBef>
                <a:spcPts val="0"/>
              </a:spcBef>
              <a:spcAft>
                <a:spcPts val="0"/>
              </a:spcAft>
              <a:buClr>
                <a:srgbClr val="000000"/>
              </a:buClr>
              <a:buSzPts val="200"/>
              <a:buFont typeface="Arial"/>
              <a:buNone/>
              <a:defRPr b="0" i="0" sz="800" u="none" cap="none" strike="noStrike">
                <a:solidFill>
                  <a:srgbClr val="000000"/>
                </a:solidFill>
                <a:latin typeface="Arial"/>
                <a:ea typeface="Arial"/>
                <a:cs typeface="Arial"/>
                <a:sym typeface="Arial"/>
              </a:defRPr>
            </a:lvl8pPr>
            <a:lvl9pPr indent="0" lvl="8" marL="0" marR="0" rtl="0" algn="r">
              <a:lnSpc>
                <a:spcPct val="85000"/>
              </a:lnSpc>
              <a:spcBef>
                <a:spcPts val="0"/>
              </a:spcBef>
              <a:spcAft>
                <a:spcPts val="0"/>
              </a:spcAft>
              <a:buClr>
                <a:srgbClr val="000000"/>
              </a:buClr>
              <a:buSzPts val="200"/>
              <a:buFont typeface="Arial"/>
              <a:buNone/>
              <a:defRPr b="0" i="0" sz="800" u="none" cap="none" strike="noStrike">
                <a:solidFill>
                  <a:srgbClr val="000000"/>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s-AR"/>
              <a:t>‹#›</a:t>
            </a:fld>
            <a:endParaRPr/>
          </a:p>
        </p:txBody>
      </p:sp>
      <p:sp>
        <p:nvSpPr>
          <p:cNvPr descr="images (1).jpg" id="20" name="Google Shape;20;p23"/>
          <p:cNvSpPr/>
          <p:nvPr/>
        </p:nvSpPr>
        <p:spPr>
          <a:xfrm>
            <a:off x="6357982" y="2571743"/>
            <a:ext cx="3524239" cy="4286255"/>
          </a:xfrm>
          <a:prstGeom prst="rect">
            <a:avLst/>
          </a:prstGeom>
          <a:solidFill>
            <a:srgbClr val="FFFFFF"/>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descr="images (1).jpg" id="21" name="Google Shape;21;p23"/>
          <p:cNvSpPr/>
          <p:nvPr/>
        </p:nvSpPr>
        <p:spPr>
          <a:xfrm>
            <a:off x="0" y="0"/>
            <a:ext cx="2724146" cy="3143247"/>
          </a:xfrm>
          <a:prstGeom prst="rect">
            <a:avLst/>
          </a:prstGeom>
          <a:solidFill>
            <a:srgbClr val="FFFFFF"/>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2" name="Google Shape;22;p23"/>
          <p:cNvSpPr/>
          <p:nvPr/>
        </p:nvSpPr>
        <p:spPr>
          <a:xfrm flipH="1" rot="10800000">
            <a:off x="3309926" y="1214422"/>
            <a:ext cx="6572296" cy="45718"/>
          </a:xfrm>
          <a:prstGeom prst="rect">
            <a:avLst/>
          </a:prstGeom>
          <a:gradFill>
            <a:gsLst>
              <a:gs pos="0">
                <a:srgbClr val="E3EDF5"/>
              </a:gs>
              <a:gs pos="100000">
                <a:schemeClr val="dk2"/>
              </a:gs>
            </a:gsLst>
            <a:lin ang="0" scaled="0"/>
          </a:gradFill>
          <a:ln>
            <a:noFill/>
          </a:ln>
        </p:spPr>
        <p:txBody>
          <a:bodyPr anchorCtr="0" anchor="ctr" bIns="45700" lIns="91425" spcFirstLastPara="1" rIns="91425" wrap="square" tIns="45700">
            <a:noAutofit/>
          </a:bodyPr>
          <a:lstStyle/>
          <a:p>
            <a:pPr indent="0" lvl="0" marL="0" marR="0" rtl="0" algn="ctr">
              <a:lnSpc>
                <a:spcPct val="85000"/>
              </a:lnSpc>
              <a:spcBef>
                <a:spcPts val="0"/>
              </a:spcBef>
              <a:spcAft>
                <a:spcPts val="0"/>
              </a:spcAft>
              <a:buClr>
                <a:srgbClr val="000000"/>
              </a:buClr>
              <a:buSzPts val="1800"/>
              <a:buFont typeface="Arial"/>
              <a:buNone/>
            </a:pPr>
            <a:r>
              <a:t/>
            </a:r>
            <a:endParaRPr b="0" i="0" sz="1800" u="none" cap="none" strike="noStrike">
              <a:solidFill>
                <a:schemeClr val="dk1"/>
              </a:solidFill>
              <a:latin typeface="Arial"/>
              <a:ea typeface="Arial"/>
              <a:cs typeface="Arial"/>
              <a:sym typeface="Arial"/>
            </a:endParaRPr>
          </a:p>
        </p:txBody>
      </p:sp>
      <p:sp>
        <p:nvSpPr>
          <p:cNvPr id="23" name="Google Shape;23;p23"/>
          <p:cNvSpPr/>
          <p:nvPr/>
        </p:nvSpPr>
        <p:spPr>
          <a:xfrm flipH="1">
            <a:off x="0" y="5715016"/>
            <a:ext cx="5524504" cy="45718"/>
          </a:xfrm>
          <a:prstGeom prst="rect">
            <a:avLst/>
          </a:prstGeom>
          <a:gradFill>
            <a:gsLst>
              <a:gs pos="0">
                <a:srgbClr val="E3EDF5"/>
              </a:gs>
              <a:gs pos="100000">
                <a:schemeClr val="dk2"/>
              </a:gs>
            </a:gsLst>
            <a:lin ang="0" scaled="0"/>
          </a:gradFill>
          <a:ln>
            <a:noFill/>
          </a:ln>
        </p:spPr>
        <p:txBody>
          <a:bodyPr anchorCtr="0" anchor="ctr" bIns="45700" lIns="91425" spcFirstLastPara="1" rIns="91425" wrap="square" tIns="45700">
            <a:noAutofit/>
          </a:bodyPr>
          <a:lstStyle/>
          <a:p>
            <a:pPr indent="0" lvl="0" marL="0" marR="0" rtl="0" algn="ctr">
              <a:lnSpc>
                <a:spcPct val="85000"/>
              </a:lnSpc>
              <a:spcBef>
                <a:spcPts val="0"/>
              </a:spcBef>
              <a:spcAft>
                <a:spcPts val="0"/>
              </a:spcAft>
              <a:buClr>
                <a:srgbClr val="000000"/>
              </a:buClr>
              <a:buSzPts val="1800"/>
              <a:buFont typeface="Arial"/>
              <a:buNone/>
            </a:pPr>
            <a:r>
              <a:t/>
            </a:r>
            <a:endParaRPr b="0" i="0" sz="1800" u="none" cap="none" strike="noStrike">
              <a:solidFill>
                <a:schemeClr val="dk1"/>
              </a:solidFill>
              <a:latin typeface="Arial"/>
              <a:ea typeface="Arial"/>
              <a:cs typeface="Arial"/>
              <a:sym typeface="Arial"/>
            </a:endParaRPr>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image" Target="../media/image1.png"/><Relationship Id="rId2" Type="http://schemas.openxmlformats.org/officeDocument/2006/relationships/slideLayout" Target="../slideLayouts/slideLayout1.xml"/><Relationship Id="rId3" Type="http://schemas.openxmlformats.org/officeDocument/2006/relationships/slideLayout" Target="../slideLayouts/slideLayout2.xml"/><Relationship Id="rId4" Type="http://schemas.openxmlformats.org/officeDocument/2006/relationships/slideLayout" Target="../slideLayouts/slideLayout3.xml"/><Relationship Id="rId5"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8" name="Shape 8"/>
        <p:cNvGrpSpPr/>
        <p:nvPr/>
      </p:nvGrpSpPr>
      <p:grpSpPr>
        <a:xfrm>
          <a:off x="0" y="0"/>
          <a:ext cx="0" cy="0"/>
          <a:chOff x="0" y="0"/>
          <a:chExt cx="0" cy="0"/>
        </a:xfrm>
      </p:grpSpPr>
      <p:sp>
        <p:nvSpPr>
          <p:cNvPr id="9" name="Google Shape;9;p20"/>
          <p:cNvSpPr txBox="1"/>
          <p:nvPr>
            <p:ph type="title"/>
          </p:nvPr>
        </p:nvSpPr>
        <p:spPr>
          <a:xfrm>
            <a:off x="0" y="0"/>
            <a:ext cx="9906000" cy="1187999"/>
          </a:xfrm>
          <a:prstGeom prst="rect">
            <a:avLst/>
          </a:prstGeom>
          <a:noFill/>
          <a:ln>
            <a:noFill/>
          </a:ln>
        </p:spPr>
        <p:txBody>
          <a:bodyPr anchorCtr="0" anchor="ctr" bIns="91425" lIns="91425" spcFirstLastPara="1" rIns="91425" wrap="square" tIns="91425">
            <a:noAutofit/>
          </a:bodyPr>
          <a:lstStyle>
            <a:lvl1pPr lvl="0" marR="0" rtl="0" algn="ctr">
              <a:lnSpc>
                <a:spcPct val="90000"/>
              </a:lnSpc>
              <a:spcBef>
                <a:spcPts val="0"/>
              </a:spcBef>
              <a:spcAft>
                <a:spcPts val="0"/>
              </a:spcAft>
              <a:buClr>
                <a:schemeClr val="dk2"/>
              </a:buClr>
              <a:buSzPts val="3000"/>
              <a:buFont typeface="Arial Narrow"/>
              <a:buNone/>
              <a:defRPr b="1" i="0" sz="3000" u="none" cap="none" strike="noStrike">
                <a:solidFill>
                  <a:schemeClr val="dk2"/>
                </a:solidFill>
                <a:latin typeface="Arial Narrow"/>
                <a:ea typeface="Arial Narrow"/>
                <a:cs typeface="Arial Narrow"/>
                <a:sym typeface="Arial Narrow"/>
              </a:defRPr>
            </a:lvl1pPr>
            <a:lvl2pPr lvl="1" marR="0" rtl="0" algn="l">
              <a:lnSpc>
                <a:spcPct val="100000"/>
              </a:lnSpc>
              <a:spcBef>
                <a:spcPts val="0"/>
              </a:spcBef>
              <a:spcAft>
                <a:spcPts val="0"/>
              </a:spcAft>
              <a:buClr>
                <a:srgbClr val="000000"/>
              </a:buClr>
              <a:buSzPts val="1800"/>
              <a:buFont typeface="Arial"/>
              <a:buNone/>
              <a:defRPr b="0" i="0" sz="18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SzPts val="1800"/>
              <a:buFont typeface="Arial"/>
              <a:buNone/>
              <a:defRPr b="0" i="0" sz="18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SzPts val="1800"/>
              <a:buFont typeface="Arial"/>
              <a:buNone/>
              <a:defRPr b="0" i="0" sz="18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SzPts val="1800"/>
              <a:buFont typeface="Arial"/>
              <a:buNone/>
              <a:defRPr b="0" i="0" sz="18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SzPts val="1800"/>
              <a:buFont typeface="Arial"/>
              <a:buNone/>
              <a:defRPr b="0" i="0" sz="18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SzPts val="1800"/>
              <a:buFont typeface="Arial"/>
              <a:buNone/>
              <a:defRPr b="0" i="0" sz="18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SzPts val="1800"/>
              <a:buFont typeface="Arial"/>
              <a:buNone/>
              <a:defRPr b="0" i="0" sz="18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SzPts val="1800"/>
              <a:buFont typeface="Arial"/>
              <a:buNone/>
              <a:defRPr b="0" i="0" sz="1800" u="none" cap="none" strike="noStrike">
                <a:solidFill>
                  <a:srgbClr val="000000"/>
                </a:solidFill>
                <a:latin typeface="Arial"/>
                <a:ea typeface="Arial"/>
                <a:cs typeface="Arial"/>
                <a:sym typeface="Arial"/>
              </a:defRPr>
            </a:lvl9pPr>
          </a:lstStyle>
          <a:p/>
        </p:txBody>
      </p:sp>
      <p:sp>
        <p:nvSpPr>
          <p:cNvPr id="10" name="Google Shape;10;p20"/>
          <p:cNvSpPr/>
          <p:nvPr/>
        </p:nvSpPr>
        <p:spPr>
          <a:xfrm>
            <a:off x="-7943" y="6286500"/>
            <a:ext cx="9907200" cy="17462"/>
          </a:xfrm>
          <a:prstGeom prst="rect">
            <a:avLst/>
          </a:prstGeom>
          <a:gradFill>
            <a:gsLst>
              <a:gs pos="0">
                <a:srgbClr val="E3EDF5"/>
              </a:gs>
              <a:gs pos="100000">
                <a:schemeClr val="dk2"/>
              </a:gs>
            </a:gsLst>
            <a:lin ang="0" scaled="0"/>
          </a:gradFill>
          <a:ln>
            <a:noFill/>
          </a:ln>
        </p:spPr>
        <p:txBody>
          <a:bodyPr anchorCtr="0" anchor="ctr" bIns="45700" lIns="91425" spcFirstLastPara="1" rIns="91425" wrap="square" tIns="45700">
            <a:noAutofit/>
          </a:bodyPr>
          <a:lstStyle/>
          <a:p>
            <a:pPr indent="0" lvl="0" marL="0" marR="0" rtl="0" algn="ctr">
              <a:lnSpc>
                <a:spcPct val="85000"/>
              </a:lnSpc>
              <a:spcBef>
                <a:spcPts val="0"/>
              </a:spcBef>
              <a:spcAft>
                <a:spcPts val="0"/>
              </a:spcAft>
              <a:buClr>
                <a:srgbClr val="000000"/>
              </a:buClr>
              <a:buSzPts val="1800"/>
              <a:buFont typeface="Arial"/>
              <a:buNone/>
            </a:pPr>
            <a:r>
              <a:t/>
            </a:r>
            <a:endParaRPr b="0" i="0" sz="1800" u="none" cap="none" strike="noStrike">
              <a:solidFill>
                <a:schemeClr val="dk1"/>
              </a:solidFill>
              <a:latin typeface="Arial"/>
              <a:ea typeface="Arial"/>
              <a:cs typeface="Arial"/>
              <a:sym typeface="Arial"/>
            </a:endParaRPr>
          </a:p>
        </p:txBody>
      </p:sp>
      <p:sp>
        <p:nvSpPr>
          <p:cNvPr id="11" name="Google Shape;11;p20"/>
          <p:cNvSpPr txBox="1"/>
          <p:nvPr>
            <p:ph idx="1" type="body"/>
          </p:nvPr>
        </p:nvSpPr>
        <p:spPr>
          <a:xfrm>
            <a:off x="0" y="1440000"/>
            <a:ext cx="9906000" cy="4679999"/>
          </a:xfrm>
          <a:prstGeom prst="rect">
            <a:avLst/>
          </a:prstGeom>
          <a:noFill/>
          <a:ln>
            <a:noFill/>
          </a:ln>
        </p:spPr>
        <p:txBody>
          <a:bodyPr anchorCtr="0" anchor="t" bIns="91425" lIns="91425" spcFirstLastPara="1" rIns="91425" wrap="square" tIns="91425">
            <a:noAutofit/>
          </a:bodyPr>
          <a:lstStyle>
            <a:lvl1pPr indent="-381000" lvl="0" marL="457200" marR="0" rtl="0" algn="l">
              <a:lnSpc>
                <a:spcPct val="100000"/>
              </a:lnSpc>
              <a:spcBef>
                <a:spcPts val="480"/>
              </a:spcBef>
              <a:spcAft>
                <a:spcPts val="0"/>
              </a:spcAft>
              <a:buClr>
                <a:schemeClr val="dk2"/>
              </a:buClr>
              <a:buSzPts val="2400"/>
              <a:buFont typeface="Noto Sans Symbols"/>
              <a:buChar char="▪"/>
              <a:defRPr b="0" i="0" sz="2400" u="none" cap="none" strike="noStrike">
                <a:solidFill>
                  <a:schemeClr val="dk1"/>
                </a:solidFill>
                <a:latin typeface="Arial"/>
                <a:ea typeface="Arial"/>
                <a:cs typeface="Arial"/>
                <a:sym typeface="Arial"/>
              </a:defRPr>
            </a:lvl1pPr>
            <a:lvl2pPr indent="-355600" lvl="1" marL="914400" marR="0" rtl="0" algn="l">
              <a:lnSpc>
                <a:spcPct val="100000"/>
              </a:lnSpc>
              <a:spcBef>
                <a:spcPts val="400"/>
              </a:spcBef>
              <a:spcAft>
                <a:spcPts val="0"/>
              </a:spcAft>
              <a:buClr>
                <a:schemeClr val="accent2"/>
              </a:buClr>
              <a:buSzPts val="2000"/>
              <a:buFont typeface="Arial"/>
              <a:buChar char="•"/>
              <a:defRPr b="0" i="0" sz="2000" u="none" cap="none" strike="noStrike">
                <a:solidFill>
                  <a:schemeClr val="dk1"/>
                </a:solidFill>
                <a:latin typeface="Arial"/>
                <a:ea typeface="Arial"/>
                <a:cs typeface="Arial"/>
                <a:sym typeface="Arial"/>
              </a:defRPr>
            </a:lvl2pPr>
            <a:lvl3pPr indent="-342900" lvl="2" marL="1371600" marR="0" rtl="0" algn="l">
              <a:lnSpc>
                <a:spcPct val="100000"/>
              </a:lnSpc>
              <a:spcBef>
                <a:spcPts val="360"/>
              </a:spcBef>
              <a:spcAft>
                <a:spcPts val="0"/>
              </a:spcAft>
              <a:buClr>
                <a:schemeClr val="accent1"/>
              </a:buClr>
              <a:buSzPts val="1800"/>
              <a:buFont typeface="Courier New"/>
              <a:buChar char="o"/>
              <a:defRPr b="0" i="0" sz="1800" u="none" cap="none" strike="noStrike">
                <a:solidFill>
                  <a:schemeClr val="dk1"/>
                </a:solidFill>
                <a:latin typeface="Arial"/>
                <a:ea typeface="Arial"/>
                <a:cs typeface="Arial"/>
                <a:sym typeface="Arial"/>
              </a:defRPr>
            </a:lvl3pPr>
            <a:lvl4pPr indent="-330200" lvl="3" marL="1828800" marR="0" rtl="0" algn="l">
              <a:lnSpc>
                <a:spcPct val="100000"/>
              </a:lnSpc>
              <a:spcBef>
                <a:spcPts val="320"/>
              </a:spcBef>
              <a:spcAft>
                <a:spcPts val="0"/>
              </a:spcAft>
              <a:buClr>
                <a:schemeClr val="accent3"/>
              </a:buClr>
              <a:buSzPts val="1600"/>
              <a:buFont typeface="Arial"/>
              <a:buChar char="–"/>
              <a:defRPr b="0" i="0" sz="1600" u="none" cap="none" strike="noStrike">
                <a:solidFill>
                  <a:schemeClr val="dk1"/>
                </a:solidFill>
                <a:latin typeface="Arial"/>
                <a:ea typeface="Arial"/>
                <a:cs typeface="Arial"/>
                <a:sym typeface="Arial"/>
              </a:defRPr>
            </a:lvl4pPr>
            <a:lvl5pPr indent="-317500" lvl="4" marL="2286000" marR="0" rtl="0" algn="l">
              <a:lnSpc>
                <a:spcPct val="100000"/>
              </a:lnSpc>
              <a:spcBef>
                <a:spcPts val="280"/>
              </a:spcBef>
              <a:spcAft>
                <a:spcPts val="0"/>
              </a:spcAft>
              <a:buClr>
                <a:schemeClr val="dk1"/>
              </a:buClr>
              <a:buSzPts val="1400"/>
              <a:buFont typeface="Arial"/>
              <a:buChar char="»"/>
              <a:defRPr b="0" i="0" sz="1400" u="none" cap="none" strike="noStrike">
                <a:solidFill>
                  <a:schemeClr val="dk1"/>
                </a:solidFill>
                <a:latin typeface="Arial"/>
                <a:ea typeface="Arial"/>
                <a:cs typeface="Arial"/>
                <a:sym typeface="Arial"/>
              </a:defRPr>
            </a:lvl5pPr>
            <a:lvl6pPr indent="-355600" lvl="5" marL="2743200" marR="0" rtl="0" algn="l">
              <a:lnSpc>
                <a:spcPct val="100000"/>
              </a:lnSpc>
              <a:spcBef>
                <a:spcPts val="400"/>
              </a:spcBef>
              <a:spcAft>
                <a:spcPts val="0"/>
              </a:spcAft>
              <a:buClr>
                <a:schemeClr val="dk1"/>
              </a:buClr>
              <a:buSzPts val="2000"/>
              <a:buFont typeface="Arial"/>
              <a:buChar char="•"/>
              <a:defRPr b="0" i="0" sz="2000" u="none" cap="none" strike="noStrike">
                <a:solidFill>
                  <a:schemeClr val="dk1"/>
                </a:solidFill>
                <a:latin typeface="Arial"/>
                <a:ea typeface="Arial"/>
                <a:cs typeface="Arial"/>
                <a:sym typeface="Arial"/>
              </a:defRPr>
            </a:lvl6pPr>
            <a:lvl7pPr indent="-355600" lvl="6" marL="3200400" marR="0" rtl="0" algn="l">
              <a:lnSpc>
                <a:spcPct val="100000"/>
              </a:lnSpc>
              <a:spcBef>
                <a:spcPts val="400"/>
              </a:spcBef>
              <a:spcAft>
                <a:spcPts val="0"/>
              </a:spcAft>
              <a:buClr>
                <a:schemeClr val="dk1"/>
              </a:buClr>
              <a:buSzPts val="2000"/>
              <a:buFont typeface="Arial"/>
              <a:buChar char="•"/>
              <a:defRPr b="0" i="0" sz="2000" u="none" cap="none" strike="noStrike">
                <a:solidFill>
                  <a:schemeClr val="dk1"/>
                </a:solidFill>
                <a:latin typeface="Arial"/>
                <a:ea typeface="Arial"/>
                <a:cs typeface="Arial"/>
                <a:sym typeface="Arial"/>
              </a:defRPr>
            </a:lvl7pPr>
            <a:lvl8pPr indent="-355600" lvl="7" marL="3657600" marR="0" rtl="0" algn="l">
              <a:lnSpc>
                <a:spcPct val="100000"/>
              </a:lnSpc>
              <a:spcBef>
                <a:spcPts val="400"/>
              </a:spcBef>
              <a:spcAft>
                <a:spcPts val="0"/>
              </a:spcAft>
              <a:buClr>
                <a:schemeClr val="dk1"/>
              </a:buClr>
              <a:buSzPts val="2000"/>
              <a:buFont typeface="Arial"/>
              <a:buChar char="•"/>
              <a:defRPr b="0" i="0" sz="2000" u="none" cap="none" strike="noStrike">
                <a:solidFill>
                  <a:schemeClr val="dk1"/>
                </a:solidFill>
                <a:latin typeface="Arial"/>
                <a:ea typeface="Arial"/>
                <a:cs typeface="Arial"/>
                <a:sym typeface="Arial"/>
              </a:defRPr>
            </a:lvl8pPr>
            <a:lvl9pPr indent="-355600" lvl="8" marL="4114800" marR="0" rtl="0" algn="l">
              <a:lnSpc>
                <a:spcPct val="100000"/>
              </a:lnSpc>
              <a:spcBef>
                <a:spcPts val="400"/>
              </a:spcBef>
              <a:spcAft>
                <a:spcPts val="0"/>
              </a:spcAft>
              <a:buClr>
                <a:schemeClr val="dk1"/>
              </a:buClr>
              <a:buSzPts val="2000"/>
              <a:buFont typeface="Arial"/>
              <a:buChar char="•"/>
              <a:defRPr b="0" i="0" sz="2000" u="none" cap="none" strike="noStrike">
                <a:solidFill>
                  <a:schemeClr val="dk1"/>
                </a:solidFill>
                <a:latin typeface="Arial"/>
                <a:ea typeface="Arial"/>
                <a:cs typeface="Arial"/>
                <a:sym typeface="Arial"/>
              </a:defRPr>
            </a:lvl9pPr>
          </a:lstStyle>
          <a:p/>
        </p:txBody>
      </p:sp>
      <p:pic>
        <p:nvPicPr>
          <p:cNvPr descr="Resultado de imagen para utn regional buenos aires ingenieria industrial" id="12" name="Google Shape;12;p20"/>
          <p:cNvPicPr preferRelativeResize="0"/>
          <p:nvPr/>
        </p:nvPicPr>
        <p:blipFill rotWithShape="1">
          <a:blip r:embed="rId1">
            <a:alphaModFix/>
          </a:blip>
          <a:srcRect b="0" l="0" r="0" t="0"/>
          <a:stretch/>
        </p:blipFill>
        <p:spPr>
          <a:xfrm>
            <a:off x="7060820" y="7937"/>
            <a:ext cx="2857500" cy="1095376"/>
          </a:xfrm>
          <a:prstGeom prst="rect">
            <a:avLst/>
          </a:prstGeom>
          <a:noFill/>
          <a:ln>
            <a:noFill/>
          </a:ln>
        </p:spPr>
      </p:pic>
    </p:spTree>
  </p:cSld>
  <p:clrMap accent1="accent1" accent2="accent2" accent3="accent3" accent4="accent4" accent5="accent5" accent6="accent6" bg1="lt1" bg2="dk2" tx1="dk1" tx2="lt2" folHlink="folHlink" hlink="hlink"/>
  <p:sldLayoutIdLst>
    <p:sldLayoutId id="2147483649" r:id="rId2"/>
    <p:sldLayoutId id="2147483650" r:id="rId3"/>
    <p:sldLayoutId id="2147483651" r:id="rId4"/>
  </p:sldLayoutIdLst>
  <p:hf dt="0" ftr="0" hdr="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 Id="rId3" Type="http://schemas.openxmlformats.org/officeDocument/2006/relationships/image" Target="../media/image2.jp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xml"/><Relationship Id="rId3" Type="http://schemas.openxmlformats.org/officeDocument/2006/relationships/hyperlink" Target="http://ppt/slides/slide24.xml" TargetMode="External"/><Relationship Id="rId4" Type="http://schemas.openxmlformats.org/officeDocument/2006/relationships/slide" Target="/ppt/slides/slide4.xml"/><Relationship Id="rId5" Type="http://schemas.openxmlformats.org/officeDocument/2006/relationships/slide" Target="/ppt/slides/slide4.xml"/><Relationship Id="rId6" Type="http://schemas.openxmlformats.org/officeDocument/2006/relationships/image" Target="../media/image1.pn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xml"/><Relationship Id="rId3" Type="http://schemas.openxmlformats.org/officeDocument/2006/relationships/image" Target="../media/image4.png"/><Relationship Id="rId4" Type="http://schemas.openxmlformats.org/officeDocument/2006/relationships/image" Target="../media/image5.png"/><Relationship Id="rId5" Type="http://schemas.openxmlformats.org/officeDocument/2006/relationships/image" Target="../media/image6.pn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xml"/><Relationship Id="rId3" Type="http://schemas.openxmlformats.org/officeDocument/2006/relationships/image" Target="../media/image10.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xml"/><Relationship Id="rId3" Type="http://schemas.openxmlformats.org/officeDocument/2006/relationships/hyperlink" Target="http://ppt/slides/slide24.xml" TargetMode="External"/><Relationship Id="rId4" Type="http://schemas.openxmlformats.org/officeDocument/2006/relationships/slide" Target="/ppt/slides/slide4.xml"/><Relationship Id="rId5" Type="http://schemas.openxmlformats.org/officeDocument/2006/relationships/slide" Target="/ppt/slides/slide4.xml"/><Relationship Id="rId6" Type="http://schemas.openxmlformats.org/officeDocument/2006/relationships/image" Target="../media/image1.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xml"/><Relationship Id="rId3" Type="http://schemas.openxmlformats.org/officeDocument/2006/relationships/image" Target="../media/image8.jp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8.xml"/><Relationship Id="rId3" Type="http://schemas.openxmlformats.org/officeDocument/2006/relationships/image" Target="../media/image7.png"/><Relationship Id="rId4" Type="http://schemas.openxmlformats.org/officeDocument/2006/relationships/image" Target="../media/image9.jp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0.xml"/><Relationship Id="rId3" Type="http://schemas.openxmlformats.org/officeDocument/2006/relationships/hyperlink" Target="http://ppt/slides/slide24.xml" TargetMode="External"/><Relationship Id="rId4" Type="http://schemas.openxmlformats.org/officeDocument/2006/relationships/slide" Target="/ppt/slides/slide4.xml"/><Relationship Id="rId5" Type="http://schemas.openxmlformats.org/officeDocument/2006/relationships/slide" Target="/ppt/slides/slide4.xml"/><Relationship Id="rId6" Type="http://schemas.openxmlformats.org/officeDocument/2006/relationships/image" Target="../media/image1.pn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1.xml"/><Relationship Id="rId3" Type="http://schemas.openxmlformats.org/officeDocument/2006/relationships/image" Target="../media/image16.jp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2.xml"/><Relationship Id="rId3" Type="http://schemas.openxmlformats.org/officeDocument/2006/relationships/image" Target="../media/image11.png"/><Relationship Id="rId4" Type="http://schemas.openxmlformats.org/officeDocument/2006/relationships/image" Target="../media/image12.png"/><Relationship Id="rId5" Type="http://schemas.openxmlformats.org/officeDocument/2006/relationships/image" Target="../media/image22.png"/><Relationship Id="rId6" Type="http://schemas.openxmlformats.org/officeDocument/2006/relationships/image" Target="../media/image15.png"/></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3.xml"/><Relationship Id="rId3" Type="http://schemas.openxmlformats.org/officeDocument/2006/relationships/image" Target="../media/image13.jpg"/><Relationship Id="rId4" Type="http://schemas.openxmlformats.org/officeDocument/2006/relationships/image" Target="../media/image19.jpg"/><Relationship Id="rId11" Type="http://schemas.openxmlformats.org/officeDocument/2006/relationships/image" Target="../media/image24.png"/><Relationship Id="rId10" Type="http://schemas.openxmlformats.org/officeDocument/2006/relationships/image" Target="../media/image20.jpg"/><Relationship Id="rId9" Type="http://schemas.openxmlformats.org/officeDocument/2006/relationships/image" Target="../media/image23.jpg"/><Relationship Id="rId5" Type="http://schemas.openxmlformats.org/officeDocument/2006/relationships/image" Target="../media/image14.png"/><Relationship Id="rId6" Type="http://schemas.openxmlformats.org/officeDocument/2006/relationships/image" Target="../media/image18.jpg"/><Relationship Id="rId7" Type="http://schemas.openxmlformats.org/officeDocument/2006/relationships/image" Target="../media/image17.jpg"/><Relationship Id="rId8" Type="http://schemas.openxmlformats.org/officeDocument/2006/relationships/image" Target="../media/image21.jpg"/></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4.xml"/><Relationship Id="rId3" Type="http://schemas.openxmlformats.org/officeDocument/2006/relationships/image" Target="../media/image25.jpg"/></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5.xml"/><Relationship Id="rId3" Type="http://schemas.openxmlformats.org/officeDocument/2006/relationships/image" Target="../media/image26.png"/></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7.xml"/><Relationship Id="rId3" Type="http://schemas.openxmlformats.org/officeDocument/2006/relationships/image" Target="../media/image27.png"/><Relationship Id="rId4" Type="http://schemas.openxmlformats.org/officeDocument/2006/relationships/hyperlink" Target="https://drive.google.com/file/d/1fq1tXqGedS9qsgLV5byBOEkGtZH-XtNV/view?usp=sharing" TargetMode="External"/><Relationship Id="rId5" Type="http://schemas.openxmlformats.org/officeDocument/2006/relationships/image" Target="../media/image28.png"/></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7" name="Shape 27"/>
        <p:cNvGrpSpPr/>
        <p:nvPr/>
      </p:nvGrpSpPr>
      <p:grpSpPr>
        <a:xfrm>
          <a:off x="0" y="0"/>
          <a:ext cx="0" cy="0"/>
          <a:chOff x="0" y="0"/>
          <a:chExt cx="0" cy="0"/>
        </a:xfrm>
      </p:grpSpPr>
      <p:sp>
        <p:nvSpPr>
          <p:cNvPr descr="https://encrypted-tbn2.gstatic.com/images?q=tbn:ANd9GcRcyGsKQFbNE159vcUw6iMcDisELRoVKzvai6d3iJrA-_BtH5dgBw" id="28" name="Google Shape;28;p1"/>
          <p:cNvSpPr/>
          <p:nvPr/>
        </p:nvSpPr>
        <p:spPr>
          <a:xfrm>
            <a:off x="155575" y="-144463"/>
            <a:ext cx="304799" cy="304801"/>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Arial"/>
              <a:ea typeface="Arial"/>
              <a:cs typeface="Arial"/>
              <a:sym typeface="Arial"/>
            </a:endParaRPr>
          </a:p>
        </p:txBody>
      </p:sp>
      <p:sp>
        <p:nvSpPr>
          <p:cNvPr id="29" name="Google Shape;29;p1"/>
          <p:cNvSpPr txBox="1"/>
          <p:nvPr/>
        </p:nvSpPr>
        <p:spPr>
          <a:xfrm>
            <a:off x="2381232" y="3998855"/>
            <a:ext cx="6143667" cy="1338828"/>
          </a:xfrm>
          <a:prstGeom prst="rect">
            <a:avLst/>
          </a:prstGeom>
          <a:noFill/>
          <a:ln>
            <a:noFill/>
          </a:ln>
        </p:spPr>
        <p:txBody>
          <a:bodyPr anchorCtr="0" anchor="t" bIns="45700" lIns="91425" spcFirstLastPara="1" rIns="91425" wrap="square" tIns="45700">
            <a:noAutofit/>
          </a:bodyPr>
          <a:lstStyle/>
          <a:p>
            <a:pPr indent="0" lvl="0" marL="0" marR="0" rtl="0" algn="l">
              <a:lnSpc>
                <a:spcPct val="150000"/>
              </a:lnSpc>
              <a:spcBef>
                <a:spcPts val="0"/>
              </a:spcBef>
              <a:spcAft>
                <a:spcPts val="0"/>
              </a:spcAft>
              <a:buClr>
                <a:schemeClr val="dk1"/>
              </a:buClr>
              <a:buSzPts val="450"/>
              <a:buFont typeface="Arial"/>
              <a:buNone/>
            </a:pPr>
            <a:r>
              <a:rPr b="1" i="0" lang="es-AR" sz="1800" u="none" cap="none" strike="noStrike">
                <a:solidFill>
                  <a:schemeClr val="dk1"/>
                </a:solidFill>
                <a:latin typeface="Arial"/>
                <a:ea typeface="Arial"/>
                <a:cs typeface="Arial"/>
                <a:sym typeface="Arial"/>
              </a:rPr>
              <a:t>INGENIERÍA INDUSTRIAL</a:t>
            </a:r>
            <a:endParaRPr b="1" i="0" sz="1800" u="none" cap="none" strike="noStrike">
              <a:solidFill>
                <a:schemeClr val="dk1"/>
              </a:solidFill>
              <a:latin typeface="Arial"/>
              <a:ea typeface="Arial"/>
              <a:cs typeface="Arial"/>
              <a:sym typeface="Arial"/>
            </a:endParaRPr>
          </a:p>
          <a:p>
            <a:pPr indent="0" lvl="0" marL="0" marR="0" rtl="0" algn="l">
              <a:lnSpc>
                <a:spcPct val="150000"/>
              </a:lnSpc>
              <a:spcBef>
                <a:spcPts val="0"/>
              </a:spcBef>
              <a:spcAft>
                <a:spcPts val="0"/>
              </a:spcAft>
              <a:buClr>
                <a:schemeClr val="dk1"/>
              </a:buClr>
              <a:buSzPts val="450"/>
              <a:buFont typeface="Arial"/>
              <a:buNone/>
            </a:pPr>
            <a:r>
              <a:rPr b="1" i="0" lang="es-AR" sz="1800" u="none" cap="none" strike="noStrike">
                <a:solidFill>
                  <a:schemeClr val="dk1"/>
                </a:solidFill>
                <a:latin typeface="Arial"/>
                <a:ea typeface="Arial"/>
                <a:cs typeface="Arial"/>
                <a:sym typeface="Arial"/>
              </a:rPr>
              <a:t>CÁTEDRA RELACIONES INDUSTRIALES</a:t>
            </a:r>
            <a:endParaRPr b="1" i="0" sz="1800" u="none" cap="none" strike="noStrike">
              <a:solidFill>
                <a:schemeClr val="dk1"/>
              </a:solidFill>
              <a:latin typeface="Arial"/>
              <a:ea typeface="Arial"/>
              <a:cs typeface="Arial"/>
              <a:sym typeface="Arial"/>
            </a:endParaRPr>
          </a:p>
          <a:p>
            <a:pPr indent="0" lvl="0" marL="0" marR="0" rtl="0" algn="l">
              <a:lnSpc>
                <a:spcPct val="150000"/>
              </a:lnSpc>
              <a:spcBef>
                <a:spcPts val="0"/>
              </a:spcBef>
              <a:spcAft>
                <a:spcPts val="0"/>
              </a:spcAft>
              <a:buClr>
                <a:schemeClr val="dk1"/>
              </a:buClr>
              <a:buSzPts val="450"/>
              <a:buFont typeface="Arial"/>
              <a:buNone/>
            </a:pPr>
            <a:r>
              <a:rPr b="1" i="0" lang="es-AR" sz="1800" u="none" cap="none" strike="noStrike">
                <a:solidFill>
                  <a:schemeClr val="dk1"/>
                </a:solidFill>
                <a:latin typeface="Arial"/>
                <a:ea typeface="Arial"/>
                <a:cs typeface="Arial"/>
                <a:sym typeface="Arial"/>
              </a:rPr>
              <a:t>Enfoque y Conceptos Generales</a:t>
            </a:r>
            <a:endParaRPr b="1" i="0" sz="1800" u="none" cap="none" strike="noStrike">
              <a:solidFill>
                <a:schemeClr val="dk1"/>
              </a:solidFill>
              <a:latin typeface="Arial"/>
              <a:ea typeface="Arial"/>
              <a:cs typeface="Arial"/>
              <a:sym typeface="Arial"/>
            </a:endParaRPr>
          </a:p>
        </p:txBody>
      </p:sp>
      <p:pic>
        <p:nvPicPr>
          <p:cNvPr descr="Resultado de imagen para utn regional buenos aires" id="30" name="Google Shape;30;p1"/>
          <p:cNvPicPr preferRelativeResize="0"/>
          <p:nvPr/>
        </p:nvPicPr>
        <p:blipFill rotWithShape="1">
          <a:blip r:embed="rId3">
            <a:alphaModFix/>
          </a:blip>
          <a:srcRect b="0" l="0" r="0" t="0"/>
          <a:stretch/>
        </p:blipFill>
        <p:spPr>
          <a:xfrm>
            <a:off x="2010255" y="2078228"/>
            <a:ext cx="4524375" cy="1628776"/>
          </a:xfrm>
          <a:prstGeom prst="rect">
            <a:avLst/>
          </a:prstGeom>
          <a:noFill/>
          <a:ln>
            <a:noFill/>
          </a:ln>
        </p:spPr>
      </p:pic>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4" name="Shape 34"/>
        <p:cNvGrpSpPr/>
        <p:nvPr/>
      </p:nvGrpSpPr>
      <p:grpSpPr>
        <a:xfrm>
          <a:off x="0" y="0"/>
          <a:ext cx="0" cy="0"/>
          <a:chOff x="0" y="0"/>
          <a:chExt cx="0" cy="0"/>
        </a:xfrm>
      </p:grpSpPr>
      <p:sp>
        <p:nvSpPr>
          <p:cNvPr id="35" name="Google Shape;35;p2"/>
          <p:cNvSpPr/>
          <p:nvPr/>
        </p:nvSpPr>
        <p:spPr>
          <a:xfrm>
            <a:off x="1452537" y="2888385"/>
            <a:ext cx="7644000" cy="428700"/>
          </a:xfrm>
          <a:prstGeom prst="roundRect">
            <a:avLst>
              <a:gd fmla="val 16667" name="adj"/>
            </a:avLst>
          </a:prstGeom>
          <a:solidFill>
            <a:srgbClr val="F2F2F2"/>
          </a:solidFill>
          <a:ln>
            <a:noFill/>
          </a:ln>
          <a:effectLst>
            <a:outerShdw blurRad="149986" algn="ctr" dir="8460000" dist="250189">
              <a:srgbClr val="000000">
                <a:alpha val="26274"/>
              </a:srgbClr>
            </a:outerShdw>
          </a:effectLst>
        </p:spPr>
        <p:txBody>
          <a:bodyPr anchorCtr="0" anchor="ctr" bIns="45700" lIns="91425" spcFirstLastPara="1" rIns="91425" wrap="square" tIns="45700">
            <a:noAutofit/>
          </a:bodyPr>
          <a:lstStyle/>
          <a:p>
            <a:pPr indent="355600" lvl="0" marL="0" marR="0" rtl="0" algn="l">
              <a:lnSpc>
                <a:spcPct val="100000"/>
              </a:lnSpc>
              <a:spcBef>
                <a:spcPts val="0"/>
              </a:spcBef>
              <a:spcAft>
                <a:spcPts val="0"/>
              </a:spcAft>
              <a:buClr>
                <a:srgbClr val="932328"/>
              </a:buClr>
              <a:buSzPts val="450"/>
              <a:buFont typeface="Arial"/>
              <a:buNone/>
            </a:pPr>
            <a:r>
              <a:rPr b="0" i="0" lang="es-AR" sz="1800" u="none" cap="none" strike="noStrike">
                <a:solidFill>
                  <a:srgbClr val="932328"/>
                </a:solidFill>
                <a:latin typeface="Arial"/>
                <a:ea typeface="Arial"/>
                <a:cs typeface="Arial"/>
                <a:sym typeface="Arial"/>
              </a:rPr>
              <a:t>RRHH e Ingenieros Industriales</a:t>
            </a:r>
            <a:endParaRPr b="0" i="0" sz="1800" u="none" cap="none" strike="noStrike">
              <a:solidFill>
                <a:srgbClr val="932328"/>
              </a:solidFill>
              <a:latin typeface="Arial"/>
              <a:ea typeface="Arial"/>
              <a:cs typeface="Arial"/>
              <a:sym typeface="Arial"/>
            </a:endParaRPr>
          </a:p>
        </p:txBody>
      </p:sp>
      <p:sp>
        <p:nvSpPr>
          <p:cNvPr id="36" name="Google Shape;36;p2">
            <a:hlinkClick r:id="rId3"/>
          </p:cNvPr>
          <p:cNvSpPr/>
          <p:nvPr/>
        </p:nvSpPr>
        <p:spPr>
          <a:xfrm>
            <a:off x="1238224" y="2888385"/>
            <a:ext cx="571500" cy="428700"/>
          </a:xfrm>
          <a:prstGeom prst="ellipse">
            <a:avLst/>
          </a:prstGeom>
          <a:solidFill>
            <a:schemeClr val="accent4"/>
          </a:solidFill>
          <a:ln>
            <a:noFill/>
          </a:ln>
          <a:effectLst>
            <a:outerShdw blurRad="44450" algn="ctr" dir="5400000" dist="27939">
              <a:srgbClr val="000000">
                <a:alpha val="30196"/>
              </a:srgbClr>
            </a:outerShdw>
          </a:effectLst>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rgbClr val="932328"/>
              </a:solidFill>
              <a:latin typeface="Arial"/>
              <a:ea typeface="Arial"/>
              <a:cs typeface="Arial"/>
              <a:sym typeface="Arial"/>
            </a:endParaRPr>
          </a:p>
        </p:txBody>
      </p:sp>
      <p:sp>
        <p:nvSpPr>
          <p:cNvPr id="37" name="Google Shape;37;p2"/>
          <p:cNvSpPr txBox="1"/>
          <p:nvPr/>
        </p:nvSpPr>
        <p:spPr>
          <a:xfrm>
            <a:off x="0" y="-23"/>
            <a:ext cx="9906000" cy="1187999"/>
          </a:xfrm>
          <a:prstGeom prst="rect">
            <a:avLst/>
          </a:prstGeom>
          <a:noFill/>
          <a:ln>
            <a:noFill/>
          </a:ln>
        </p:spPr>
        <p:txBody>
          <a:bodyPr anchorCtr="0" anchor="ctr" bIns="36000" lIns="72000" spcFirstLastPara="1" rIns="72000" wrap="square" tIns="252000">
            <a:noAutofit/>
          </a:bodyPr>
          <a:lstStyle/>
          <a:p>
            <a:pPr indent="-714375" lvl="0" marL="714375" marR="0" rtl="0" algn="l">
              <a:lnSpc>
                <a:spcPct val="90000"/>
              </a:lnSpc>
              <a:spcBef>
                <a:spcPts val="0"/>
              </a:spcBef>
              <a:spcAft>
                <a:spcPts val="0"/>
              </a:spcAft>
              <a:buClr>
                <a:srgbClr val="932328"/>
              </a:buClr>
              <a:buSzPts val="600"/>
              <a:buFont typeface="Arial"/>
              <a:buNone/>
            </a:pPr>
            <a:r>
              <a:rPr b="1" i="0" lang="es-AR" sz="2400" u="none" cap="none" strike="noStrike">
                <a:solidFill>
                  <a:srgbClr val="932328"/>
                </a:solidFill>
                <a:latin typeface="Arial"/>
                <a:ea typeface="Arial"/>
                <a:cs typeface="Arial"/>
                <a:sym typeface="Arial"/>
              </a:rPr>
              <a:t>Relaciones Industriales</a:t>
            </a:r>
            <a:endParaRPr b="1" i="0" sz="2400" u="none" cap="none" strike="noStrike">
              <a:solidFill>
                <a:srgbClr val="932328"/>
              </a:solidFill>
              <a:latin typeface="Arial"/>
              <a:ea typeface="Arial"/>
              <a:cs typeface="Arial"/>
              <a:sym typeface="Arial"/>
            </a:endParaRPr>
          </a:p>
          <a:p>
            <a:pPr indent="-714375" lvl="0" marL="714375" marR="0" rtl="0" algn="l">
              <a:lnSpc>
                <a:spcPct val="90000"/>
              </a:lnSpc>
              <a:spcBef>
                <a:spcPts val="0"/>
              </a:spcBef>
              <a:spcAft>
                <a:spcPts val="0"/>
              </a:spcAft>
              <a:buClr>
                <a:srgbClr val="932328"/>
              </a:buClr>
              <a:buSzPts val="700"/>
              <a:buFont typeface="Arial Narrow"/>
              <a:buNone/>
            </a:pPr>
            <a:r>
              <a:rPr b="1" i="0" lang="es-AR" sz="2800" u="none" cap="none" strike="noStrike">
                <a:solidFill>
                  <a:srgbClr val="932328"/>
                </a:solidFill>
                <a:latin typeface="Arial Narrow"/>
                <a:ea typeface="Arial Narrow"/>
                <a:cs typeface="Arial Narrow"/>
                <a:sym typeface="Arial Narrow"/>
              </a:rPr>
              <a:t>Agenda</a:t>
            </a:r>
            <a:endParaRPr b="1" i="0" sz="2800" u="none" cap="none" strike="noStrike">
              <a:solidFill>
                <a:srgbClr val="932328"/>
              </a:solidFill>
              <a:latin typeface="Arial Narrow"/>
              <a:ea typeface="Arial Narrow"/>
              <a:cs typeface="Arial Narrow"/>
              <a:sym typeface="Arial Narrow"/>
            </a:endParaRPr>
          </a:p>
        </p:txBody>
      </p:sp>
      <p:sp>
        <p:nvSpPr>
          <p:cNvPr id="38" name="Google Shape;38;p2"/>
          <p:cNvSpPr/>
          <p:nvPr/>
        </p:nvSpPr>
        <p:spPr>
          <a:xfrm>
            <a:off x="1452537" y="2245442"/>
            <a:ext cx="7644000" cy="428700"/>
          </a:xfrm>
          <a:prstGeom prst="roundRect">
            <a:avLst>
              <a:gd fmla="val 16667" name="adj"/>
            </a:avLst>
          </a:prstGeom>
          <a:solidFill>
            <a:srgbClr val="F2F2F2"/>
          </a:solidFill>
          <a:ln>
            <a:noFill/>
          </a:ln>
          <a:effectLst>
            <a:outerShdw blurRad="149986" algn="ctr" dir="8460000" dist="250189">
              <a:srgbClr val="000000">
                <a:alpha val="26274"/>
              </a:srgbClr>
            </a:outerShdw>
          </a:effectLst>
        </p:spPr>
        <p:txBody>
          <a:bodyPr anchorCtr="0" anchor="ctr" bIns="45700" lIns="91425" spcFirstLastPara="1" rIns="91425" wrap="square" tIns="45700">
            <a:noAutofit/>
          </a:bodyPr>
          <a:lstStyle/>
          <a:p>
            <a:pPr indent="355600" lvl="0" marL="0" marR="0" rtl="0" algn="l">
              <a:lnSpc>
                <a:spcPct val="100000"/>
              </a:lnSpc>
              <a:spcBef>
                <a:spcPts val="0"/>
              </a:spcBef>
              <a:spcAft>
                <a:spcPts val="0"/>
              </a:spcAft>
              <a:buClr>
                <a:srgbClr val="932328"/>
              </a:buClr>
              <a:buSzPts val="450"/>
              <a:buFont typeface="Arial"/>
              <a:buNone/>
            </a:pPr>
            <a:r>
              <a:rPr b="0" i="0" lang="es-AR" sz="1800" u="none" cap="none" strike="noStrike">
                <a:solidFill>
                  <a:srgbClr val="932328"/>
                </a:solidFill>
                <a:latin typeface="Arial"/>
                <a:ea typeface="Arial"/>
                <a:cs typeface="Arial"/>
                <a:sym typeface="Arial"/>
              </a:rPr>
              <a:t>¿Qué hacemos en RRHH?</a:t>
            </a:r>
            <a:endParaRPr b="0" i="0" sz="1800" u="none" cap="none" strike="noStrike">
              <a:solidFill>
                <a:srgbClr val="932328"/>
              </a:solidFill>
              <a:latin typeface="Arial"/>
              <a:ea typeface="Arial"/>
              <a:cs typeface="Arial"/>
              <a:sym typeface="Arial"/>
            </a:endParaRPr>
          </a:p>
        </p:txBody>
      </p:sp>
      <p:sp>
        <p:nvSpPr>
          <p:cNvPr id="39" name="Google Shape;39;p2">
            <a:hlinkClick action="ppaction://hlinksldjump" r:id="rId4"/>
          </p:cNvPr>
          <p:cNvSpPr/>
          <p:nvPr/>
        </p:nvSpPr>
        <p:spPr>
          <a:xfrm>
            <a:off x="1238224" y="2245442"/>
            <a:ext cx="571500" cy="428700"/>
          </a:xfrm>
          <a:prstGeom prst="ellipse">
            <a:avLst/>
          </a:prstGeom>
          <a:solidFill>
            <a:schemeClr val="accent4"/>
          </a:solidFill>
          <a:ln>
            <a:noFill/>
          </a:ln>
          <a:effectLst>
            <a:outerShdw blurRad="44450" algn="ctr" dir="5400000" dist="27939">
              <a:srgbClr val="000000">
                <a:alpha val="30196"/>
              </a:srgbClr>
            </a:outerShdw>
          </a:effectLst>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rgbClr val="932328"/>
              </a:solidFill>
              <a:latin typeface="Arial"/>
              <a:ea typeface="Arial"/>
              <a:cs typeface="Arial"/>
              <a:sym typeface="Arial"/>
            </a:endParaRPr>
          </a:p>
        </p:txBody>
      </p:sp>
      <p:sp>
        <p:nvSpPr>
          <p:cNvPr id="40" name="Google Shape;40;p2"/>
          <p:cNvSpPr/>
          <p:nvPr/>
        </p:nvSpPr>
        <p:spPr>
          <a:xfrm>
            <a:off x="1452537" y="1647812"/>
            <a:ext cx="7644000" cy="428700"/>
          </a:xfrm>
          <a:prstGeom prst="roundRect">
            <a:avLst>
              <a:gd fmla="val 16667" name="adj"/>
            </a:avLst>
          </a:prstGeom>
          <a:solidFill>
            <a:srgbClr val="F2F2F2"/>
          </a:solidFill>
          <a:ln>
            <a:noFill/>
          </a:ln>
          <a:effectLst>
            <a:outerShdw blurRad="149986" algn="ctr" dir="8460000" dist="250189">
              <a:srgbClr val="000000">
                <a:alpha val="26274"/>
              </a:srgbClr>
            </a:outerShdw>
          </a:effectLst>
        </p:spPr>
        <p:txBody>
          <a:bodyPr anchorCtr="0" anchor="ctr" bIns="45700" lIns="91425" spcFirstLastPara="1" rIns="91425" wrap="square" tIns="45700">
            <a:noAutofit/>
          </a:bodyPr>
          <a:lstStyle/>
          <a:p>
            <a:pPr indent="355600" lvl="0" marL="0" marR="0" rtl="0" algn="l">
              <a:lnSpc>
                <a:spcPct val="100000"/>
              </a:lnSpc>
              <a:spcBef>
                <a:spcPts val="0"/>
              </a:spcBef>
              <a:spcAft>
                <a:spcPts val="0"/>
              </a:spcAft>
              <a:buClr>
                <a:srgbClr val="932328"/>
              </a:buClr>
              <a:buSzPts val="450"/>
              <a:buFont typeface="Arial"/>
              <a:buNone/>
            </a:pPr>
            <a:r>
              <a:rPr b="0" i="0" lang="es-AR" sz="1800" u="none" cap="none" strike="noStrike">
                <a:solidFill>
                  <a:srgbClr val="932328"/>
                </a:solidFill>
                <a:latin typeface="Arial"/>
                <a:ea typeface="Arial"/>
                <a:cs typeface="Arial"/>
                <a:sym typeface="Arial"/>
              </a:rPr>
              <a:t>Enfoque</a:t>
            </a:r>
            <a:endParaRPr b="0" i="0" sz="1800" u="none" cap="none" strike="noStrike">
              <a:solidFill>
                <a:srgbClr val="932328"/>
              </a:solidFill>
              <a:latin typeface="Arial"/>
              <a:ea typeface="Arial"/>
              <a:cs typeface="Arial"/>
              <a:sym typeface="Arial"/>
            </a:endParaRPr>
          </a:p>
        </p:txBody>
      </p:sp>
      <p:sp>
        <p:nvSpPr>
          <p:cNvPr id="41" name="Google Shape;41;p2">
            <a:hlinkClick action="ppaction://hlinksldjump" r:id="rId5"/>
          </p:cNvPr>
          <p:cNvSpPr/>
          <p:nvPr/>
        </p:nvSpPr>
        <p:spPr>
          <a:xfrm>
            <a:off x="1238224" y="1647812"/>
            <a:ext cx="571500" cy="428700"/>
          </a:xfrm>
          <a:prstGeom prst="ellipse">
            <a:avLst/>
          </a:prstGeom>
          <a:solidFill>
            <a:schemeClr val="accent4"/>
          </a:solidFill>
          <a:ln>
            <a:noFill/>
          </a:ln>
          <a:effectLst>
            <a:outerShdw blurRad="44450" algn="ctr" dir="5400000" dist="27939">
              <a:srgbClr val="000000">
                <a:alpha val="30196"/>
              </a:srgbClr>
            </a:outerShdw>
          </a:effectLst>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rgbClr val="932328"/>
              </a:solidFill>
              <a:latin typeface="Arial"/>
              <a:ea typeface="Arial"/>
              <a:cs typeface="Arial"/>
              <a:sym typeface="Arial"/>
            </a:endParaRPr>
          </a:p>
        </p:txBody>
      </p:sp>
      <p:sp>
        <p:nvSpPr>
          <p:cNvPr id="42" name="Google Shape;42;p2"/>
          <p:cNvSpPr/>
          <p:nvPr/>
        </p:nvSpPr>
        <p:spPr>
          <a:xfrm>
            <a:off x="309530" y="1695440"/>
            <a:ext cx="642900" cy="357300"/>
          </a:xfrm>
          <a:prstGeom prst="rightArrow">
            <a:avLst>
              <a:gd fmla="val 50000" name="adj1"/>
              <a:gd fmla="val 50000" name="adj2"/>
            </a:avLst>
          </a:prstGeom>
          <a:solidFill>
            <a:schemeClr val="accent1"/>
          </a:solidFill>
          <a:ln cap="flat" cmpd="sng" w="25400">
            <a:solidFill>
              <a:srgbClr val="BA8915"/>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Arial"/>
              <a:ea typeface="Arial"/>
              <a:cs typeface="Arial"/>
              <a:sym typeface="Arial"/>
            </a:endParaRPr>
          </a:p>
        </p:txBody>
      </p:sp>
      <p:pic>
        <p:nvPicPr>
          <p:cNvPr descr="Resultado de imagen para utn regional buenos aires ingenieria industrial" id="43" name="Google Shape;43;p2"/>
          <p:cNvPicPr preferRelativeResize="0"/>
          <p:nvPr/>
        </p:nvPicPr>
        <p:blipFill rotWithShape="1">
          <a:blip r:embed="rId6">
            <a:alphaModFix/>
          </a:blip>
          <a:srcRect b="0" l="0" r="0" t="0"/>
          <a:stretch/>
        </p:blipFill>
        <p:spPr>
          <a:xfrm>
            <a:off x="7060820" y="7937"/>
            <a:ext cx="2857500" cy="1095376"/>
          </a:xfrm>
          <a:prstGeom prst="rect">
            <a:avLst/>
          </a:prstGeom>
          <a:noFill/>
          <a:ln>
            <a:noFill/>
          </a:ln>
        </p:spPr>
      </p:pic>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7" name="Shape 47"/>
        <p:cNvGrpSpPr/>
        <p:nvPr/>
      </p:nvGrpSpPr>
      <p:grpSpPr>
        <a:xfrm>
          <a:off x="0" y="0"/>
          <a:ext cx="0" cy="0"/>
          <a:chOff x="0" y="0"/>
          <a:chExt cx="0" cy="0"/>
        </a:xfrm>
      </p:grpSpPr>
      <p:sp>
        <p:nvSpPr>
          <p:cNvPr id="48" name="Google Shape;48;p4"/>
          <p:cNvSpPr txBox="1"/>
          <p:nvPr/>
        </p:nvSpPr>
        <p:spPr>
          <a:xfrm>
            <a:off x="0" y="-23"/>
            <a:ext cx="9906000" cy="1188000"/>
          </a:xfrm>
          <a:prstGeom prst="rect">
            <a:avLst/>
          </a:prstGeom>
          <a:noFill/>
          <a:ln>
            <a:noFill/>
          </a:ln>
        </p:spPr>
        <p:txBody>
          <a:bodyPr anchorCtr="0" anchor="ctr" bIns="36000" lIns="72000" spcFirstLastPara="1" rIns="72000" wrap="square" tIns="252000">
            <a:noAutofit/>
          </a:bodyPr>
          <a:lstStyle/>
          <a:p>
            <a:pPr indent="-714375" lvl="0" marL="714375" marR="0" rtl="0" algn="l">
              <a:lnSpc>
                <a:spcPct val="90000"/>
              </a:lnSpc>
              <a:spcBef>
                <a:spcPts val="0"/>
              </a:spcBef>
              <a:spcAft>
                <a:spcPts val="0"/>
              </a:spcAft>
              <a:buClr>
                <a:srgbClr val="932328"/>
              </a:buClr>
              <a:buSzPts val="600"/>
              <a:buFont typeface="Arial"/>
              <a:buNone/>
            </a:pPr>
            <a:r>
              <a:rPr b="1" i="0" lang="es-AR" sz="2400" u="none" cap="none" strike="noStrike">
                <a:solidFill>
                  <a:srgbClr val="932328"/>
                </a:solidFill>
                <a:latin typeface="Arial"/>
                <a:ea typeface="Arial"/>
                <a:cs typeface="Arial"/>
                <a:sym typeface="Arial"/>
              </a:rPr>
              <a:t>Relaciones Industriales </a:t>
            </a:r>
            <a:endParaRPr b="1" i="0" sz="2400" u="none" cap="none" strike="noStrike">
              <a:solidFill>
                <a:srgbClr val="932328"/>
              </a:solidFill>
              <a:latin typeface="Arial"/>
              <a:ea typeface="Arial"/>
              <a:cs typeface="Arial"/>
              <a:sym typeface="Arial"/>
            </a:endParaRPr>
          </a:p>
          <a:p>
            <a:pPr indent="-714375" lvl="0" marL="714375" marR="0" rtl="0" algn="l">
              <a:lnSpc>
                <a:spcPct val="90000"/>
              </a:lnSpc>
              <a:spcBef>
                <a:spcPts val="0"/>
              </a:spcBef>
              <a:spcAft>
                <a:spcPts val="0"/>
              </a:spcAft>
              <a:buClr>
                <a:srgbClr val="932328"/>
              </a:buClr>
              <a:buSzPts val="700"/>
              <a:buFont typeface="Arial Narrow"/>
              <a:buNone/>
            </a:pPr>
            <a:r>
              <a:rPr b="1" i="0" lang="es-AR" sz="2800" u="none" cap="none" strike="noStrike">
                <a:solidFill>
                  <a:srgbClr val="932328"/>
                </a:solidFill>
                <a:latin typeface="Arial Narrow"/>
                <a:ea typeface="Arial Narrow"/>
                <a:cs typeface="Arial Narrow"/>
                <a:sym typeface="Arial Narrow"/>
              </a:rPr>
              <a:t>Enfoque</a:t>
            </a:r>
            <a:endParaRPr b="1" i="0" sz="2800" u="none" cap="none" strike="noStrike">
              <a:solidFill>
                <a:srgbClr val="932328"/>
              </a:solidFill>
              <a:latin typeface="Arial Narrow"/>
              <a:ea typeface="Arial Narrow"/>
              <a:cs typeface="Arial Narrow"/>
              <a:sym typeface="Arial Narrow"/>
            </a:endParaRPr>
          </a:p>
        </p:txBody>
      </p:sp>
      <p:grpSp>
        <p:nvGrpSpPr>
          <p:cNvPr id="49" name="Google Shape;49;p4"/>
          <p:cNvGrpSpPr/>
          <p:nvPr/>
        </p:nvGrpSpPr>
        <p:grpSpPr>
          <a:xfrm>
            <a:off x="379565" y="1538230"/>
            <a:ext cx="7890781" cy="4709251"/>
            <a:chOff x="429150" y="15896"/>
            <a:chExt cx="10080200" cy="6404530"/>
          </a:xfrm>
        </p:grpSpPr>
        <p:grpSp>
          <p:nvGrpSpPr>
            <p:cNvPr id="50" name="Google Shape;50;p4"/>
            <p:cNvGrpSpPr/>
            <p:nvPr/>
          </p:nvGrpSpPr>
          <p:grpSpPr>
            <a:xfrm>
              <a:off x="575073" y="15896"/>
              <a:ext cx="8469989" cy="1337400"/>
              <a:chOff x="7457" y="895555"/>
              <a:chExt cx="8469989" cy="1337400"/>
            </a:xfrm>
          </p:grpSpPr>
          <p:sp>
            <p:nvSpPr>
              <p:cNvPr id="51" name="Google Shape;51;p4"/>
              <p:cNvSpPr/>
              <p:nvPr/>
            </p:nvSpPr>
            <p:spPr>
              <a:xfrm>
                <a:off x="7457" y="895555"/>
                <a:ext cx="2229000" cy="1337400"/>
              </a:xfrm>
              <a:prstGeom prst="roundRect">
                <a:avLst>
                  <a:gd fmla="val 10000" name="adj"/>
                </a:avLst>
              </a:prstGeom>
              <a:solidFill>
                <a:srgbClr val="FFC000"/>
              </a:solidFill>
              <a:ln cap="flat" cmpd="sng" w="12700">
                <a:solidFill>
                  <a:srgbClr val="FFFFFF"/>
                </a:solidFill>
                <a:prstDash val="solid"/>
                <a:miter lim="800000"/>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52" name="Google Shape;52;p4"/>
              <p:cNvSpPr txBox="1"/>
              <p:nvPr/>
            </p:nvSpPr>
            <p:spPr>
              <a:xfrm>
                <a:off x="46627" y="934725"/>
                <a:ext cx="2150700" cy="1259100"/>
              </a:xfrm>
              <a:prstGeom prst="rect">
                <a:avLst/>
              </a:prstGeom>
              <a:noFill/>
              <a:ln>
                <a:noFill/>
              </a:ln>
            </p:spPr>
            <p:txBody>
              <a:bodyPr anchorCtr="0" anchor="ctr" bIns="148575" lIns="148575" spcFirstLastPara="1" rIns="148575" wrap="square" tIns="148575">
                <a:noAutofit/>
              </a:bodyPr>
              <a:lstStyle/>
              <a:p>
                <a:pPr indent="0" lvl="0" marL="0" marR="0" rtl="0" algn="ctr">
                  <a:lnSpc>
                    <a:spcPct val="90000"/>
                  </a:lnSpc>
                  <a:spcBef>
                    <a:spcPts val="0"/>
                  </a:spcBef>
                  <a:spcAft>
                    <a:spcPts val="0"/>
                  </a:spcAft>
                  <a:buClr>
                    <a:srgbClr val="000000"/>
                  </a:buClr>
                  <a:buSzPts val="3900"/>
                  <a:buFont typeface="Arial"/>
                  <a:buNone/>
                </a:pPr>
                <a:r>
                  <a:rPr b="1" i="0" lang="es-AR" sz="2400" u="none" cap="none" strike="noStrike">
                    <a:solidFill>
                      <a:srgbClr val="FFFFFF"/>
                    </a:solidFill>
                    <a:latin typeface="Arial"/>
                    <a:ea typeface="Arial"/>
                    <a:cs typeface="Arial"/>
                    <a:sym typeface="Arial"/>
                  </a:rPr>
                  <a:t>Personas</a:t>
                </a:r>
                <a:endParaRPr b="1" i="0" sz="2400" u="none" cap="none" strike="noStrike">
                  <a:solidFill>
                    <a:srgbClr val="000000"/>
                  </a:solidFill>
                  <a:latin typeface="Arial"/>
                  <a:ea typeface="Arial"/>
                  <a:cs typeface="Arial"/>
                  <a:sym typeface="Arial"/>
                </a:endParaRPr>
              </a:p>
            </p:txBody>
          </p:sp>
          <p:sp>
            <p:nvSpPr>
              <p:cNvPr id="53" name="Google Shape;53;p4"/>
              <p:cNvSpPr/>
              <p:nvPr/>
            </p:nvSpPr>
            <p:spPr>
              <a:xfrm>
                <a:off x="2459274" y="1287846"/>
                <a:ext cx="472500" cy="552900"/>
              </a:xfrm>
              <a:prstGeom prst="rightArrow">
                <a:avLst>
                  <a:gd fmla="val 60000" name="adj1"/>
                  <a:gd fmla="val 50000" name="adj2"/>
                </a:avLst>
              </a:prstGeom>
              <a:solidFill>
                <a:srgbClr val="FFC000"/>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54" name="Google Shape;54;p4"/>
              <p:cNvSpPr txBox="1"/>
              <p:nvPr/>
            </p:nvSpPr>
            <p:spPr>
              <a:xfrm>
                <a:off x="2459274" y="1398401"/>
                <a:ext cx="330900" cy="331800"/>
              </a:xfrm>
              <a:prstGeom prst="rect">
                <a:avLst/>
              </a:prstGeom>
              <a:noFill/>
              <a:ln>
                <a:noFill/>
              </a:ln>
            </p:spPr>
            <p:txBody>
              <a:bodyPr anchorCtr="0" anchor="ctr" bIns="0" lIns="0" spcFirstLastPara="1" rIns="0" wrap="square" tIns="0">
                <a:noAutofit/>
              </a:bodyPr>
              <a:lstStyle/>
              <a:p>
                <a:pPr indent="0" lvl="0" marL="0" marR="0" rtl="0" algn="ctr">
                  <a:lnSpc>
                    <a:spcPct val="90000"/>
                  </a:lnSpc>
                  <a:spcBef>
                    <a:spcPts val="0"/>
                  </a:spcBef>
                  <a:spcAft>
                    <a:spcPts val="0"/>
                  </a:spcAft>
                  <a:buClr>
                    <a:srgbClr val="000000"/>
                  </a:buClr>
                  <a:buSzPts val="2300"/>
                  <a:buFont typeface="Arial"/>
                  <a:buNone/>
                </a:pPr>
                <a:r>
                  <a:t/>
                </a:r>
                <a:endParaRPr b="0" i="0" sz="2300" u="none" cap="none" strike="noStrike">
                  <a:solidFill>
                    <a:srgbClr val="FFFFFF"/>
                  </a:solidFill>
                  <a:latin typeface="Calibri"/>
                  <a:ea typeface="Calibri"/>
                  <a:cs typeface="Calibri"/>
                  <a:sym typeface="Calibri"/>
                </a:endParaRPr>
              </a:p>
            </p:txBody>
          </p:sp>
          <p:sp>
            <p:nvSpPr>
              <p:cNvPr id="55" name="Google Shape;55;p4"/>
              <p:cNvSpPr/>
              <p:nvPr/>
            </p:nvSpPr>
            <p:spPr>
              <a:xfrm>
                <a:off x="3127951" y="895555"/>
                <a:ext cx="2229000" cy="1337400"/>
              </a:xfrm>
              <a:prstGeom prst="roundRect">
                <a:avLst>
                  <a:gd fmla="val 10000" name="adj"/>
                </a:avLst>
              </a:prstGeom>
              <a:solidFill>
                <a:srgbClr val="2EE844"/>
              </a:solidFill>
              <a:ln cap="flat" cmpd="sng" w="12700">
                <a:solidFill>
                  <a:srgbClr val="FFFFFF"/>
                </a:solidFill>
                <a:prstDash val="solid"/>
                <a:miter lim="800000"/>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56" name="Google Shape;56;p4"/>
              <p:cNvSpPr txBox="1"/>
              <p:nvPr/>
            </p:nvSpPr>
            <p:spPr>
              <a:xfrm>
                <a:off x="3167121" y="934725"/>
                <a:ext cx="2150700" cy="1259100"/>
              </a:xfrm>
              <a:prstGeom prst="rect">
                <a:avLst/>
              </a:prstGeom>
              <a:noFill/>
              <a:ln>
                <a:noFill/>
              </a:ln>
            </p:spPr>
            <p:txBody>
              <a:bodyPr anchorCtr="0" anchor="ctr" bIns="148575" lIns="148575" spcFirstLastPara="1" rIns="148575" wrap="square" tIns="148575">
                <a:noAutofit/>
              </a:bodyPr>
              <a:lstStyle/>
              <a:p>
                <a:pPr indent="0" lvl="0" marL="0" marR="0" rtl="0" algn="ctr">
                  <a:lnSpc>
                    <a:spcPct val="90000"/>
                  </a:lnSpc>
                  <a:spcBef>
                    <a:spcPts val="0"/>
                  </a:spcBef>
                  <a:spcAft>
                    <a:spcPts val="0"/>
                  </a:spcAft>
                  <a:buClr>
                    <a:srgbClr val="000000"/>
                  </a:buClr>
                  <a:buSzPts val="3900"/>
                  <a:buFont typeface="Arial"/>
                  <a:buNone/>
                </a:pPr>
                <a:r>
                  <a:rPr b="1" i="0" lang="es-AR" sz="2400" u="none" cap="none" strike="noStrike">
                    <a:solidFill>
                      <a:srgbClr val="FFFFFF"/>
                    </a:solidFill>
                    <a:latin typeface="Arial"/>
                    <a:ea typeface="Arial"/>
                    <a:cs typeface="Arial"/>
                    <a:sym typeface="Arial"/>
                  </a:rPr>
                  <a:t>Proceso</a:t>
                </a:r>
                <a:endParaRPr b="1" i="0" sz="2400" u="none" cap="none" strike="noStrike">
                  <a:solidFill>
                    <a:srgbClr val="FFFFFF"/>
                  </a:solidFill>
                  <a:latin typeface="Arial"/>
                  <a:ea typeface="Arial"/>
                  <a:cs typeface="Arial"/>
                  <a:sym typeface="Arial"/>
                </a:endParaRPr>
              </a:p>
            </p:txBody>
          </p:sp>
          <p:sp>
            <p:nvSpPr>
              <p:cNvPr id="57" name="Google Shape;57;p4"/>
              <p:cNvSpPr/>
              <p:nvPr/>
            </p:nvSpPr>
            <p:spPr>
              <a:xfrm>
                <a:off x="5579768" y="1287846"/>
                <a:ext cx="472500" cy="552900"/>
              </a:xfrm>
              <a:prstGeom prst="rightArrow">
                <a:avLst>
                  <a:gd fmla="val 60000" name="adj1"/>
                  <a:gd fmla="val 50000" name="adj2"/>
                </a:avLst>
              </a:prstGeom>
              <a:solidFill>
                <a:srgbClr val="5999D5"/>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58" name="Google Shape;58;p4"/>
              <p:cNvSpPr txBox="1"/>
              <p:nvPr/>
            </p:nvSpPr>
            <p:spPr>
              <a:xfrm>
                <a:off x="5579768" y="1398401"/>
                <a:ext cx="330900" cy="331800"/>
              </a:xfrm>
              <a:prstGeom prst="rect">
                <a:avLst/>
              </a:prstGeom>
              <a:noFill/>
              <a:ln>
                <a:noFill/>
              </a:ln>
            </p:spPr>
            <p:txBody>
              <a:bodyPr anchorCtr="0" anchor="ctr" bIns="0" lIns="0" spcFirstLastPara="1" rIns="0" wrap="square" tIns="0">
                <a:noAutofit/>
              </a:bodyPr>
              <a:lstStyle/>
              <a:p>
                <a:pPr indent="0" lvl="0" marL="0" marR="0" rtl="0" algn="ctr">
                  <a:lnSpc>
                    <a:spcPct val="90000"/>
                  </a:lnSpc>
                  <a:spcBef>
                    <a:spcPts val="0"/>
                  </a:spcBef>
                  <a:spcAft>
                    <a:spcPts val="0"/>
                  </a:spcAft>
                  <a:buClr>
                    <a:srgbClr val="000000"/>
                  </a:buClr>
                  <a:buSzPts val="2300"/>
                  <a:buFont typeface="Arial"/>
                  <a:buNone/>
                </a:pPr>
                <a:r>
                  <a:t/>
                </a:r>
                <a:endParaRPr b="0" i="0" sz="2300" u="none" cap="none" strike="noStrike">
                  <a:solidFill>
                    <a:srgbClr val="FFFFFF"/>
                  </a:solidFill>
                  <a:latin typeface="Calibri"/>
                  <a:ea typeface="Calibri"/>
                  <a:cs typeface="Calibri"/>
                  <a:sym typeface="Calibri"/>
                </a:endParaRPr>
              </a:p>
            </p:txBody>
          </p:sp>
          <p:sp>
            <p:nvSpPr>
              <p:cNvPr id="59" name="Google Shape;59;p4"/>
              <p:cNvSpPr/>
              <p:nvPr/>
            </p:nvSpPr>
            <p:spPr>
              <a:xfrm>
                <a:off x="6248446" y="895555"/>
                <a:ext cx="2229000" cy="1337400"/>
              </a:xfrm>
              <a:prstGeom prst="roundRect">
                <a:avLst>
                  <a:gd fmla="val 10000" name="adj"/>
                </a:avLst>
              </a:prstGeom>
              <a:solidFill>
                <a:srgbClr val="5999D5"/>
              </a:solidFill>
              <a:ln cap="flat" cmpd="sng" w="12700">
                <a:solidFill>
                  <a:srgbClr val="FFFFFF"/>
                </a:solidFill>
                <a:prstDash val="solid"/>
                <a:miter lim="800000"/>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60" name="Google Shape;60;p4"/>
              <p:cNvSpPr txBox="1"/>
              <p:nvPr/>
            </p:nvSpPr>
            <p:spPr>
              <a:xfrm>
                <a:off x="6287616" y="934725"/>
                <a:ext cx="2150700" cy="1259100"/>
              </a:xfrm>
              <a:prstGeom prst="rect">
                <a:avLst/>
              </a:prstGeom>
              <a:noFill/>
              <a:ln>
                <a:noFill/>
              </a:ln>
            </p:spPr>
            <p:txBody>
              <a:bodyPr anchorCtr="0" anchor="ctr" bIns="148575" lIns="148575" spcFirstLastPara="1" rIns="148575" wrap="square" tIns="148575">
                <a:noAutofit/>
              </a:bodyPr>
              <a:lstStyle/>
              <a:p>
                <a:pPr indent="0" lvl="0" marL="0" marR="0" rtl="0" algn="ctr">
                  <a:lnSpc>
                    <a:spcPct val="90000"/>
                  </a:lnSpc>
                  <a:spcBef>
                    <a:spcPts val="0"/>
                  </a:spcBef>
                  <a:spcAft>
                    <a:spcPts val="0"/>
                  </a:spcAft>
                  <a:buClr>
                    <a:srgbClr val="000000"/>
                  </a:buClr>
                  <a:buSzPts val="3900"/>
                  <a:buFont typeface="Arial"/>
                  <a:buNone/>
                </a:pPr>
                <a:r>
                  <a:rPr b="1" i="0" lang="es-AR" sz="2400" u="none" cap="none" strike="noStrike">
                    <a:solidFill>
                      <a:srgbClr val="FFFFFF"/>
                    </a:solidFill>
                    <a:latin typeface="Arial"/>
                    <a:ea typeface="Arial"/>
                    <a:cs typeface="Arial"/>
                    <a:sym typeface="Arial"/>
                  </a:rPr>
                  <a:t> Negocio</a:t>
                </a:r>
                <a:endParaRPr b="1" i="0" sz="2400" u="none" cap="none" strike="noStrike">
                  <a:solidFill>
                    <a:srgbClr val="FFFFFF"/>
                  </a:solidFill>
                  <a:latin typeface="Arial"/>
                  <a:ea typeface="Arial"/>
                  <a:cs typeface="Arial"/>
                  <a:sym typeface="Arial"/>
                </a:endParaRPr>
              </a:p>
            </p:txBody>
          </p:sp>
        </p:grpSp>
        <p:pic>
          <p:nvPicPr>
            <p:cNvPr descr="Confused person" id="61" name="Google Shape;61;p4"/>
            <p:cNvPicPr preferRelativeResize="0"/>
            <p:nvPr/>
          </p:nvPicPr>
          <p:blipFill rotWithShape="1">
            <a:blip r:embed="rId3">
              <a:alphaModFix/>
            </a:blip>
            <a:srcRect b="0" l="0" r="0" t="0"/>
            <a:stretch/>
          </p:blipFill>
          <p:spPr>
            <a:xfrm>
              <a:off x="2112503" y="1036126"/>
              <a:ext cx="914400" cy="914400"/>
            </a:xfrm>
            <a:prstGeom prst="rect">
              <a:avLst/>
            </a:prstGeom>
            <a:noFill/>
            <a:ln>
              <a:noFill/>
            </a:ln>
          </p:spPr>
        </p:pic>
        <p:pic>
          <p:nvPicPr>
            <p:cNvPr descr="Cycle with people" id="62" name="Google Shape;62;p4"/>
            <p:cNvPicPr preferRelativeResize="0"/>
            <p:nvPr/>
          </p:nvPicPr>
          <p:blipFill rotWithShape="1">
            <a:blip r:embed="rId4">
              <a:alphaModFix/>
            </a:blip>
            <a:srcRect b="0" l="0" r="0" t="0"/>
            <a:stretch/>
          </p:blipFill>
          <p:spPr>
            <a:xfrm>
              <a:off x="5425903" y="1036126"/>
              <a:ext cx="914400" cy="914400"/>
            </a:xfrm>
            <a:prstGeom prst="rect">
              <a:avLst/>
            </a:prstGeom>
            <a:noFill/>
            <a:ln>
              <a:noFill/>
            </a:ln>
          </p:spPr>
        </p:pic>
        <p:pic>
          <p:nvPicPr>
            <p:cNvPr descr="Briefcase" id="63" name="Google Shape;63;p4"/>
            <p:cNvPicPr preferRelativeResize="0"/>
            <p:nvPr/>
          </p:nvPicPr>
          <p:blipFill rotWithShape="1">
            <a:blip r:embed="rId5">
              <a:alphaModFix/>
            </a:blip>
            <a:srcRect b="0" l="0" r="0" t="0"/>
            <a:stretch/>
          </p:blipFill>
          <p:spPr>
            <a:xfrm>
              <a:off x="8301419" y="1135320"/>
              <a:ext cx="914400" cy="914400"/>
            </a:xfrm>
            <a:prstGeom prst="rect">
              <a:avLst/>
            </a:prstGeom>
            <a:noFill/>
            <a:ln>
              <a:noFill/>
            </a:ln>
          </p:spPr>
        </p:pic>
        <p:sp>
          <p:nvSpPr>
            <p:cNvPr id="64" name="Google Shape;64;p4"/>
            <p:cNvSpPr txBox="1"/>
            <p:nvPr/>
          </p:nvSpPr>
          <p:spPr>
            <a:xfrm>
              <a:off x="429150" y="2644774"/>
              <a:ext cx="4079700" cy="3516000"/>
            </a:xfrm>
            <a:prstGeom prst="rect">
              <a:avLst/>
            </a:prstGeom>
            <a:noFill/>
            <a:ln>
              <a:noFill/>
            </a:ln>
          </p:spPr>
          <p:txBody>
            <a:bodyPr anchorCtr="0" anchor="t" bIns="45700" lIns="91425" spcFirstLastPara="1" rIns="91425" wrap="square" tIns="45700">
              <a:spAutoFit/>
            </a:bodyPr>
            <a:lstStyle/>
            <a:p>
              <a:pPr indent="-285750" lvl="0" marL="285750" marR="0" rtl="0" algn="l">
                <a:lnSpc>
                  <a:spcPct val="100000"/>
                </a:lnSpc>
                <a:spcBef>
                  <a:spcPts val="0"/>
                </a:spcBef>
                <a:spcAft>
                  <a:spcPts val="0"/>
                </a:spcAft>
                <a:buClr>
                  <a:srgbClr val="000000"/>
                </a:buClr>
                <a:buSzPts val="1800"/>
                <a:buFont typeface="Arial"/>
                <a:buChar char="•"/>
              </a:pPr>
              <a:r>
                <a:rPr b="0" i="0" lang="es-AR" sz="1800" u="none" cap="none" strike="noStrike">
                  <a:solidFill>
                    <a:srgbClr val="000000"/>
                  </a:solidFill>
                  <a:latin typeface="Calibri"/>
                  <a:ea typeface="Calibri"/>
                  <a:cs typeface="Calibri"/>
                  <a:sym typeface="Calibri"/>
                </a:rPr>
                <a:t>Motivación</a:t>
              </a:r>
              <a:endParaRPr b="0" i="0" sz="1400" u="none" cap="none" strike="noStrike">
                <a:solidFill>
                  <a:srgbClr val="000000"/>
                </a:solidFill>
                <a:latin typeface="Arial"/>
                <a:ea typeface="Arial"/>
                <a:cs typeface="Arial"/>
                <a:sym typeface="Arial"/>
              </a:endParaRPr>
            </a:p>
            <a:p>
              <a:pPr indent="-285750" lvl="0" marL="285750" marR="0" rtl="0" algn="l">
                <a:lnSpc>
                  <a:spcPct val="100000"/>
                </a:lnSpc>
                <a:spcBef>
                  <a:spcPts val="0"/>
                </a:spcBef>
                <a:spcAft>
                  <a:spcPts val="0"/>
                </a:spcAft>
                <a:buClr>
                  <a:srgbClr val="000000"/>
                </a:buClr>
                <a:buSzPts val="1800"/>
                <a:buFont typeface="Arial"/>
                <a:buChar char="•"/>
              </a:pPr>
              <a:r>
                <a:rPr b="0" i="0" lang="es-AR" sz="1800" u="none" cap="none" strike="noStrike">
                  <a:solidFill>
                    <a:srgbClr val="000000"/>
                  </a:solidFill>
                  <a:latin typeface="Calibri"/>
                  <a:ea typeface="Calibri"/>
                  <a:cs typeface="Calibri"/>
                  <a:sym typeface="Calibri"/>
                </a:rPr>
                <a:t>Liderazgo</a:t>
              </a:r>
              <a:endParaRPr b="0" i="0" sz="1400" u="none" cap="none" strike="noStrike">
                <a:solidFill>
                  <a:srgbClr val="000000"/>
                </a:solidFill>
                <a:latin typeface="Arial"/>
                <a:ea typeface="Arial"/>
                <a:cs typeface="Arial"/>
                <a:sym typeface="Arial"/>
              </a:endParaRPr>
            </a:p>
            <a:p>
              <a:pPr indent="-285750" lvl="0" marL="285750" marR="0" rtl="0" algn="l">
                <a:lnSpc>
                  <a:spcPct val="100000"/>
                </a:lnSpc>
                <a:spcBef>
                  <a:spcPts val="0"/>
                </a:spcBef>
                <a:spcAft>
                  <a:spcPts val="0"/>
                </a:spcAft>
                <a:buClr>
                  <a:srgbClr val="000000"/>
                </a:buClr>
                <a:buSzPts val="1800"/>
                <a:buFont typeface="Arial"/>
                <a:buChar char="•"/>
              </a:pPr>
              <a:r>
                <a:rPr b="0" i="0" lang="es-AR" sz="1800" u="none" cap="none" strike="noStrike">
                  <a:solidFill>
                    <a:srgbClr val="000000"/>
                  </a:solidFill>
                  <a:latin typeface="Calibri"/>
                  <a:ea typeface="Calibri"/>
                  <a:cs typeface="Calibri"/>
                  <a:sym typeface="Calibri"/>
                </a:rPr>
                <a:t>Coaching</a:t>
              </a:r>
              <a:endParaRPr b="0" i="0" sz="1400" u="none" cap="none" strike="noStrike">
                <a:solidFill>
                  <a:srgbClr val="000000"/>
                </a:solidFill>
                <a:latin typeface="Arial"/>
                <a:ea typeface="Arial"/>
                <a:cs typeface="Arial"/>
                <a:sym typeface="Arial"/>
              </a:endParaRPr>
            </a:p>
            <a:p>
              <a:pPr indent="-285750" lvl="0" marL="285750" marR="0" rtl="0" algn="l">
                <a:lnSpc>
                  <a:spcPct val="100000"/>
                </a:lnSpc>
                <a:spcBef>
                  <a:spcPts val="0"/>
                </a:spcBef>
                <a:spcAft>
                  <a:spcPts val="0"/>
                </a:spcAft>
                <a:buClr>
                  <a:srgbClr val="000000"/>
                </a:buClr>
                <a:buSzPts val="1800"/>
                <a:buFont typeface="Arial"/>
                <a:buChar char="•"/>
              </a:pPr>
              <a:r>
                <a:rPr b="0" i="0" lang="es-AR" sz="1800" u="none" cap="none" strike="noStrike">
                  <a:solidFill>
                    <a:srgbClr val="000000"/>
                  </a:solidFill>
                  <a:latin typeface="Calibri"/>
                  <a:ea typeface="Calibri"/>
                  <a:cs typeface="Calibri"/>
                  <a:sym typeface="Calibri"/>
                </a:rPr>
                <a:t>Neurociencias</a:t>
              </a:r>
              <a:endParaRPr b="0" i="0" sz="1400" u="none" cap="none" strike="noStrike">
                <a:solidFill>
                  <a:srgbClr val="000000"/>
                </a:solidFill>
                <a:latin typeface="Arial"/>
                <a:ea typeface="Arial"/>
                <a:cs typeface="Arial"/>
                <a:sym typeface="Arial"/>
              </a:endParaRPr>
            </a:p>
            <a:p>
              <a:pPr indent="-285750" lvl="0" marL="285750" marR="0" rtl="0" algn="l">
                <a:lnSpc>
                  <a:spcPct val="100000"/>
                </a:lnSpc>
                <a:spcBef>
                  <a:spcPts val="0"/>
                </a:spcBef>
                <a:spcAft>
                  <a:spcPts val="0"/>
                </a:spcAft>
                <a:buClr>
                  <a:srgbClr val="000000"/>
                </a:buClr>
                <a:buSzPts val="1800"/>
                <a:buFont typeface="Arial"/>
                <a:buChar char="•"/>
              </a:pPr>
              <a:r>
                <a:rPr b="0" i="0" lang="es-AR" sz="1800" u="none" cap="none" strike="noStrike">
                  <a:solidFill>
                    <a:srgbClr val="000000"/>
                  </a:solidFill>
                  <a:latin typeface="Calibri"/>
                  <a:ea typeface="Calibri"/>
                  <a:cs typeface="Calibri"/>
                  <a:sym typeface="Calibri"/>
                </a:rPr>
                <a:t>Comunicación</a:t>
              </a:r>
              <a:endParaRPr b="0" i="0" sz="1400" u="none" cap="none" strike="noStrike">
                <a:solidFill>
                  <a:srgbClr val="000000"/>
                </a:solidFill>
                <a:latin typeface="Arial"/>
                <a:ea typeface="Arial"/>
                <a:cs typeface="Arial"/>
                <a:sym typeface="Arial"/>
              </a:endParaRPr>
            </a:p>
            <a:p>
              <a:pPr indent="-285750" lvl="0" marL="285750" marR="0" rtl="0" algn="l">
                <a:lnSpc>
                  <a:spcPct val="100000"/>
                </a:lnSpc>
                <a:spcBef>
                  <a:spcPts val="0"/>
                </a:spcBef>
                <a:spcAft>
                  <a:spcPts val="0"/>
                </a:spcAft>
                <a:buClr>
                  <a:srgbClr val="000000"/>
                </a:buClr>
                <a:buSzPts val="1800"/>
                <a:buFont typeface="Arial"/>
                <a:buChar char="•"/>
              </a:pPr>
              <a:r>
                <a:rPr b="0" i="0" lang="es-AR" sz="1800" u="none" cap="none" strike="noStrike">
                  <a:solidFill>
                    <a:srgbClr val="000000"/>
                  </a:solidFill>
                  <a:latin typeface="Calibri"/>
                  <a:ea typeface="Calibri"/>
                  <a:cs typeface="Calibri"/>
                  <a:sym typeface="Calibri"/>
                </a:rPr>
                <a:t>Relaciones Humanas </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800"/>
                <a:buFont typeface="Arial"/>
                <a:buNone/>
              </a:pPr>
              <a:r>
                <a:rPr b="0" i="0" lang="es-AR" sz="1800" u="none" cap="none" strike="noStrike">
                  <a:solidFill>
                    <a:srgbClr val="000000"/>
                  </a:solidFill>
                  <a:latin typeface="Calibri"/>
                  <a:ea typeface="Calibri"/>
                  <a:cs typeface="Calibri"/>
                  <a:sym typeface="Calibri"/>
                </a:rPr>
                <a:t>(equipo, cultura, trabajo en equipo, compromiso).</a:t>
              </a:r>
              <a:endParaRPr b="0" i="0" sz="1400" u="none" cap="none" strike="noStrike">
                <a:solidFill>
                  <a:srgbClr val="000000"/>
                </a:solidFill>
                <a:latin typeface="Arial"/>
                <a:ea typeface="Arial"/>
                <a:cs typeface="Arial"/>
                <a:sym typeface="Arial"/>
              </a:endParaRPr>
            </a:p>
            <a:p>
              <a:pPr indent="-285750" lvl="0" marL="285750" marR="0" rtl="0" algn="l">
                <a:lnSpc>
                  <a:spcPct val="100000"/>
                </a:lnSpc>
                <a:spcBef>
                  <a:spcPts val="0"/>
                </a:spcBef>
                <a:spcAft>
                  <a:spcPts val="0"/>
                </a:spcAft>
                <a:buClr>
                  <a:srgbClr val="000000"/>
                </a:buClr>
                <a:buSzPts val="1800"/>
                <a:buFont typeface="Arial"/>
                <a:buChar char="•"/>
              </a:pPr>
              <a:r>
                <a:rPr b="0" i="0" lang="es-AR" sz="1800" u="none" cap="none" strike="noStrike">
                  <a:solidFill>
                    <a:srgbClr val="000000"/>
                  </a:solidFill>
                  <a:latin typeface="Calibri"/>
                  <a:ea typeface="Calibri"/>
                  <a:cs typeface="Calibri"/>
                  <a:sym typeface="Calibri"/>
                </a:rPr>
                <a:t>Cambio </a:t>
              </a:r>
              <a:endParaRPr b="0" i="0" sz="1400" u="none" cap="none" strike="noStrike">
                <a:solidFill>
                  <a:srgbClr val="000000"/>
                </a:solidFill>
                <a:latin typeface="Arial"/>
                <a:ea typeface="Arial"/>
                <a:cs typeface="Arial"/>
                <a:sym typeface="Arial"/>
              </a:endParaRPr>
            </a:p>
          </p:txBody>
        </p:sp>
        <p:sp>
          <p:nvSpPr>
            <p:cNvPr id="65" name="Google Shape;65;p4"/>
            <p:cNvSpPr/>
            <p:nvPr/>
          </p:nvSpPr>
          <p:spPr>
            <a:xfrm>
              <a:off x="3638856" y="3575346"/>
              <a:ext cx="978300" cy="484500"/>
            </a:xfrm>
            <a:prstGeom prst="rightArrow">
              <a:avLst>
                <a:gd fmla="val 50000" name="adj1"/>
                <a:gd fmla="val 50000" name="adj2"/>
              </a:avLst>
            </a:prstGeom>
            <a:solidFill>
              <a:srgbClr val="7030A0"/>
            </a:solidFill>
            <a:ln cap="flat" cmpd="sng" w="12700">
              <a:solidFill>
                <a:srgbClr val="31538F"/>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rgbClr val="FFFFFF"/>
                </a:solidFill>
                <a:latin typeface="Calibri"/>
                <a:ea typeface="Calibri"/>
                <a:cs typeface="Calibri"/>
                <a:sym typeface="Calibri"/>
              </a:endParaRPr>
            </a:p>
          </p:txBody>
        </p:sp>
        <p:sp>
          <p:nvSpPr>
            <p:cNvPr id="66" name="Google Shape;66;p4"/>
            <p:cNvSpPr/>
            <p:nvPr/>
          </p:nvSpPr>
          <p:spPr>
            <a:xfrm>
              <a:off x="1797615" y="5918226"/>
              <a:ext cx="236100" cy="5022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Calibri"/>
                <a:ea typeface="Calibri"/>
                <a:cs typeface="Calibri"/>
                <a:sym typeface="Calibri"/>
              </a:endParaRPr>
            </a:p>
          </p:txBody>
        </p:sp>
        <p:grpSp>
          <p:nvGrpSpPr>
            <p:cNvPr id="67" name="Google Shape;67;p4"/>
            <p:cNvGrpSpPr/>
            <p:nvPr/>
          </p:nvGrpSpPr>
          <p:grpSpPr>
            <a:xfrm>
              <a:off x="4763234" y="2536313"/>
              <a:ext cx="5746116" cy="2993975"/>
              <a:chOff x="36159" y="-17975"/>
              <a:chExt cx="5746116" cy="2993975"/>
            </a:xfrm>
          </p:grpSpPr>
          <p:sp>
            <p:nvSpPr>
              <p:cNvPr id="68" name="Google Shape;68;p4"/>
              <p:cNvSpPr/>
              <p:nvPr/>
            </p:nvSpPr>
            <p:spPr>
              <a:xfrm>
                <a:off x="36159" y="-17975"/>
                <a:ext cx="2976000" cy="2976000"/>
              </a:xfrm>
              <a:prstGeom prst="pie">
                <a:avLst>
                  <a:gd fmla="val 5400000" name="adj1"/>
                  <a:gd fmla="val 16200000" name="adj2"/>
                </a:avLst>
              </a:prstGeom>
              <a:solidFill>
                <a:srgbClr val="A03E9D"/>
              </a:solidFill>
              <a:ln cap="flat" cmpd="sng" w="12700">
                <a:solidFill>
                  <a:srgbClr val="FFFFFF"/>
                </a:solidFill>
                <a:prstDash val="solid"/>
                <a:miter lim="800000"/>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69" name="Google Shape;69;p4"/>
              <p:cNvSpPr/>
              <p:nvPr/>
            </p:nvSpPr>
            <p:spPr>
              <a:xfrm>
                <a:off x="1488041" y="0"/>
                <a:ext cx="4294200" cy="2976000"/>
              </a:xfrm>
              <a:prstGeom prst="rect">
                <a:avLst/>
              </a:prstGeom>
              <a:solidFill>
                <a:srgbClr val="FFFFFF"/>
              </a:solidFill>
              <a:ln cap="flat" cmpd="sng" w="12700">
                <a:solidFill>
                  <a:srgbClr val="FFC000"/>
                </a:solidFill>
                <a:prstDash val="solid"/>
                <a:miter lim="800000"/>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70" name="Google Shape;70;p4"/>
              <p:cNvSpPr txBox="1"/>
              <p:nvPr/>
            </p:nvSpPr>
            <p:spPr>
              <a:xfrm>
                <a:off x="1488041" y="0"/>
                <a:ext cx="2147100" cy="892800"/>
              </a:xfrm>
              <a:prstGeom prst="rect">
                <a:avLst/>
              </a:prstGeom>
              <a:noFill/>
              <a:ln>
                <a:noFill/>
              </a:ln>
            </p:spPr>
            <p:txBody>
              <a:bodyPr anchorCtr="0" anchor="ctr" bIns="91425" lIns="91425" spcFirstLastPara="1" rIns="91425" wrap="square" tIns="91425">
                <a:noAutofit/>
              </a:bodyPr>
              <a:lstStyle/>
              <a:p>
                <a:pPr indent="0" lvl="0" marL="0" marR="0" rtl="0" algn="l">
                  <a:lnSpc>
                    <a:spcPct val="90000"/>
                  </a:lnSpc>
                  <a:spcBef>
                    <a:spcPts val="0"/>
                  </a:spcBef>
                  <a:spcAft>
                    <a:spcPts val="0"/>
                  </a:spcAft>
                  <a:buClr>
                    <a:srgbClr val="000000"/>
                  </a:buClr>
                  <a:buSzPts val="2400"/>
                  <a:buFont typeface="Arial"/>
                  <a:buNone/>
                </a:pPr>
                <a:r>
                  <a:rPr b="0" i="0" lang="es-AR" sz="2000" u="none" cap="none" strike="noStrike">
                    <a:solidFill>
                      <a:srgbClr val="000000"/>
                    </a:solidFill>
                    <a:latin typeface="Calibri"/>
                    <a:ea typeface="Calibri"/>
                    <a:cs typeface="Calibri"/>
                    <a:sym typeface="Calibri"/>
                  </a:rPr>
                  <a:t>Tamaño Empresa</a:t>
                </a:r>
                <a:endParaRPr b="0" i="0" sz="2000" u="none" cap="none" strike="noStrike">
                  <a:solidFill>
                    <a:srgbClr val="000000"/>
                  </a:solidFill>
                  <a:latin typeface="Calibri"/>
                  <a:ea typeface="Calibri"/>
                  <a:cs typeface="Calibri"/>
                  <a:sym typeface="Calibri"/>
                </a:endParaRPr>
              </a:p>
            </p:txBody>
          </p:sp>
          <p:sp>
            <p:nvSpPr>
              <p:cNvPr id="71" name="Google Shape;71;p4"/>
              <p:cNvSpPr/>
              <p:nvPr/>
            </p:nvSpPr>
            <p:spPr>
              <a:xfrm>
                <a:off x="520815" y="892826"/>
                <a:ext cx="1934400" cy="1934400"/>
              </a:xfrm>
              <a:prstGeom prst="pie">
                <a:avLst>
                  <a:gd fmla="val 5400000" name="adj1"/>
                  <a:gd fmla="val 16200000" name="adj2"/>
                </a:avLst>
              </a:prstGeom>
              <a:solidFill>
                <a:srgbClr val="5B9BD5"/>
              </a:solidFill>
              <a:ln cap="flat" cmpd="sng" w="12700">
                <a:solidFill>
                  <a:srgbClr val="FFFFFF"/>
                </a:solidFill>
                <a:prstDash val="solid"/>
                <a:miter lim="800000"/>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72" name="Google Shape;72;p4"/>
              <p:cNvSpPr/>
              <p:nvPr/>
            </p:nvSpPr>
            <p:spPr>
              <a:xfrm>
                <a:off x="1488041" y="892826"/>
                <a:ext cx="4294200" cy="1934400"/>
              </a:xfrm>
              <a:prstGeom prst="rect">
                <a:avLst/>
              </a:prstGeom>
              <a:solidFill>
                <a:srgbClr val="FFFFFF"/>
              </a:solidFill>
              <a:ln cap="flat" cmpd="sng" w="12700">
                <a:solidFill>
                  <a:srgbClr val="2EE844"/>
                </a:solidFill>
                <a:prstDash val="solid"/>
                <a:miter lim="800000"/>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73" name="Google Shape;73;p4"/>
              <p:cNvSpPr txBox="1"/>
              <p:nvPr/>
            </p:nvSpPr>
            <p:spPr>
              <a:xfrm>
                <a:off x="1488041" y="892826"/>
                <a:ext cx="2147100" cy="892800"/>
              </a:xfrm>
              <a:prstGeom prst="rect">
                <a:avLst/>
              </a:prstGeom>
              <a:noFill/>
              <a:ln>
                <a:noFill/>
              </a:ln>
            </p:spPr>
            <p:txBody>
              <a:bodyPr anchorCtr="0" anchor="ctr" bIns="91425" lIns="91425" spcFirstLastPara="1" rIns="91425" wrap="square" tIns="91425">
                <a:noAutofit/>
              </a:bodyPr>
              <a:lstStyle/>
              <a:p>
                <a:pPr indent="0" lvl="0" marL="0" marR="0" rtl="0" algn="l">
                  <a:lnSpc>
                    <a:spcPct val="90000"/>
                  </a:lnSpc>
                  <a:spcBef>
                    <a:spcPts val="0"/>
                  </a:spcBef>
                  <a:spcAft>
                    <a:spcPts val="0"/>
                  </a:spcAft>
                  <a:buClr>
                    <a:srgbClr val="000000"/>
                  </a:buClr>
                  <a:buSzPts val="2400"/>
                  <a:buFont typeface="Arial"/>
                  <a:buNone/>
                </a:pPr>
                <a:r>
                  <a:rPr b="0" i="0" lang="es-AR" sz="2000" u="none" cap="none" strike="noStrike">
                    <a:solidFill>
                      <a:srgbClr val="000000"/>
                    </a:solidFill>
                    <a:latin typeface="Calibri"/>
                    <a:ea typeface="Calibri"/>
                    <a:cs typeface="Calibri"/>
                    <a:sym typeface="Calibri"/>
                  </a:rPr>
                  <a:t>Tipo de Negocio</a:t>
                </a:r>
                <a:endParaRPr b="0" i="0" sz="2000" u="none" cap="none" strike="noStrike">
                  <a:solidFill>
                    <a:srgbClr val="000000"/>
                  </a:solidFill>
                  <a:latin typeface="Calibri"/>
                  <a:ea typeface="Calibri"/>
                  <a:cs typeface="Calibri"/>
                  <a:sym typeface="Calibri"/>
                </a:endParaRPr>
              </a:p>
            </p:txBody>
          </p:sp>
          <p:sp>
            <p:nvSpPr>
              <p:cNvPr id="74" name="Google Shape;74;p4"/>
              <p:cNvSpPr/>
              <p:nvPr/>
            </p:nvSpPr>
            <p:spPr>
              <a:xfrm>
                <a:off x="1041629" y="1785650"/>
                <a:ext cx="892800" cy="892800"/>
              </a:xfrm>
              <a:prstGeom prst="pie">
                <a:avLst>
                  <a:gd fmla="val 5400000" name="adj1"/>
                  <a:gd fmla="val 16200000" name="adj2"/>
                </a:avLst>
              </a:prstGeom>
              <a:solidFill>
                <a:srgbClr val="50D011"/>
              </a:solidFill>
              <a:ln cap="flat" cmpd="sng" w="12700">
                <a:solidFill>
                  <a:srgbClr val="FFFFFF"/>
                </a:solidFill>
                <a:prstDash val="solid"/>
                <a:miter lim="800000"/>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75" name="Google Shape;75;p4"/>
              <p:cNvSpPr/>
              <p:nvPr/>
            </p:nvSpPr>
            <p:spPr>
              <a:xfrm>
                <a:off x="1488041" y="1785650"/>
                <a:ext cx="4294200" cy="892800"/>
              </a:xfrm>
              <a:prstGeom prst="rect">
                <a:avLst/>
              </a:prstGeom>
              <a:solidFill>
                <a:srgbClr val="FFFFFF"/>
              </a:solidFill>
              <a:ln cap="flat" cmpd="sng" w="12700">
                <a:solidFill>
                  <a:srgbClr val="5999D5"/>
                </a:solidFill>
                <a:prstDash val="solid"/>
                <a:miter lim="800000"/>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76" name="Google Shape;76;p4"/>
              <p:cNvSpPr txBox="1"/>
              <p:nvPr/>
            </p:nvSpPr>
            <p:spPr>
              <a:xfrm>
                <a:off x="1488041" y="1785650"/>
                <a:ext cx="2147100" cy="892800"/>
              </a:xfrm>
              <a:prstGeom prst="rect">
                <a:avLst/>
              </a:prstGeom>
              <a:noFill/>
              <a:ln>
                <a:noFill/>
              </a:ln>
            </p:spPr>
            <p:txBody>
              <a:bodyPr anchorCtr="0" anchor="ctr" bIns="91425" lIns="91425" spcFirstLastPara="1" rIns="91425" wrap="square" tIns="91425">
                <a:noAutofit/>
              </a:bodyPr>
              <a:lstStyle/>
              <a:p>
                <a:pPr indent="0" lvl="0" marL="0" marR="0" rtl="0" algn="l">
                  <a:lnSpc>
                    <a:spcPct val="90000"/>
                  </a:lnSpc>
                  <a:spcBef>
                    <a:spcPts val="0"/>
                  </a:spcBef>
                  <a:spcAft>
                    <a:spcPts val="0"/>
                  </a:spcAft>
                  <a:buClr>
                    <a:srgbClr val="000000"/>
                  </a:buClr>
                  <a:buSzPts val="2400"/>
                  <a:buFont typeface="Arial"/>
                  <a:buNone/>
                </a:pPr>
                <a:r>
                  <a:rPr b="0" i="0" lang="es-AR" sz="2000" u="none" cap="none" strike="noStrike">
                    <a:solidFill>
                      <a:srgbClr val="000000"/>
                    </a:solidFill>
                    <a:latin typeface="Calibri"/>
                    <a:ea typeface="Calibri"/>
                    <a:cs typeface="Calibri"/>
                    <a:sym typeface="Calibri"/>
                  </a:rPr>
                  <a:t>Proceso</a:t>
                </a:r>
                <a:endParaRPr b="0" i="0" sz="2000" u="none" cap="none" strike="noStrike">
                  <a:solidFill>
                    <a:srgbClr val="000000"/>
                  </a:solidFill>
                  <a:latin typeface="Calibri"/>
                  <a:ea typeface="Calibri"/>
                  <a:cs typeface="Calibri"/>
                  <a:sym typeface="Calibri"/>
                </a:endParaRPr>
              </a:p>
            </p:txBody>
          </p:sp>
          <p:sp>
            <p:nvSpPr>
              <p:cNvPr id="77" name="Google Shape;77;p4"/>
              <p:cNvSpPr/>
              <p:nvPr/>
            </p:nvSpPr>
            <p:spPr>
              <a:xfrm>
                <a:off x="3635175" y="0"/>
                <a:ext cx="2147100" cy="892800"/>
              </a:xfrm>
              <a:prstGeom prst="rect">
                <a:avLst/>
              </a:prstGeom>
              <a:no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78" name="Google Shape;78;p4"/>
              <p:cNvSpPr txBox="1"/>
              <p:nvPr/>
            </p:nvSpPr>
            <p:spPr>
              <a:xfrm>
                <a:off x="3635175" y="0"/>
                <a:ext cx="2147100" cy="892800"/>
              </a:xfrm>
              <a:prstGeom prst="rect">
                <a:avLst/>
              </a:prstGeom>
              <a:noFill/>
              <a:ln>
                <a:noFill/>
              </a:ln>
            </p:spPr>
            <p:txBody>
              <a:bodyPr anchorCtr="0" anchor="ctr" bIns="30475" lIns="30475" spcFirstLastPara="1" rIns="30475" wrap="square" tIns="30475">
                <a:noAutofit/>
              </a:bodyPr>
              <a:lstStyle/>
              <a:p>
                <a:pPr indent="-152400" lvl="1" marL="228600" marR="0" rtl="0" algn="l">
                  <a:lnSpc>
                    <a:spcPct val="90000"/>
                  </a:lnSpc>
                  <a:spcBef>
                    <a:spcPts val="0"/>
                  </a:spcBef>
                  <a:spcAft>
                    <a:spcPts val="0"/>
                  </a:spcAft>
                  <a:buClr>
                    <a:srgbClr val="000000"/>
                  </a:buClr>
                  <a:buSzPts val="1200"/>
                  <a:buFont typeface="Arial"/>
                  <a:buChar char="•"/>
                </a:pPr>
                <a:r>
                  <a:rPr b="0" i="0" lang="es-AR" sz="1200" u="none" cap="none" strike="noStrike">
                    <a:solidFill>
                      <a:srgbClr val="000000"/>
                    </a:solidFill>
                    <a:latin typeface="Calibri"/>
                    <a:ea typeface="Calibri"/>
                    <a:cs typeface="Calibri"/>
                    <a:sym typeface="Calibri"/>
                  </a:rPr>
                  <a:t>PyMe</a:t>
                </a:r>
                <a:endParaRPr b="0" i="0" sz="1200" u="none" cap="none" strike="noStrike">
                  <a:solidFill>
                    <a:srgbClr val="000000"/>
                  </a:solidFill>
                  <a:latin typeface="Calibri"/>
                  <a:ea typeface="Calibri"/>
                  <a:cs typeface="Calibri"/>
                  <a:sym typeface="Calibri"/>
                </a:endParaRPr>
              </a:p>
              <a:p>
                <a:pPr indent="-152400" lvl="1" marL="228600" marR="0" rtl="0" algn="l">
                  <a:lnSpc>
                    <a:spcPct val="90000"/>
                  </a:lnSpc>
                  <a:spcBef>
                    <a:spcPts val="360"/>
                  </a:spcBef>
                  <a:spcAft>
                    <a:spcPts val="0"/>
                  </a:spcAft>
                  <a:buClr>
                    <a:srgbClr val="000000"/>
                  </a:buClr>
                  <a:buSzPts val="1200"/>
                  <a:buFont typeface="Arial"/>
                  <a:buChar char="•"/>
                </a:pPr>
                <a:r>
                  <a:rPr b="0" i="0" lang="es-AR" sz="1200" u="none" cap="none" strike="noStrike">
                    <a:solidFill>
                      <a:srgbClr val="000000"/>
                    </a:solidFill>
                    <a:latin typeface="Calibri"/>
                    <a:ea typeface="Calibri"/>
                    <a:cs typeface="Calibri"/>
                    <a:sym typeface="Calibri"/>
                  </a:rPr>
                  <a:t>Corporación</a:t>
                </a:r>
                <a:endParaRPr b="0" i="0" sz="1200" u="none" cap="none" strike="noStrike">
                  <a:solidFill>
                    <a:srgbClr val="000000"/>
                  </a:solidFill>
                  <a:latin typeface="Calibri"/>
                  <a:ea typeface="Calibri"/>
                  <a:cs typeface="Calibri"/>
                  <a:sym typeface="Calibri"/>
                </a:endParaRPr>
              </a:p>
            </p:txBody>
          </p:sp>
          <p:sp>
            <p:nvSpPr>
              <p:cNvPr id="79" name="Google Shape;79;p4"/>
              <p:cNvSpPr/>
              <p:nvPr/>
            </p:nvSpPr>
            <p:spPr>
              <a:xfrm>
                <a:off x="3574336" y="1505569"/>
                <a:ext cx="2147100" cy="892800"/>
              </a:xfrm>
              <a:prstGeom prst="rect">
                <a:avLst/>
              </a:prstGeom>
              <a:no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80" name="Google Shape;80;p4"/>
              <p:cNvSpPr/>
              <p:nvPr/>
            </p:nvSpPr>
            <p:spPr>
              <a:xfrm>
                <a:off x="3635175" y="1785650"/>
                <a:ext cx="2147100" cy="892800"/>
              </a:xfrm>
              <a:prstGeom prst="rect">
                <a:avLst/>
              </a:prstGeom>
              <a:no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81" name="Google Shape;81;p4"/>
              <p:cNvSpPr txBox="1"/>
              <p:nvPr/>
            </p:nvSpPr>
            <p:spPr>
              <a:xfrm>
                <a:off x="3635175" y="1785650"/>
                <a:ext cx="2147100" cy="892800"/>
              </a:xfrm>
              <a:prstGeom prst="rect">
                <a:avLst/>
              </a:prstGeom>
              <a:noFill/>
              <a:ln>
                <a:noFill/>
              </a:ln>
            </p:spPr>
            <p:txBody>
              <a:bodyPr anchorCtr="0" anchor="ctr" bIns="26650" lIns="26650" spcFirstLastPara="1" rIns="26650" wrap="square" tIns="26650">
                <a:noAutofit/>
              </a:bodyPr>
              <a:lstStyle/>
              <a:p>
                <a:pPr indent="0" lvl="0" marL="914400" marR="0" rtl="0" algn="l">
                  <a:lnSpc>
                    <a:spcPct val="90000"/>
                  </a:lnSpc>
                  <a:spcBef>
                    <a:spcPts val="105"/>
                  </a:spcBef>
                  <a:spcAft>
                    <a:spcPts val="0"/>
                  </a:spcAft>
                  <a:buClr>
                    <a:srgbClr val="000000"/>
                  </a:buClr>
                  <a:buSzPts val="1200"/>
                  <a:buFont typeface="Arial"/>
                  <a:buNone/>
                </a:pPr>
                <a:r>
                  <a:t/>
                </a:r>
                <a:endParaRPr b="0" i="0" sz="1200" u="none" cap="none" strike="noStrike">
                  <a:solidFill>
                    <a:srgbClr val="000000"/>
                  </a:solidFill>
                  <a:latin typeface="Arial"/>
                  <a:ea typeface="Arial"/>
                  <a:cs typeface="Arial"/>
                  <a:sym typeface="Arial"/>
                </a:endParaRPr>
              </a:p>
            </p:txBody>
          </p:sp>
          <p:sp>
            <p:nvSpPr>
              <p:cNvPr id="82" name="Google Shape;82;p4"/>
              <p:cNvSpPr txBox="1"/>
              <p:nvPr/>
            </p:nvSpPr>
            <p:spPr>
              <a:xfrm>
                <a:off x="3635195" y="892819"/>
                <a:ext cx="1693500" cy="892800"/>
              </a:xfrm>
              <a:prstGeom prst="rect">
                <a:avLst/>
              </a:prstGeom>
              <a:noFill/>
              <a:ln>
                <a:noFill/>
              </a:ln>
            </p:spPr>
            <p:txBody>
              <a:bodyPr anchorCtr="0" anchor="ctr" bIns="26650" lIns="26650" spcFirstLastPara="1" rIns="26650" wrap="square" tIns="26650">
                <a:noAutofit/>
              </a:bodyPr>
              <a:lstStyle/>
              <a:p>
                <a:pPr indent="-152400" lvl="1" marL="228600" marR="0" rtl="0" algn="l">
                  <a:lnSpc>
                    <a:spcPct val="90000"/>
                  </a:lnSpc>
                  <a:spcBef>
                    <a:spcPts val="0"/>
                  </a:spcBef>
                  <a:spcAft>
                    <a:spcPts val="0"/>
                  </a:spcAft>
                  <a:buClr>
                    <a:srgbClr val="000000"/>
                  </a:buClr>
                  <a:buSzPts val="1200"/>
                  <a:buFont typeface="Arial"/>
                  <a:buChar char="•"/>
                </a:pPr>
                <a:r>
                  <a:rPr b="0" i="0" lang="es-AR" sz="1200" u="none" cap="none" strike="noStrike">
                    <a:solidFill>
                      <a:srgbClr val="000000"/>
                    </a:solidFill>
                    <a:latin typeface="Calibri"/>
                    <a:ea typeface="Calibri"/>
                    <a:cs typeface="Calibri"/>
                    <a:sym typeface="Calibri"/>
                  </a:rPr>
                  <a:t>Industrial</a:t>
                </a:r>
                <a:endParaRPr b="0" i="0" sz="1200" u="none" cap="none" strike="noStrike">
                  <a:solidFill>
                    <a:srgbClr val="000000"/>
                  </a:solidFill>
                  <a:latin typeface="Calibri"/>
                  <a:ea typeface="Calibri"/>
                  <a:cs typeface="Calibri"/>
                  <a:sym typeface="Calibri"/>
                </a:endParaRPr>
              </a:p>
              <a:p>
                <a:pPr indent="-152400" lvl="1" marL="228600" marR="0" rtl="0" algn="l">
                  <a:lnSpc>
                    <a:spcPct val="90000"/>
                  </a:lnSpc>
                  <a:spcBef>
                    <a:spcPts val="0"/>
                  </a:spcBef>
                  <a:spcAft>
                    <a:spcPts val="0"/>
                  </a:spcAft>
                  <a:buClr>
                    <a:srgbClr val="000000"/>
                  </a:buClr>
                  <a:buSzPts val="1200"/>
                  <a:buFont typeface="Arial"/>
                  <a:buChar char="•"/>
                </a:pPr>
                <a:r>
                  <a:rPr b="0" i="0" lang="es-AR" sz="1200" u="none" cap="none" strike="noStrike">
                    <a:solidFill>
                      <a:srgbClr val="000000"/>
                    </a:solidFill>
                    <a:latin typeface="Calibri"/>
                    <a:ea typeface="Calibri"/>
                    <a:cs typeface="Calibri"/>
                    <a:sym typeface="Calibri"/>
                  </a:rPr>
                  <a:t>Servicio </a:t>
                </a:r>
                <a:endParaRPr b="0" i="0" sz="1200" u="none" cap="none" strike="noStrike">
                  <a:solidFill>
                    <a:srgbClr val="000000"/>
                  </a:solidFill>
                  <a:latin typeface="Calibri"/>
                  <a:ea typeface="Calibri"/>
                  <a:cs typeface="Calibri"/>
                  <a:sym typeface="Calibri"/>
                </a:endParaRPr>
              </a:p>
              <a:p>
                <a:pPr indent="-152400" lvl="1" marL="228600" marR="0" rtl="0" algn="l">
                  <a:lnSpc>
                    <a:spcPct val="90000"/>
                  </a:lnSpc>
                  <a:spcBef>
                    <a:spcPts val="0"/>
                  </a:spcBef>
                  <a:spcAft>
                    <a:spcPts val="0"/>
                  </a:spcAft>
                  <a:buClr>
                    <a:srgbClr val="000000"/>
                  </a:buClr>
                  <a:buSzPts val="1200"/>
                  <a:buFont typeface="Arial"/>
                  <a:buChar char="•"/>
                </a:pPr>
                <a:r>
                  <a:rPr b="0" i="0" lang="es-AR" sz="1200" u="none" cap="none" strike="noStrike">
                    <a:solidFill>
                      <a:srgbClr val="000000"/>
                    </a:solidFill>
                    <a:latin typeface="Calibri"/>
                    <a:ea typeface="Calibri"/>
                    <a:cs typeface="Calibri"/>
                    <a:sym typeface="Calibri"/>
                  </a:rPr>
                  <a:t>Digital</a:t>
                </a:r>
                <a:endParaRPr b="0" i="0" sz="1200" u="none" cap="none" strike="noStrike">
                  <a:solidFill>
                    <a:srgbClr val="000000"/>
                  </a:solidFill>
                  <a:latin typeface="Arial"/>
                  <a:ea typeface="Arial"/>
                  <a:cs typeface="Arial"/>
                  <a:sym typeface="Arial"/>
                </a:endParaRPr>
              </a:p>
            </p:txBody>
          </p:sp>
        </p:grpSp>
      </p:grpSp>
      <p:sp>
        <p:nvSpPr>
          <p:cNvPr id="83" name="Google Shape;83;p4"/>
          <p:cNvSpPr txBox="1"/>
          <p:nvPr/>
        </p:nvSpPr>
        <p:spPr>
          <a:xfrm>
            <a:off x="6439100" y="4665375"/>
            <a:ext cx="1514400" cy="766500"/>
          </a:xfrm>
          <a:prstGeom prst="rect">
            <a:avLst/>
          </a:prstGeom>
          <a:noFill/>
          <a:ln>
            <a:noFill/>
          </a:ln>
        </p:spPr>
        <p:txBody>
          <a:bodyPr anchorCtr="0" anchor="t" bIns="91425" lIns="91425" spcFirstLastPara="1" rIns="91425" wrap="square" tIns="91425">
            <a:spAutoFit/>
          </a:bodyPr>
          <a:lstStyle/>
          <a:p>
            <a:pPr indent="-266700" lvl="0" marL="457200" marR="0" rtl="0" algn="l">
              <a:lnSpc>
                <a:spcPct val="90000"/>
              </a:lnSpc>
              <a:spcBef>
                <a:spcPts val="0"/>
              </a:spcBef>
              <a:spcAft>
                <a:spcPts val="0"/>
              </a:spcAft>
              <a:buClr>
                <a:srgbClr val="000000"/>
              </a:buClr>
              <a:buSzPts val="600"/>
              <a:buFont typeface="Calibri"/>
              <a:buChar char="●"/>
            </a:pPr>
            <a:r>
              <a:rPr b="0" i="0" lang="es-AR" sz="600" u="none" cap="none" strike="noStrike">
                <a:solidFill>
                  <a:srgbClr val="000000"/>
                </a:solidFill>
                <a:latin typeface="Calibri"/>
                <a:ea typeface="Calibri"/>
                <a:cs typeface="Calibri"/>
                <a:sym typeface="Calibri"/>
              </a:rPr>
              <a:t>Administración de Personal</a:t>
            </a:r>
            <a:endParaRPr b="0" i="0" sz="600" u="none" cap="none" strike="noStrike">
              <a:solidFill>
                <a:srgbClr val="000000"/>
              </a:solidFill>
              <a:latin typeface="Calibri"/>
              <a:ea typeface="Calibri"/>
              <a:cs typeface="Calibri"/>
              <a:sym typeface="Calibri"/>
            </a:endParaRPr>
          </a:p>
          <a:p>
            <a:pPr indent="-266700" lvl="0" marL="457200" marR="0" rtl="0" algn="l">
              <a:lnSpc>
                <a:spcPct val="90000"/>
              </a:lnSpc>
              <a:spcBef>
                <a:spcPts val="0"/>
              </a:spcBef>
              <a:spcAft>
                <a:spcPts val="0"/>
              </a:spcAft>
              <a:buClr>
                <a:srgbClr val="000000"/>
              </a:buClr>
              <a:buSzPts val="600"/>
              <a:buFont typeface="Calibri"/>
              <a:buChar char="●"/>
            </a:pPr>
            <a:r>
              <a:rPr b="0" i="0" lang="es-AR" sz="600" u="none" cap="none" strike="noStrike">
                <a:solidFill>
                  <a:srgbClr val="000000"/>
                </a:solidFill>
                <a:latin typeface="Calibri"/>
                <a:ea typeface="Calibri"/>
                <a:cs typeface="Calibri"/>
                <a:sym typeface="Calibri"/>
              </a:rPr>
              <a:t>Relaciones Laborales</a:t>
            </a:r>
            <a:endParaRPr b="0" i="0" sz="600" u="none" cap="none" strike="noStrike">
              <a:solidFill>
                <a:srgbClr val="000000"/>
              </a:solidFill>
              <a:latin typeface="Calibri"/>
              <a:ea typeface="Calibri"/>
              <a:cs typeface="Calibri"/>
              <a:sym typeface="Calibri"/>
            </a:endParaRPr>
          </a:p>
          <a:p>
            <a:pPr indent="-266700" lvl="0" marL="457200" marR="0" rtl="0" algn="l">
              <a:lnSpc>
                <a:spcPct val="90000"/>
              </a:lnSpc>
              <a:spcBef>
                <a:spcPts val="0"/>
              </a:spcBef>
              <a:spcAft>
                <a:spcPts val="0"/>
              </a:spcAft>
              <a:buClr>
                <a:srgbClr val="000000"/>
              </a:buClr>
              <a:buSzPts val="600"/>
              <a:buFont typeface="Calibri"/>
              <a:buChar char="●"/>
            </a:pPr>
            <a:r>
              <a:rPr b="0" i="0" lang="es-AR" sz="600" u="none" cap="none" strike="noStrike">
                <a:solidFill>
                  <a:srgbClr val="000000"/>
                </a:solidFill>
                <a:latin typeface="Calibri"/>
                <a:ea typeface="Calibri"/>
                <a:cs typeface="Calibri"/>
                <a:sym typeface="Calibri"/>
              </a:rPr>
              <a:t>Compensaciones </a:t>
            </a:r>
            <a:endParaRPr b="0" i="0" sz="600" u="none" cap="none" strike="noStrike">
              <a:solidFill>
                <a:srgbClr val="000000"/>
              </a:solidFill>
              <a:latin typeface="Calibri"/>
              <a:ea typeface="Calibri"/>
              <a:cs typeface="Calibri"/>
              <a:sym typeface="Calibri"/>
            </a:endParaRPr>
          </a:p>
          <a:p>
            <a:pPr indent="-266700" lvl="0" marL="457200" marR="0" rtl="0" algn="l">
              <a:lnSpc>
                <a:spcPct val="90000"/>
              </a:lnSpc>
              <a:spcBef>
                <a:spcPts val="0"/>
              </a:spcBef>
              <a:spcAft>
                <a:spcPts val="0"/>
              </a:spcAft>
              <a:buClr>
                <a:srgbClr val="000000"/>
              </a:buClr>
              <a:buSzPts val="600"/>
              <a:buFont typeface="Calibri"/>
              <a:buChar char="●"/>
            </a:pPr>
            <a:r>
              <a:rPr b="0" i="0" lang="es-AR" sz="600" u="none" cap="none" strike="noStrike">
                <a:solidFill>
                  <a:srgbClr val="000000"/>
                </a:solidFill>
                <a:latin typeface="Calibri"/>
                <a:ea typeface="Calibri"/>
                <a:cs typeface="Calibri"/>
                <a:sym typeface="Calibri"/>
              </a:rPr>
              <a:t>Capacitación</a:t>
            </a:r>
            <a:endParaRPr b="0" i="0" sz="600" u="none" cap="none" strike="noStrike">
              <a:solidFill>
                <a:srgbClr val="000000"/>
              </a:solidFill>
              <a:latin typeface="Calibri"/>
              <a:ea typeface="Calibri"/>
              <a:cs typeface="Calibri"/>
              <a:sym typeface="Calibri"/>
            </a:endParaRPr>
          </a:p>
          <a:p>
            <a:pPr indent="-266700" lvl="0" marL="457200" marR="0" rtl="0" algn="l">
              <a:lnSpc>
                <a:spcPct val="90000"/>
              </a:lnSpc>
              <a:spcBef>
                <a:spcPts val="0"/>
              </a:spcBef>
              <a:spcAft>
                <a:spcPts val="0"/>
              </a:spcAft>
              <a:buClr>
                <a:srgbClr val="000000"/>
              </a:buClr>
              <a:buSzPts val="600"/>
              <a:buFont typeface="Calibri"/>
              <a:buChar char="●"/>
            </a:pPr>
            <a:r>
              <a:rPr b="0" i="0" lang="es-AR" sz="600" u="none" cap="none" strike="noStrike">
                <a:solidFill>
                  <a:srgbClr val="000000"/>
                </a:solidFill>
                <a:latin typeface="Calibri"/>
                <a:ea typeface="Calibri"/>
                <a:cs typeface="Calibri"/>
                <a:sym typeface="Calibri"/>
              </a:rPr>
              <a:t>Performance Review</a:t>
            </a:r>
            <a:endParaRPr b="0" i="0" sz="600" u="none" cap="none" strike="noStrike">
              <a:solidFill>
                <a:srgbClr val="000000"/>
              </a:solidFill>
              <a:latin typeface="Calibri"/>
              <a:ea typeface="Calibri"/>
              <a:cs typeface="Calibri"/>
              <a:sym typeface="Calibri"/>
            </a:endParaRPr>
          </a:p>
          <a:p>
            <a:pPr indent="-266700" lvl="0" marL="457200" marR="0" rtl="0" algn="l">
              <a:lnSpc>
                <a:spcPct val="90000"/>
              </a:lnSpc>
              <a:spcBef>
                <a:spcPts val="0"/>
              </a:spcBef>
              <a:spcAft>
                <a:spcPts val="0"/>
              </a:spcAft>
              <a:buClr>
                <a:srgbClr val="000000"/>
              </a:buClr>
              <a:buSzPts val="600"/>
              <a:buFont typeface="Calibri"/>
              <a:buChar char="●"/>
            </a:pPr>
            <a:r>
              <a:rPr b="0" i="0" lang="es-AR" sz="600" u="none" cap="none" strike="noStrike">
                <a:solidFill>
                  <a:srgbClr val="000000"/>
                </a:solidFill>
                <a:latin typeface="Calibri"/>
                <a:ea typeface="Calibri"/>
                <a:cs typeface="Calibri"/>
                <a:sym typeface="Calibri"/>
              </a:rPr>
              <a:t>Indicadores</a:t>
            </a:r>
            <a:endParaRPr b="0" i="0" sz="600" u="none" cap="none" strike="noStrike">
              <a:solidFill>
                <a:srgbClr val="000000"/>
              </a:solidFill>
              <a:latin typeface="Calibri"/>
              <a:ea typeface="Calibri"/>
              <a:cs typeface="Calibri"/>
              <a:sym typeface="Calibri"/>
            </a:endParaRPr>
          </a:p>
          <a:p>
            <a:pPr indent="-266700" lvl="0" marL="457200" marR="0" rtl="0" algn="l">
              <a:lnSpc>
                <a:spcPct val="90000"/>
              </a:lnSpc>
              <a:spcBef>
                <a:spcPts val="0"/>
              </a:spcBef>
              <a:spcAft>
                <a:spcPts val="0"/>
              </a:spcAft>
              <a:buClr>
                <a:srgbClr val="000000"/>
              </a:buClr>
              <a:buSzPts val="600"/>
              <a:buFont typeface="Calibri"/>
              <a:buChar char="●"/>
            </a:pPr>
            <a:r>
              <a:rPr b="0" i="0" lang="es-AR" sz="600" u="none" cap="none" strike="noStrike">
                <a:solidFill>
                  <a:srgbClr val="000000"/>
                </a:solidFill>
                <a:latin typeface="Calibri"/>
                <a:ea typeface="Calibri"/>
                <a:cs typeface="Calibri"/>
                <a:sym typeface="Calibri"/>
              </a:rPr>
              <a:t>Costos De Personal</a:t>
            </a:r>
            <a:endParaRPr b="0" i="0" sz="400" u="none" cap="none" strike="noStrike">
              <a:solidFill>
                <a:schemeClr val="dk1"/>
              </a:solidFill>
              <a:latin typeface="Arial"/>
              <a:ea typeface="Arial"/>
              <a:cs typeface="Arial"/>
              <a:sym typeface="Arial"/>
            </a:endParaRPr>
          </a:p>
        </p:txBody>
      </p:sp>
    </p:spTree>
  </p:cSld>
  <p:clrMapOvr>
    <a:masterClrMapping/>
  </p:clrMapOvr>
  <p:transition>
    <p:fade/>
  </p:transition>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7" name="Shape 87"/>
        <p:cNvGrpSpPr/>
        <p:nvPr/>
      </p:nvGrpSpPr>
      <p:grpSpPr>
        <a:xfrm>
          <a:off x="0" y="0"/>
          <a:ext cx="0" cy="0"/>
          <a:chOff x="0" y="0"/>
          <a:chExt cx="0" cy="0"/>
        </a:xfrm>
      </p:grpSpPr>
      <p:sp>
        <p:nvSpPr>
          <p:cNvPr descr="Resultado de imagen para que hacemos en rrhh" id="88" name="Google Shape;88;p12"/>
          <p:cNvSpPr/>
          <p:nvPr/>
        </p:nvSpPr>
        <p:spPr>
          <a:xfrm>
            <a:off x="307975" y="7937"/>
            <a:ext cx="304800" cy="304801"/>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89" name="Google Shape;89;p12"/>
          <p:cNvSpPr txBox="1"/>
          <p:nvPr/>
        </p:nvSpPr>
        <p:spPr>
          <a:xfrm>
            <a:off x="278679" y="1722537"/>
            <a:ext cx="9348600" cy="2493600"/>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0000"/>
              </a:buClr>
              <a:buSzPts val="2400"/>
              <a:buFont typeface="Arial"/>
              <a:buNone/>
            </a:pPr>
            <a:r>
              <a:rPr b="0" i="0" lang="es-AR" sz="2400" u="none" cap="none" strike="noStrike">
                <a:solidFill>
                  <a:srgbClr val="002060"/>
                </a:solidFill>
                <a:latin typeface="Arial"/>
                <a:ea typeface="Arial"/>
                <a:cs typeface="Arial"/>
                <a:sym typeface="Arial"/>
              </a:rPr>
              <a:t>El rol estratégico de RRHH se centra en alinear las estrategias y prácticas de RRHH con la estrategia de los Negocios.</a:t>
            </a:r>
            <a:endParaRPr b="0" i="0" sz="2400" u="none" cap="none" strike="noStrike">
              <a:solidFill>
                <a:srgbClr val="002060"/>
              </a:solidFill>
              <a:latin typeface="Arial"/>
              <a:ea typeface="Arial"/>
              <a:cs typeface="Arial"/>
              <a:sym typeface="Arial"/>
            </a:endParaRPr>
          </a:p>
          <a:p>
            <a:pPr indent="0" lvl="0" marL="0" marR="0" rtl="0" algn="ctr">
              <a:lnSpc>
                <a:spcPct val="100000"/>
              </a:lnSpc>
              <a:spcBef>
                <a:spcPts val="0"/>
              </a:spcBef>
              <a:spcAft>
                <a:spcPts val="0"/>
              </a:spcAft>
              <a:buClr>
                <a:srgbClr val="000000"/>
              </a:buClr>
              <a:buSzPts val="2400"/>
              <a:buFont typeface="Arial"/>
              <a:buNone/>
            </a:pPr>
            <a:r>
              <a:rPr b="0" i="0" lang="es-AR" sz="2400" u="none" cap="none" strike="noStrike">
                <a:solidFill>
                  <a:srgbClr val="002060"/>
                </a:solidFill>
                <a:latin typeface="Arial"/>
                <a:ea typeface="Arial"/>
                <a:cs typeface="Arial"/>
                <a:sym typeface="Arial"/>
              </a:rPr>
              <a:t>El aporte de la administración estratégica de RRHH es la </a:t>
            </a:r>
            <a:r>
              <a:rPr b="1" i="0" lang="es-AR" sz="2400" u="none" cap="none" strike="noStrike">
                <a:solidFill>
                  <a:srgbClr val="002060"/>
                </a:solidFill>
                <a:latin typeface="Arial"/>
                <a:ea typeface="Arial"/>
                <a:cs typeface="Arial"/>
                <a:sym typeface="Arial"/>
              </a:rPr>
              <a:t>EJECUCIÓN</a:t>
            </a:r>
            <a:r>
              <a:rPr b="0" i="0" lang="es-AR" sz="2400" u="none" cap="none" strike="noStrike">
                <a:solidFill>
                  <a:srgbClr val="002060"/>
                </a:solidFill>
                <a:latin typeface="Arial"/>
                <a:ea typeface="Arial"/>
                <a:cs typeface="Arial"/>
                <a:sym typeface="Arial"/>
              </a:rPr>
              <a:t> de la estrategia. </a:t>
            </a:r>
            <a:r>
              <a:rPr b="0" i="0" lang="es-AR" sz="2800" u="none" cap="none" strike="noStrike">
                <a:solidFill>
                  <a:srgbClr val="002060"/>
                </a:solidFill>
                <a:latin typeface="Arial"/>
                <a:ea typeface="Arial"/>
                <a:cs typeface="Arial"/>
                <a:sym typeface="Arial"/>
              </a:rPr>
              <a:t>	</a:t>
            </a:r>
            <a:endParaRPr b="0" i="0" sz="2800" u="none" cap="none" strike="noStrike">
              <a:solidFill>
                <a:srgbClr val="002060"/>
              </a:solidFill>
              <a:latin typeface="Arial"/>
              <a:ea typeface="Arial"/>
              <a:cs typeface="Arial"/>
              <a:sym typeface="Arial"/>
            </a:endParaRPr>
          </a:p>
          <a:p>
            <a:pPr indent="0" lvl="0" marL="0" marR="0" rtl="0" algn="r">
              <a:lnSpc>
                <a:spcPct val="100000"/>
              </a:lnSpc>
              <a:spcBef>
                <a:spcPts val="0"/>
              </a:spcBef>
              <a:spcAft>
                <a:spcPts val="0"/>
              </a:spcAft>
              <a:buClr>
                <a:srgbClr val="000000"/>
              </a:buClr>
              <a:buSzPts val="2800"/>
              <a:buFont typeface="Arial"/>
              <a:buNone/>
            </a:pPr>
            <a:r>
              <a:rPr b="0" i="0" lang="es-AR" sz="2800" u="none" cap="none" strike="noStrike">
                <a:solidFill>
                  <a:srgbClr val="002060"/>
                </a:solidFill>
                <a:latin typeface="Arial"/>
                <a:ea typeface="Arial"/>
                <a:cs typeface="Arial"/>
                <a:sym typeface="Arial"/>
              </a:rPr>
              <a:t>	</a:t>
            </a:r>
            <a:endParaRPr b="0" i="0" sz="1400" u="none" cap="none" strike="noStrike">
              <a:solidFill>
                <a:srgbClr val="000000"/>
              </a:solidFill>
              <a:latin typeface="Arial"/>
              <a:ea typeface="Arial"/>
              <a:cs typeface="Arial"/>
              <a:sym typeface="Arial"/>
            </a:endParaRPr>
          </a:p>
          <a:p>
            <a:pPr indent="0" lvl="0" marL="0" marR="0" rtl="0" algn="r">
              <a:lnSpc>
                <a:spcPct val="100000"/>
              </a:lnSpc>
              <a:spcBef>
                <a:spcPts val="0"/>
              </a:spcBef>
              <a:spcAft>
                <a:spcPts val="0"/>
              </a:spcAft>
              <a:buClr>
                <a:srgbClr val="000000"/>
              </a:buClr>
              <a:buSzPts val="2800"/>
              <a:buFont typeface="Arial"/>
              <a:buNone/>
            </a:pPr>
            <a:r>
              <a:rPr b="1" i="1" lang="es-AR" sz="2800" u="none" cap="none" strike="noStrike">
                <a:solidFill>
                  <a:srgbClr val="002060"/>
                </a:solidFill>
                <a:latin typeface="Arial"/>
                <a:ea typeface="Arial"/>
                <a:cs typeface="Arial"/>
                <a:sym typeface="Arial"/>
              </a:rPr>
              <a:t>Ulrich, Dave – RRHH Champions</a:t>
            </a:r>
            <a:endParaRPr b="1" i="1" sz="2800" u="none" cap="none" strike="noStrike">
              <a:solidFill>
                <a:srgbClr val="002060"/>
              </a:solidFill>
              <a:latin typeface="Arial"/>
              <a:ea typeface="Arial"/>
              <a:cs typeface="Arial"/>
              <a:sym typeface="Arial"/>
            </a:endParaRPr>
          </a:p>
        </p:txBody>
      </p:sp>
      <p:sp>
        <p:nvSpPr>
          <p:cNvPr id="90" name="Google Shape;90;p12"/>
          <p:cNvSpPr txBox="1"/>
          <p:nvPr/>
        </p:nvSpPr>
        <p:spPr>
          <a:xfrm>
            <a:off x="21372" y="-56441"/>
            <a:ext cx="9906000" cy="1188000"/>
          </a:xfrm>
          <a:prstGeom prst="rect">
            <a:avLst/>
          </a:prstGeom>
          <a:noFill/>
          <a:ln>
            <a:noFill/>
          </a:ln>
        </p:spPr>
        <p:txBody>
          <a:bodyPr anchorCtr="0" anchor="ctr" bIns="36000" lIns="72000" spcFirstLastPara="1" rIns="72000" wrap="square" tIns="252000">
            <a:noAutofit/>
          </a:bodyPr>
          <a:lstStyle/>
          <a:p>
            <a:pPr indent="-714375" lvl="0" marL="714375" marR="0" rtl="0" algn="l">
              <a:lnSpc>
                <a:spcPct val="90000"/>
              </a:lnSpc>
              <a:spcBef>
                <a:spcPts val="0"/>
              </a:spcBef>
              <a:spcAft>
                <a:spcPts val="0"/>
              </a:spcAft>
              <a:buClr>
                <a:srgbClr val="932328"/>
              </a:buClr>
              <a:buSzPts val="600"/>
              <a:buFont typeface="Arial"/>
              <a:buNone/>
            </a:pPr>
            <a:r>
              <a:rPr b="1" i="0" lang="es-AR" sz="2400" u="none" cap="none" strike="noStrike">
                <a:solidFill>
                  <a:srgbClr val="932328"/>
                </a:solidFill>
                <a:latin typeface="Arial"/>
                <a:ea typeface="Arial"/>
                <a:cs typeface="Arial"/>
                <a:sym typeface="Arial"/>
              </a:rPr>
              <a:t>Relaciones Industriales </a:t>
            </a:r>
            <a:endParaRPr b="1" i="0" sz="2400" u="none" cap="none" strike="noStrike">
              <a:solidFill>
                <a:srgbClr val="932328"/>
              </a:solidFill>
              <a:latin typeface="Arial"/>
              <a:ea typeface="Arial"/>
              <a:cs typeface="Arial"/>
              <a:sym typeface="Arial"/>
            </a:endParaRPr>
          </a:p>
          <a:p>
            <a:pPr indent="-714375" lvl="0" marL="714375" marR="0" rtl="0" algn="l">
              <a:lnSpc>
                <a:spcPct val="90000"/>
              </a:lnSpc>
              <a:spcBef>
                <a:spcPts val="0"/>
              </a:spcBef>
              <a:spcAft>
                <a:spcPts val="0"/>
              </a:spcAft>
              <a:buClr>
                <a:srgbClr val="932328"/>
              </a:buClr>
              <a:buSzPts val="700"/>
              <a:buFont typeface="Arial Narrow"/>
              <a:buNone/>
            </a:pPr>
            <a:r>
              <a:rPr b="1" i="0" lang="es-AR" sz="2800" u="none" cap="none" strike="noStrike">
                <a:solidFill>
                  <a:srgbClr val="932328"/>
                </a:solidFill>
                <a:latin typeface="Arial Narrow"/>
                <a:ea typeface="Arial Narrow"/>
                <a:cs typeface="Arial Narrow"/>
                <a:sym typeface="Arial Narrow"/>
              </a:rPr>
              <a:t>Enfoque</a:t>
            </a:r>
            <a:endParaRPr b="1" i="0" sz="2800" u="none" cap="none" strike="noStrike">
              <a:solidFill>
                <a:srgbClr val="932328"/>
              </a:solidFill>
              <a:latin typeface="Arial Narrow"/>
              <a:ea typeface="Arial Narrow"/>
              <a:cs typeface="Arial Narrow"/>
              <a:sym typeface="Arial Narrow"/>
            </a:endParaRPr>
          </a:p>
        </p:txBody>
      </p:sp>
      <p:pic>
        <p:nvPicPr>
          <p:cNvPr id="91" name="Google Shape;91;p12"/>
          <p:cNvPicPr preferRelativeResize="0"/>
          <p:nvPr/>
        </p:nvPicPr>
        <p:blipFill rotWithShape="1">
          <a:blip r:embed="rId3">
            <a:alphaModFix/>
          </a:blip>
          <a:srcRect b="2930" l="9231" r="8669" t="2980"/>
          <a:stretch/>
        </p:blipFill>
        <p:spPr>
          <a:xfrm>
            <a:off x="612775" y="3784600"/>
            <a:ext cx="3117273" cy="1875608"/>
          </a:xfrm>
          <a:prstGeom prst="rect">
            <a:avLst/>
          </a:prstGeom>
          <a:noFill/>
          <a:ln>
            <a:noFill/>
          </a:ln>
        </p:spPr>
      </p:pic>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5" name="Shape 95"/>
        <p:cNvGrpSpPr/>
        <p:nvPr/>
      </p:nvGrpSpPr>
      <p:grpSpPr>
        <a:xfrm>
          <a:off x="0" y="0"/>
          <a:ext cx="0" cy="0"/>
          <a:chOff x="0" y="0"/>
          <a:chExt cx="0" cy="0"/>
        </a:xfrm>
      </p:grpSpPr>
      <p:sp>
        <p:nvSpPr>
          <p:cNvPr id="96" name="Google Shape;96;p18"/>
          <p:cNvSpPr/>
          <p:nvPr/>
        </p:nvSpPr>
        <p:spPr>
          <a:xfrm>
            <a:off x="1452537" y="2888385"/>
            <a:ext cx="7644000" cy="428700"/>
          </a:xfrm>
          <a:prstGeom prst="roundRect">
            <a:avLst>
              <a:gd fmla="val 16667" name="adj"/>
            </a:avLst>
          </a:prstGeom>
          <a:solidFill>
            <a:srgbClr val="F2F2F2"/>
          </a:solidFill>
          <a:ln>
            <a:noFill/>
          </a:ln>
          <a:effectLst>
            <a:outerShdw blurRad="149986" algn="ctr" dir="8460000" dist="250189">
              <a:srgbClr val="000000">
                <a:alpha val="26274"/>
              </a:srgbClr>
            </a:outerShdw>
          </a:effectLst>
        </p:spPr>
        <p:txBody>
          <a:bodyPr anchorCtr="0" anchor="ctr" bIns="45700" lIns="91425" spcFirstLastPara="1" rIns="91425" wrap="square" tIns="45700">
            <a:noAutofit/>
          </a:bodyPr>
          <a:lstStyle/>
          <a:p>
            <a:pPr indent="355600" lvl="0" marL="0" marR="0" rtl="0" algn="l">
              <a:lnSpc>
                <a:spcPct val="100000"/>
              </a:lnSpc>
              <a:spcBef>
                <a:spcPts val="0"/>
              </a:spcBef>
              <a:spcAft>
                <a:spcPts val="0"/>
              </a:spcAft>
              <a:buClr>
                <a:srgbClr val="932328"/>
              </a:buClr>
              <a:buSzPts val="450"/>
              <a:buFont typeface="Arial"/>
              <a:buNone/>
            </a:pPr>
            <a:r>
              <a:rPr b="0" i="0" lang="es-AR" sz="1800" u="none" cap="none" strike="noStrike">
                <a:solidFill>
                  <a:srgbClr val="932328"/>
                </a:solidFill>
                <a:latin typeface="Arial"/>
                <a:ea typeface="Arial"/>
                <a:cs typeface="Arial"/>
                <a:sym typeface="Arial"/>
              </a:rPr>
              <a:t>RRHH e Ingenieros Industriales</a:t>
            </a:r>
            <a:endParaRPr b="0" i="0" sz="1800" u="none" cap="none" strike="noStrike">
              <a:solidFill>
                <a:srgbClr val="932328"/>
              </a:solidFill>
              <a:latin typeface="Arial"/>
              <a:ea typeface="Arial"/>
              <a:cs typeface="Arial"/>
              <a:sym typeface="Arial"/>
            </a:endParaRPr>
          </a:p>
        </p:txBody>
      </p:sp>
      <p:sp>
        <p:nvSpPr>
          <p:cNvPr id="97" name="Google Shape;97;p18">
            <a:hlinkClick r:id="rId3"/>
          </p:cNvPr>
          <p:cNvSpPr/>
          <p:nvPr/>
        </p:nvSpPr>
        <p:spPr>
          <a:xfrm>
            <a:off x="1238224" y="2888385"/>
            <a:ext cx="571500" cy="428700"/>
          </a:xfrm>
          <a:prstGeom prst="ellipse">
            <a:avLst/>
          </a:prstGeom>
          <a:solidFill>
            <a:schemeClr val="accent4"/>
          </a:solidFill>
          <a:ln>
            <a:noFill/>
          </a:ln>
          <a:effectLst>
            <a:outerShdw blurRad="44450" algn="ctr" dir="5400000" dist="27939">
              <a:srgbClr val="000000">
                <a:alpha val="30196"/>
              </a:srgbClr>
            </a:outerShdw>
          </a:effectLst>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rgbClr val="932328"/>
              </a:solidFill>
              <a:latin typeface="Arial"/>
              <a:ea typeface="Arial"/>
              <a:cs typeface="Arial"/>
              <a:sym typeface="Arial"/>
            </a:endParaRPr>
          </a:p>
        </p:txBody>
      </p:sp>
      <p:sp>
        <p:nvSpPr>
          <p:cNvPr id="98" name="Google Shape;98;p18"/>
          <p:cNvSpPr txBox="1"/>
          <p:nvPr/>
        </p:nvSpPr>
        <p:spPr>
          <a:xfrm>
            <a:off x="0" y="-23"/>
            <a:ext cx="9906000" cy="1187999"/>
          </a:xfrm>
          <a:prstGeom prst="rect">
            <a:avLst/>
          </a:prstGeom>
          <a:noFill/>
          <a:ln>
            <a:noFill/>
          </a:ln>
        </p:spPr>
        <p:txBody>
          <a:bodyPr anchorCtr="0" anchor="ctr" bIns="36000" lIns="72000" spcFirstLastPara="1" rIns="72000" wrap="square" tIns="252000">
            <a:noAutofit/>
          </a:bodyPr>
          <a:lstStyle/>
          <a:p>
            <a:pPr indent="-714375" lvl="0" marL="714375" marR="0" rtl="0" algn="l">
              <a:lnSpc>
                <a:spcPct val="90000"/>
              </a:lnSpc>
              <a:spcBef>
                <a:spcPts val="0"/>
              </a:spcBef>
              <a:spcAft>
                <a:spcPts val="0"/>
              </a:spcAft>
              <a:buClr>
                <a:srgbClr val="932328"/>
              </a:buClr>
              <a:buSzPts val="600"/>
              <a:buFont typeface="Arial"/>
              <a:buNone/>
            </a:pPr>
            <a:r>
              <a:rPr b="1" i="0" lang="es-AR" sz="2400" u="none" cap="none" strike="noStrike">
                <a:solidFill>
                  <a:srgbClr val="932328"/>
                </a:solidFill>
                <a:latin typeface="Arial"/>
                <a:ea typeface="Arial"/>
                <a:cs typeface="Arial"/>
                <a:sym typeface="Arial"/>
              </a:rPr>
              <a:t>Relaciones Industriales</a:t>
            </a:r>
            <a:endParaRPr b="1" i="0" sz="2400" u="none" cap="none" strike="noStrike">
              <a:solidFill>
                <a:srgbClr val="932328"/>
              </a:solidFill>
              <a:latin typeface="Arial"/>
              <a:ea typeface="Arial"/>
              <a:cs typeface="Arial"/>
              <a:sym typeface="Arial"/>
            </a:endParaRPr>
          </a:p>
          <a:p>
            <a:pPr indent="-714375" lvl="0" marL="714375" marR="0" rtl="0" algn="l">
              <a:lnSpc>
                <a:spcPct val="90000"/>
              </a:lnSpc>
              <a:spcBef>
                <a:spcPts val="0"/>
              </a:spcBef>
              <a:spcAft>
                <a:spcPts val="0"/>
              </a:spcAft>
              <a:buClr>
                <a:srgbClr val="932328"/>
              </a:buClr>
              <a:buSzPts val="700"/>
              <a:buFont typeface="Arial Narrow"/>
              <a:buNone/>
            </a:pPr>
            <a:r>
              <a:rPr b="1" i="0" lang="es-AR" sz="2800" u="none" cap="none" strike="noStrike">
                <a:solidFill>
                  <a:srgbClr val="932328"/>
                </a:solidFill>
                <a:latin typeface="Arial Narrow"/>
                <a:ea typeface="Arial Narrow"/>
                <a:cs typeface="Arial Narrow"/>
                <a:sym typeface="Arial Narrow"/>
              </a:rPr>
              <a:t>Agenda</a:t>
            </a:r>
            <a:endParaRPr b="1" i="0" sz="2800" u="none" cap="none" strike="noStrike">
              <a:solidFill>
                <a:srgbClr val="932328"/>
              </a:solidFill>
              <a:latin typeface="Arial Narrow"/>
              <a:ea typeface="Arial Narrow"/>
              <a:cs typeface="Arial Narrow"/>
              <a:sym typeface="Arial Narrow"/>
            </a:endParaRPr>
          </a:p>
        </p:txBody>
      </p:sp>
      <p:sp>
        <p:nvSpPr>
          <p:cNvPr id="99" name="Google Shape;99;p18"/>
          <p:cNvSpPr/>
          <p:nvPr/>
        </p:nvSpPr>
        <p:spPr>
          <a:xfrm>
            <a:off x="1452537" y="2245442"/>
            <a:ext cx="7644000" cy="428700"/>
          </a:xfrm>
          <a:prstGeom prst="roundRect">
            <a:avLst>
              <a:gd fmla="val 16667" name="adj"/>
            </a:avLst>
          </a:prstGeom>
          <a:solidFill>
            <a:srgbClr val="F2F2F2"/>
          </a:solidFill>
          <a:ln>
            <a:noFill/>
          </a:ln>
          <a:effectLst>
            <a:outerShdw blurRad="149986" algn="ctr" dir="8460000" dist="250189">
              <a:srgbClr val="000000">
                <a:alpha val="26274"/>
              </a:srgbClr>
            </a:outerShdw>
          </a:effectLst>
        </p:spPr>
        <p:txBody>
          <a:bodyPr anchorCtr="0" anchor="ctr" bIns="45700" lIns="91425" spcFirstLastPara="1" rIns="91425" wrap="square" tIns="45700">
            <a:noAutofit/>
          </a:bodyPr>
          <a:lstStyle/>
          <a:p>
            <a:pPr indent="355600" lvl="0" marL="0" marR="0" rtl="0" algn="l">
              <a:lnSpc>
                <a:spcPct val="100000"/>
              </a:lnSpc>
              <a:spcBef>
                <a:spcPts val="0"/>
              </a:spcBef>
              <a:spcAft>
                <a:spcPts val="0"/>
              </a:spcAft>
              <a:buClr>
                <a:srgbClr val="932328"/>
              </a:buClr>
              <a:buSzPts val="450"/>
              <a:buFont typeface="Arial"/>
              <a:buNone/>
            </a:pPr>
            <a:r>
              <a:rPr b="0" i="0" lang="es-AR" sz="1800" u="none" cap="none" strike="noStrike">
                <a:solidFill>
                  <a:srgbClr val="932328"/>
                </a:solidFill>
                <a:latin typeface="Arial"/>
                <a:ea typeface="Arial"/>
                <a:cs typeface="Arial"/>
                <a:sym typeface="Arial"/>
              </a:rPr>
              <a:t>¿Qué hacemos en RRHH?</a:t>
            </a:r>
            <a:endParaRPr b="0" i="0" sz="1800" u="none" cap="none" strike="noStrike">
              <a:solidFill>
                <a:srgbClr val="932328"/>
              </a:solidFill>
              <a:latin typeface="Arial"/>
              <a:ea typeface="Arial"/>
              <a:cs typeface="Arial"/>
              <a:sym typeface="Arial"/>
            </a:endParaRPr>
          </a:p>
        </p:txBody>
      </p:sp>
      <p:sp>
        <p:nvSpPr>
          <p:cNvPr id="100" name="Google Shape;100;p18">
            <a:hlinkClick action="ppaction://hlinksldjump" r:id="rId4"/>
          </p:cNvPr>
          <p:cNvSpPr/>
          <p:nvPr/>
        </p:nvSpPr>
        <p:spPr>
          <a:xfrm>
            <a:off x="1238224" y="2245442"/>
            <a:ext cx="571500" cy="428700"/>
          </a:xfrm>
          <a:prstGeom prst="ellipse">
            <a:avLst/>
          </a:prstGeom>
          <a:solidFill>
            <a:schemeClr val="accent4"/>
          </a:solidFill>
          <a:ln>
            <a:noFill/>
          </a:ln>
          <a:effectLst>
            <a:outerShdw blurRad="44450" algn="ctr" dir="5400000" dist="27939">
              <a:srgbClr val="000000">
                <a:alpha val="30196"/>
              </a:srgbClr>
            </a:outerShdw>
          </a:effectLst>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rgbClr val="932328"/>
              </a:solidFill>
              <a:latin typeface="Arial"/>
              <a:ea typeface="Arial"/>
              <a:cs typeface="Arial"/>
              <a:sym typeface="Arial"/>
            </a:endParaRPr>
          </a:p>
        </p:txBody>
      </p:sp>
      <p:sp>
        <p:nvSpPr>
          <p:cNvPr id="101" name="Google Shape;101;p18"/>
          <p:cNvSpPr/>
          <p:nvPr/>
        </p:nvSpPr>
        <p:spPr>
          <a:xfrm>
            <a:off x="1452537" y="1647812"/>
            <a:ext cx="7644000" cy="428700"/>
          </a:xfrm>
          <a:prstGeom prst="roundRect">
            <a:avLst>
              <a:gd fmla="val 16667" name="adj"/>
            </a:avLst>
          </a:prstGeom>
          <a:solidFill>
            <a:srgbClr val="F2F2F2"/>
          </a:solidFill>
          <a:ln>
            <a:noFill/>
          </a:ln>
          <a:effectLst>
            <a:outerShdw blurRad="149986" algn="ctr" dir="8460000" dist="250189">
              <a:srgbClr val="000000">
                <a:alpha val="26274"/>
              </a:srgbClr>
            </a:outerShdw>
          </a:effectLst>
        </p:spPr>
        <p:txBody>
          <a:bodyPr anchorCtr="0" anchor="ctr" bIns="45700" lIns="91425" spcFirstLastPara="1" rIns="91425" wrap="square" tIns="45700">
            <a:noAutofit/>
          </a:bodyPr>
          <a:lstStyle/>
          <a:p>
            <a:pPr indent="355600" lvl="0" marL="0" marR="0" rtl="0" algn="l">
              <a:lnSpc>
                <a:spcPct val="100000"/>
              </a:lnSpc>
              <a:spcBef>
                <a:spcPts val="0"/>
              </a:spcBef>
              <a:spcAft>
                <a:spcPts val="0"/>
              </a:spcAft>
              <a:buClr>
                <a:srgbClr val="932328"/>
              </a:buClr>
              <a:buSzPts val="450"/>
              <a:buFont typeface="Arial"/>
              <a:buNone/>
            </a:pPr>
            <a:r>
              <a:rPr b="0" i="0" lang="es-AR" sz="1800" u="none" cap="none" strike="noStrike">
                <a:solidFill>
                  <a:srgbClr val="932328"/>
                </a:solidFill>
                <a:latin typeface="Arial"/>
                <a:ea typeface="Arial"/>
                <a:cs typeface="Arial"/>
                <a:sym typeface="Arial"/>
              </a:rPr>
              <a:t>Enfoque</a:t>
            </a:r>
            <a:endParaRPr b="0" i="0" sz="1800" u="none" cap="none" strike="noStrike">
              <a:solidFill>
                <a:srgbClr val="932328"/>
              </a:solidFill>
              <a:latin typeface="Arial"/>
              <a:ea typeface="Arial"/>
              <a:cs typeface="Arial"/>
              <a:sym typeface="Arial"/>
            </a:endParaRPr>
          </a:p>
        </p:txBody>
      </p:sp>
      <p:sp>
        <p:nvSpPr>
          <p:cNvPr id="102" name="Google Shape;102;p18">
            <a:hlinkClick action="ppaction://hlinksldjump" r:id="rId5"/>
          </p:cNvPr>
          <p:cNvSpPr/>
          <p:nvPr/>
        </p:nvSpPr>
        <p:spPr>
          <a:xfrm>
            <a:off x="1238224" y="1647812"/>
            <a:ext cx="571500" cy="428700"/>
          </a:xfrm>
          <a:prstGeom prst="ellipse">
            <a:avLst/>
          </a:prstGeom>
          <a:solidFill>
            <a:schemeClr val="accent4"/>
          </a:solidFill>
          <a:ln>
            <a:noFill/>
          </a:ln>
          <a:effectLst>
            <a:outerShdw blurRad="44450" algn="ctr" dir="5400000" dist="27939">
              <a:srgbClr val="000000">
                <a:alpha val="30196"/>
              </a:srgbClr>
            </a:outerShdw>
          </a:effectLst>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rgbClr val="932328"/>
              </a:solidFill>
              <a:latin typeface="Arial"/>
              <a:ea typeface="Arial"/>
              <a:cs typeface="Arial"/>
              <a:sym typeface="Arial"/>
            </a:endParaRPr>
          </a:p>
        </p:txBody>
      </p:sp>
      <p:sp>
        <p:nvSpPr>
          <p:cNvPr id="103" name="Google Shape;103;p18"/>
          <p:cNvSpPr/>
          <p:nvPr/>
        </p:nvSpPr>
        <p:spPr>
          <a:xfrm>
            <a:off x="381031" y="2316842"/>
            <a:ext cx="642900" cy="357300"/>
          </a:xfrm>
          <a:prstGeom prst="rightArrow">
            <a:avLst>
              <a:gd fmla="val 50000" name="adj1"/>
              <a:gd fmla="val 50000" name="adj2"/>
            </a:avLst>
          </a:prstGeom>
          <a:solidFill>
            <a:schemeClr val="accent1"/>
          </a:solidFill>
          <a:ln cap="flat" cmpd="sng" w="25400">
            <a:solidFill>
              <a:srgbClr val="BA8915"/>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Arial"/>
              <a:ea typeface="Arial"/>
              <a:cs typeface="Arial"/>
              <a:sym typeface="Arial"/>
            </a:endParaRPr>
          </a:p>
        </p:txBody>
      </p:sp>
      <p:pic>
        <p:nvPicPr>
          <p:cNvPr descr="Resultado de imagen para utn regional buenos aires ingenieria industrial" id="104" name="Google Shape;104;p18"/>
          <p:cNvPicPr preferRelativeResize="0"/>
          <p:nvPr/>
        </p:nvPicPr>
        <p:blipFill rotWithShape="1">
          <a:blip r:embed="rId6">
            <a:alphaModFix/>
          </a:blip>
          <a:srcRect b="0" l="0" r="0" t="0"/>
          <a:stretch/>
        </p:blipFill>
        <p:spPr>
          <a:xfrm>
            <a:off x="7060820" y="7937"/>
            <a:ext cx="2857500" cy="1095376"/>
          </a:xfrm>
          <a:prstGeom prst="rect">
            <a:avLst/>
          </a:prstGeom>
          <a:noFill/>
          <a:ln>
            <a:noFill/>
          </a:ln>
        </p:spPr>
      </p:pic>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9" name="Shape 109"/>
        <p:cNvGrpSpPr/>
        <p:nvPr/>
      </p:nvGrpSpPr>
      <p:grpSpPr>
        <a:xfrm>
          <a:off x="0" y="0"/>
          <a:ext cx="0" cy="0"/>
          <a:chOff x="0" y="0"/>
          <a:chExt cx="0" cy="0"/>
        </a:xfrm>
      </p:grpSpPr>
      <p:sp>
        <p:nvSpPr>
          <p:cNvPr id="110" name="Google Shape;110;p25"/>
          <p:cNvSpPr txBox="1"/>
          <p:nvPr/>
        </p:nvSpPr>
        <p:spPr>
          <a:xfrm>
            <a:off x="21372" y="-56441"/>
            <a:ext cx="9906000" cy="1188000"/>
          </a:xfrm>
          <a:prstGeom prst="rect">
            <a:avLst/>
          </a:prstGeom>
          <a:noFill/>
          <a:ln>
            <a:noFill/>
          </a:ln>
        </p:spPr>
        <p:txBody>
          <a:bodyPr anchorCtr="0" anchor="ctr" bIns="36000" lIns="72000" spcFirstLastPara="1" rIns="72000" wrap="square" tIns="252000">
            <a:noAutofit/>
          </a:bodyPr>
          <a:lstStyle/>
          <a:p>
            <a:pPr indent="-714375" lvl="0" marL="714375" marR="0" rtl="0" algn="l">
              <a:lnSpc>
                <a:spcPct val="90000"/>
              </a:lnSpc>
              <a:spcBef>
                <a:spcPts val="0"/>
              </a:spcBef>
              <a:spcAft>
                <a:spcPts val="0"/>
              </a:spcAft>
              <a:buClr>
                <a:srgbClr val="932328"/>
              </a:buClr>
              <a:buSzPts val="600"/>
              <a:buFont typeface="Arial"/>
              <a:buNone/>
            </a:pPr>
            <a:r>
              <a:rPr b="1" i="0" lang="es-AR" sz="2400" u="none" cap="none" strike="noStrike">
                <a:solidFill>
                  <a:srgbClr val="932328"/>
                </a:solidFill>
                <a:latin typeface="Arial"/>
                <a:ea typeface="Arial"/>
                <a:cs typeface="Arial"/>
                <a:sym typeface="Arial"/>
              </a:rPr>
              <a:t>Relaciones Industriales </a:t>
            </a:r>
            <a:endParaRPr b="1" i="0" sz="2400" u="none" cap="none" strike="noStrike">
              <a:solidFill>
                <a:srgbClr val="932328"/>
              </a:solidFill>
              <a:latin typeface="Arial"/>
              <a:ea typeface="Arial"/>
              <a:cs typeface="Arial"/>
              <a:sym typeface="Arial"/>
            </a:endParaRPr>
          </a:p>
          <a:p>
            <a:pPr indent="-714375" lvl="0" marL="714375" marR="0" rtl="0" algn="l">
              <a:lnSpc>
                <a:spcPct val="90000"/>
              </a:lnSpc>
              <a:spcBef>
                <a:spcPts val="0"/>
              </a:spcBef>
              <a:spcAft>
                <a:spcPts val="0"/>
              </a:spcAft>
              <a:buClr>
                <a:srgbClr val="932328"/>
              </a:buClr>
              <a:buSzPts val="700"/>
              <a:buFont typeface="Arial Narrow"/>
              <a:buNone/>
            </a:pPr>
            <a:r>
              <a:rPr b="1" i="0" lang="es-AR" sz="2800" u="none" cap="none" strike="noStrike">
                <a:solidFill>
                  <a:srgbClr val="932328"/>
                </a:solidFill>
                <a:latin typeface="Arial Narrow"/>
                <a:ea typeface="Arial Narrow"/>
                <a:cs typeface="Arial Narrow"/>
                <a:sym typeface="Arial Narrow"/>
              </a:rPr>
              <a:t>¿Qué hacemos en RRHH?</a:t>
            </a:r>
            <a:endParaRPr b="1" i="0" sz="2800" u="none" cap="none" strike="noStrike">
              <a:solidFill>
                <a:srgbClr val="932328"/>
              </a:solidFill>
              <a:latin typeface="Arial Narrow"/>
              <a:ea typeface="Arial Narrow"/>
              <a:cs typeface="Arial Narrow"/>
              <a:sym typeface="Arial Narrow"/>
            </a:endParaRPr>
          </a:p>
        </p:txBody>
      </p:sp>
      <p:sp>
        <p:nvSpPr>
          <p:cNvPr id="111" name="Google Shape;111;p25"/>
          <p:cNvSpPr txBox="1"/>
          <p:nvPr/>
        </p:nvSpPr>
        <p:spPr>
          <a:xfrm>
            <a:off x="267854" y="1341502"/>
            <a:ext cx="9490500" cy="708000"/>
          </a:xfrm>
          <a:prstGeom prst="rect">
            <a:avLst/>
          </a:prstGeom>
          <a:noFill/>
          <a:ln>
            <a:noFill/>
          </a:ln>
        </p:spPr>
        <p:txBody>
          <a:bodyPr anchorCtr="0" anchor="t"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2800"/>
              <a:buFont typeface="Arial"/>
              <a:buNone/>
            </a:pPr>
            <a:r>
              <a:rPr b="1" i="0" lang="es-AR" sz="2100" u="none" cap="none" strike="noStrike">
                <a:solidFill>
                  <a:srgbClr val="000000"/>
                </a:solidFill>
                <a:latin typeface="Arial"/>
                <a:ea typeface="Arial"/>
                <a:cs typeface="Arial"/>
                <a:sym typeface="Arial"/>
              </a:rPr>
              <a:t>¿Cuáles son los elementos que definen la contribución y los objetivos de HR? ¿Cuáles son la estrategia y los campos de acción de HR? </a:t>
            </a:r>
            <a:endParaRPr b="0" i="0" sz="1400" u="none" cap="none" strike="noStrike">
              <a:solidFill>
                <a:srgbClr val="000000"/>
              </a:solidFill>
              <a:latin typeface="Arial"/>
              <a:ea typeface="Arial"/>
              <a:cs typeface="Arial"/>
              <a:sym typeface="Arial"/>
            </a:endParaRPr>
          </a:p>
        </p:txBody>
      </p:sp>
      <p:grpSp>
        <p:nvGrpSpPr>
          <p:cNvPr id="112" name="Google Shape;112;p25"/>
          <p:cNvGrpSpPr/>
          <p:nvPr/>
        </p:nvGrpSpPr>
        <p:grpSpPr>
          <a:xfrm>
            <a:off x="525155" y="2259361"/>
            <a:ext cx="8975762" cy="4209641"/>
            <a:chOff x="3300" y="1070"/>
            <a:chExt cx="8975762" cy="4209641"/>
          </a:xfrm>
        </p:grpSpPr>
        <p:sp>
          <p:nvSpPr>
            <p:cNvPr id="113" name="Google Shape;113;p25"/>
            <p:cNvSpPr/>
            <p:nvPr/>
          </p:nvSpPr>
          <p:spPr>
            <a:xfrm>
              <a:off x="3300" y="1070"/>
              <a:ext cx="8975762" cy="1299729"/>
            </a:xfrm>
            <a:prstGeom prst="roundRect">
              <a:avLst>
                <a:gd fmla="val 10000" name="adj"/>
              </a:avLst>
            </a:prstGeom>
            <a:solidFill>
              <a:srgbClr val="7030A0"/>
            </a:solidFill>
            <a:ln cap="flat" cmpd="sng" w="38100">
              <a:solidFill>
                <a:schemeClr val="lt1"/>
              </a:solidFill>
              <a:prstDash val="solid"/>
              <a:round/>
              <a:headEnd len="sm" w="sm" type="none"/>
              <a:tailEnd len="sm" w="sm" type="none"/>
            </a:ln>
            <a:effectLst>
              <a:outerShdw blurRad="40000" rotWithShape="0" dir="5400000" dist="20000">
                <a:srgbClr val="000000">
                  <a:alpha val="37254"/>
                </a:srgbClr>
              </a:outerShdw>
            </a:effectLst>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14" name="Google Shape;114;p25"/>
            <p:cNvSpPr txBox="1"/>
            <p:nvPr/>
          </p:nvSpPr>
          <p:spPr>
            <a:xfrm>
              <a:off x="41368" y="39138"/>
              <a:ext cx="8899626" cy="1223593"/>
            </a:xfrm>
            <a:prstGeom prst="rect">
              <a:avLst/>
            </a:prstGeom>
            <a:noFill/>
            <a:ln>
              <a:noFill/>
            </a:ln>
          </p:spPr>
          <p:txBody>
            <a:bodyPr anchorCtr="0" anchor="ctr" bIns="121900" lIns="121900" spcFirstLastPara="1" rIns="121900" wrap="square" tIns="121900">
              <a:noAutofit/>
            </a:bodyPr>
            <a:lstStyle/>
            <a:p>
              <a:pPr indent="0" lvl="0" marL="0" marR="0" rtl="0" algn="ctr">
                <a:lnSpc>
                  <a:spcPct val="90000"/>
                </a:lnSpc>
                <a:spcBef>
                  <a:spcPts val="0"/>
                </a:spcBef>
                <a:spcAft>
                  <a:spcPts val="0"/>
                </a:spcAft>
                <a:buClr>
                  <a:srgbClr val="000000"/>
                </a:buClr>
                <a:buSzPts val="3200"/>
                <a:buFont typeface="Arial"/>
                <a:buNone/>
              </a:pPr>
              <a:r>
                <a:rPr b="0" i="0" lang="es-AR" sz="3200" u="none" cap="none" strike="noStrike">
                  <a:solidFill>
                    <a:schemeClr val="lt1"/>
                  </a:solidFill>
                  <a:latin typeface="Arial"/>
                  <a:ea typeface="Arial"/>
                  <a:cs typeface="Arial"/>
                  <a:sym typeface="Arial"/>
                </a:rPr>
                <a:t>Ámbitos de Trabajo de HR</a:t>
              </a:r>
              <a:endParaRPr b="0" i="0" sz="3200" u="none" cap="none" strike="noStrike">
                <a:solidFill>
                  <a:schemeClr val="lt1"/>
                </a:solidFill>
                <a:latin typeface="Arial"/>
                <a:ea typeface="Arial"/>
                <a:cs typeface="Arial"/>
                <a:sym typeface="Arial"/>
              </a:endParaRPr>
            </a:p>
          </p:txBody>
        </p:sp>
        <p:sp>
          <p:nvSpPr>
            <p:cNvPr id="115" name="Google Shape;115;p25"/>
            <p:cNvSpPr/>
            <p:nvPr/>
          </p:nvSpPr>
          <p:spPr>
            <a:xfrm>
              <a:off x="3300" y="1456026"/>
              <a:ext cx="2938561" cy="1299729"/>
            </a:xfrm>
            <a:prstGeom prst="roundRect">
              <a:avLst>
                <a:gd fmla="val 10000" name="adj"/>
              </a:avLst>
            </a:prstGeom>
            <a:solidFill>
              <a:schemeClr val="accent1"/>
            </a:solidFill>
            <a:ln cap="flat" cmpd="sng" w="38100">
              <a:solidFill>
                <a:schemeClr val="lt1"/>
              </a:solidFill>
              <a:prstDash val="solid"/>
              <a:round/>
              <a:headEnd len="sm" w="sm" type="none"/>
              <a:tailEnd len="sm" w="sm" type="none"/>
            </a:ln>
            <a:effectLst>
              <a:outerShdw blurRad="40000" rotWithShape="0" dir="5400000" dist="20000">
                <a:srgbClr val="000000">
                  <a:alpha val="37254"/>
                </a:srgbClr>
              </a:outerShdw>
            </a:effectLst>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16" name="Google Shape;116;p25"/>
            <p:cNvSpPr txBox="1"/>
            <p:nvPr/>
          </p:nvSpPr>
          <p:spPr>
            <a:xfrm>
              <a:off x="41368" y="1494094"/>
              <a:ext cx="2862425" cy="1223593"/>
            </a:xfrm>
            <a:prstGeom prst="rect">
              <a:avLst/>
            </a:prstGeom>
            <a:noFill/>
            <a:ln>
              <a:noFill/>
            </a:ln>
          </p:spPr>
          <p:txBody>
            <a:bodyPr anchorCtr="0" anchor="ctr" bIns="125725" lIns="125725" spcFirstLastPara="1" rIns="125725" wrap="square" tIns="125725">
              <a:noAutofit/>
            </a:bodyPr>
            <a:lstStyle/>
            <a:p>
              <a:pPr indent="0" lvl="0" marL="0" marR="0" rtl="0" algn="ctr">
                <a:lnSpc>
                  <a:spcPct val="90000"/>
                </a:lnSpc>
                <a:spcBef>
                  <a:spcPts val="0"/>
                </a:spcBef>
                <a:spcAft>
                  <a:spcPts val="0"/>
                </a:spcAft>
                <a:buClr>
                  <a:srgbClr val="000000"/>
                </a:buClr>
                <a:buSzPts val="3300"/>
                <a:buFont typeface="Arial"/>
                <a:buNone/>
              </a:pPr>
              <a:r>
                <a:rPr b="0" i="0" lang="es-AR" sz="3300" u="none" cap="none" strike="noStrike">
                  <a:solidFill>
                    <a:schemeClr val="lt1"/>
                  </a:solidFill>
                  <a:latin typeface="Arial"/>
                  <a:ea typeface="Arial"/>
                  <a:cs typeface="Arial"/>
                  <a:sym typeface="Arial"/>
                </a:rPr>
                <a:t>Personas</a:t>
              </a:r>
              <a:endParaRPr b="0" i="0" sz="1400" u="none" cap="none" strike="noStrike">
                <a:solidFill>
                  <a:srgbClr val="000000"/>
                </a:solidFill>
                <a:latin typeface="Arial"/>
                <a:ea typeface="Arial"/>
                <a:cs typeface="Arial"/>
                <a:sym typeface="Arial"/>
              </a:endParaRPr>
            </a:p>
          </p:txBody>
        </p:sp>
        <p:sp>
          <p:nvSpPr>
            <p:cNvPr id="117" name="Google Shape;117;p25"/>
            <p:cNvSpPr/>
            <p:nvPr/>
          </p:nvSpPr>
          <p:spPr>
            <a:xfrm>
              <a:off x="3300" y="2910982"/>
              <a:ext cx="952840" cy="1299729"/>
            </a:xfrm>
            <a:prstGeom prst="roundRect">
              <a:avLst>
                <a:gd fmla="val 10000" name="adj"/>
              </a:avLst>
            </a:prstGeom>
            <a:solidFill>
              <a:schemeClr val="accent1"/>
            </a:solidFill>
            <a:ln cap="flat" cmpd="sng" w="38100">
              <a:solidFill>
                <a:schemeClr val="lt1"/>
              </a:solidFill>
              <a:prstDash val="solid"/>
              <a:round/>
              <a:headEnd len="sm" w="sm" type="none"/>
              <a:tailEnd len="sm" w="sm" type="none"/>
            </a:ln>
            <a:effectLst>
              <a:outerShdw blurRad="40000" rotWithShape="0" dir="5400000" dist="20000">
                <a:srgbClr val="000000">
                  <a:alpha val="37254"/>
                </a:srgbClr>
              </a:outerShdw>
            </a:effectLst>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18" name="Google Shape;118;p25"/>
            <p:cNvSpPr txBox="1"/>
            <p:nvPr/>
          </p:nvSpPr>
          <p:spPr>
            <a:xfrm>
              <a:off x="31208" y="2938890"/>
              <a:ext cx="897024" cy="1243913"/>
            </a:xfrm>
            <a:prstGeom prst="rect">
              <a:avLst/>
            </a:prstGeom>
            <a:noFill/>
            <a:ln>
              <a:noFill/>
            </a:ln>
          </p:spPr>
          <p:txBody>
            <a:bodyPr anchorCtr="0" anchor="ctr" bIns="45700" lIns="45700" spcFirstLastPara="1" rIns="45700" wrap="square" tIns="45700">
              <a:noAutofit/>
            </a:bodyPr>
            <a:lstStyle/>
            <a:p>
              <a:pPr indent="0" lvl="0" marL="0" marR="0" rtl="0" algn="ctr">
                <a:lnSpc>
                  <a:spcPct val="90000"/>
                </a:lnSpc>
                <a:spcBef>
                  <a:spcPts val="0"/>
                </a:spcBef>
                <a:spcAft>
                  <a:spcPts val="0"/>
                </a:spcAft>
                <a:buClr>
                  <a:srgbClr val="000000"/>
                </a:buClr>
                <a:buSzPts val="1200"/>
                <a:buFont typeface="Arial"/>
                <a:buNone/>
              </a:pPr>
              <a:r>
                <a:rPr b="0" i="0" lang="es-AR" sz="1200" u="none" cap="none" strike="noStrike">
                  <a:solidFill>
                    <a:schemeClr val="lt1"/>
                  </a:solidFill>
                  <a:latin typeface="Arial"/>
                  <a:ea typeface="Arial"/>
                  <a:cs typeface="Arial"/>
                  <a:sym typeface="Arial"/>
                </a:rPr>
                <a:t>Compe</a:t>
              </a:r>
              <a:endParaRPr b="0" i="0" sz="1200" u="none" cap="none" strike="noStrike">
                <a:solidFill>
                  <a:schemeClr val="lt1"/>
                </a:solidFill>
                <a:latin typeface="Arial"/>
                <a:ea typeface="Arial"/>
                <a:cs typeface="Arial"/>
                <a:sym typeface="Arial"/>
              </a:endParaRPr>
            </a:p>
            <a:p>
              <a:pPr indent="0" lvl="0" marL="0" marR="0" rtl="0" algn="ctr">
                <a:lnSpc>
                  <a:spcPct val="90000"/>
                </a:lnSpc>
                <a:spcBef>
                  <a:spcPts val="0"/>
                </a:spcBef>
                <a:spcAft>
                  <a:spcPts val="0"/>
                </a:spcAft>
                <a:buClr>
                  <a:srgbClr val="000000"/>
                </a:buClr>
                <a:buSzPts val="1200"/>
                <a:buFont typeface="Arial"/>
                <a:buNone/>
              </a:pPr>
              <a:r>
                <a:rPr b="0" i="0" lang="es-AR" sz="1200" u="none" cap="none" strike="noStrike">
                  <a:solidFill>
                    <a:schemeClr val="lt1"/>
                  </a:solidFill>
                  <a:latin typeface="Arial"/>
                  <a:ea typeface="Arial"/>
                  <a:cs typeface="Arial"/>
                  <a:sym typeface="Arial"/>
                </a:rPr>
                <a:t>tencias</a:t>
              </a:r>
              <a:endParaRPr b="0" i="0" sz="1200" u="none" cap="none" strike="noStrike">
                <a:solidFill>
                  <a:schemeClr val="lt1"/>
                </a:solidFill>
                <a:latin typeface="Arial"/>
                <a:ea typeface="Arial"/>
                <a:cs typeface="Arial"/>
                <a:sym typeface="Arial"/>
              </a:endParaRPr>
            </a:p>
          </p:txBody>
        </p:sp>
        <p:sp>
          <p:nvSpPr>
            <p:cNvPr id="119" name="Google Shape;119;p25"/>
            <p:cNvSpPr/>
            <p:nvPr/>
          </p:nvSpPr>
          <p:spPr>
            <a:xfrm>
              <a:off x="996160" y="2910982"/>
              <a:ext cx="952840" cy="1299729"/>
            </a:xfrm>
            <a:prstGeom prst="roundRect">
              <a:avLst>
                <a:gd fmla="val 10000" name="adj"/>
              </a:avLst>
            </a:prstGeom>
            <a:solidFill>
              <a:schemeClr val="accent1"/>
            </a:solidFill>
            <a:ln cap="flat" cmpd="sng" w="38100">
              <a:solidFill>
                <a:schemeClr val="lt1"/>
              </a:solidFill>
              <a:prstDash val="solid"/>
              <a:round/>
              <a:headEnd len="sm" w="sm" type="none"/>
              <a:tailEnd len="sm" w="sm" type="none"/>
            </a:ln>
            <a:effectLst>
              <a:outerShdw blurRad="40000" rotWithShape="0" dir="5400000" dist="20000">
                <a:srgbClr val="000000">
                  <a:alpha val="37254"/>
                </a:srgbClr>
              </a:outerShdw>
            </a:effectLst>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20" name="Google Shape;120;p25"/>
            <p:cNvSpPr txBox="1"/>
            <p:nvPr/>
          </p:nvSpPr>
          <p:spPr>
            <a:xfrm>
              <a:off x="1024068" y="2938890"/>
              <a:ext cx="897024" cy="1243913"/>
            </a:xfrm>
            <a:prstGeom prst="rect">
              <a:avLst/>
            </a:prstGeom>
            <a:noFill/>
            <a:ln>
              <a:noFill/>
            </a:ln>
          </p:spPr>
          <p:txBody>
            <a:bodyPr anchorCtr="0" anchor="ctr" bIns="45700" lIns="45700" spcFirstLastPara="1" rIns="45700" wrap="square" tIns="45700">
              <a:noAutofit/>
            </a:bodyPr>
            <a:lstStyle/>
            <a:p>
              <a:pPr indent="0" lvl="0" marL="0" marR="0" rtl="0" algn="ctr">
                <a:lnSpc>
                  <a:spcPct val="90000"/>
                </a:lnSpc>
                <a:spcBef>
                  <a:spcPts val="0"/>
                </a:spcBef>
                <a:spcAft>
                  <a:spcPts val="0"/>
                </a:spcAft>
                <a:buClr>
                  <a:srgbClr val="000000"/>
                </a:buClr>
                <a:buSzPts val="1200"/>
                <a:buFont typeface="Arial"/>
                <a:buNone/>
              </a:pPr>
              <a:r>
                <a:rPr b="0" i="0" lang="es-AR" sz="1200" u="none" cap="none" strike="noStrike">
                  <a:solidFill>
                    <a:schemeClr val="lt1"/>
                  </a:solidFill>
                  <a:latin typeface="Arial"/>
                  <a:ea typeface="Arial"/>
                  <a:cs typeface="Arial"/>
                  <a:sym typeface="Arial"/>
                </a:rPr>
                <a:t>Talento</a:t>
              </a:r>
              <a:endParaRPr b="0" i="0" sz="1200" u="none" cap="none" strike="noStrike">
                <a:solidFill>
                  <a:schemeClr val="lt1"/>
                </a:solidFill>
                <a:latin typeface="Arial"/>
                <a:ea typeface="Arial"/>
                <a:cs typeface="Arial"/>
                <a:sym typeface="Arial"/>
              </a:endParaRPr>
            </a:p>
          </p:txBody>
        </p:sp>
        <p:sp>
          <p:nvSpPr>
            <p:cNvPr id="121" name="Google Shape;121;p25"/>
            <p:cNvSpPr/>
            <p:nvPr/>
          </p:nvSpPr>
          <p:spPr>
            <a:xfrm>
              <a:off x="1989021" y="2910982"/>
              <a:ext cx="952840" cy="1299729"/>
            </a:xfrm>
            <a:prstGeom prst="roundRect">
              <a:avLst>
                <a:gd fmla="val 10000" name="adj"/>
              </a:avLst>
            </a:prstGeom>
            <a:solidFill>
              <a:schemeClr val="accent1"/>
            </a:solidFill>
            <a:ln cap="flat" cmpd="sng" w="38100">
              <a:solidFill>
                <a:schemeClr val="lt1"/>
              </a:solidFill>
              <a:prstDash val="solid"/>
              <a:round/>
              <a:headEnd len="sm" w="sm" type="none"/>
              <a:tailEnd len="sm" w="sm" type="none"/>
            </a:ln>
            <a:effectLst>
              <a:outerShdw blurRad="40000" rotWithShape="0" dir="5400000" dist="20000">
                <a:srgbClr val="000000">
                  <a:alpha val="37254"/>
                </a:srgbClr>
              </a:outerShdw>
            </a:effectLst>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22" name="Google Shape;122;p25"/>
            <p:cNvSpPr txBox="1"/>
            <p:nvPr/>
          </p:nvSpPr>
          <p:spPr>
            <a:xfrm>
              <a:off x="2016929" y="2938890"/>
              <a:ext cx="897024" cy="1243913"/>
            </a:xfrm>
            <a:prstGeom prst="rect">
              <a:avLst/>
            </a:prstGeom>
            <a:noFill/>
            <a:ln>
              <a:noFill/>
            </a:ln>
          </p:spPr>
          <p:txBody>
            <a:bodyPr anchorCtr="0" anchor="ctr" bIns="38100" lIns="38100" spcFirstLastPara="1" rIns="38100" wrap="square" tIns="38100">
              <a:noAutofit/>
            </a:bodyPr>
            <a:lstStyle/>
            <a:p>
              <a:pPr indent="0" lvl="0" marL="0" marR="0" rtl="0" algn="ctr">
                <a:lnSpc>
                  <a:spcPct val="90000"/>
                </a:lnSpc>
                <a:spcBef>
                  <a:spcPts val="0"/>
                </a:spcBef>
                <a:spcAft>
                  <a:spcPts val="0"/>
                </a:spcAft>
                <a:buClr>
                  <a:srgbClr val="000000"/>
                </a:buClr>
                <a:buSzPts val="1000"/>
                <a:buFont typeface="Arial"/>
                <a:buNone/>
              </a:pPr>
              <a:r>
                <a:rPr b="0" i="0" lang="es-AR" sz="1000" u="none" cap="none" strike="noStrike">
                  <a:solidFill>
                    <a:schemeClr val="lt1"/>
                  </a:solidFill>
                  <a:latin typeface="Arial"/>
                  <a:ea typeface="Arial"/>
                  <a:cs typeface="Arial"/>
                  <a:sym typeface="Arial"/>
                </a:rPr>
                <a:t>Derechos y Leyes</a:t>
              </a:r>
              <a:endParaRPr b="0" i="0" sz="1000" u="none" cap="none" strike="noStrike">
                <a:solidFill>
                  <a:schemeClr val="lt1"/>
                </a:solidFill>
                <a:latin typeface="Arial"/>
                <a:ea typeface="Arial"/>
                <a:cs typeface="Arial"/>
                <a:sym typeface="Arial"/>
              </a:endParaRPr>
            </a:p>
          </p:txBody>
        </p:sp>
        <p:sp>
          <p:nvSpPr>
            <p:cNvPr id="123" name="Google Shape;123;p25"/>
            <p:cNvSpPr/>
            <p:nvPr/>
          </p:nvSpPr>
          <p:spPr>
            <a:xfrm>
              <a:off x="3021900" y="1456026"/>
              <a:ext cx="2938561" cy="1299729"/>
            </a:xfrm>
            <a:prstGeom prst="roundRect">
              <a:avLst>
                <a:gd fmla="val 10000" name="adj"/>
              </a:avLst>
            </a:prstGeom>
            <a:solidFill>
              <a:srgbClr val="00B050"/>
            </a:solidFill>
            <a:ln cap="flat" cmpd="sng" w="38100">
              <a:solidFill>
                <a:schemeClr val="lt1"/>
              </a:solidFill>
              <a:prstDash val="solid"/>
              <a:round/>
              <a:headEnd len="sm" w="sm" type="none"/>
              <a:tailEnd len="sm" w="sm" type="none"/>
            </a:ln>
            <a:effectLst>
              <a:outerShdw blurRad="40000" rotWithShape="0" dir="5400000" dist="20000">
                <a:srgbClr val="000000">
                  <a:alpha val="37254"/>
                </a:srgbClr>
              </a:outerShdw>
            </a:effectLst>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24" name="Google Shape;124;p25"/>
            <p:cNvSpPr txBox="1"/>
            <p:nvPr/>
          </p:nvSpPr>
          <p:spPr>
            <a:xfrm>
              <a:off x="3059968" y="1494094"/>
              <a:ext cx="2862425" cy="1223593"/>
            </a:xfrm>
            <a:prstGeom prst="rect">
              <a:avLst/>
            </a:prstGeom>
            <a:noFill/>
            <a:ln>
              <a:noFill/>
            </a:ln>
          </p:spPr>
          <p:txBody>
            <a:bodyPr anchorCtr="0" anchor="ctr" bIns="125725" lIns="125725" spcFirstLastPara="1" rIns="125725" wrap="square" tIns="125725">
              <a:noAutofit/>
            </a:bodyPr>
            <a:lstStyle/>
            <a:p>
              <a:pPr indent="0" lvl="0" marL="0" marR="0" rtl="0" algn="ctr">
                <a:lnSpc>
                  <a:spcPct val="90000"/>
                </a:lnSpc>
                <a:spcBef>
                  <a:spcPts val="0"/>
                </a:spcBef>
                <a:spcAft>
                  <a:spcPts val="0"/>
                </a:spcAft>
                <a:buClr>
                  <a:srgbClr val="000000"/>
                </a:buClr>
                <a:buSzPts val="3300"/>
                <a:buFont typeface="Arial"/>
                <a:buNone/>
              </a:pPr>
              <a:r>
                <a:rPr b="0" i="0" lang="es-AR" sz="3300" u="none" cap="none" strike="noStrike">
                  <a:solidFill>
                    <a:schemeClr val="lt1"/>
                  </a:solidFill>
                  <a:latin typeface="Arial"/>
                  <a:ea typeface="Arial"/>
                  <a:cs typeface="Arial"/>
                  <a:sym typeface="Arial"/>
                </a:rPr>
                <a:t>Líderes</a:t>
              </a:r>
              <a:endParaRPr b="0" i="0" sz="3300" u="none" cap="none" strike="noStrike">
                <a:solidFill>
                  <a:schemeClr val="lt1"/>
                </a:solidFill>
                <a:latin typeface="Arial"/>
                <a:ea typeface="Arial"/>
                <a:cs typeface="Arial"/>
                <a:sym typeface="Arial"/>
              </a:endParaRPr>
            </a:p>
          </p:txBody>
        </p:sp>
        <p:sp>
          <p:nvSpPr>
            <p:cNvPr id="125" name="Google Shape;125;p25"/>
            <p:cNvSpPr/>
            <p:nvPr/>
          </p:nvSpPr>
          <p:spPr>
            <a:xfrm>
              <a:off x="3021900" y="2910982"/>
              <a:ext cx="952840" cy="1299729"/>
            </a:xfrm>
            <a:prstGeom prst="roundRect">
              <a:avLst>
                <a:gd fmla="val 10000" name="adj"/>
              </a:avLst>
            </a:prstGeom>
            <a:solidFill>
              <a:srgbClr val="00B050"/>
            </a:solidFill>
            <a:ln cap="flat" cmpd="sng" w="38100">
              <a:solidFill>
                <a:schemeClr val="lt1"/>
              </a:solidFill>
              <a:prstDash val="solid"/>
              <a:round/>
              <a:headEnd len="sm" w="sm" type="none"/>
              <a:tailEnd len="sm" w="sm" type="none"/>
            </a:ln>
            <a:effectLst>
              <a:outerShdw blurRad="40000" rotWithShape="0" dir="5400000" dist="20000">
                <a:srgbClr val="000000">
                  <a:alpha val="37254"/>
                </a:srgbClr>
              </a:outerShdw>
            </a:effectLst>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26" name="Google Shape;126;p25"/>
            <p:cNvSpPr txBox="1"/>
            <p:nvPr/>
          </p:nvSpPr>
          <p:spPr>
            <a:xfrm>
              <a:off x="3049808" y="2938890"/>
              <a:ext cx="897024" cy="1243913"/>
            </a:xfrm>
            <a:prstGeom prst="rect">
              <a:avLst/>
            </a:prstGeom>
            <a:noFill/>
            <a:ln>
              <a:noFill/>
            </a:ln>
          </p:spPr>
          <p:txBody>
            <a:bodyPr anchorCtr="0" anchor="ctr" bIns="34275" lIns="34275" spcFirstLastPara="1" rIns="34275" wrap="square" tIns="34275">
              <a:noAutofit/>
            </a:bodyPr>
            <a:lstStyle/>
            <a:p>
              <a:pPr indent="0" lvl="0" marL="0" marR="0" rtl="0" algn="ctr">
                <a:lnSpc>
                  <a:spcPct val="90000"/>
                </a:lnSpc>
                <a:spcBef>
                  <a:spcPts val="0"/>
                </a:spcBef>
                <a:spcAft>
                  <a:spcPts val="0"/>
                </a:spcAft>
                <a:buClr>
                  <a:srgbClr val="000000"/>
                </a:buClr>
                <a:buSzPts val="900"/>
                <a:buFont typeface="Arial"/>
                <a:buNone/>
              </a:pPr>
              <a:r>
                <a:rPr b="0" i="0" lang="es-AR" sz="900" u="none" cap="none" strike="noStrike">
                  <a:solidFill>
                    <a:schemeClr val="lt1"/>
                  </a:solidFill>
                  <a:latin typeface="Arial"/>
                  <a:ea typeface="Arial"/>
                  <a:cs typeface="Arial"/>
                  <a:sym typeface="Arial"/>
                </a:rPr>
                <a:t>Liderazgo</a:t>
              </a:r>
              <a:endParaRPr b="0" i="0" sz="900" u="none" cap="none" strike="noStrike">
                <a:solidFill>
                  <a:schemeClr val="lt1"/>
                </a:solidFill>
                <a:latin typeface="Arial"/>
                <a:ea typeface="Arial"/>
                <a:cs typeface="Arial"/>
                <a:sym typeface="Arial"/>
              </a:endParaRPr>
            </a:p>
          </p:txBody>
        </p:sp>
        <p:sp>
          <p:nvSpPr>
            <p:cNvPr id="127" name="Google Shape;127;p25"/>
            <p:cNvSpPr/>
            <p:nvPr/>
          </p:nvSpPr>
          <p:spPr>
            <a:xfrm>
              <a:off x="4014761" y="2910982"/>
              <a:ext cx="952840" cy="1299729"/>
            </a:xfrm>
            <a:prstGeom prst="roundRect">
              <a:avLst>
                <a:gd fmla="val 10000" name="adj"/>
              </a:avLst>
            </a:prstGeom>
            <a:solidFill>
              <a:srgbClr val="00B050"/>
            </a:solidFill>
            <a:ln cap="flat" cmpd="sng" w="38100">
              <a:solidFill>
                <a:schemeClr val="lt1"/>
              </a:solidFill>
              <a:prstDash val="solid"/>
              <a:round/>
              <a:headEnd len="sm" w="sm" type="none"/>
              <a:tailEnd len="sm" w="sm" type="none"/>
            </a:ln>
            <a:effectLst>
              <a:outerShdw blurRad="40000" rotWithShape="0" dir="5400000" dist="20000">
                <a:srgbClr val="000000">
                  <a:alpha val="37254"/>
                </a:srgbClr>
              </a:outerShdw>
            </a:effectLst>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28" name="Google Shape;128;p25"/>
            <p:cNvSpPr txBox="1"/>
            <p:nvPr/>
          </p:nvSpPr>
          <p:spPr>
            <a:xfrm>
              <a:off x="4042669" y="2938890"/>
              <a:ext cx="897024" cy="1243913"/>
            </a:xfrm>
            <a:prstGeom prst="rect">
              <a:avLst/>
            </a:prstGeom>
            <a:noFill/>
            <a:ln>
              <a:noFill/>
            </a:ln>
          </p:spPr>
          <p:txBody>
            <a:bodyPr anchorCtr="0" anchor="ctr" bIns="30475" lIns="30475" spcFirstLastPara="1" rIns="30475" wrap="square" tIns="30475">
              <a:noAutofit/>
            </a:bodyPr>
            <a:lstStyle/>
            <a:p>
              <a:pPr indent="0" lvl="0" marL="0" marR="0" rtl="0" algn="ctr">
                <a:lnSpc>
                  <a:spcPct val="90000"/>
                </a:lnSpc>
                <a:spcBef>
                  <a:spcPts val="0"/>
                </a:spcBef>
                <a:spcAft>
                  <a:spcPts val="0"/>
                </a:spcAft>
                <a:buClr>
                  <a:srgbClr val="000000"/>
                </a:buClr>
                <a:buSzPts val="800"/>
                <a:buFont typeface="Arial"/>
                <a:buNone/>
              </a:pPr>
              <a:r>
                <a:rPr b="0" i="0" lang="es-AR" sz="800" u="none" cap="none" strike="noStrike">
                  <a:solidFill>
                    <a:schemeClr val="lt1"/>
                  </a:solidFill>
                  <a:latin typeface="Arial"/>
                  <a:ea typeface="Arial"/>
                  <a:cs typeface="Arial"/>
                  <a:sym typeface="Arial"/>
                </a:rPr>
                <a:t>Jefe / Supervisor</a:t>
              </a:r>
              <a:endParaRPr b="0" i="0" sz="800" u="none" cap="none" strike="noStrike">
                <a:solidFill>
                  <a:schemeClr val="lt1"/>
                </a:solidFill>
                <a:latin typeface="Arial"/>
                <a:ea typeface="Arial"/>
                <a:cs typeface="Arial"/>
                <a:sym typeface="Arial"/>
              </a:endParaRPr>
            </a:p>
          </p:txBody>
        </p:sp>
        <p:sp>
          <p:nvSpPr>
            <p:cNvPr id="129" name="Google Shape;129;p25"/>
            <p:cNvSpPr/>
            <p:nvPr/>
          </p:nvSpPr>
          <p:spPr>
            <a:xfrm>
              <a:off x="5007621" y="2910982"/>
              <a:ext cx="952840" cy="1299729"/>
            </a:xfrm>
            <a:prstGeom prst="roundRect">
              <a:avLst>
                <a:gd fmla="val 10000" name="adj"/>
              </a:avLst>
            </a:prstGeom>
            <a:solidFill>
              <a:srgbClr val="00B050"/>
            </a:solidFill>
            <a:ln cap="flat" cmpd="sng" w="38100">
              <a:solidFill>
                <a:schemeClr val="lt1"/>
              </a:solidFill>
              <a:prstDash val="solid"/>
              <a:round/>
              <a:headEnd len="sm" w="sm" type="none"/>
              <a:tailEnd len="sm" w="sm" type="none"/>
            </a:ln>
            <a:effectLst>
              <a:outerShdw blurRad="40000" rotWithShape="0" dir="5400000" dist="20000">
                <a:srgbClr val="000000">
                  <a:alpha val="37254"/>
                </a:srgbClr>
              </a:outerShdw>
            </a:effectLst>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30" name="Google Shape;130;p25"/>
            <p:cNvSpPr txBox="1"/>
            <p:nvPr/>
          </p:nvSpPr>
          <p:spPr>
            <a:xfrm>
              <a:off x="5035529" y="2938890"/>
              <a:ext cx="897024" cy="1243913"/>
            </a:xfrm>
            <a:prstGeom prst="rect">
              <a:avLst/>
            </a:prstGeom>
            <a:noFill/>
            <a:ln>
              <a:noFill/>
            </a:ln>
          </p:spPr>
          <p:txBody>
            <a:bodyPr anchorCtr="0" anchor="ctr" bIns="41900" lIns="41900" spcFirstLastPara="1" rIns="41900" wrap="square" tIns="41900">
              <a:noAutofit/>
            </a:bodyPr>
            <a:lstStyle/>
            <a:p>
              <a:pPr indent="0" lvl="0" marL="0" marR="0" rtl="0" algn="ctr">
                <a:lnSpc>
                  <a:spcPct val="90000"/>
                </a:lnSpc>
                <a:spcBef>
                  <a:spcPts val="0"/>
                </a:spcBef>
                <a:spcAft>
                  <a:spcPts val="0"/>
                </a:spcAft>
                <a:buClr>
                  <a:srgbClr val="000000"/>
                </a:buClr>
                <a:buSzPts val="1050"/>
                <a:buFont typeface="Arial"/>
                <a:buNone/>
              </a:pPr>
              <a:r>
                <a:rPr b="0" i="0" lang="es-AR" sz="1050" u="none" cap="none" strike="noStrike">
                  <a:solidFill>
                    <a:schemeClr val="lt1"/>
                  </a:solidFill>
                  <a:latin typeface="Arial"/>
                  <a:ea typeface="Arial"/>
                  <a:cs typeface="Arial"/>
                  <a:sym typeface="Arial"/>
                </a:rPr>
                <a:t>Gestion</a:t>
              </a:r>
              <a:endParaRPr b="0" i="0" sz="1050" u="none" cap="none" strike="noStrike">
                <a:solidFill>
                  <a:schemeClr val="lt1"/>
                </a:solidFill>
                <a:latin typeface="Arial"/>
                <a:ea typeface="Arial"/>
                <a:cs typeface="Arial"/>
                <a:sym typeface="Arial"/>
              </a:endParaRPr>
            </a:p>
          </p:txBody>
        </p:sp>
        <p:sp>
          <p:nvSpPr>
            <p:cNvPr id="131" name="Google Shape;131;p25"/>
            <p:cNvSpPr/>
            <p:nvPr/>
          </p:nvSpPr>
          <p:spPr>
            <a:xfrm>
              <a:off x="6040500" y="1456026"/>
              <a:ext cx="2938561" cy="1299729"/>
            </a:xfrm>
            <a:prstGeom prst="roundRect">
              <a:avLst>
                <a:gd fmla="val 10000" name="adj"/>
              </a:avLst>
            </a:prstGeom>
            <a:solidFill>
              <a:srgbClr val="5EBADA"/>
            </a:solidFill>
            <a:ln cap="flat" cmpd="sng" w="38100">
              <a:solidFill>
                <a:schemeClr val="lt1"/>
              </a:solidFill>
              <a:prstDash val="solid"/>
              <a:round/>
              <a:headEnd len="sm" w="sm" type="none"/>
              <a:tailEnd len="sm" w="sm" type="none"/>
            </a:ln>
            <a:effectLst>
              <a:outerShdw blurRad="40000" rotWithShape="0" dir="5400000" dist="20000">
                <a:srgbClr val="000000">
                  <a:alpha val="37254"/>
                </a:srgbClr>
              </a:outerShdw>
            </a:effectLst>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32" name="Google Shape;132;p25"/>
            <p:cNvSpPr txBox="1"/>
            <p:nvPr/>
          </p:nvSpPr>
          <p:spPr>
            <a:xfrm>
              <a:off x="6078568" y="1494094"/>
              <a:ext cx="2862425" cy="1223593"/>
            </a:xfrm>
            <a:prstGeom prst="rect">
              <a:avLst/>
            </a:prstGeom>
            <a:noFill/>
            <a:ln>
              <a:noFill/>
            </a:ln>
          </p:spPr>
          <p:txBody>
            <a:bodyPr anchorCtr="0" anchor="ctr" bIns="125725" lIns="125725" spcFirstLastPara="1" rIns="125725" wrap="square" tIns="125725">
              <a:noAutofit/>
            </a:bodyPr>
            <a:lstStyle/>
            <a:p>
              <a:pPr indent="0" lvl="0" marL="0" marR="0" rtl="0" algn="ctr">
                <a:lnSpc>
                  <a:spcPct val="90000"/>
                </a:lnSpc>
                <a:spcBef>
                  <a:spcPts val="0"/>
                </a:spcBef>
                <a:spcAft>
                  <a:spcPts val="0"/>
                </a:spcAft>
                <a:buClr>
                  <a:srgbClr val="000000"/>
                </a:buClr>
                <a:buSzPts val="3300"/>
                <a:buFont typeface="Arial"/>
                <a:buNone/>
              </a:pPr>
              <a:r>
                <a:rPr b="0" i="0" lang="es-AR" sz="3300" u="none" cap="none" strike="noStrike">
                  <a:solidFill>
                    <a:schemeClr val="lt1"/>
                  </a:solidFill>
                  <a:latin typeface="Arial"/>
                  <a:ea typeface="Arial"/>
                  <a:cs typeface="Arial"/>
                  <a:sym typeface="Arial"/>
                </a:rPr>
                <a:t>Organización</a:t>
              </a:r>
              <a:endParaRPr b="0" i="0" sz="3300" u="none" cap="none" strike="noStrike">
                <a:solidFill>
                  <a:schemeClr val="lt1"/>
                </a:solidFill>
                <a:latin typeface="Arial"/>
                <a:ea typeface="Arial"/>
                <a:cs typeface="Arial"/>
                <a:sym typeface="Arial"/>
              </a:endParaRPr>
            </a:p>
          </p:txBody>
        </p:sp>
        <p:sp>
          <p:nvSpPr>
            <p:cNvPr id="133" name="Google Shape;133;p25"/>
            <p:cNvSpPr/>
            <p:nvPr/>
          </p:nvSpPr>
          <p:spPr>
            <a:xfrm>
              <a:off x="6040500" y="2910982"/>
              <a:ext cx="952840" cy="1299729"/>
            </a:xfrm>
            <a:prstGeom prst="roundRect">
              <a:avLst>
                <a:gd fmla="val 10000" name="adj"/>
              </a:avLst>
            </a:prstGeom>
            <a:solidFill>
              <a:srgbClr val="5EBADA"/>
            </a:solidFill>
            <a:ln cap="flat" cmpd="sng" w="38100">
              <a:solidFill>
                <a:schemeClr val="lt1"/>
              </a:solidFill>
              <a:prstDash val="solid"/>
              <a:round/>
              <a:headEnd len="sm" w="sm" type="none"/>
              <a:tailEnd len="sm" w="sm" type="none"/>
            </a:ln>
            <a:effectLst>
              <a:outerShdw blurRad="40000" rotWithShape="0" dir="5400000" dist="20000">
                <a:srgbClr val="000000">
                  <a:alpha val="37254"/>
                </a:srgbClr>
              </a:outerShdw>
            </a:effectLst>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34" name="Google Shape;134;p25"/>
            <p:cNvSpPr txBox="1"/>
            <p:nvPr/>
          </p:nvSpPr>
          <p:spPr>
            <a:xfrm>
              <a:off x="6068408" y="2938890"/>
              <a:ext cx="897024" cy="1243913"/>
            </a:xfrm>
            <a:prstGeom prst="rect">
              <a:avLst/>
            </a:prstGeom>
            <a:noFill/>
            <a:ln>
              <a:noFill/>
            </a:ln>
          </p:spPr>
          <p:txBody>
            <a:bodyPr anchorCtr="0" anchor="ctr" bIns="38100" lIns="38100" spcFirstLastPara="1" rIns="38100" wrap="square" tIns="38100">
              <a:noAutofit/>
            </a:bodyPr>
            <a:lstStyle/>
            <a:p>
              <a:pPr indent="0" lvl="0" marL="0" marR="0" rtl="0" algn="ctr">
                <a:lnSpc>
                  <a:spcPct val="90000"/>
                </a:lnSpc>
                <a:spcBef>
                  <a:spcPts val="0"/>
                </a:spcBef>
                <a:spcAft>
                  <a:spcPts val="0"/>
                </a:spcAft>
                <a:buClr>
                  <a:srgbClr val="000000"/>
                </a:buClr>
                <a:buSzPts val="1000"/>
                <a:buFont typeface="Arial"/>
                <a:buNone/>
              </a:pPr>
              <a:r>
                <a:rPr b="0" i="0" lang="es-AR" sz="1000" u="none" cap="none" strike="noStrike">
                  <a:solidFill>
                    <a:schemeClr val="lt1"/>
                  </a:solidFill>
                  <a:latin typeface="Arial"/>
                  <a:ea typeface="Arial"/>
                  <a:cs typeface="Arial"/>
                  <a:sym typeface="Arial"/>
                </a:rPr>
                <a:t>Capacidades</a:t>
              </a:r>
              <a:endParaRPr b="0" i="0" sz="1000" u="none" cap="none" strike="noStrike">
                <a:solidFill>
                  <a:schemeClr val="lt1"/>
                </a:solidFill>
                <a:latin typeface="Arial"/>
                <a:ea typeface="Arial"/>
                <a:cs typeface="Arial"/>
                <a:sym typeface="Arial"/>
              </a:endParaRPr>
            </a:p>
          </p:txBody>
        </p:sp>
        <p:sp>
          <p:nvSpPr>
            <p:cNvPr id="135" name="Google Shape;135;p25"/>
            <p:cNvSpPr/>
            <p:nvPr/>
          </p:nvSpPr>
          <p:spPr>
            <a:xfrm>
              <a:off x="7033361" y="2910982"/>
              <a:ext cx="952840" cy="1299729"/>
            </a:xfrm>
            <a:prstGeom prst="roundRect">
              <a:avLst>
                <a:gd fmla="val 10000" name="adj"/>
              </a:avLst>
            </a:prstGeom>
            <a:solidFill>
              <a:srgbClr val="5EBADA"/>
            </a:solidFill>
            <a:ln cap="flat" cmpd="sng" w="38100">
              <a:solidFill>
                <a:schemeClr val="lt1"/>
              </a:solidFill>
              <a:prstDash val="solid"/>
              <a:round/>
              <a:headEnd len="sm" w="sm" type="none"/>
              <a:tailEnd len="sm" w="sm" type="none"/>
            </a:ln>
            <a:effectLst>
              <a:outerShdw blurRad="40000" rotWithShape="0" dir="5400000" dist="20000">
                <a:srgbClr val="000000">
                  <a:alpha val="37254"/>
                </a:srgbClr>
              </a:outerShdw>
            </a:effectLst>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36" name="Google Shape;136;p25"/>
            <p:cNvSpPr txBox="1"/>
            <p:nvPr/>
          </p:nvSpPr>
          <p:spPr>
            <a:xfrm>
              <a:off x="7061269" y="2938890"/>
              <a:ext cx="897024" cy="1243913"/>
            </a:xfrm>
            <a:prstGeom prst="rect">
              <a:avLst/>
            </a:prstGeom>
            <a:noFill/>
            <a:ln>
              <a:noFill/>
            </a:ln>
          </p:spPr>
          <p:txBody>
            <a:bodyPr anchorCtr="0" anchor="ctr" bIns="45700" lIns="45700" spcFirstLastPara="1" rIns="45700" wrap="square" tIns="45700">
              <a:noAutofit/>
            </a:bodyPr>
            <a:lstStyle/>
            <a:p>
              <a:pPr indent="0" lvl="0" marL="0" marR="0" rtl="0" algn="ctr">
                <a:lnSpc>
                  <a:spcPct val="90000"/>
                </a:lnSpc>
                <a:spcBef>
                  <a:spcPts val="0"/>
                </a:spcBef>
                <a:spcAft>
                  <a:spcPts val="0"/>
                </a:spcAft>
                <a:buClr>
                  <a:srgbClr val="000000"/>
                </a:buClr>
                <a:buSzPts val="1200"/>
                <a:buFont typeface="Arial"/>
                <a:buNone/>
              </a:pPr>
              <a:r>
                <a:rPr b="0" i="0" lang="es-AR" sz="1200" u="none" cap="none" strike="noStrike">
                  <a:solidFill>
                    <a:schemeClr val="lt1"/>
                  </a:solidFill>
                  <a:latin typeface="Arial"/>
                  <a:ea typeface="Arial"/>
                  <a:cs typeface="Arial"/>
                  <a:sym typeface="Arial"/>
                </a:rPr>
                <a:t>Cultura</a:t>
              </a:r>
              <a:endParaRPr b="0" i="0" sz="1200" u="none" cap="none" strike="noStrike">
                <a:solidFill>
                  <a:schemeClr val="lt1"/>
                </a:solidFill>
                <a:latin typeface="Arial"/>
                <a:ea typeface="Arial"/>
                <a:cs typeface="Arial"/>
                <a:sym typeface="Arial"/>
              </a:endParaRPr>
            </a:p>
          </p:txBody>
        </p:sp>
        <p:sp>
          <p:nvSpPr>
            <p:cNvPr id="137" name="Google Shape;137;p25"/>
            <p:cNvSpPr/>
            <p:nvPr/>
          </p:nvSpPr>
          <p:spPr>
            <a:xfrm>
              <a:off x="8026221" y="2910982"/>
              <a:ext cx="952840" cy="1299729"/>
            </a:xfrm>
            <a:prstGeom prst="roundRect">
              <a:avLst>
                <a:gd fmla="val 10000" name="adj"/>
              </a:avLst>
            </a:prstGeom>
            <a:solidFill>
              <a:srgbClr val="5EBADA"/>
            </a:solidFill>
            <a:ln cap="flat" cmpd="sng" w="38100">
              <a:solidFill>
                <a:schemeClr val="lt1"/>
              </a:solidFill>
              <a:prstDash val="solid"/>
              <a:round/>
              <a:headEnd len="sm" w="sm" type="none"/>
              <a:tailEnd len="sm" w="sm" type="none"/>
            </a:ln>
            <a:effectLst>
              <a:outerShdw blurRad="40000" rotWithShape="0" dir="5400000" dist="20000">
                <a:srgbClr val="000000">
                  <a:alpha val="37254"/>
                </a:srgbClr>
              </a:outerShdw>
            </a:effectLst>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38" name="Google Shape;138;p25"/>
            <p:cNvSpPr txBox="1"/>
            <p:nvPr/>
          </p:nvSpPr>
          <p:spPr>
            <a:xfrm>
              <a:off x="8054129" y="2938890"/>
              <a:ext cx="897024" cy="1243913"/>
            </a:xfrm>
            <a:prstGeom prst="rect">
              <a:avLst/>
            </a:prstGeom>
            <a:noFill/>
            <a:ln>
              <a:noFill/>
            </a:ln>
          </p:spPr>
          <p:txBody>
            <a:bodyPr anchorCtr="0" anchor="ctr" bIns="38100" lIns="38100" spcFirstLastPara="1" rIns="38100" wrap="square" tIns="38100">
              <a:noAutofit/>
            </a:bodyPr>
            <a:lstStyle/>
            <a:p>
              <a:pPr indent="0" lvl="0" marL="0" marR="0" rtl="0" algn="ctr">
                <a:lnSpc>
                  <a:spcPct val="90000"/>
                </a:lnSpc>
                <a:spcBef>
                  <a:spcPts val="0"/>
                </a:spcBef>
                <a:spcAft>
                  <a:spcPts val="0"/>
                </a:spcAft>
                <a:buClr>
                  <a:srgbClr val="000000"/>
                </a:buClr>
                <a:buSzPts val="1000"/>
                <a:buFont typeface="Arial"/>
                <a:buNone/>
              </a:pPr>
              <a:r>
                <a:rPr b="0" i="0" lang="es-AR" sz="1000" u="none" cap="none" strike="noStrike">
                  <a:solidFill>
                    <a:schemeClr val="lt1"/>
                  </a:solidFill>
                  <a:latin typeface="Arial"/>
                  <a:ea typeface="Arial"/>
                  <a:cs typeface="Arial"/>
                  <a:sym typeface="Arial"/>
                </a:rPr>
                <a:t>Procesos</a:t>
              </a:r>
              <a:endParaRPr b="0" i="0" sz="1000" u="none" cap="none" strike="noStrike">
                <a:solidFill>
                  <a:schemeClr val="lt1"/>
                </a:solidFill>
                <a:latin typeface="Arial"/>
                <a:ea typeface="Arial"/>
                <a:cs typeface="Arial"/>
                <a:sym typeface="Arial"/>
              </a:endParaRPr>
            </a:p>
          </p:txBody>
        </p:sp>
      </p:grpSp>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3" name="Shape 143"/>
        <p:cNvGrpSpPr/>
        <p:nvPr/>
      </p:nvGrpSpPr>
      <p:grpSpPr>
        <a:xfrm>
          <a:off x="0" y="0"/>
          <a:ext cx="0" cy="0"/>
          <a:chOff x="0" y="0"/>
          <a:chExt cx="0" cy="0"/>
        </a:xfrm>
      </p:grpSpPr>
      <p:sp>
        <p:nvSpPr>
          <p:cNvPr id="144" name="Google Shape;144;p26"/>
          <p:cNvSpPr txBox="1"/>
          <p:nvPr/>
        </p:nvSpPr>
        <p:spPr>
          <a:xfrm>
            <a:off x="21372" y="1221843"/>
            <a:ext cx="9414728" cy="605042"/>
          </a:xfrm>
          <a:prstGeom prst="rect">
            <a:avLst/>
          </a:prstGeom>
          <a:noFill/>
          <a:ln>
            <a:noFill/>
          </a:ln>
        </p:spPr>
        <p:txBody>
          <a:bodyPr anchorCtr="0" anchor="t"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2800"/>
              <a:buFont typeface="Arial"/>
              <a:buNone/>
            </a:pPr>
            <a:r>
              <a:rPr b="1" i="0" lang="es-AR" sz="2100" u="none" cap="none" strike="noStrike">
                <a:solidFill>
                  <a:srgbClr val="000000"/>
                </a:solidFill>
                <a:latin typeface="Arial"/>
                <a:ea typeface="Arial"/>
                <a:cs typeface="Arial"/>
                <a:sym typeface="Arial"/>
              </a:rPr>
              <a:t> Y… ¿cómo impacta lo que hacemos en la estrategia del negocio? </a:t>
            </a:r>
            <a:endParaRPr b="0" i="0" sz="1400" u="none" cap="none" strike="noStrike">
              <a:solidFill>
                <a:srgbClr val="000000"/>
              </a:solidFill>
              <a:latin typeface="Arial"/>
              <a:ea typeface="Arial"/>
              <a:cs typeface="Arial"/>
              <a:sym typeface="Arial"/>
            </a:endParaRPr>
          </a:p>
          <a:p>
            <a:pPr indent="0" lvl="0" marL="0" marR="0" rtl="0" algn="ctr">
              <a:lnSpc>
                <a:spcPct val="100000"/>
              </a:lnSpc>
              <a:spcBef>
                <a:spcPts val="0"/>
              </a:spcBef>
              <a:spcAft>
                <a:spcPts val="0"/>
              </a:spcAft>
              <a:buClr>
                <a:srgbClr val="000000"/>
              </a:buClr>
              <a:buSzPts val="2800"/>
              <a:buFont typeface="Arial"/>
              <a:buNone/>
            </a:pPr>
            <a:r>
              <a:t/>
            </a:r>
            <a:endParaRPr b="1" i="0" sz="2100" u="none" cap="none" strike="noStrike">
              <a:solidFill>
                <a:srgbClr val="000000"/>
              </a:solidFill>
              <a:latin typeface="Arial"/>
              <a:ea typeface="Arial"/>
              <a:cs typeface="Arial"/>
              <a:sym typeface="Arial"/>
            </a:endParaRPr>
          </a:p>
        </p:txBody>
      </p:sp>
      <p:sp>
        <p:nvSpPr>
          <p:cNvPr id="145" name="Google Shape;145;p26"/>
          <p:cNvSpPr txBox="1"/>
          <p:nvPr/>
        </p:nvSpPr>
        <p:spPr>
          <a:xfrm>
            <a:off x="381000" y="1869544"/>
            <a:ext cx="2492664" cy="4813287"/>
          </a:xfrm>
          <a:prstGeom prst="rect">
            <a:avLst/>
          </a:prstGeom>
          <a:solidFill>
            <a:srgbClr val="7030A0"/>
          </a:solidFill>
          <a:ln>
            <a:noFill/>
          </a:ln>
        </p:spPr>
        <p:txBody>
          <a:bodyPr anchorCtr="0" anchor="t" bIns="91425" lIns="91425" spcFirstLastPara="1" rIns="91425" wrap="square" tIns="91425">
            <a:noAutofit/>
          </a:bodyPr>
          <a:lstStyle/>
          <a:p>
            <a:pPr indent="0" lvl="0" marL="0" marR="0" rtl="0" algn="ctr">
              <a:lnSpc>
                <a:spcPct val="100000"/>
              </a:lnSpc>
              <a:spcBef>
                <a:spcPts val="0"/>
              </a:spcBef>
              <a:spcAft>
                <a:spcPts val="0"/>
              </a:spcAft>
              <a:buClr>
                <a:schemeClr val="dk1"/>
              </a:buClr>
              <a:buSzPts val="1800"/>
              <a:buFont typeface="Arial"/>
              <a:buNone/>
            </a:pPr>
            <a:r>
              <a:rPr b="1" i="0" lang="es-AR" sz="1700" u="none" cap="none" strike="noStrike">
                <a:solidFill>
                  <a:schemeClr val="lt2"/>
                </a:solidFill>
                <a:latin typeface="Arial"/>
                <a:ea typeface="Arial"/>
                <a:cs typeface="Arial"/>
                <a:sym typeface="Arial"/>
              </a:rPr>
              <a:t>El departamento o función de Recursos Humanos se centra en la agenda funcional específica de Recursos Humanos pero con el objetivo de alinear sus prácticas a la estrategia organizacional</a:t>
            </a:r>
            <a:endParaRPr b="1" i="0" sz="1300" u="none" cap="none" strike="noStrike">
              <a:solidFill>
                <a:srgbClr val="000000"/>
              </a:solidFill>
              <a:latin typeface="Arial"/>
              <a:ea typeface="Arial"/>
              <a:cs typeface="Arial"/>
              <a:sym typeface="Arial"/>
            </a:endParaRPr>
          </a:p>
        </p:txBody>
      </p:sp>
      <p:grpSp>
        <p:nvGrpSpPr>
          <p:cNvPr id="146" name="Google Shape;146;p26"/>
          <p:cNvGrpSpPr/>
          <p:nvPr/>
        </p:nvGrpSpPr>
        <p:grpSpPr>
          <a:xfrm>
            <a:off x="2873664" y="1826885"/>
            <a:ext cx="7010963" cy="4812698"/>
            <a:chOff x="0" y="0"/>
            <a:chExt cx="7010963" cy="4812698"/>
          </a:xfrm>
        </p:grpSpPr>
        <p:sp>
          <p:nvSpPr>
            <p:cNvPr id="147" name="Google Shape;147;p26"/>
            <p:cNvSpPr/>
            <p:nvPr/>
          </p:nvSpPr>
          <p:spPr>
            <a:xfrm>
              <a:off x="2804385" y="587"/>
              <a:ext cx="4206578" cy="740324"/>
            </a:xfrm>
            <a:prstGeom prst="rightArrow">
              <a:avLst>
                <a:gd fmla="val 75000" name="adj1"/>
                <a:gd fmla="val 50000" name="adj2"/>
              </a:avLst>
            </a:prstGeom>
            <a:solidFill>
              <a:srgbClr val="EACCCC">
                <a:alpha val="89411"/>
              </a:srgbClr>
            </a:solidFill>
            <a:ln cap="flat" cmpd="sng" w="25400">
              <a:solidFill>
                <a:srgbClr val="EACCCC">
                  <a:alpha val="89411"/>
                </a:srgbClr>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48" name="Google Shape;148;p26"/>
            <p:cNvSpPr txBox="1"/>
            <p:nvPr/>
          </p:nvSpPr>
          <p:spPr>
            <a:xfrm>
              <a:off x="2804385" y="93128"/>
              <a:ext cx="3928957" cy="555243"/>
            </a:xfrm>
            <a:prstGeom prst="rect">
              <a:avLst/>
            </a:prstGeom>
            <a:noFill/>
            <a:ln>
              <a:noFill/>
            </a:ln>
          </p:spPr>
          <p:txBody>
            <a:bodyPr anchorCtr="0" anchor="t" bIns="11425" lIns="11425" spcFirstLastPara="1" rIns="11425" wrap="square" tIns="11425">
              <a:noAutofit/>
            </a:bodyPr>
            <a:lstStyle/>
            <a:p>
              <a:pPr indent="-158750" lvl="1" marL="171450" marR="0" rtl="0" algn="l">
                <a:lnSpc>
                  <a:spcPct val="100000"/>
                </a:lnSpc>
                <a:spcBef>
                  <a:spcPts val="0"/>
                </a:spcBef>
                <a:spcAft>
                  <a:spcPts val="0"/>
                </a:spcAft>
                <a:buClr>
                  <a:srgbClr val="000000"/>
                </a:buClr>
                <a:buSzPts val="1600"/>
                <a:buFont typeface="Arial"/>
                <a:buChar char="•"/>
              </a:pPr>
              <a:r>
                <a:rPr b="0" i="0" lang="es-AR" sz="1600" u="none" cap="none" strike="noStrike">
                  <a:solidFill>
                    <a:srgbClr val="000000"/>
                  </a:solidFill>
                  <a:latin typeface="Arial"/>
                  <a:ea typeface="Arial"/>
                  <a:cs typeface="Arial"/>
                  <a:sym typeface="Arial"/>
                </a:rPr>
                <a:t>Administrativo, Funcional, Estrategia.</a:t>
              </a:r>
              <a:endParaRPr b="0" i="0" sz="1600" u="none" cap="none" strike="noStrike">
                <a:solidFill>
                  <a:srgbClr val="000000"/>
                </a:solidFill>
                <a:latin typeface="Arial"/>
                <a:ea typeface="Arial"/>
                <a:cs typeface="Arial"/>
                <a:sym typeface="Arial"/>
              </a:endParaRPr>
            </a:p>
          </p:txBody>
        </p:sp>
        <p:sp>
          <p:nvSpPr>
            <p:cNvPr id="149" name="Google Shape;149;p26"/>
            <p:cNvSpPr/>
            <p:nvPr/>
          </p:nvSpPr>
          <p:spPr>
            <a:xfrm>
              <a:off x="29403" y="0"/>
              <a:ext cx="2804385" cy="740324"/>
            </a:xfrm>
            <a:prstGeom prst="roundRect">
              <a:avLst>
                <a:gd fmla="val 16667" name="adj"/>
              </a:avLst>
            </a:prstGeom>
            <a:solidFill>
              <a:srgbClr val="C32D34"/>
            </a:solidFill>
            <a:ln cap="flat" cmpd="sng" w="25400">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50" name="Google Shape;150;p26"/>
            <p:cNvSpPr txBox="1"/>
            <p:nvPr/>
          </p:nvSpPr>
          <p:spPr>
            <a:xfrm>
              <a:off x="65543" y="36140"/>
              <a:ext cx="2732105" cy="668044"/>
            </a:xfrm>
            <a:prstGeom prst="rect">
              <a:avLst/>
            </a:prstGeom>
            <a:no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2400"/>
                <a:buFont typeface="Arial"/>
                <a:buNone/>
              </a:pPr>
              <a:r>
                <a:rPr b="1" i="0" lang="es-AR" sz="2400" u="none" cap="none" strike="noStrike">
                  <a:solidFill>
                    <a:schemeClr val="lt1"/>
                  </a:solidFill>
                  <a:latin typeface="Arial"/>
                  <a:ea typeface="Arial"/>
                  <a:cs typeface="Arial"/>
                  <a:sym typeface="Arial"/>
                </a:rPr>
                <a:t> Propósito</a:t>
              </a:r>
              <a:endParaRPr b="0" i="0" sz="2400" u="none" cap="none" strike="noStrike">
                <a:solidFill>
                  <a:schemeClr val="lt1"/>
                </a:solidFill>
                <a:latin typeface="Arial"/>
                <a:ea typeface="Arial"/>
                <a:cs typeface="Arial"/>
                <a:sym typeface="Arial"/>
              </a:endParaRPr>
            </a:p>
          </p:txBody>
        </p:sp>
        <p:sp>
          <p:nvSpPr>
            <p:cNvPr id="151" name="Google Shape;151;p26"/>
            <p:cNvSpPr/>
            <p:nvPr/>
          </p:nvSpPr>
          <p:spPr>
            <a:xfrm>
              <a:off x="2804385" y="814944"/>
              <a:ext cx="4206578" cy="740324"/>
            </a:xfrm>
            <a:prstGeom prst="rightArrow">
              <a:avLst>
                <a:gd fmla="val 75000" name="adj1"/>
                <a:gd fmla="val 50000" name="adj2"/>
              </a:avLst>
            </a:prstGeom>
            <a:solidFill>
              <a:srgbClr val="EDCFCF">
                <a:alpha val="89411"/>
              </a:srgbClr>
            </a:solidFill>
            <a:ln cap="flat" cmpd="sng" w="25400">
              <a:solidFill>
                <a:srgbClr val="EDCFCF">
                  <a:alpha val="89411"/>
                </a:srgbClr>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52" name="Google Shape;152;p26"/>
            <p:cNvSpPr txBox="1"/>
            <p:nvPr/>
          </p:nvSpPr>
          <p:spPr>
            <a:xfrm>
              <a:off x="2804385" y="907485"/>
              <a:ext cx="3928957" cy="555243"/>
            </a:xfrm>
            <a:prstGeom prst="rect">
              <a:avLst/>
            </a:prstGeom>
            <a:noFill/>
            <a:ln>
              <a:noFill/>
            </a:ln>
          </p:spPr>
          <p:txBody>
            <a:bodyPr anchorCtr="0" anchor="t" bIns="11425" lIns="11425" spcFirstLastPara="1" rIns="11425" wrap="square" tIns="11425">
              <a:noAutofit/>
            </a:bodyPr>
            <a:lstStyle/>
            <a:p>
              <a:pPr indent="-158750" lvl="1" marL="171450" marR="0" rtl="0" algn="l">
                <a:lnSpc>
                  <a:spcPct val="100000"/>
                </a:lnSpc>
                <a:spcBef>
                  <a:spcPts val="0"/>
                </a:spcBef>
                <a:spcAft>
                  <a:spcPts val="0"/>
                </a:spcAft>
                <a:buClr>
                  <a:srgbClr val="000000"/>
                </a:buClr>
                <a:buSzPts val="1600"/>
                <a:buFont typeface="Arial"/>
                <a:buChar char="•"/>
              </a:pPr>
              <a:r>
                <a:rPr b="0" i="0" lang="es-AR" sz="1600" u="none" cap="none" strike="noStrike">
                  <a:solidFill>
                    <a:srgbClr val="000000"/>
                  </a:solidFill>
                  <a:latin typeface="Arial"/>
                  <a:ea typeface="Arial"/>
                  <a:cs typeface="Arial"/>
                  <a:sym typeface="Arial"/>
                </a:rPr>
                <a:t>Misión, Visión, Metas y Objetivos.</a:t>
              </a:r>
              <a:endParaRPr b="0" i="0" sz="1600" u="none" cap="none" strike="noStrike">
                <a:solidFill>
                  <a:srgbClr val="000000"/>
                </a:solidFill>
                <a:latin typeface="Arial"/>
                <a:ea typeface="Arial"/>
                <a:cs typeface="Arial"/>
                <a:sym typeface="Arial"/>
              </a:endParaRPr>
            </a:p>
          </p:txBody>
        </p:sp>
        <p:sp>
          <p:nvSpPr>
            <p:cNvPr id="153" name="Google Shape;153;p26"/>
            <p:cNvSpPr/>
            <p:nvPr/>
          </p:nvSpPr>
          <p:spPr>
            <a:xfrm>
              <a:off x="0" y="814944"/>
              <a:ext cx="2804385" cy="740324"/>
            </a:xfrm>
            <a:prstGeom prst="roundRect">
              <a:avLst>
                <a:gd fmla="val 16667" name="adj"/>
              </a:avLst>
            </a:prstGeom>
            <a:solidFill>
              <a:srgbClr val="D34097"/>
            </a:solidFill>
            <a:ln cap="flat" cmpd="sng" w="25400">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54" name="Google Shape;154;p26"/>
            <p:cNvSpPr txBox="1"/>
            <p:nvPr/>
          </p:nvSpPr>
          <p:spPr>
            <a:xfrm>
              <a:off x="36140" y="851084"/>
              <a:ext cx="2732105" cy="668044"/>
            </a:xfrm>
            <a:prstGeom prst="rect">
              <a:avLst/>
            </a:prstGeom>
            <a:noFill/>
            <a:ln>
              <a:noFill/>
            </a:ln>
          </p:spPr>
          <p:txBody>
            <a:bodyPr anchorCtr="0" anchor="t" bIns="91425" lIns="91425" spcFirstLastPara="1" rIns="91425" wrap="square" tIns="91425">
              <a:noAutofit/>
            </a:bodyPr>
            <a:lstStyle/>
            <a:p>
              <a:pPr indent="0" lvl="0" marL="0" marR="0" rtl="0" algn="ctr">
                <a:lnSpc>
                  <a:spcPct val="100000"/>
                </a:lnSpc>
                <a:spcBef>
                  <a:spcPts val="0"/>
                </a:spcBef>
                <a:spcAft>
                  <a:spcPts val="0"/>
                </a:spcAft>
                <a:buClr>
                  <a:schemeClr val="dk1"/>
                </a:buClr>
                <a:buSzPts val="1800"/>
                <a:buFont typeface="Arial"/>
                <a:buNone/>
              </a:pPr>
              <a:r>
                <a:rPr b="1" i="0" lang="es-AR" sz="2800" u="none" cap="none" strike="noStrike">
                  <a:solidFill>
                    <a:schemeClr val="lt1"/>
                  </a:solidFill>
                  <a:latin typeface="Arial"/>
                  <a:ea typeface="Arial"/>
                  <a:cs typeface="Arial"/>
                  <a:sym typeface="Arial"/>
                </a:rPr>
                <a:t> Estrategia</a:t>
              </a:r>
              <a:endParaRPr b="1" i="0" sz="2800" u="none" cap="none" strike="noStrike">
                <a:solidFill>
                  <a:schemeClr val="lt1"/>
                </a:solidFill>
                <a:latin typeface="Arial"/>
                <a:ea typeface="Arial"/>
                <a:cs typeface="Arial"/>
                <a:sym typeface="Arial"/>
              </a:endParaRPr>
            </a:p>
          </p:txBody>
        </p:sp>
        <p:sp>
          <p:nvSpPr>
            <p:cNvPr id="155" name="Google Shape;155;p26"/>
            <p:cNvSpPr/>
            <p:nvPr/>
          </p:nvSpPr>
          <p:spPr>
            <a:xfrm>
              <a:off x="2804385" y="1629302"/>
              <a:ext cx="4206578" cy="740324"/>
            </a:xfrm>
            <a:prstGeom prst="rightArrow">
              <a:avLst>
                <a:gd fmla="val 75000" name="adj1"/>
                <a:gd fmla="val 50000" name="adj2"/>
              </a:avLst>
            </a:prstGeom>
            <a:solidFill>
              <a:srgbClr val="EFD4D4">
                <a:alpha val="89411"/>
              </a:srgbClr>
            </a:solidFill>
            <a:ln cap="flat" cmpd="sng" w="25400">
              <a:solidFill>
                <a:srgbClr val="EFD4D4">
                  <a:alpha val="89411"/>
                </a:srgbClr>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56" name="Google Shape;156;p26"/>
            <p:cNvSpPr txBox="1"/>
            <p:nvPr/>
          </p:nvSpPr>
          <p:spPr>
            <a:xfrm>
              <a:off x="2804385" y="1721843"/>
              <a:ext cx="3928957" cy="555243"/>
            </a:xfrm>
            <a:prstGeom prst="rect">
              <a:avLst/>
            </a:prstGeom>
            <a:noFill/>
            <a:ln>
              <a:noFill/>
            </a:ln>
          </p:spPr>
          <p:txBody>
            <a:bodyPr anchorCtr="0" anchor="t" bIns="10150" lIns="10150" spcFirstLastPara="1" rIns="10150" wrap="square" tIns="10150">
              <a:noAutofit/>
            </a:bodyPr>
            <a:lstStyle/>
            <a:p>
              <a:pPr indent="-171450" lvl="1" marL="171450" marR="0" rtl="0" algn="l">
                <a:lnSpc>
                  <a:spcPct val="100000"/>
                </a:lnSpc>
                <a:spcBef>
                  <a:spcPts val="0"/>
                </a:spcBef>
                <a:spcAft>
                  <a:spcPts val="0"/>
                </a:spcAft>
                <a:buClr>
                  <a:srgbClr val="000000"/>
                </a:buClr>
                <a:buSzPts val="1600"/>
                <a:buFont typeface="Arial"/>
                <a:buChar char="•"/>
              </a:pPr>
              <a:r>
                <a:rPr b="0" i="0" lang="es-AR" sz="1600" u="none" cap="none" strike="noStrike">
                  <a:solidFill>
                    <a:srgbClr val="000000"/>
                  </a:solidFill>
                  <a:latin typeface="Arial"/>
                  <a:ea typeface="Arial"/>
                  <a:cs typeface="Arial"/>
                  <a:sym typeface="Arial"/>
                </a:rPr>
                <a:t>Empleados, Estrategia de Negocios, Clientes, Inversores, Comunidad</a:t>
              </a:r>
              <a:endParaRPr b="0" i="0" sz="1600" u="none" cap="none" strike="noStrike">
                <a:solidFill>
                  <a:srgbClr val="000000"/>
                </a:solidFill>
                <a:latin typeface="Arial"/>
                <a:ea typeface="Arial"/>
                <a:cs typeface="Arial"/>
                <a:sym typeface="Arial"/>
              </a:endParaRPr>
            </a:p>
          </p:txBody>
        </p:sp>
        <p:sp>
          <p:nvSpPr>
            <p:cNvPr id="157" name="Google Shape;157;p26"/>
            <p:cNvSpPr/>
            <p:nvPr/>
          </p:nvSpPr>
          <p:spPr>
            <a:xfrm>
              <a:off x="0" y="1629302"/>
              <a:ext cx="2804385" cy="740324"/>
            </a:xfrm>
            <a:prstGeom prst="roundRect">
              <a:avLst>
                <a:gd fmla="val 16667" name="adj"/>
              </a:avLst>
            </a:prstGeom>
            <a:solidFill>
              <a:srgbClr val="CA5DD9"/>
            </a:solidFill>
            <a:ln cap="flat" cmpd="sng" w="25400">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58" name="Google Shape;158;p26"/>
            <p:cNvSpPr txBox="1"/>
            <p:nvPr/>
          </p:nvSpPr>
          <p:spPr>
            <a:xfrm>
              <a:off x="36140" y="1665442"/>
              <a:ext cx="2732105" cy="668044"/>
            </a:xfrm>
            <a:prstGeom prst="rect">
              <a:avLst/>
            </a:prstGeom>
            <a:no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2400"/>
                <a:buFont typeface="Arial"/>
                <a:buNone/>
              </a:pPr>
              <a:r>
                <a:rPr b="1" i="0" lang="es-AR" sz="2400" u="none" cap="none" strike="noStrike">
                  <a:solidFill>
                    <a:schemeClr val="lt1"/>
                  </a:solidFill>
                  <a:latin typeface="Arial"/>
                  <a:ea typeface="Arial"/>
                  <a:cs typeface="Arial"/>
                  <a:sym typeface="Arial"/>
                </a:rPr>
                <a:t> Partes interesadas</a:t>
              </a:r>
              <a:endParaRPr b="0" i="0" sz="2400" u="none" cap="none" strike="noStrike">
                <a:solidFill>
                  <a:schemeClr val="lt1"/>
                </a:solidFill>
                <a:latin typeface="Arial"/>
                <a:ea typeface="Arial"/>
                <a:cs typeface="Arial"/>
                <a:sym typeface="Arial"/>
              </a:endParaRPr>
            </a:p>
          </p:txBody>
        </p:sp>
        <p:sp>
          <p:nvSpPr>
            <p:cNvPr id="159" name="Google Shape;159;p26"/>
            <p:cNvSpPr/>
            <p:nvPr/>
          </p:nvSpPr>
          <p:spPr>
            <a:xfrm>
              <a:off x="2804385" y="2443659"/>
              <a:ext cx="4206578" cy="740324"/>
            </a:xfrm>
            <a:prstGeom prst="rightArrow">
              <a:avLst>
                <a:gd fmla="val 75000" name="adj1"/>
                <a:gd fmla="val 50000" name="adj2"/>
              </a:avLst>
            </a:prstGeom>
            <a:solidFill>
              <a:srgbClr val="F3D8D8">
                <a:alpha val="89411"/>
              </a:srgbClr>
            </a:solidFill>
            <a:ln cap="flat" cmpd="sng" w="25400">
              <a:solidFill>
                <a:srgbClr val="F3D8D8">
                  <a:alpha val="89411"/>
                </a:srgbClr>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60" name="Google Shape;160;p26"/>
            <p:cNvSpPr txBox="1"/>
            <p:nvPr/>
          </p:nvSpPr>
          <p:spPr>
            <a:xfrm>
              <a:off x="2804385" y="2536200"/>
              <a:ext cx="3928957" cy="555243"/>
            </a:xfrm>
            <a:prstGeom prst="rect">
              <a:avLst/>
            </a:prstGeom>
            <a:noFill/>
            <a:ln>
              <a:noFill/>
            </a:ln>
          </p:spPr>
          <p:txBody>
            <a:bodyPr anchorCtr="0" anchor="t" bIns="5075" lIns="5075" spcFirstLastPara="1" rIns="5075" wrap="square" tIns="5075">
              <a:noAutofit/>
            </a:bodyPr>
            <a:lstStyle/>
            <a:p>
              <a:pPr indent="-57150" lvl="1" marL="57150" marR="0" rtl="0" algn="l">
                <a:lnSpc>
                  <a:spcPct val="100000"/>
                </a:lnSpc>
                <a:spcBef>
                  <a:spcPts val="0"/>
                </a:spcBef>
                <a:spcAft>
                  <a:spcPts val="0"/>
                </a:spcAft>
                <a:buClr>
                  <a:srgbClr val="000000"/>
                </a:buClr>
                <a:buSzPts val="800"/>
                <a:buFont typeface="Arial"/>
                <a:buChar char="•"/>
              </a:pPr>
              <a:r>
                <a:rPr b="0" i="0" lang="es-AR" sz="800" u="none" cap="none" strike="noStrike">
                  <a:solidFill>
                    <a:srgbClr val="000000"/>
                  </a:solidFill>
                  <a:latin typeface="Arial"/>
                  <a:ea typeface="Arial"/>
                  <a:cs typeface="Arial"/>
                  <a:sym typeface="Arial"/>
                </a:rPr>
                <a:t>Personas (Staffing, Entrenamiento, compensaciones, desarrollo, comunicación)</a:t>
              </a:r>
              <a:endParaRPr b="0" i="0" sz="1400" u="none" cap="none" strike="noStrike">
                <a:solidFill>
                  <a:srgbClr val="000000"/>
                </a:solidFill>
                <a:latin typeface="Arial"/>
                <a:ea typeface="Arial"/>
                <a:cs typeface="Arial"/>
                <a:sym typeface="Arial"/>
              </a:endParaRPr>
            </a:p>
            <a:p>
              <a:pPr indent="-57150" lvl="1" marL="57150" marR="0" rtl="0" algn="l">
                <a:lnSpc>
                  <a:spcPct val="100000"/>
                </a:lnSpc>
                <a:spcBef>
                  <a:spcPts val="120"/>
                </a:spcBef>
                <a:spcAft>
                  <a:spcPts val="0"/>
                </a:spcAft>
                <a:buClr>
                  <a:srgbClr val="000000"/>
                </a:buClr>
                <a:buSzPts val="800"/>
                <a:buFont typeface="Arial"/>
                <a:buChar char="•"/>
              </a:pPr>
              <a:r>
                <a:rPr b="0" i="0" lang="es-AR" sz="800" u="none" cap="none" strike="noStrike">
                  <a:solidFill>
                    <a:srgbClr val="000000"/>
                  </a:solidFill>
                  <a:latin typeface="Arial"/>
                  <a:ea typeface="Arial"/>
                  <a:cs typeface="Arial"/>
                  <a:sym typeface="Arial"/>
                </a:rPr>
                <a:t>Performance – Promociones, Reconocimientos</a:t>
              </a:r>
              <a:endParaRPr b="0" i="0" sz="1400" u="none" cap="none" strike="noStrike">
                <a:solidFill>
                  <a:srgbClr val="000000"/>
                </a:solidFill>
                <a:latin typeface="Arial"/>
                <a:ea typeface="Arial"/>
                <a:cs typeface="Arial"/>
                <a:sym typeface="Arial"/>
              </a:endParaRPr>
            </a:p>
            <a:p>
              <a:pPr indent="-57150" lvl="1" marL="57150" marR="0" rtl="0" algn="l">
                <a:lnSpc>
                  <a:spcPct val="100000"/>
                </a:lnSpc>
                <a:spcBef>
                  <a:spcPts val="120"/>
                </a:spcBef>
                <a:spcAft>
                  <a:spcPts val="0"/>
                </a:spcAft>
                <a:buClr>
                  <a:srgbClr val="000000"/>
                </a:buClr>
                <a:buSzPts val="800"/>
                <a:buFont typeface="Arial"/>
                <a:buChar char="•"/>
              </a:pPr>
              <a:r>
                <a:rPr b="0" i="0" lang="es-AR" sz="800" u="none" cap="none" strike="noStrike">
                  <a:solidFill>
                    <a:srgbClr val="000000"/>
                  </a:solidFill>
                  <a:latin typeface="Arial"/>
                  <a:ea typeface="Arial"/>
                  <a:cs typeface="Arial"/>
                  <a:sym typeface="Arial"/>
                </a:rPr>
                <a:t>Comunicación – Información</a:t>
              </a:r>
              <a:endParaRPr b="0" i="0" sz="1400" u="none" cap="none" strike="noStrike">
                <a:solidFill>
                  <a:srgbClr val="000000"/>
                </a:solidFill>
                <a:latin typeface="Arial"/>
                <a:ea typeface="Arial"/>
                <a:cs typeface="Arial"/>
                <a:sym typeface="Arial"/>
              </a:endParaRPr>
            </a:p>
            <a:p>
              <a:pPr indent="-57150" lvl="1" marL="57150" marR="0" rtl="0" algn="l">
                <a:lnSpc>
                  <a:spcPct val="100000"/>
                </a:lnSpc>
                <a:spcBef>
                  <a:spcPts val="120"/>
                </a:spcBef>
                <a:spcAft>
                  <a:spcPts val="0"/>
                </a:spcAft>
                <a:buClr>
                  <a:srgbClr val="000000"/>
                </a:buClr>
                <a:buSzPts val="800"/>
                <a:buFont typeface="Arial"/>
                <a:buChar char="•"/>
              </a:pPr>
              <a:r>
                <a:rPr b="0" i="0" lang="es-AR" sz="800" u="none" cap="none" strike="noStrike">
                  <a:solidFill>
                    <a:srgbClr val="000000"/>
                  </a:solidFill>
                  <a:latin typeface="Arial"/>
                  <a:ea typeface="Arial"/>
                  <a:cs typeface="Arial"/>
                  <a:sym typeface="Arial"/>
                </a:rPr>
                <a:t>Operación – Políticas, procesos, diseño organizacional</a:t>
              </a:r>
              <a:endParaRPr b="0" i="0" sz="1400" u="none" cap="none" strike="noStrike">
                <a:solidFill>
                  <a:srgbClr val="000000"/>
                </a:solidFill>
                <a:latin typeface="Arial"/>
                <a:ea typeface="Arial"/>
                <a:cs typeface="Arial"/>
                <a:sym typeface="Arial"/>
              </a:endParaRPr>
            </a:p>
          </p:txBody>
        </p:sp>
        <p:sp>
          <p:nvSpPr>
            <p:cNvPr id="161" name="Google Shape;161;p26"/>
            <p:cNvSpPr/>
            <p:nvPr/>
          </p:nvSpPr>
          <p:spPr>
            <a:xfrm>
              <a:off x="0" y="2443659"/>
              <a:ext cx="2804385" cy="740324"/>
            </a:xfrm>
            <a:prstGeom prst="roundRect">
              <a:avLst>
                <a:gd fmla="val 16667" name="adj"/>
              </a:avLst>
            </a:prstGeom>
            <a:solidFill>
              <a:srgbClr val="9C78E1"/>
            </a:solidFill>
            <a:ln cap="flat" cmpd="sng" w="25400">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62" name="Google Shape;162;p26"/>
            <p:cNvSpPr txBox="1"/>
            <p:nvPr/>
          </p:nvSpPr>
          <p:spPr>
            <a:xfrm>
              <a:off x="36140" y="2479799"/>
              <a:ext cx="2732105" cy="668044"/>
            </a:xfrm>
            <a:prstGeom prst="rect">
              <a:avLst/>
            </a:prstGeom>
            <a:no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2400"/>
                <a:buFont typeface="Arial"/>
                <a:buNone/>
              </a:pPr>
              <a:r>
                <a:rPr b="1" i="0" lang="es-AR" sz="2400" u="none" cap="none" strike="noStrike">
                  <a:solidFill>
                    <a:schemeClr val="lt1"/>
                  </a:solidFill>
                  <a:latin typeface="Arial"/>
                  <a:ea typeface="Arial"/>
                  <a:cs typeface="Arial"/>
                  <a:sym typeface="Arial"/>
                </a:rPr>
                <a:t> Iniciativas</a:t>
              </a:r>
              <a:endParaRPr b="0" i="0" sz="1400" u="none" cap="none" strike="noStrike">
                <a:solidFill>
                  <a:srgbClr val="000000"/>
                </a:solidFill>
                <a:latin typeface="Arial"/>
                <a:ea typeface="Arial"/>
                <a:cs typeface="Arial"/>
                <a:sym typeface="Arial"/>
              </a:endParaRPr>
            </a:p>
          </p:txBody>
        </p:sp>
        <p:sp>
          <p:nvSpPr>
            <p:cNvPr id="163" name="Google Shape;163;p26"/>
            <p:cNvSpPr/>
            <p:nvPr/>
          </p:nvSpPr>
          <p:spPr>
            <a:xfrm>
              <a:off x="2804385" y="3258017"/>
              <a:ext cx="4206578" cy="740324"/>
            </a:xfrm>
            <a:prstGeom prst="rightArrow">
              <a:avLst>
                <a:gd fmla="val 75000" name="adj1"/>
                <a:gd fmla="val 50000" name="adj2"/>
              </a:avLst>
            </a:prstGeom>
            <a:solidFill>
              <a:srgbClr val="F5DDDD">
                <a:alpha val="89411"/>
              </a:srgbClr>
            </a:solidFill>
            <a:ln cap="flat" cmpd="sng" w="25400">
              <a:solidFill>
                <a:srgbClr val="F5DDDD">
                  <a:alpha val="89411"/>
                </a:srgbClr>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64" name="Google Shape;164;p26"/>
            <p:cNvSpPr txBox="1"/>
            <p:nvPr/>
          </p:nvSpPr>
          <p:spPr>
            <a:xfrm>
              <a:off x="2804385" y="3350558"/>
              <a:ext cx="3928957" cy="555243"/>
            </a:xfrm>
            <a:prstGeom prst="rect">
              <a:avLst/>
            </a:prstGeom>
            <a:noFill/>
            <a:ln>
              <a:noFill/>
            </a:ln>
          </p:spPr>
          <p:txBody>
            <a:bodyPr anchorCtr="0" anchor="t" bIns="10150" lIns="10150" spcFirstLastPara="1" rIns="10150" wrap="square" tIns="10150">
              <a:noAutofit/>
            </a:bodyPr>
            <a:lstStyle/>
            <a:p>
              <a:pPr indent="-171450" lvl="1" marL="171450" marR="0" rtl="0" algn="l">
                <a:lnSpc>
                  <a:spcPct val="100000"/>
                </a:lnSpc>
                <a:spcBef>
                  <a:spcPts val="0"/>
                </a:spcBef>
                <a:spcAft>
                  <a:spcPts val="0"/>
                </a:spcAft>
                <a:buClr>
                  <a:srgbClr val="000000"/>
                </a:buClr>
                <a:buSzPts val="1600"/>
                <a:buFont typeface="Arial"/>
                <a:buChar char="•"/>
              </a:pPr>
              <a:r>
                <a:rPr b="0" i="0" lang="es-AR" sz="1600" u="none" cap="none" strike="noStrike">
                  <a:solidFill>
                    <a:srgbClr val="000000"/>
                  </a:solidFill>
                  <a:latin typeface="Arial"/>
                  <a:ea typeface="Arial"/>
                  <a:cs typeface="Arial"/>
                  <a:sym typeface="Arial"/>
                </a:rPr>
                <a:t> Roles, Responsabilidades</a:t>
              </a:r>
              <a:endParaRPr b="0" i="0" sz="1400" u="none" cap="none" strike="noStrike">
                <a:solidFill>
                  <a:srgbClr val="000000"/>
                </a:solidFill>
                <a:latin typeface="Arial"/>
                <a:ea typeface="Arial"/>
                <a:cs typeface="Arial"/>
                <a:sym typeface="Arial"/>
              </a:endParaRPr>
            </a:p>
          </p:txBody>
        </p:sp>
        <p:sp>
          <p:nvSpPr>
            <p:cNvPr id="165" name="Google Shape;165;p26"/>
            <p:cNvSpPr/>
            <p:nvPr/>
          </p:nvSpPr>
          <p:spPr>
            <a:xfrm>
              <a:off x="0" y="3258017"/>
              <a:ext cx="2804385" cy="740324"/>
            </a:xfrm>
            <a:prstGeom prst="roundRect">
              <a:avLst>
                <a:gd fmla="val 16667" name="adj"/>
              </a:avLst>
            </a:prstGeom>
            <a:solidFill>
              <a:srgbClr val="95A6E7"/>
            </a:solidFill>
            <a:ln cap="flat" cmpd="sng" w="25400">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66" name="Google Shape;166;p26"/>
            <p:cNvSpPr txBox="1"/>
            <p:nvPr/>
          </p:nvSpPr>
          <p:spPr>
            <a:xfrm>
              <a:off x="36140" y="3294157"/>
              <a:ext cx="2732105" cy="668044"/>
            </a:xfrm>
            <a:prstGeom prst="rect">
              <a:avLst/>
            </a:prstGeom>
            <a:no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2400"/>
                <a:buFont typeface="Arial"/>
                <a:buNone/>
              </a:pPr>
              <a:r>
                <a:rPr b="1" i="0" lang="es-AR" sz="2400" u="none" cap="none" strike="noStrike">
                  <a:solidFill>
                    <a:schemeClr val="lt1"/>
                  </a:solidFill>
                  <a:latin typeface="Arial"/>
                  <a:ea typeface="Arial"/>
                  <a:cs typeface="Arial"/>
                  <a:sym typeface="Arial"/>
                </a:rPr>
                <a:t>Estructura Organizacional</a:t>
              </a:r>
              <a:endParaRPr b="0" i="0" sz="2400" u="none" cap="none" strike="noStrike">
                <a:solidFill>
                  <a:schemeClr val="lt1"/>
                </a:solidFill>
                <a:latin typeface="Arial"/>
                <a:ea typeface="Arial"/>
                <a:cs typeface="Arial"/>
                <a:sym typeface="Arial"/>
              </a:endParaRPr>
            </a:p>
          </p:txBody>
        </p:sp>
        <p:sp>
          <p:nvSpPr>
            <p:cNvPr id="167" name="Google Shape;167;p26"/>
            <p:cNvSpPr/>
            <p:nvPr/>
          </p:nvSpPr>
          <p:spPr>
            <a:xfrm>
              <a:off x="2804385" y="4072374"/>
              <a:ext cx="4206578" cy="740324"/>
            </a:xfrm>
            <a:prstGeom prst="rightArrow">
              <a:avLst>
                <a:gd fmla="val 75000" name="adj1"/>
                <a:gd fmla="val 50000" name="adj2"/>
              </a:avLst>
            </a:prstGeom>
            <a:solidFill>
              <a:srgbClr val="F7E3E3">
                <a:alpha val="89411"/>
              </a:srgbClr>
            </a:solidFill>
            <a:ln cap="flat" cmpd="sng" w="25400">
              <a:solidFill>
                <a:srgbClr val="F7E3E3">
                  <a:alpha val="89411"/>
                </a:srgbClr>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68" name="Google Shape;168;p26"/>
            <p:cNvSpPr txBox="1"/>
            <p:nvPr/>
          </p:nvSpPr>
          <p:spPr>
            <a:xfrm>
              <a:off x="2804385" y="4164915"/>
              <a:ext cx="3928957" cy="555243"/>
            </a:xfrm>
            <a:prstGeom prst="rect">
              <a:avLst/>
            </a:prstGeom>
            <a:noFill/>
            <a:ln>
              <a:noFill/>
            </a:ln>
          </p:spPr>
          <p:txBody>
            <a:bodyPr anchorCtr="0" anchor="t" bIns="10150" lIns="10150" spcFirstLastPara="1" rIns="10150" wrap="square" tIns="10150">
              <a:noAutofit/>
            </a:bodyPr>
            <a:lstStyle/>
            <a:p>
              <a:pPr indent="-171450" lvl="1" marL="171450" marR="0" rtl="0" algn="l">
                <a:lnSpc>
                  <a:spcPct val="100000"/>
                </a:lnSpc>
                <a:spcBef>
                  <a:spcPts val="0"/>
                </a:spcBef>
                <a:spcAft>
                  <a:spcPts val="0"/>
                </a:spcAft>
                <a:buClr>
                  <a:srgbClr val="000000"/>
                </a:buClr>
                <a:buSzPts val="1600"/>
                <a:buFont typeface="Arial"/>
                <a:buChar char="•"/>
              </a:pPr>
              <a:r>
                <a:rPr b="0" i="0" lang="es-AR" sz="1600" u="none" cap="none" strike="noStrike">
                  <a:solidFill>
                    <a:srgbClr val="000000"/>
                  </a:solidFill>
                  <a:latin typeface="Arial"/>
                  <a:ea typeface="Arial"/>
                  <a:cs typeface="Arial"/>
                  <a:sym typeface="Arial"/>
                </a:rPr>
                <a:t> Indicadores cuantitativos y cualitativos sobre talento, organización y liderazgo.</a:t>
              </a:r>
              <a:endParaRPr b="0" i="0" sz="1400" u="none" cap="none" strike="noStrike">
                <a:solidFill>
                  <a:srgbClr val="000000"/>
                </a:solidFill>
                <a:latin typeface="Arial"/>
                <a:ea typeface="Arial"/>
                <a:cs typeface="Arial"/>
                <a:sym typeface="Arial"/>
              </a:endParaRPr>
            </a:p>
          </p:txBody>
        </p:sp>
        <p:sp>
          <p:nvSpPr>
            <p:cNvPr id="169" name="Google Shape;169;p26"/>
            <p:cNvSpPr/>
            <p:nvPr/>
          </p:nvSpPr>
          <p:spPr>
            <a:xfrm>
              <a:off x="0" y="4072374"/>
              <a:ext cx="2804385" cy="740324"/>
            </a:xfrm>
            <a:prstGeom prst="roundRect">
              <a:avLst>
                <a:gd fmla="val 16667" name="adj"/>
              </a:avLst>
            </a:prstGeom>
            <a:solidFill>
              <a:srgbClr val="B1DEEE"/>
            </a:solidFill>
            <a:ln cap="flat" cmpd="sng" w="25400">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70" name="Google Shape;170;p26"/>
            <p:cNvSpPr txBox="1"/>
            <p:nvPr/>
          </p:nvSpPr>
          <p:spPr>
            <a:xfrm>
              <a:off x="36140" y="4108514"/>
              <a:ext cx="2732105" cy="668044"/>
            </a:xfrm>
            <a:prstGeom prst="rect">
              <a:avLst/>
            </a:prstGeom>
            <a:no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2400"/>
                <a:buFont typeface="Arial"/>
                <a:buNone/>
              </a:pPr>
              <a:r>
                <a:rPr b="1" i="0" lang="es-AR" sz="2400" u="none" cap="none" strike="noStrike">
                  <a:solidFill>
                    <a:schemeClr val="lt1"/>
                  </a:solidFill>
                  <a:latin typeface="Arial"/>
                  <a:ea typeface="Arial"/>
                  <a:cs typeface="Arial"/>
                  <a:sym typeface="Arial"/>
                </a:rPr>
                <a:t>Indicadores</a:t>
              </a:r>
              <a:endParaRPr b="0" i="0" sz="2400" u="none" cap="none" strike="noStrike">
                <a:solidFill>
                  <a:schemeClr val="lt1"/>
                </a:solidFill>
                <a:latin typeface="Arial"/>
                <a:ea typeface="Arial"/>
                <a:cs typeface="Arial"/>
                <a:sym typeface="Arial"/>
              </a:endParaRPr>
            </a:p>
          </p:txBody>
        </p:sp>
      </p:grpSp>
      <p:sp>
        <p:nvSpPr>
          <p:cNvPr id="171" name="Google Shape;171;p26"/>
          <p:cNvSpPr txBox="1"/>
          <p:nvPr/>
        </p:nvSpPr>
        <p:spPr>
          <a:xfrm>
            <a:off x="21372" y="-56441"/>
            <a:ext cx="9906000" cy="1188000"/>
          </a:xfrm>
          <a:prstGeom prst="rect">
            <a:avLst/>
          </a:prstGeom>
          <a:noFill/>
          <a:ln>
            <a:noFill/>
          </a:ln>
        </p:spPr>
        <p:txBody>
          <a:bodyPr anchorCtr="0" anchor="ctr" bIns="36000" lIns="72000" spcFirstLastPara="1" rIns="72000" wrap="square" tIns="252000">
            <a:noAutofit/>
          </a:bodyPr>
          <a:lstStyle/>
          <a:p>
            <a:pPr indent="-714375" lvl="0" marL="714375" marR="0" rtl="0" algn="l">
              <a:lnSpc>
                <a:spcPct val="90000"/>
              </a:lnSpc>
              <a:spcBef>
                <a:spcPts val="0"/>
              </a:spcBef>
              <a:spcAft>
                <a:spcPts val="0"/>
              </a:spcAft>
              <a:buClr>
                <a:srgbClr val="932328"/>
              </a:buClr>
              <a:buSzPts val="600"/>
              <a:buFont typeface="Arial"/>
              <a:buNone/>
            </a:pPr>
            <a:r>
              <a:rPr b="1" i="0" lang="es-AR" sz="2400" u="none" cap="none" strike="noStrike">
                <a:solidFill>
                  <a:srgbClr val="932328"/>
                </a:solidFill>
                <a:latin typeface="Arial"/>
                <a:ea typeface="Arial"/>
                <a:cs typeface="Arial"/>
                <a:sym typeface="Arial"/>
              </a:rPr>
              <a:t>Relaciones Industriales </a:t>
            </a:r>
            <a:endParaRPr b="1" i="0" sz="2400" u="none" cap="none" strike="noStrike">
              <a:solidFill>
                <a:srgbClr val="932328"/>
              </a:solidFill>
              <a:latin typeface="Arial"/>
              <a:ea typeface="Arial"/>
              <a:cs typeface="Arial"/>
              <a:sym typeface="Arial"/>
            </a:endParaRPr>
          </a:p>
          <a:p>
            <a:pPr indent="-714375" lvl="0" marL="714375" marR="0" rtl="0" algn="l">
              <a:lnSpc>
                <a:spcPct val="90000"/>
              </a:lnSpc>
              <a:spcBef>
                <a:spcPts val="0"/>
              </a:spcBef>
              <a:spcAft>
                <a:spcPts val="0"/>
              </a:spcAft>
              <a:buClr>
                <a:srgbClr val="932328"/>
              </a:buClr>
              <a:buSzPts val="700"/>
              <a:buFont typeface="Arial Narrow"/>
              <a:buNone/>
            </a:pPr>
            <a:r>
              <a:rPr b="1" i="0" lang="es-AR" sz="2800" u="none" cap="none" strike="noStrike">
                <a:solidFill>
                  <a:srgbClr val="932328"/>
                </a:solidFill>
                <a:latin typeface="Arial Narrow"/>
                <a:ea typeface="Arial Narrow"/>
                <a:cs typeface="Arial Narrow"/>
                <a:sym typeface="Arial Narrow"/>
              </a:rPr>
              <a:t>¿Qué hacemos en RRHH?</a:t>
            </a:r>
            <a:endParaRPr b="1" i="0" sz="2800" u="none" cap="none" strike="noStrike">
              <a:solidFill>
                <a:srgbClr val="932328"/>
              </a:solidFill>
              <a:latin typeface="Arial Narrow"/>
              <a:ea typeface="Arial Narrow"/>
              <a:cs typeface="Arial Narrow"/>
              <a:sym typeface="Arial Narrow"/>
            </a:endParaRPr>
          </a:p>
        </p:txBody>
      </p:sp>
      <p:pic>
        <p:nvPicPr>
          <p:cNvPr id="172" name="Google Shape;172;p26"/>
          <p:cNvPicPr preferRelativeResize="0"/>
          <p:nvPr/>
        </p:nvPicPr>
        <p:blipFill rotWithShape="1">
          <a:blip r:embed="rId3">
            <a:alphaModFix/>
          </a:blip>
          <a:srcRect b="5071" l="19807" r="24615" t="2065"/>
          <a:stretch/>
        </p:blipFill>
        <p:spPr>
          <a:xfrm>
            <a:off x="1038457" y="5211505"/>
            <a:ext cx="1177750" cy="1330839"/>
          </a:xfrm>
          <a:prstGeom prst="rect">
            <a:avLst/>
          </a:prstGeom>
          <a:noFill/>
          <a:ln>
            <a:noFill/>
          </a:ln>
        </p:spPr>
      </p:pic>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77" name="Shape 177"/>
        <p:cNvGrpSpPr/>
        <p:nvPr/>
      </p:nvGrpSpPr>
      <p:grpSpPr>
        <a:xfrm>
          <a:off x="0" y="0"/>
          <a:ext cx="0" cy="0"/>
          <a:chOff x="0" y="0"/>
          <a:chExt cx="0" cy="0"/>
        </a:xfrm>
      </p:grpSpPr>
      <p:pic>
        <p:nvPicPr>
          <p:cNvPr id="178" name="Google Shape;178;p27"/>
          <p:cNvPicPr preferRelativeResize="0"/>
          <p:nvPr/>
        </p:nvPicPr>
        <p:blipFill rotWithShape="1">
          <a:blip r:embed="rId3">
            <a:alphaModFix/>
          </a:blip>
          <a:srcRect b="0" l="0" r="0" t="0"/>
          <a:stretch/>
        </p:blipFill>
        <p:spPr>
          <a:xfrm>
            <a:off x="0" y="2824063"/>
            <a:ext cx="5080000" cy="2235200"/>
          </a:xfrm>
          <a:prstGeom prst="rect">
            <a:avLst/>
          </a:prstGeom>
          <a:noFill/>
          <a:ln>
            <a:noFill/>
          </a:ln>
        </p:spPr>
      </p:pic>
      <p:sp>
        <p:nvSpPr>
          <p:cNvPr id="179" name="Google Shape;179;p27"/>
          <p:cNvSpPr txBox="1"/>
          <p:nvPr/>
        </p:nvSpPr>
        <p:spPr>
          <a:xfrm>
            <a:off x="374073" y="1762308"/>
            <a:ext cx="3916800" cy="5850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600"/>
              <a:buFont typeface="Arial"/>
              <a:buNone/>
            </a:pPr>
            <a:r>
              <a:rPr b="1" i="0" lang="es-AR" sz="1600" u="none" cap="none" strike="noStrike">
                <a:solidFill>
                  <a:srgbClr val="000000"/>
                </a:solidFill>
                <a:latin typeface="Arial"/>
                <a:ea typeface="Arial"/>
                <a:cs typeface="Arial"/>
                <a:sym typeface="Arial"/>
              </a:rPr>
              <a:t>El Método Inicial – Dave Ulrich (1996)</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600"/>
              <a:buFont typeface="Arial"/>
              <a:buNone/>
            </a:pPr>
            <a:r>
              <a:rPr b="1" i="0" lang="es-AR" sz="1600" u="none" cap="none" strike="noStrike">
                <a:solidFill>
                  <a:srgbClr val="000000"/>
                </a:solidFill>
                <a:latin typeface="Arial"/>
                <a:ea typeface="Arial"/>
                <a:cs typeface="Arial"/>
                <a:sym typeface="Arial"/>
              </a:rPr>
              <a:t>4 Roles – 16 Responsabilidades</a:t>
            </a:r>
            <a:endParaRPr b="0" i="0" sz="1400" u="none" cap="none" strike="noStrike">
              <a:solidFill>
                <a:srgbClr val="000000"/>
              </a:solidFill>
              <a:latin typeface="Arial"/>
              <a:ea typeface="Arial"/>
              <a:cs typeface="Arial"/>
              <a:sym typeface="Arial"/>
            </a:endParaRPr>
          </a:p>
        </p:txBody>
      </p:sp>
      <p:pic>
        <p:nvPicPr>
          <p:cNvPr id="180" name="Google Shape;180;p27"/>
          <p:cNvPicPr preferRelativeResize="0"/>
          <p:nvPr/>
        </p:nvPicPr>
        <p:blipFill rotWithShape="1">
          <a:blip r:embed="rId4">
            <a:alphaModFix/>
          </a:blip>
          <a:srcRect b="0" l="0" r="0" t="0"/>
          <a:stretch/>
        </p:blipFill>
        <p:spPr>
          <a:xfrm>
            <a:off x="5520761" y="2441864"/>
            <a:ext cx="4064000" cy="3124200"/>
          </a:xfrm>
          <a:prstGeom prst="rect">
            <a:avLst/>
          </a:prstGeom>
          <a:noFill/>
          <a:ln>
            <a:noFill/>
          </a:ln>
        </p:spPr>
      </p:pic>
      <p:sp>
        <p:nvSpPr>
          <p:cNvPr id="181" name="Google Shape;181;p27"/>
          <p:cNvSpPr/>
          <p:nvPr/>
        </p:nvSpPr>
        <p:spPr>
          <a:xfrm>
            <a:off x="4291012" y="1708682"/>
            <a:ext cx="1690687" cy="484632"/>
          </a:xfrm>
          <a:prstGeom prst="rightArrow">
            <a:avLst>
              <a:gd fmla="val 50000" name="adj1"/>
              <a:gd fmla="val 50000" name="adj2"/>
            </a:avLst>
          </a:prstGeom>
          <a:solidFill>
            <a:srgbClr val="7030A0"/>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chemeClr val="lt1"/>
              </a:solidFill>
              <a:latin typeface="Arial"/>
              <a:ea typeface="Arial"/>
              <a:cs typeface="Arial"/>
              <a:sym typeface="Arial"/>
            </a:endParaRPr>
          </a:p>
        </p:txBody>
      </p:sp>
      <p:sp>
        <p:nvSpPr>
          <p:cNvPr id="182" name="Google Shape;182;p27"/>
          <p:cNvSpPr txBox="1"/>
          <p:nvPr/>
        </p:nvSpPr>
        <p:spPr>
          <a:xfrm>
            <a:off x="6479611" y="1781721"/>
            <a:ext cx="3105150" cy="338554"/>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600"/>
              <a:buFont typeface="Arial"/>
              <a:buNone/>
            </a:pPr>
            <a:r>
              <a:rPr b="1" i="1" lang="es-AR" sz="1600" u="none" cap="none" strike="noStrike">
                <a:solidFill>
                  <a:srgbClr val="000000"/>
                </a:solidFill>
                <a:latin typeface="Arial"/>
                <a:ea typeface="Arial"/>
                <a:cs typeface="Arial"/>
                <a:sym typeface="Arial"/>
              </a:rPr>
              <a:t>HR Competence (2019)</a:t>
            </a:r>
            <a:endParaRPr b="1" i="0" sz="1600" u="none" cap="none" strike="noStrike">
              <a:solidFill>
                <a:schemeClr val="dk1"/>
              </a:solidFill>
              <a:latin typeface="Arial"/>
              <a:ea typeface="Arial"/>
              <a:cs typeface="Arial"/>
              <a:sym typeface="Arial"/>
            </a:endParaRPr>
          </a:p>
        </p:txBody>
      </p:sp>
      <p:sp>
        <p:nvSpPr>
          <p:cNvPr id="183" name="Google Shape;183;p27"/>
          <p:cNvSpPr txBox="1"/>
          <p:nvPr/>
        </p:nvSpPr>
        <p:spPr>
          <a:xfrm>
            <a:off x="21372" y="-56441"/>
            <a:ext cx="9906000" cy="1188000"/>
          </a:xfrm>
          <a:prstGeom prst="rect">
            <a:avLst/>
          </a:prstGeom>
          <a:noFill/>
          <a:ln>
            <a:noFill/>
          </a:ln>
        </p:spPr>
        <p:txBody>
          <a:bodyPr anchorCtr="0" anchor="ctr" bIns="36000" lIns="72000" spcFirstLastPara="1" rIns="72000" wrap="square" tIns="252000">
            <a:noAutofit/>
          </a:bodyPr>
          <a:lstStyle/>
          <a:p>
            <a:pPr indent="-714375" lvl="0" marL="714375" marR="0" rtl="0" algn="l">
              <a:lnSpc>
                <a:spcPct val="90000"/>
              </a:lnSpc>
              <a:spcBef>
                <a:spcPts val="0"/>
              </a:spcBef>
              <a:spcAft>
                <a:spcPts val="0"/>
              </a:spcAft>
              <a:buClr>
                <a:srgbClr val="932328"/>
              </a:buClr>
              <a:buSzPts val="600"/>
              <a:buFont typeface="Arial"/>
              <a:buNone/>
            </a:pPr>
            <a:r>
              <a:rPr b="1" i="0" lang="es-AR" sz="2400" u="none" cap="none" strike="noStrike">
                <a:solidFill>
                  <a:srgbClr val="932328"/>
                </a:solidFill>
                <a:latin typeface="Arial"/>
                <a:ea typeface="Arial"/>
                <a:cs typeface="Arial"/>
                <a:sym typeface="Arial"/>
              </a:rPr>
              <a:t>Relaciones Industriales </a:t>
            </a:r>
            <a:endParaRPr b="1" i="0" sz="2400" u="none" cap="none" strike="noStrike">
              <a:solidFill>
                <a:srgbClr val="932328"/>
              </a:solidFill>
              <a:latin typeface="Arial"/>
              <a:ea typeface="Arial"/>
              <a:cs typeface="Arial"/>
              <a:sym typeface="Arial"/>
            </a:endParaRPr>
          </a:p>
          <a:p>
            <a:pPr indent="-714375" lvl="0" marL="714375" marR="0" rtl="0" algn="l">
              <a:lnSpc>
                <a:spcPct val="90000"/>
              </a:lnSpc>
              <a:spcBef>
                <a:spcPts val="0"/>
              </a:spcBef>
              <a:spcAft>
                <a:spcPts val="0"/>
              </a:spcAft>
              <a:buClr>
                <a:srgbClr val="932328"/>
              </a:buClr>
              <a:buSzPts val="700"/>
              <a:buFont typeface="Arial Narrow"/>
              <a:buNone/>
            </a:pPr>
            <a:r>
              <a:rPr b="1" i="0" lang="es-AR" sz="2800" u="none" cap="none" strike="noStrike">
                <a:solidFill>
                  <a:srgbClr val="932328"/>
                </a:solidFill>
                <a:latin typeface="Arial Narrow"/>
                <a:ea typeface="Arial Narrow"/>
                <a:cs typeface="Arial Narrow"/>
                <a:sym typeface="Arial Narrow"/>
              </a:rPr>
              <a:t>¿Qué hacemos en RRHH?</a:t>
            </a:r>
            <a:endParaRPr b="1" i="0" sz="2800" u="none" cap="none" strike="noStrike">
              <a:solidFill>
                <a:srgbClr val="932328"/>
              </a:solidFill>
              <a:latin typeface="Arial Narrow"/>
              <a:ea typeface="Arial Narrow"/>
              <a:cs typeface="Arial Narrow"/>
              <a:sym typeface="Arial Narrow"/>
            </a:endParaRPr>
          </a:p>
        </p:txBody>
      </p:sp>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87" name="Shape 187"/>
        <p:cNvGrpSpPr/>
        <p:nvPr/>
      </p:nvGrpSpPr>
      <p:grpSpPr>
        <a:xfrm>
          <a:off x="0" y="0"/>
          <a:ext cx="0" cy="0"/>
          <a:chOff x="0" y="0"/>
          <a:chExt cx="0" cy="0"/>
        </a:xfrm>
      </p:grpSpPr>
      <p:sp>
        <p:nvSpPr>
          <p:cNvPr id="188" name="Google Shape;188;p9"/>
          <p:cNvSpPr txBox="1"/>
          <p:nvPr/>
        </p:nvSpPr>
        <p:spPr>
          <a:xfrm>
            <a:off x="4061627" y="1386323"/>
            <a:ext cx="5596458" cy="1015663"/>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0000"/>
              </a:buClr>
              <a:buSzPts val="2000"/>
              <a:buFont typeface="Arial"/>
              <a:buNone/>
            </a:pPr>
            <a:r>
              <a:rPr b="1" i="0" lang="es-AR" sz="2000" u="none" cap="none" strike="noStrike">
                <a:solidFill>
                  <a:srgbClr val="000000"/>
                </a:solidFill>
                <a:latin typeface="Arial"/>
                <a:ea typeface="Arial"/>
                <a:cs typeface="Arial"/>
                <a:sym typeface="Arial"/>
              </a:rPr>
              <a:t>La administración de recursos humanos: </a:t>
            </a:r>
            <a:endParaRPr b="1" i="0" sz="2000" u="none" cap="none" strike="noStrike">
              <a:solidFill>
                <a:srgbClr val="000000"/>
              </a:solidFill>
              <a:latin typeface="Arial"/>
              <a:ea typeface="Arial"/>
              <a:cs typeface="Arial"/>
              <a:sym typeface="Arial"/>
            </a:endParaRPr>
          </a:p>
          <a:p>
            <a:pPr indent="0" lvl="0" marL="0" marR="0" rtl="0" algn="ctr">
              <a:lnSpc>
                <a:spcPct val="100000"/>
              </a:lnSpc>
              <a:spcBef>
                <a:spcPts val="0"/>
              </a:spcBef>
              <a:spcAft>
                <a:spcPts val="0"/>
              </a:spcAft>
              <a:buClr>
                <a:srgbClr val="C00000"/>
              </a:buClr>
              <a:buSzPts val="2000"/>
              <a:buFont typeface="Arial"/>
              <a:buNone/>
            </a:pPr>
            <a:r>
              <a:rPr b="1" i="0" lang="es-AR" sz="2000" u="none" cap="none" strike="noStrike">
                <a:solidFill>
                  <a:srgbClr val="C00000"/>
                </a:solidFill>
                <a:latin typeface="Arial"/>
                <a:ea typeface="Arial"/>
                <a:cs typeface="Arial"/>
                <a:sym typeface="Arial"/>
              </a:rPr>
              <a:t>Es una función de staff y una responsabilidad de la línea.</a:t>
            </a:r>
            <a:endParaRPr b="0" i="0" sz="2000" u="none" cap="none" strike="noStrike">
              <a:solidFill>
                <a:srgbClr val="000000"/>
              </a:solidFill>
              <a:latin typeface="Arial"/>
              <a:ea typeface="Arial"/>
              <a:cs typeface="Arial"/>
              <a:sym typeface="Arial"/>
            </a:endParaRPr>
          </a:p>
        </p:txBody>
      </p:sp>
      <p:sp>
        <p:nvSpPr>
          <p:cNvPr id="189" name="Google Shape;189;p9"/>
          <p:cNvSpPr txBox="1"/>
          <p:nvPr/>
        </p:nvSpPr>
        <p:spPr>
          <a:xfrm>
            <a:off x="100708" y="1128585"/>
            <a:ext cx="3705158" cy="1815882"/>
          </a:xfrm>
          <a:prstGeom prst="rect">
            <a:avLst/>
          </a:prstGeom>
          <a:noFill/>
          <a:ln>
            <a:noFill/>
          </a:ln>
        </p:spPr>
        <p:txBody>
          <a:bodyPr anchorCtr="0" anchor="t" bIns="91425" lIns="91425" spcFirstLastPara="1" rIns="91425" wrap="square" tIns="91425">
            <a:noAutofit/>
          </a:bodyPr>
          <a:lstStyle/>
          <a:p>
            <a:pPr indent="0" lvl="0" marL="0" marR="0" rtl="0" algn="l">
              <a:lnSpc>
                <a:spcPct val="100000"/>
              </a:lnSpc>
              <a:spcBef>
                <a:spcPts val="0"/>
              </a:spcBef>
              <a:spcAft>
                <a:spcPts val="0"/>
              </a:spcAft>
              <a:buClr>
                <a:srgbClr val="000000"/>
              </a:buClr>
              <a:buSzPts val="2800"/>
              <a:buFont typeface="Arial"/>
              <a:buNone/>
            </a:pPr>
            <a:r>
              <a:rPr b="1" i="0" lang="es-AR" sz="2800" u="none" cap="none" strike="noStrike">
                <a:solidFill>
                  <a:srgbClr val="000000"/>
                </a:solidFill>
                <a:latin typeface="Arial"/>
                <a:ea typeface="Arial"/>
                <a:cs typeface="Arial"/>
                <a:sym typeface="Arial"/>
              </a:rPr>
              <a:t>¿Línea o Staff?</a:t>
            </a:r>
            <a:endParaRPr b="1" i="0" sz="2800" u="none" cap="none" strike="noStrike">
              <a:solidFill>
                <a:srgbClr val="000000"/>
              </a:solidFill>
              <a:latin typeface="Arial"/>
              <a:ea typeface="Arial"/>
              <a:cs typeface="Arial"/>
              <a:sym typeface="Arial"/>
            </a:endParaRPr>
          </a:p>
        </p:txBody>
      </p:sp>
      <p:sp>
        <p:nvSpPr>
          <p:cNvPr id="190" name="Google Shape;190;p9"/>
          <p:cNvSpPr/>
          <p:nvPr/>
        </p:nvSpPr>
        <p:spPr>
          <a:xfrm>
            <a:off x="2221955" y="1967348"/>
            <a:ext cx="1609725" cy="713114"/>
          </a:xfrm>
          <a:prstGeom prst="rect">
            <a:avLst/>
          </a:prstGeom>
          <a:solidFill>
            <a:schemeClr val="dk2"/>
          </a:solidFill>
          <a:ln cap="flat" cmpd="sng" w="9525">
            <a:solidFill>
              <a:srgbClr val="ADD9E9"/>
            </a:solidFill>
            <a:prstDash val="solid"/>
            <a:round/>
            <a:headEnd len="sm" w="sm" type="none"/>
            <a:tailEnd len="sm" w="sm" type="none"/>
          </a:ln>
          <a:effectLst>
            <a:outerShdw blurRad="40000" rotWithShape="0" dir="5400000" dist="20000">
              <a:srgbClr val="000000">
                <a:alpha val="36470"/>
              </a:srgbClr>
            </a:outerShdw>
          </a:effectLst>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400"/>
              <a:buFont typeface="Arial"/>
              <a:buNone/>
            </a:pPr>
            <a:r>
              <a:rPr b="0" i="0" lang="es-AR" sz="1400" u="none" cap="none" strike="noStrike">
                <a:solidFill>
                  <a:schemeClr val="lt2"/>
                </a:solidFill>
                <a:latin typeface="Arial"/>
                <a:ea typeface="Arial"/>
                <a:cs typeface="Arial"/>
                <a:sym typeface="Arial"/>
              </a:rPr>
              <a:t>Dirección General</a:t>
            </a:r>
            <a:endParaRPr b="0" i="0" sz="1400" u="none" cap="none" strike="noStrike">
              <a:solidFill>
                <a:schemeClr val="lt2"/>
              </a:solidFill>
              <a:latin typeface="Arial"/>
              <a:ea typeface="Arial"/>
              <a:cs typeface="Arial"/>
              <a:sym typeface="Arial"/>
            </a:endParaRPr>
          </a:p>
        </p:txBody>
      </p:sp>
      <p:sp>
        <p:nvSpPr>
          <p:cNvPr id="191" name="Google Shape;191;p9"/>
          <p:cNvSpPr/>
          <p:nvPr/>
        </p:nvSpPr>
        <p:spPr>
          <a:xfrm>
            <a:off x="356469" y="3706419"/>
            <a:ext cx="1609725" cy="713114"/>
          </a:xfrm>
          <a:prstGeom prst="rect">
            <a:avLst/>
          </a:prstGeom>
          <a:solidFill>
            <a:schemeClr val="dk2"/>
          </a:solidFill>
          <a:ln cap="flat" cmpd="sng" w="9525">
            <a:solidFill>
              <a:srgbClr val="ADD9E9"/>
            </a:solidFill>
            <a:prstDash val="solid"/>
            <a:round/>
            <a:headEnd len="sm" w="sm" type="none"/>
            <a:tailEnd len="sm" w="sm" type="none"/>
          </a:ln>
          <a:effectLst>
            <a:outerShdw blurRad="40000" rotWithShape="0" dir="5400000" dist="20000">
              <a:srgbClr val="000000">
                <a:alpha val="36470"/>
              </a:srgbClr>
            </a:outerShdw>
          </a:effectLst>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400"/>
              <a:buFont typeface="Arial"/>
              <a:buNone/>
            </a:pPr>
            <a:r>
              <a:rPr b="0" i="0" lang="es-AR" sz="1400" u="none" cap="none" strike="noStrike">
                <a:solidFill>
                  <a:schemeClr val="lt2"/>
                </a:solidFill>
                <a:latin typeface="Arial"/>
                <a:ea typeface="Arial"/>
                <a:cs typeface="Arial"/>
                <a:sym typeface="Arial"/>
              </a:rPr>
              <a:t>Gerencia de Planta </a:t>
            </a:r>
            <a:endParaRPr b="0" i="0" sz="1400" u="none" cap="none" strike="noStrike">
              <a:solidFill>
                <a:schemeClr val="lt2"/>
              </a:solidFill>
              <a:latin typeface="Arial"/>
              <a:ea typeface="Arial"/>
              <a:cs typeface="Arial"/>
              <a:sym typeface="Arial"/>
            </a:endParaRPr>
          </a:p>
        </p:txBody>
      </p:sp>
      <p:sp>
        <p:nvSpPr>
          <p:cNvPr id="192" name="Google Shape;192;p9"/>
          <p:cNvSpPr/>
          <p:nvPr/>
        </p:nvSpPr>
        <p:spPr>
          <a:xfrm>
            <a:off x="2221955" y="3706419"/>
            <a:ext cx="1609725" cy="713114"/>
          </a:xfrm>
          <a:prstGeom prst="rect">
            <a:avLst/>
          </a:prstGeom>
          <a:solidFill>
            <a:schemeClr val="dk2"/>
          </a:solidFill>
          <a:ln cap="flat" cmpd="sng" w="9525">
            <a:solidFill>
              <a:srgbClr val="ADD9E9"/>
            </a:solidFill>
            <a:prstDash val="solid"/>
            <a:round/>
            <a:headEnd len="sm" w="sm" type="none"/>
            <a:tailEnd len="sm" w="sm" type="none"/>
          </a:ln>
          <a:effectLst>
            <a:outerShdw blurRad="40000" rotWithShape="0" dir="5400000" dist="20000">
              <a:srgbClr val="000000">
                <a:alpha val="36470"/>
              </a:srgbClr>
            </a:outerShdw>
          </a:effectLst>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400"/>
              <a:buFont typeface="Arial"/>
              <a:buNone/>
            </a:pPr>
            <a:r>
              <a:rPr b="0" i="0" lang="es-AR" sz="1400" u="none" cap="none" strike="noStrike">
                <a:solidFill>
                  <a:schemeClr val="lt2"/>
                </a:solidFill>
                <a:latin typeface="Arial"/>
                <a:ea typeface="Arial"/>
                <a:cs typeface="Arial"/>
                <a:sym typeface="Arial"/>
              </a:rPr>
              <a:t>Gerencia de Distribución</a:t>
            </a:r>
            <a:endParaRPr b="0" i="0" sz="1400" u="none" cap="none" strike="noStrike">
              <a:solidFill>
                <a:schemeClr val="lt2"/>
              </a:solidFill>
              <a:latin typeface="Arial"/>
              <a:ea typeface="Arial"/>
              <a:cs typeface="Arial"/>
              <a:sym typeface="Arial"/>
            </a:endParaRPr>
          </a:p>
        </p:txBody>
      </p:sp>
      <p:sp>
        <p:nvSpPr>
          <p:cNvPr id="193" name="Google Shape;193;p9"/>
          <p:cNvSpPr/>
          <p:nvPr/>
        </p:nvSpPr>
        <p:spPr>
          <a:xfrm>
            <a:off x="4087441" y="3706419"/>
            <a:ext cx="1609725" cy="713114"/>
          </a:xfrm>
          <a:prstGeom prst="rect">
            <a:avLst/>
          </a:prstGeom>
          <a:solidFill>
            <a:schemeClr val="dk2"/>
          </a:solidFill>
          <a:ln cap="flat" cmpd="sng" w="9525">
            <a:solidFill>
              <a:srgbClr val="ADD9E9"/>
            </a:solidFill>
            <a:prstDash val="solid"/>
            <a:round/>
            <a:headEnd len="sm" w="sm" type="none"/>
            <a:tailEnd len="sm" w="sm" type="none"/>
          </a:ln>
          <a:effectLst>
            <a:outerShdw blurRad="40000" rotWithShape="0" dir="5400000" dist="20000">
              <a:srgbClr val="000000">
                <a:alpha val="36470"/>
              </a:srgbClr>
            </a:outerShdw>
          </a:effectLst>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400"/>
              <a:buFont typeface="Arial"/>
              <a:buNone/>
            </a:pPr>
            <a:r>
              <a:rPr b="0" i="0" lang="es-AR" sz="1400" u="none" cap="none" strike="noStrike">
                <a:solidFill>
                  <a:schemeClr val="lt2"/>
                </a:solidFill>
                <a:latin typeface="Arial"/>
                <a:ea typeface="Arial"/>
                <a:cs typeface="Arial"/>
                <a:sym typeface="Arial"/>
              </a:rPr>
              <a:t>Gerencias de Recursos Humanos</a:t>
            </a:r>
            <a:endParaRPr b="0" i="0" sz="1400" u="none" cap="none" strike="noStrike">
              <a:solidFill>
                <a:schemeClr val="lt2"/>
              </a:solidFill>
              <a:latin typeface="Arial"/>
              <a:ea typeface="Arial"/>
              <a:cs typeface="Arial"/>
              <a:sym typeface="Arial"/>
            </a:endParaRPr>
          </a:p>
        </p:txBody>
      </p:sp>
      <p:cxnSp>
        <p:nvCxnSpPr>
          <p:cNvPr id="194" name="Google Shape;194;p9"/>
          <p:cNvCxnSpPr>
            <a:stCxn id="190" idx="2"/>
            <a:endCxn id="191" idx="0"/>
          </p:cNvCxnSpPr>
          <p:nvPr/>
        </p:nvCxnSpPr>
        <p:spPr>
          <a:xfrm rot="5400000">
            <a:off x="1581118" y="2260762"/>
            <a:ext cx="1026000" cy="1865400"/>
          </a:xfrm>
          <a:prstGeom prst="bentConnector3">
            <a:avLst>
              <a:gd fmla="val 50000" name="adj1"/>
            </a:avLst>
          </a:prstGeom>
          <a:noFill/>
          <a:ln cap="flat" cmpd="sng" w="9525">
            <a:solidFill>
              <a:schemeClr val="dk2"/>
            </a:solidFill>
            <a:prstDash val="solid"/>
            <a:round/>
            <a:headEnd len="sm" w="sm" type="none"/>
            <a:tailEnd len="sm" w="sm" type="none"/>
          </a:ln>
        </p:spPr>
      </p:cxnSp>
      <p:cxnSp>
        <p:nvCxnSpPr>
          <p:cNvPr id="195" name="Google Shape;195;p9"/>
          <p:cNvCxnSpPr>
            <a:endCxn id="192" idx="0"/>
          </p:cNvCxnSpPr>
          <p:nvPr/>
        </p:nvCxnSpPr>
        <p:spPr>
          <a:xfrm flipH="1" rot="-5400000">
            <a:off x="2551767" y="3231369"/>
            <a:ext cx="949500" cy="600"/>
          </a:xfrm>
          <a:prstGeom prst="bentConnector3">
            <a:avLst>
              <a:gd fmla="val 50000" name="adj1"/>
            </a:avLst>
          </a:prstGeom>
          <a:noFill/>
          <a:ln cap="flat" cmpd="sng" w="9525">
            <a:solidFill>
              <a:schemeClr val="dk2"/>
            </a:solidFill>
            <a:prstDash val="solid"/>
            <a:round/>
            <a:headEnd len="sm" w="sm" type="none"/>
            <a:tailEnd len="sm" w="sm" type="none"/>
          </a:ln>
        </p:spPr>
      </p:cxnSp>
      <p:cxnSp>
        <p:nvCxnSpPr>
          <p:cNvPr id="196" name="Google Shape;196;p9"/>
          <p:cNvCxnSpPr>
            <a:stCxn id="190" idx="2"/>
            <a:endCxn id="193" idx="0"/>
          </p:cNvCxnSpPr>
          <p:nvPr/>
        </p:nvCxnSpPr>
        <p:spPr>
          <a:xfrm flipH="1" rot="-5400000">
            <a:off x="3446518" y="2260762"/>
            <a:ext cx="1026000" cy="1865400"/>
          </a:xfrm>
          <a:prstGeom prst="bentConnector3">
            <a:avLst>
              <a:gd fmla="val 50000" name="adj1"/>
            </a:avLst>
          </a:prstGeom>
          <a:noFill/>
          <a:ln cap="flat" cmpd="sng" w="9525">
            <a:solidFill>
              <a:schemeClr val="dk2"/>
            </a:solidFill>
            <a:prstDash val="solid"/>
            <a:round/>
            <a:headEnd len="sm" w="sm" type="none"/>
            <a:tailEnd len="sm" w="sm" type="none"/>
          </a:ln>
        </p:spPr>
      </p:cxnSp>
      <p:sp>
        <p:nvSpPr>
          <p:cNvPr id="197" name="Google Shape;197;p9"/>
          <p:cNvSpPr/>
          <p:nvPr/>
        </p:nvSpPr>
        <p:spPr>
          <a:xfrm>
            <a:off x="6859855" y="2508660"/>
            <a:ext cx="2206255" cy="1369560"/>
          </a:xfrm>
          <a:custGeom>
            <a:rect b="b" l="l" r="r" t="t"/>
            <a:pathLst>
              <a:path extrusionOk="0" h="120000" w="120000">
                <a:moveTo>
                  <a:pt x="0" y="0"/>
                </a:moveTo>
                <a:lnTo>
                  <a:pt x="120000" y="0"/>
                </a:lnTo>
                <a:lnTo>
                  <a:pt x="120000" y="120000"/>
                </a:lnTo>
                <a:lnTo>
                  <a:pt x="0" y="120000"/>
                </a:lnTo>
                <a:close/>
              </a:path>
              <a:path extrusionOk="0" fill="none" h="120000" w="120000">
                <a:moveTo>
                  <a:pt x="-10000" y="22500"/>
                </a:moveTo>
                <a:lnTo>
                  <a:pt x="-66620" y="93058"/>
                </a:lnTo>
              </a:path>
            </a:pathLst>
          </a:custGeom>
          <a:solidFill>
            <a:schemeClr val="accent4"/>
          </a:solidFill>
          <a:ln cap="flat" cmpd="sng" w="25400">
            <a:solidFill>
              <a:srgbClr val="8F2227"/>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400"/>
              <a:buFont typeface="Arial"/>
              <a:buNone/>
            </a:pPr>
            <a:r>
              <a:rPr b="0" i="0" lang="es-AR" sz="1400" u="none" cap="none" strike="noStrike">
                <a:solidFill>
                  <a:schemeClr val="lt1"/>
                </a:solidFill>
                <a:latin typeface="Arial"/>
                <a:ea typeface="Arial"/>
                <a:cs typeface="Arial"/>
                <a:sym typeface="Arial"/>
              </a:rPr>
              <a:t>Es una función de staff con respecto al resto de las áreas. Provee políticas, lineamientos y herramientas de RRHH.</a:t>
            </a:r>
            <a:endParaRPr b="0" i="0" sz="1400" u="none" cap="none" strike="noStrike">
              <a:solidFill>
                <a:schemeClr val="lt1"/>
              </a:solidFill>
              <a:latin typeface="Arial"/>
              <a:ea typeface="Arial"/>
              <a:cs typeface="Arial"/>
              <a:sym typeface="Arial"/>
            </a:endParaRPr>
          </a:p>
        </p:txBody>
      </p:sp>
      <p:sp>
        <p:nvSpPr>
          <p:cNvPr id="198" name="Google Shape;198;p9"/>
          <p:cNvSpPr/>
          <p:nvPr/>
        </p:nvSpPr>
        <p:spPr>
          <a:xfrm>
            <a:off x="599356" y="4820063"/>
            <a:ext cx="1123950" cy="1419225"/>
          </a:xfrm>
          <a:prstGeom prst="downArrow">
            <a:avLst>
              <a:gd fmla="val 50000" name="adj1"/>
              <a:gd fmla="val 50000" name="adj2"/>
            </a:avLst>
          </a:prstGeom>
          <a:solidFill>
            <a:schemeClr val="accent5"/>
          </a:solidFill>
          <a:ln cap="flat" cmpd="sng" w="25400">
            <a:solidFill>
              <a:srgbClr val="83A2AD"/>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chemeClr val="lt1"/>
              </a:solidFill>
              <a:latin typeface="Arial"/>
              <a:ea typeface="Arial"/>
              <a:cs typeface="Arial"/>
              <a:sym typeface="Arial"/>
            </a:endParaRPr>
          </a:p>
        </p:txBody>
      </p:sp>
      <p:sp>
        <p:nvSpPr>
          <p:cNvPr id="199" name="Google Shape;199;p9"/>
          <p:cNvSpPr/>
          <p:nvPr/>
        </p:nvSpPr>
        <p:spPr>
          <a:xfrm>
            <a:off x="2464841" y="4820063"/>
            <a:ext cx="1123950" cy="1419225"/>
          </a:xfrm>
          <a:prstGeom prst="downArrow">
            <a:avLst>
              <a:gd fmla="val 50000" name="adj1"/>
              <a:gd fmla="val 50000" name="adj2"/>
            </a:avLst>
          </a:prstGeom>
          <a:solidFill>
            <a:schemeClr val="accent5"/>
          </a:solidFill>
          <a:ln cap="flat" cmpd="sng" w="25400">
            <a:solidFill>
              <a:srgbClr val="83A2AD"/>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chemeClr val="lt1"/>
              </a:solidFill>
              <a:latin typeface="Arial"/>
              <a:ea typeface="Arial"/>
              <a:cs typeface="Arial"/>
              <a:sym typeface="Arial"/>
            </a:endParaRPr>
          </a:p>
        </p:txBody>
      </p:sp>
      <p:sp>
        <p:nvSpPr>
          <p:cNvPr id="200" name="Google Shape;200;p9"/>
          <p:cNvSpPr/>
          <p:nvPr/>
        </p:nvSpPr>
        <p:spPr>
          <a:xfrm>
            <a:off x="4391025" y="4820063"/>
            <a:ext cx="1123950" cy="1419225"/>
          </a:xfrm>
          <a:prstGeom prst="downArrow">
            <a:avLst>
              <a:gd fmla="val 50000" name="adj1"/>
              <a:gd fmla="val 50000" name="adj2"/>
            </a:avLst>
          </a:prstGeom>
          <a:solidFill>
            <a:schemeClr val="accent5"/>
          </a:solidFill>
          <a:ln cap="flat" cmpd="sng" w="25400">
            <a:solidFill>
              <a:srgbClr val="83A2AD"/>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chemeClr val="lt1"/>
              </a:solidFill>
              <a:latin typeface="Arial"/>
              <a:ea typeface="Arial"/>
              <a:cs typeface="Arial"/>
              <a:sym typeface="Arial"/>
            </a:endParaRPr>
          </a:p>
        </p:txBody>
      </p:sp>
      <p:sp>
        <p:nvSpPr>
          <p:cNvPr id="201" name="Google Shape;201;p9"/>
          <p:cNvSpPr/>
          <p:nvPr/>
        </p:nvSpPr>
        <p:spPr>
          <a:xfrm>
            <a:off x="6859855" y="4716038"/>
            <a:ext cx="2206255" cy="1369560"/>
          </a:xfrm>
          <a:custGeom>
            <a:rect b="b" l="l" r="r" t="t"/>
            <a:pathLst>
              <a:path extrusionOk="0" h="120000" w="120000">
                <a:moveTo>
                  <a:pt x="0" y="0"/>
                </a:moveTo>
                <a:lnTo>
                  <a:pt x="120000" y="0"/>
                </a:lnTo>
                <a:lnTo>
                  <a:pt x="120000" y="120000"/>
                </a:lnTo>
                <a:lnTo>
                  <a:pt x="0" y="120000"/>
                </a:lnTo>
                <a:close/>
              </a:path>
              <a:path extrusionOk="0" fill="none" h="120000" w="120000">
                <a:moveTo>
                  <a:pt x="-10000" y="22500"/>
                </a:moveTo>
                <a:lnTo>
                  <a:pt x="-83198" y="22954"/>
                </a:lnTo>
              </a:path>
            </a:pathLst>
          </a:custGeom>
          <a:gradFill>
            <a:gsLst>
              <a:gs pos="0">
                <a:srgbClr val="BABABA"/>
              </a:gs>
              <a:gs pos="35000">
                <a:srgbClr val="CFCFCF"/>
              </a:gs>
              <a:gs pos="100000">
                <a:srgbClr val="EDEDED"/>
              </a:gs>
            </a:gsLst>
            <a:lin ang="16200000" scaled="0"/>
          </a:gradFill>
          <a:ln cap="flat" cmpd="sng" w="9525">
            <a:solidFill>
              <a:schemeClr val="dk1"/>
            </a:solidFill>
            <a:prstDash val="solid"/>
            <a:round/>
            <a:headEnd len="sm" w="sm" type="none"/>
            <a:tailEnd len="sm" w="sm" type="none"/>
          </a:ln>
          <a:effectLst>
            <a:outerShdw blurRad="40000" rotWithShape="0" dir="5400000" dist="20000">
              <a:srgbClr val="000000">
                <a:alpha val="36470"/>
              </a:srgbClr>
            </a:outerShdw>
          </a:effectLst>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400"/>
              <a:buFont typeface="Arial"/>
              <a:buNone/>
            </a:pPr>
            <a:r>
              <a:rPr b="0" i="0" lang="es-AR" sz="1400" u="none" cap="none" strike="noStrike">
                <a:solidFill>
                  <a:schemeClr val="dk1"/>
                </a:solidFill>
                <a:latin typeface="Arial"/>
                <a:ea typeface="Arial"/>
                <a:cs typeface="Arial"/>
                <a:sym typeface="Arial"/>
              </a:rPr>
              <a:t>Cada líder de área tiene la responsabilidad de gestionar a su equipo, es decir de administrar sus recursos humanos.</a:t>
            </a:r>
            <a:endParaRPr b="0" i="0" sz="1400" u="none" cap="none" strike="noStrike">
              <a:solidFill>
                <a:schemeClr val="dk1"/>
              </a:solidFill>
              <a:latin typeface="Arial"/>
              <a:ea typeface="Arial"/>
              <a:cs typeface="Arial"/>
              <a:sym typeface="Arial"/>
            </a:endParaRPr>
          </a:p>
        </p:txBody>
      </p:sp>
      <p:cxnSp>
        <p:nvCxnSpPr>
          <p:cNvPr id="202" name="Google Shape;202;p9"/>
          <p:cNvCxnSpPr>
            <a:stCxn id="193" idx="2"/>
            <a:endCxn id="192" idx="2"/>
          </p:cNvCxnSpPr>
          <p:nvPr/>
        </p:nvCxnSpPr>
        <p:spPr>
          <a:xfrm rot="5400000">
            <a:off x="3959304" y="3487133"/>
            <a:ext cx="600" cy="1865400"/>
          </a:xfrm>
          <a:prstGeom prst="bentConnector3">
            <a:avLst>
              <a:gd fmla="val 37041667" name="adj1"/>
            </a:avLst>
          </a:prstGeom>
          <a:noFill/>
          <a:ln cap="flat" cmpd="sng" w="25400">
            <a:solidFill>
              <a:schemeClr val="accent4"/>
            </a:solidFill>
            <a:prstDash val="solid"/>
            <a:round/>
            <a:headEnd len="sm" w="sm" type="none"/>
            <a:tailEnd len="med" w="med" type="triangle"/>
          </a:ln>
          <a:effectLst>
            <a:outerShdw blurRad="40000" rotWithShape="0" dir="5400000" dist="20000">
              <a:srgbClr val="000000">
                <a:alpha val="36470"/>
              </a:srgbClr>
            </a:outerShdw>
          </a:effectLst>
        </p:spPr>
      </p:cxnSp>
      <p:cxnSp>
        <p:nvCxnSpPr>
          <p:cNvPr id="203" name="Google Shape;203;p9"/>
          <p:cNvCxnSpPr>
            <a:stCxn id="193" idx="2"/>
            <a:endCxn id="191" idx="2"/>
          </p:cNvCxnSpPr>
          <p:nvPr/>
        </p:nvCxnSpPr>
        <p:spPr>
          <a:xfrm rot="5400000">
            <a:off x="3026454" y="2554283"/>
            <a:ext cx="600" cy="3731100"/>
          </a:xfrm>
          <a:prstGeom prst="bentConnector3">
            <a:avLst>
              <a:gd fmla="val 37041667" name="adj1"/>
            </a:avLst>
          </a:prstGeom>
          <a:noFill/>
          <a:ln cap="flat" cmpd="sng" w="25400">
            <a:solidFill>
              <a:schemeClr val="accent4"/>
            </a:solidFill>
            <a:prstDash val="solid"/>
            <a:round/>
            <a:headEnd len="sm" w="sm" type="none"/>
            <a:tailEnd len="med" w="med" type="triangle"/>
          </a:ln>
          <a:effectLst>
            <a:outerShdw blurRad="40000" rotWithShape="0" dir="5400000" dist="20000">
              <a:srgbClr val="000000">
                <a:alpha val="36470"/>
              </a:srgbClr>
            </a:outerShdw>
          </a:effectLst>
        </p:spPr>
      </p:cxnSp>
      <p:sp>
        <p:nvSpPr>
          <p:cNvPr id="204" name="Google Shape;204;p9"/>
          <p:cNvSpPr txBox="1"/>
          <p:nvPr/>
        </p:nvSpPr>
        <p:spPr>
          <a:xfrm>
            <a:off x="21372" y="-56441"/>
            <a:ext cx="9906000" cy="1188000"/>
          </a:xfrm>
          <a:prstGeom prst="rect">
            <a:avLst/>
          </a:prstGeom>
          <a:noFill/>
          <a:ln>
            <a:noFill/>
          </a:ln>
        </p:spPr>
        <p:txBody>
          <a:bodyPr anchorCtr="0" anchor="ctr" bIns="36000" lIns="72000" spcFirstLastPara="1" rIns="72000" wrap="square" tIns="252000">
            <a:noAutofit/>
          </a:bodyPr>
          <a:lstStyle/>
          <a:p>
            <a:pPr indent="-714375" lvl="0" marL="714375" marR="0" rtl="0" algn="l">
              <a:lnSpc>
                <a:spcPct val="90000"/>
              </a:lnSpc>
              <a:spcBef>
                <a:spcPts val="0"/>
              </a:spcBef>
              <a:spcAft>
                <a:spcPts val="0"/>
              </a:spcAft>
              <a:buClr>
                <a:srgbClr val="932328"/>
              </a:buClr>
              <a:buSzPts val="600"/>
              <a:buFont typeface="Arial"/>
              <a:buNone/>
            </a:pPr>
            <a:r>
              <a:rPr b="1" i="0" lang="es-AR" sz="2400" u="none" cap="none" strike="noStrike">
                <a:solidFill>
                  <a:srgbClr val="932328"/>
                </a:solidFill>
                <a:latin typeface="Arial"/>
                <a:ea typeface="Arial"/>
                <a:cs typeface="Arial"/>
                <a:sym typeface="Arial"/>
              </a:rPr>
              <a:t>Relaciones Industriales </a:t>
            </a:r>
            <a:endParaRPr b="1" i="0" sz="2400" u="none" cap="none" strike="noStrike">
              <a:solidFill>
                <a:srgbClr val="932328"/>
              </a:solidFill>
              <a:latin typeface="Arial"/>
              <a:ea typeface="Arial"/>
              <a:cs typeface="Arial"/>
              <a:sym typeface="Arial"/>
            </a:endParaRPr>
          </a:p>
          <a:p>
            <a:pPr indent="-714375" lvl="0" marL="714375" marR="0" rtl="0" algn="l">
              <a:lnSpc>
                <a:spcPct val="90000"/>
              </a:lnSpc>
              <a:spcBef>
                <a:spcPts val="0"/>
              </a:spcBef>
              <a:spcAft>
                <a:spcPts val="0"/>
              </a:spcAft>
              <a:buClr>
                <a:srgbClr val="932328"/>
              </a:buClr>
              <a:buSzPts val="700"/>
              <a:buFont typeface="Arial Narrow"/>
              <a:buNone/>
            </a:pPr>
            <a:r>
              <a:rPr b="1" i="0" lang="es-AR" sz="2800" u="none" cap="none" strike="noStrike">
                <a:solidFill>
                  <a:srgbClr val="932328"/>
                </a:solidFill>
                <a:latin typeface="Arial Narrow"/>
                <a:ea typeface="Arial Narrow"/>
                <a:cs typeface="Arial Narrow"/>
                <a:sym typeface="Arial Narrow"/>
              </a:rPr>
              <a:t>¿Qué hacemos en RRHH?</a:t>
            </a:r>
            <a:endParaRPr b="1" i="0" sz="2800" u="none" cap="none" strike="noStrike">
              <a:solidFill>
                <a:srgbClr val="932328"/>
              </a:solidFill>
              <a:latin typeface="Arial Narrow"/>
              <a:ea typeface="Arial Narrow"/>
              <a:cs typeface="Arial Narrow"/>
              <a:sym typeface="Arial Narrow"/>
            </a:endParaRPr>
          </a:p>
        </p:txBody>
      </p:sp>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08" name="Shape 208"/>
        <p:cNvGrpSpPr/>
        <p:nvPr/>
      </p:nvGrpSpPr>
      <p:grpSpPr>
        <a:xfrm>
          <a:off x="0" y="0"/>
          <a:ext cx="0" cy="0"/>
          <a:chOff x="0" y="0"/>
          <a:chExt cx="0" cy="0"/>
        </a:xfrm>
      </p:grpSpPr>
      <p:sp>
        <p:nvSpPr>
          <p:cNvPr id="209" name="Google Shape;209;p28"/>
          <p:cNvSpPr/>
          <p:nvPr/>
        </p:nvSpPr>
        <p:spPr>
          <a:xfrm>
            <a:off x="1452537" y="2888385"/>
            <a:ext cx="7644000" cy="428700"/>
          </a:xfrm>
          <a:prstGeom prst="roundRect">
            <a:avLst>
              <a:gd fmla="val 16667" name="adj"/>
            </a:avLst>
          </a:prstGeom>
          <a:solidFill>
            <a:srgbClr val="F2F2F2"/>
          </a:solidFill>
          <a:ln>
            <a:noFill/>
          </a:ln>
          <a:effectLst>
            <a:outerShdw blurRad="149986" algn="ctr" dir="8460000" dist="250189">
              <a:srgbClr val="000000">
                <a:alpha val="26274"/>
              </a:srgbClr>
            </a:outerShdw>
          </a:effectLst>
        </p:spPr>
        <p:txBody>
          <a:bodyPr anchorCtr="0" anchor="ctr" bIns="45700" lIns="91425" spcFirstLastPara="1" rIns="91425" wrap="square" tIns="45700">
            <a:noAutofit/>
          </a:bodyPr>
          <a:lstStyle/>
          <a:p>
            <a:pPr indent="355600" lvl="0" marL="0" marR="0" rtl="0" algn="l">
              <a:lnSpc>
                <a:spcPct val="100000"/>
              </a:lnSpc>
              <a:spcBef>
                <a:spcPts val="0"/>
              </a:spcBef>
              <a:spcAft>
                <a:spcPts val="0"/>
              </a:spcAft>
              <a:buClr>
                <a:srgbClr val="932328"/>
              </a:buClr>
              <a:buSzPts val="450"/>
              <a:buFont typeface="Arial"/>
              <a:buNone/>
            </a:pPr>
            <a:r>
              <a:rPr b="0" i="0" lang="es-AR" sz="1800" u="none" cap="none" strike="noStrike">
                <a:solidFill>
                  <a:srgbClr val="932328"/>
                </a:solidFill>
                <a:latin typeface="Arial"/>
                <a:ea typeface="Arial"/>
                <a:cs typeface="Arial"/>
                <a:sym typeface="Arial"/>
              </a:rPr>
              <a:t>RRHH e Ingenieros Industriales</a:t>
            </a:r>
            <a:endParaRPr b="0" i="0" sz="1800" u="none" cap="none" strike="noStrike">
              <a:solidFill>
                <a:srgbClr val="932328"/>
              </a:solidFill>
              <a:latin typeface="Arial"/>
              <a:ea typeface="Arial"/>
              <a:cs typeface="Arial"/>
              <a:sym typeface="Arial"/>
            </a:endParaRPr>
          </a:p>
        </p:txBody>
      </p:sp>
      <p:sp>
        <p:nvSpPr>
          <p:cNvPr id="210" name="Google Shape;210;p28">
            <a:hlinkClick r:id="rId3"/>
          </p:cNvPr>
          <p:cNvSpPr/>
          <p:nvPr/>
        </p:nvSpPr>
        <p:spPr>
          <a:xfrm>
            <a:off x="1238224" y="2888385"/>
            <a:ext cx="571500" cy="428700"/>
          </a:xfrm>
          <a:prstGeom prst="ellipse">
            <a:avLst/>
          </a:prstGeom>
          <a:solidFill>
            <a:schemeClr val="accent4"/>
          </a:solidFill>
          <a:ln>
            <a:noFill/>
          </a:ln>
          <a:effectLst>
            <a:outerShdw blurRad="44450" algn="ctr" dir="5400000" dist="27939">
              <a:srgbClr val="000000">
                <a:alpha val="30196"/>
              </a:srgbClr>
            </a:outerShdw>
          </a:effectLst>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rgbClr val="932328"/>
              </a:solidFill>
              <a:latin typeface="Arial"/>
              <a:ea typeface="Arial"/>
              <a:cs typeface="Arial"/>
              <a:sym typeface="Arial"/>
            </a:endParaRPr>
          </a:p>
        </p:txBody>
      </p:sp>
      <p:sp>
        <p:nvSpPr>
          <p:cNvPr id="211" name="Google Shape;211;p28"/>
          <p:cNvSpPr txBox="1"/>
          <p:nvPr/>
        </p:nvSpPr>
        <p:spPr>
          <a:xfrm>
            <a:off x="0" y="-23"/>
            <a:ext cx="9906000" cy="1187999"/>
          </a:xfrm>
          <a:prstGeom prst="rect">
            <a:avLst/>
          </a:prstGeom>
          <a:noFill/>
          <a:ln>
            <a:noFill/>
          </a:ln>
        </p:spPr>
        <p:txBody>
          <a:bodyPr anchorCtr="0" anchor="ctr" bIns="36000" lIns="72000" spcFirstLastPara="1" rIns="72000" wrap="square" tIns="252000">
            <a:noAutofit/>
          </a:bodyPr>
          <a:lstStyle/>
          <a:p>
            <a:pPr indent="-714375" lvl="0" marL="714375" marR="0" rtl="0" algn="l">
              <a:lnSpc>
                <a:spcPct val="90000"/>
              </a:lnSpc>
              <a:spcBef>
                <a:spcPts val="0"/>
              </a:spcBef>
              <a:spcAft>
                <a:spcPts val="0"/>
              </a:spcAft>
              <a:buClr>
                <a:srgbClr val="932328"/>
              </a:buClr>
              <a:buSzPts val="600"/>
              <a:buFont typeface="Arial"/>
              <a:buNone/>
            </a:pPr>
            <a:r>
              <a:rPr b="1" i="0" lang="es-AR" sz="2400" u="none" cap="none" strike="noStrike">
                <a:solidFill>
                  <a:srgbClr val="932328"/>
                </a:solidFill>
                <a:latin typeface="Arial"/>
                <a:ea typeface="Arial"/>
                <a:cs typeface="Arial"/>
                <a:sym typeface="Arial"/>
              </a:rPr>
              <a:t>Relaciones Industriales</a:t>
            </a:r>
            <a:endParaRPr b="1" i="0" sz="2400" u="none" cap="none" strike="noStrike">
              <a:solidFill>
                <a:srgbClr val="932328"/>
              </a:solidFill>
              <a:latin typeface="Arial"/>
              <a:ea typeface="Arial"/>
              <a:cs typeface="Arial"/>
              <a:sym typeface="Arial"/>
            </a:endParaRPr>
          </a:p>
          <a:p>
            <a:pPr indent="-714375" lvl="0" marL="714375" marR="0" rtl="0" algn="l">
              <a:lnSpc>
                <a:spcPct val="90000"/>
              </a:lnSpc>
              <a:spcBef>
                <a:spcPts val="0"/>
              </a:spcBef>
              <a:spcAft>
                <a:spcPts val="0"/>
              </a:spcAft>
              <a:buClr>
                <a:srgbClr val="932328"/>
              </a:buClr>
              <a:buSzPts val="700"/>
              <a:buFont typeface="Arial Narrow"/>
              <a:buNone/>
            </a:pPr>
            <a:r>
              <a:rPr b="1" i="0" lang="es-AR" sz="2800" u="none" cap="none" strike="noStrike">
                <a:solidFill>
                  <a:srgbClr val="932328"/>
                </a:solidFill>
                <a:latin typeface="Arial Narrow"/>
                <a:ea typeface="Arial Narrow"/>
                <a:cs typeface="Arial Narrow"/>
                <a:sym typeface="Arial Narrow"/>
              </a:rPr>
              <a:t>Agenda</a:t>
            </a:r>
            <a:endParaRPr b="1" i="0" sz="2800" u="none" cap="none" strike="noStrike">
              <a:solidFill>
                <a:srgbClr val="932328"/>
              </a:solidFill>
              <a:latin typeface="Arial Narrow"/>
              <a:ea typeface="Arial Narrow"/>
              <a:cs typeface="Arial Narrow"/>
              <a:sym typeface="Arial Narrow"/>
            </a:endParaRPr>
          </a:p>
        </p:txBody>
      </p:sp>
      <p:sp>
        <p:nvSpPr>
          <p:cNvPr id="212" name="Google Shape;212;p28"/>
          <p:cNvSpPr/>
          <p:nvPr/>
        </p:nvSpPr>
        <p:spPr>
          <a:xfrm>
            <a:off x="1452537" y="2245442"/>
            <a:ext cx="7644000" cy="428700"/>
          </a:xfrm>
          <a:prstGeom prst="roundRect">
            <a:avLst>
              <a:gd fmla="val 16667" name="adj"/>
            </a:avLst>
          </a:prstGeom>
          <a:solidFill>
            <a:srgbClr val="F2F2F2"/>
          </a:solidFill>
          <a:ln>
            <a:noFill/>
          </a:ln>
          <a:effectLst>
            <a:outerShdw blurRad="149986" algn="ctr" dir="8460000" dist="250189">
              <a:srgbClr val="000000">
                <a:alpha val="26274"/>
              </a:srgbClr>
            </a:outerShdw>
          </a:effectLst>
        </p:spPr>
        <p:txBody>
          <a:bodyPr anchorCtr="0" anchor="ctr" bIns="45700" lIns="91425" spcFirstLastPara="1" rIns="91425" wrap="square" tIns="45700">
            <a:noAutofit/>
          </a:bodyPr>
          <a:lstStyle/>
          <a:p>
            <a:pPr indent="355600" lvl="0" marL="0" marR="0" rtl="0" algn="l">
              <a:lnSpc>
                <a:spcPct val="100000"/>
              </a:lnSpc>
              <a:spcBef>
                <a:spcPts val="0"/>
              </a:spcBef>
              <a:spcAft>
                <a:spcPts val="0"/>
              </a:spcAft>
              <a:buClr>
                <a:srgbClr val="932328"/>
              </a:buClr>
              <a:buSzPts val="450"/>
              <a:buFont typeface="Arial"/>
              <a:buNone/>
            </a:pPr>
            <a:r>
              <a:rPr b="0" i="0" lang="es-AR" sz="1800" u="none" cap="none" strike="noStrike">
                <a:solidFill>
                  <a:srgbClr val="932328"/>
                </a:solidFill>
                <a:latin typeface="Arial"/>
                <a:ea typeface="Arial"/>
                <a:cs typeface="Arial"/>
                <a:sym typeface="Arial"/>
              </a:rPr>
              <a:t>Qué hacemos en RRHH?</a:t>
            </a:r>
            <a:endParaRPr b="0" i="0" sz="1800" u="none" cap="none" strike="noStrike">
              <a:solidFill>
                <a:srgbClr val="932328"/>
              </a:solidFill>
              <a:latin typeface="Arial"/>
              <a:ea typeface="Arial"/>
              <a:cs typeface="Arial"/>
              <a:sym typeface="Arial"/>
            </a:endParaRPr>
          </a:p>
        </p:txBody>
      </p:sp>
      <p:sp>
        <p:nvSpPr>
          <p:cNvPr id="213" name="Google Shape;213;p28">
            <a:hlinkClick action="ppaction://hlinksldjump" r:id="rId4"/>
          </p:cNvPr>
          <p:cNvSpPr/>
          <p:nvPr/>
        </p:nvSpPr>
        <p:spPr>
          <a:xfrm>
            <a:off x="1238224" y="2245442"/>
            <a:ext cx="571500" cy="428700"/>
          </a:xfrm>
          <a:prstGeom prst="ellipse">
            <a:avLst/>
          </a:prstGeom>
          <a:solidFill>
            <a:schemeClr val="accent4"/>
          </a:solidFill>
          <a:ln>
            <a:noFill/>
          </a:ln>
          <a:effectLst>
            <a:outerShdw blurRad="44450" algn="ctr" dir="5400000" dist="27939">
              <a:srgbClr val="000000">
                <a:alpha val="30196"/>
              </a:srgbClr>
            </a:outerShdw>
          </a:effectLst>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rgbClr val="932328"/>
              </a:solidFill>
              <a:latin typeface="Arial"/>
              <a:ea typeface="Arial"/>
              <a:cs typeface="Arial"/>
              <a:sym typeface="Arial"/>
            </a:endParaRPr>
          </a:p>
        </p:txBody>
      </p:sp>
      <p:sp>
        <p:nvSpPr>
          <p:cNvPr id="214" name="Google Shape;214;p28"/>
          <p:cNvSpPr/>
          <p:nvPr/>
        </p:nvSpPr>
        <p:spPr>
          <a:xfrm>
            <a:off x="1452537" y="1647812"/>
            <a:ext cx="7644000" cy="428700"/>
          </a:xfrm>
          <a:prstGeom prst="roundRect">
            <a:avLst>
              <a:gd fmla="val 16667" name="adj"/>
            </a:avLst>
          </a:prstGeom>
          <a:solidFill>
            <a:srgbClr val="F2F2F2"/>
          </a:solidFill>
          <a:ln>
            <a:noFill/>
          </a:ln>
          <a:effectLst>
            <a:outerShdw blurRad="149986" algn="ctr" dir="8460000" dist="250189">
              <a:srgbClr val="000000">
                <a:alpha val="26274"/>
              </a:srgbClr>
            </a:outerShdw>
          </a:effectLst>
        </p:spPr>
        <p:txBody>
          <a:bodyPr anchorCtr="0" anchor="ctr" bIns="45700" lIns="91425" spcFirstLastPara="1" rIns="91425" wrap="square" tIns="45700">
            <a:noAutofit/>
          </a:bodyPr>
          <a:lstStyle/>
          <a:p>
            <a:pPr indent="355600" lvl="0" marL="0" marR="0" rtl="0" algn="l">
              <a:lnSpc>
                <a:spcPct val="100000"/>
              </a:lnSpc>
              <a:spcBef>
                <a:spcPts val="0"/>
              </a:spcBef>
              <a:spcAft>
                <a:spcPts val="0"/>
              </a:spcAft>
              <a:buClr>
                <a:srgbClr val="932328"/>
              </a:buClr>
              <a:buSzPts val="450"/>
              <a:buFont typeface="Arial"/>
              <a:buNone/>
            </a:pPr>
            <a:r>
              <a:rPr b="0" i="0" lang="es-AR" sz="1800" u="none" cap="none" strike="noStrike">
                <a:solidFill>
                  <a:srgbClr val="932328"/>
                </a:solidFill>
                <a:latin typeface="Arial"/>
                <a:ea typeface="Arial"/>
                <a:cs typeface="Arial"/>
                <a:sym typeface="Arial"/>
              </a:rPr>
              <a:t>Enfoque</a:t>
            </a:r>
            <a:endParaRPr b="0" i="0" sz="1800" u="none" cap="none" strike="noStrike">
              <a:solidFill>
                <a:srgbClr val="932328"/>
              </a:solidFill>
              <a:latin typeface="Arial"/>
              <a:ea typeface="Arial"/>
              <a:cs typeface="Arial"/>
              <a:sym typeface="Arial"/>
            </a:endParaRPr>
          </a:p>
        </p:txBody>
      </p:sp>
      <p:sp>
        <p:nvSpPr>
          <p:cNvPr id="215" name="Google Shape;215;p28">
            <a:hlinkClick action="ppaction://hlinksldjump" r:id="rId5"/>
          </p:cNvPr>
          <p:cNvSpPr/>
          <p:nvPr/>
        </p:nvSpPr>
        <p:spPr>
          <a:xfrm>
            <a:off x="1238224" y="1647812"/>
            <a:ext cx="571500" cy="428700"/>
          </a:xfrm>
          <a:prstGeom prst="ellipse">
            <a:avLst/>
          </a:prstGeom>
          <a:solidFill>
            <a:schemeClr val="accent4"/>
          </a:solidFill>
          <a:ln>
            <a:noFill/>
          </a:ln>
          <a:effectLst>
            <a:outerShdw blurRad="44450" algn="ctr" dir="5400000" dist="27939">
              <a:srgbClr val="000000">
                <a:alpha val="30196"/>
              </a:srgbClr>
            </a:outerShdw>
          </a:effectLst>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rgbClr val="932328"/>
              </a:solidFill>
              <a:latin typeface="Arial"/>
              <a:ea typeface="Arial"/>
              <a:cs typeface="Arial"/>
              <a:sym typeface="Arial"/>
            </a:endParaRPr>
          </a:p>
        </p:txBody>
      </p:sp>
      <p:sp>
        <p:nvSpPr>
          <p:cNvPr id="216" name="Google Shape;216;p28"/>
          <p:cNvSpPr/>
          <p:nvPr/>
        </p:nvSpPr>
        <p:spPr>
          <a:xfrm>
            <a:off x="381031" y="2959785"/>
            <a:ext cx="642900" cy="357300"/>
          </a:xfrm>
          <a:prstGeom prst="rightArrow">
            <a:avLst>
              <a:gd fmla="val 50000" name="adj1"/>
              <a:gd fmla="val 50000" name="adj2"/>
            </a:avLst>
          </a:prstGeom>
          <a:solidFill>
            <a:schemeClr val="accent1"/>
          </a:solidFill>
          <a:ln cap="flat" cmpd="sng" w="25400">
            <a:solidFill>
              <a:srgbClr val="BA8915"/>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Arial"/>
              <a:ea typeface="Arial"/>
              <a:cs typeface="Arial"/>
              <a:sym typeface="Arial"/>
            </a:endParaRPr>
          </a:p>
        </p:txBody>
      </p:sp>
      <p:pic>
        <p:nvPicPr>
          <p:cNvPr descr="Resultado de imagen para utn regional buenos aires ingenieria industrial" id="217" name="Google Shape;217;p28"/>
          <p:cNvPicPr preferRelativeResize="0"/>
          <p:nvPr/>
        </p:nvPicPr>
        <p:blipFill rotWithShape="1">
          <a:blip r:embed="rId6">
            <a:alphaModFix/>
          </a:blip>
          <a:srcRect b="0" l="0" r="0" t="0"/>
          <a:stretch/>
        </p:blipFill>
        <p:spPr>
          <a:xfrm>
            <a:off x="7060820" y="7937"/>
            <a:ext cx="2857500" cy="1095376"/>
          </a:xfrm>
          <a:prstGeom prst="rect">
            <a:avLst/>
          </a:prstGeom>
          <a:noFill/>
          <a:ln>
            <a:noFill/>
          </a:ln>
        </p:spPr>
      </p:pic>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21" name="Shape 221"/>
        <p:cNvGrpSpPr/>
        <p:nvPr/>
      </p:nvGrpSpPr>
      <p:grpSpPr>
        <a:xfrm>
          <a:off x="0" y="0"/>
          <a:ext cx="0" cy="0"/>
          <a:chOff x="0" y="0"/>
          <a:chExt cx="0" cy="0"/>
        </a:xfrm>
      </p:grpSpPr>
      <p:sp>
        <p:nvSpPr>
          <p:cNvPr id="222" name="Google Shape;222;p29"/>
          <p:cNvSpPr txBox="1"/>
          <p:nvPr/>
        </p:nvSpPr>
        <p:spPr>
          <a:xfrm>
            <a:off x="0" y="-46535"/>
            <a:ext cx="9906000" cy="1188000"/>
          </a:xfrm>
          <a:prstGeom prst="rect">
            <a:avLst/>
          </a:prstGeom>
          <a:noFill/>
          <a:ln>
            <a:noFill/>
          </a:ln>
        </p:spPr>
        <p:txBody>
          <a:bodyPr anchorCtr="0" anchor="ctr" bIns="36000" lIns="72000" spcFirstLastPara="1" rIns="72000" wrap="square" tIns="252000">
            <a:noAutofit/>
          </a:bodyPr>
          <a:lstStyle/>
          <a:p>
            <a:pPr indent="-714375" lvl="0" marL="714375" marR="0" rtl="0" algn="l">
              <a:lnSpc>
                <a:spcPct val="90000"/>
              </a:lnSpc>
              <a:spcBef>
                <a:spcPts val="0"/>
              </a:spcBef>
              <a:spcAft>
                <a:spcPts val="0"/>
              </a:spcAft>
              <a:buClr>
                <a:srgbClr val="000000"/>
              </a:buClr>
              <a:buSzPts val="600"/>
              <a:buFont typeface="Arial"/>
              <a:buNone/>
            </a:pPr>
            <a:r>
              <a:rPr b="1" i="0" lang="es-AR" sz="2400" u="none" cap="none" strike="noStrike">
                <a:solidFill>
                  <a:srgbClr val="932328"/>
                </a:solidFill>
                <a:latin typeface="Arial"/>
                <a:ea typeface="Arial"/>
                <a:cs typeface="Arial"/>
                <a:sym typeface="Arial"/>
              </a:rPr>
              <a:t>Relaciones Industriales Organizaciones</a:t>
            </a:r>
            <a:endParaRPr b="0" i="0" sz="1400" u="none" cap="none" strike="noStrike">
              <a:solidFill>
                <a:srgbClr val="000000"/>
              </a:solidFill>
              <a:latin typeface="Arial"/>
              <a:ea typeface="Arial"/>
              <a:cs typeface="Arial"/>
              <a:sym typeface="Arial"/>
            </a:endParaRPr>
          </a:p>
          <a:p>
            <a:pPr indent="-714375" lvl="0" marL="714375" marR="0" rtl="0" algn="l">
              <a:lnSpc>
                <a:spcPct val="90000"/>
              </a:lnSpc>
              <a:spcBef>
                <a:spcPts val="0"/>
              </a:spcBef>
              <a:spcAft>
                <a:spcPts val="0"/>
              </a:spcAft>
              <a:buClr>
                <a:srgbClr val="000000"/>
              </a:buClr>
              <a:buSzPts val="700"/>
              <a:buFont typeface="Arial"/>
              <a:buNone/>
            </a:pPr>
            <a:r>
              <a:rPr b="1" i="0" lang="es-AR" sz="2800" u="none" cap="none" strike="noStrike">
                <a:solidFill>
                  <a:srgbClr val="932328"/>
                </a:solidFill>
                <a:latin typeface="Arial Narrow"/>
                <a:ea typeface="Arial Narrow"/>
                <a:cs typeface="Arial Narrow"/>
                <a:sym typeface="Arial Narrow"/>
              </a:rPr>
              <a:t>RRHH para Ingenieros – ¿Por qué?</a:t>
            </a:r>
            <a:endParaRPr b="0" i="0" sz="1400" u="none" cap="none" strike="noStrike">
              <a:solidFill>
                <a:srgbClr val="000000"/>
              </a:solidFill>
              <a:latin typeface="Arial"/>
              <a:ea typeface="Arial"/>
              <a:cs typeface="Arial"/>
              <a:sym typeface="Arial"/>
            </a:endParaRPr>
          </a:p>
        </p:txBody>
      </p:sp>
      <p:sp>
        <p:nvSpPr>
          <p:cNvPr descr="Resultado de imagen para signo interrogacion png" id="223" name="Google Shape;223;p29"/>
          <p:cNvSpPr/>
          <p:nvPr/>
        </p:nvSpPr>
        <p:spPr>
          <a:xfrm>
            <a:off x="155575" y="-144463"/>
            <a:ext cx="304800" cy="304801"/>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descr="Resultado de imagen para signo interrogacion png" id="224" name="Google Shape;224;p29"/>
          <p:cNvSpPr/>
          <p:nvPr/>
        </p:nvSpPr>
        <p:spPr>
          <a:xfrm>
            <a:off x="307975" y="7937"/>
            <a:ext cx="304800" cy="304801"/>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descr="Resultado de imagen para signo interrogacion png" id="225" name="Google Shape;225;p29"/>
          <p:cNvSpPr/>
          <p:nvPr/>
        </p:nvSpPr>
        <p:spPr>
          <a:xfrm>
            <a:off x="460375" y="160337"/>
            <a:ext cx="304800" cy="304801"/>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26" name="Google Shape;226;p29"/>
          <p:cNvSpPr txBox="1"/>
          <p:nvPr/>
        </p:nvSpPr>
        <p:spPr>
          <a:xfrm>
            <a:off x="307975" y="1759527"/>
            <a:ext cx="2102716" cy="307777"/>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400"/>
              <a:buFont typeface="Arial"/>
              <a:buNone/>
            </a:pPr>
            <a:r>
              <a:rPr b="0" i="0" lang="es-AR" sz="1400" u="none" cap="none" strike="noStrike">
                <a:solidFill>
                  <a:srgbClr val="000000"/>
                </a:solidFill>
                <a:latin typeface="Arial"/>
                <a:ea typeface="Arial"/>
                <a:cs typeface="Arial"/>
                <a:sym typeface="Arial"/>
              </a:rPr>
              <a:t>	</a:t>
            </a:r>
            <a:endParaRPr b="0" i="0" sz="1400" u="none" cap="none" strike="noStrike">
              <a:solidFill>
                <a:srgbClr val="000000"/>
              </a:solidFill>
              <a:latin typeface="Arial"/>
              <a:ea typeface="Arial"/>
              <a:cs typeface="Arial"/>
              <a:sym typeface="Arial"/>
            </a:endParaRPr>
          </a:p>
        </p:txBody>
      </p:sp>
      <p:sp>
        <p:nvSpPr>
          <p:cNvPr id="227" name="Google Shape;227;p29"/>
          <p:cNvSpPr txBox="1"/>
          <p:nvPr/>
        </p:nvSpPr>
        <p:spPr>
          <a:xfrm>
            <a:off x="333808" y="2476450"/>
            <a:ext cx="8663100" cy="28629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2000"/>
              <a:buFont typeface="Arial"/>
              <a:buNone/>
            </a:pPr>
            <a:r>
              <a:t/>
            </a:r>
            <a:endParaRPr b="0" i="0" sz="2000" u="none" cap="none" strike="noStrike">
              <a:solidFill>
                <a:srgbClr val="000000"/>
              </a:solidFill>
              <a:latin typeface="Arial"/>
              <a:ea typeface="Arial"/>
              <a:cs typeface="Arial"/>
              <a:sym typeface="Arial"/>
            </a:endParaRPr>
          </a:p>
          <a:p>
            <a:pPr indent="-342900" lvl="0" marL="342900" marR="0" rtl="0" algn="l">
              <a:lnSpc>
                <a:spcPct val="100000"/>
              </a:lnSpc>
              <a:spcBef>
                <a:spcPts val="0"/>
              </a:spcBef>
              <a:spcAft>
                <a:spcPts val="0"/>
              </a:spcAft>
              <a:buClr>
                <a:srgbClr val="000000"/>
              </a:buClr>
              <a:buSzPts val="2000"/>
              <a:buFont typeface="Noto Sans Symbols"/>
              <a:buChar char="✔"/>
            </a:pPr>
            <a:r>
              <a:rPr b="0" i="0" lang="es-AR" sz="2000" u="none" cap="none" strike="noStrike">
                <a:solidFill>
                  <a:srgbClr val="000000"/>
                </a:solidFill>
                <a:latin typeface="Arial"/>
                <a:ea typeface="Arial"/>
                <a:cs typeface="Arial"/>
                <a:sym typeface="Arial"/>
              </a:rPr>
              <a:t>Son quienes tienen una visión global de organización</a:t>
            </a:r>
            <a:endParaRPr b="0" i="0" sz="2000" u="none" cap="none" strike="noStrike">
              <a:solidFill>
                <a:srgbClr val="000000"/>
              </a:solidFill>
              <a:latin typeface="Arial"/>
              <a:ea typeface="Arial"/>
              <a:cs typeface="Arial"/>
              <a:sym typeface="Arial"/>
            </a:endParaRPr>
          </a:p>
          <a:p>
            <a:pPr indent="-342900" lvl="0" marL="342900" marR="0" rtl="0" algn="l">
              <a:lnSpc>
                <a:spcPct val="100000"/>
              </a:lnSpc>
              <a:spcBef>
                <a:spcPts val="0"/>
              </a:spcBef>
              <a:spcAft>
                <a:spcPts val="0"/>
              </a:spcAft>
              <a:buClr>
                <a:srgbClr val="000000"/>
              </a:buClr>
              <a:buSzPts val="2000"/>
              <a:buFont typeface="Noto Sans Symbols"/>
              <a:buChar char="✔"/>
            </a:pPr>
            <a:r>
              <a:rPr b="0" i="0" lang="es-AR" sz="2000" u="none" cap="none" strike="noStrike">
                <a:solidFill>
                  <a:srgbClr val="000000"/>
                </a:solidFill>
                <a:latin typeface="Arial"/>
                <a:ea typeface="Arial"/>
                <a:cs typeface="Arial"/>
                <a:sym typeface="Arial"/>
              </a:rPr>
              <a:t>Son quienes van a liderar equipos</a:t>
            </a:r>
            <a:endParaRPr b="0" i="0" sz="2000" u="none" cap="none" strike="noStrike">
              <a:solidFill>
                <a:srgbClr val="000000"/>
              </a:solidFill>
              <a:latin typeface="Arial"/>
              <a:ea typeface="Arial"/>
              <a:cs typeface="Arial"/>
              <a:sym typeface="Arial"/>
            </a:endParaRPr>
          </a:p>
          <a:p>
            <a:pPr indent="-342900" lvl="0" marL="342900" marR="0" rtl="0" algn="l">
              <a:lnSpc>
                <a:spcPct val="100000"/>
              </a:lnSpc>
              <a:spcBef>
                <a:spcPts val="0"/>
              </a:spcBef>
              <a:spcAft>
                <a:spcPts val="0"/>
              </a:spcAft>
              <a:buClr>
                <a:srgbClr val="000000"/>
              </a:buClr>
              <a:buSzPts val="2000"/>
              <a:buFont typeface="Noto Sans Symbols"/>
              <a:buChar char="✔"/>
            </a:pPr>
            <a:r>
              <a:rPr b="0" i="0" lang="es-AR" sz="2000" u="none" cap="none" strike="noStrike">
                <a:solidFill>
                  <a:srgbClr val="000000"/>
                </a:solidFill>
                <a:latin typeface="Arial"/>
                <a:ea typeface="Arial"/>
                <a:cs typeface="Arial"/>
                <a:sym typeface="Arial"/>
              </a:rPr>
              <a:t>Son quienes van a evaluar personas</a:t>
            </a:r>
            <a:endParaRPr b="0" i="0" sz="1400" u="none" cap="none" strike="noStrike">
              <a:solidFill>
                <a:srgbClr val="000000"/>
              </a:solidFill>
              <a:latin typeface="Arial"/>
              <a:ea typeface="Arial"/>
              <a:cs typeface="Arial"/>
              <a:sym typeface="Arial"/>
            </a:endParaRPr>
          </a:p>
          <a:p>
            <a:pPr indent="-342900" lvl="0" marL="342900" marR="0" rtl="0" algn="l">
              <a:lnSpc>
                <a:spcPct val="100000"/>
              </a:lnSpc>
              <a:spcBef>
                <a:spcPts val="0"/>
              </a:spcBef>
              <a:spcAft>
                <a:spcPts val="0"/>
              </a:spcAft>
              <a:buClr>
                <a:srgbClr val="000000"/>
              </a:buClr>
              <a:buSzPts val="2000"/>
              <a:buFont typeface="Noto Sans Symbols"/>
              <a:buChar char="✔"/>
            </a:pPr>
            <a:r>
              <a:rPr b="0" i="0" lang="es-AR" sz="2000" u="none" cap="none" strike="noStrike">
                <a:solidFill>
                  <a:srgbClr val="000000"/>
                </a:solidFill>
                <a:latin typeface="Arial"/>
                <a:ea typeface="Arial"/>
                <a:cs typeface="Arial"/>
                <a:sym typeface="Arial"/>
              </a:rPr>
              <a:t>Son quienes impulsan cambios organizacionales </a:t>
            </a:r>
            <a:endParaRPr b="0" i="0" sz="1400" u="none" cap="none" strike="noStrike">
              <a:solidFill>
                <a:srgbClr val="000000"/>
              </a:solidFill>
              <a:latin typeface="Arial"/>
              <a:ea typeface="Arial"/>
              <a:cs typeface="Arial"/>
              <a:sym typeface="Arial"/>
            </a:endParaRPr>
          </a:p>
          <a:p>
            <a:pPr indent="-342900" lvl="0" marL="342900" marR="0" rtl="0" algn="l">
              <a:lnSpc>
                <a:spcPct val="100000"/>
              </a:lnSpc>
              <a:spcBef>
                <a:spcPts val="0"/>
              </a:spcBef>
              <a:spcAft>
                <a:spcPts val="0"/>
              </a:spcAft>
              <a:buClr>
                <a:srgbClr val="000000"/>
              </a:buClr>
              <a:buSzPts val="2000"/>
              <a:buFont typeface="Noto Sans Symbols"/>
              <a:buChar char="✔"/>
            </a:pPr>
            <a:r>
              <a:rPr b="0" i="0" lang="es-AR" sz="2000" u="none" cap="none" strike="noStrike">
                <a:solidFill>
                  <a:srgbClr val="000000"/>
                </a:solidFill>
                <a:latin typeface="Arial"/>
                <a:ea typeface="Arial"/>
                <a:cs typeface="Arial"/>
                <a:sym typeface="Arial"/>
              </a:rPr>
              <a:t>Son quienes están colaborando en la elección de los colaboradores que van a integrar la compañía</a:t>
            </a:r>
            <a:endParaRPr b="0" i="0" sz="2000" u="none" cap="none" strike="noStrike">
              <a:solidFill>
                <a:srgbClr val="000000"/>
              </a:solidFill>
              <a:latin typeface="Arial"/>
              <a:ea typeface="Arial"/>
              <a:cs typeface="Arial"/>
              <a:sym typeface="Arial"/>
            </a:endParaRPr>
          </a:p>
          <a:p>
            <a:pPr indent="-342900" lvl="0" marL="342900" marR="0" rtl="0" algn="l">
              <a:lnSpc>
                <a:spcPct val="100000"/>
              </a:lnSpc>
              <a:spcBef>
                <a:spcPts val="0"/>
              </a:spcBef>
              <a:spcAft>
                <a:spcPts val="0"/>
              </a:spcAft>
              <a:buClr>
                <a:srgbClr val="000000"/>
              </a:buClr>
              <a:buSzPts val="2000"/>
              <a:buFont typeface="Noto Sans Symbols"/>
              <a:buChar char="✔"/>
            </a:pPr>
            <a:r>
              <a:rPr b="0" i="0" lang="es-AR" sz="2000" u="none" cap="none" strike="noStrike">
                <a:solidFill>
                  <a:srgbClr val="000000"/>
                </a:solidFill>
                <a:latin typeface="Arial"/>
                <a:ea typeface="Arial"/>
                <a:cs typeface="Arial"/>
                <a:sym typeface="Arial"/>
              </a:rPr>
              <a:t>Son quienes trabajan con todas las áreas y promueven la cultura organizacional</a:t>
            </a:r>
            <a:endParaRPr b="0" i="0" sz="2000" u="none" cap="none" strike="noStrike">
              <a:solidFill>
                <a:srgbClr val="000000"/>
              </a:solidFill>
              <a:latin typeface="Arial"/>
              <a:ea typeface="Arial"/>
              <a:cs typeface="Arial"/>
              <a:sym typeface="Arial"/>
            </a:endParaRPr>
          </a:p>
        </p:txBody>
      </p:sp>
      <p:sp>
        <p:nvSpPr>
          <p:cNvPr id="228" name="Google Shape;228;p29"/>
          <p:cNvSpPr/>
          <p:nvPr/>
        </p:nvSpPr>
        <p:spPr>
          <a:xfrm>
            <a:off x="2271686" y="5747918"/>
            <a:ext cx="9599460" cy="461665"/>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2400"/>
              <a:buFont typeface="Arial"/>
              <a:buNone/>
            </a:pPr>
            <a:r>
              <a:rPr b="1" i="0" lang="es-AR" sz="2400" u="none" cap="none" strike="noStrike">
                <a:solidFill>
                  <a:srgbClr val="C00000"/>
                </a:solidFill>
                <a:latin typeface="Arial"/>
                <a:ea typeface="Arial"/>
                <a:cs typeface="Arial"/>
                <a:sym typeface="Arial"/>
              </a:rPr>
              <a:t>“El principal diferencial son las personas”</a:t>
            </a:r>
            <a:endParaRPr b="0" i="0" sz="1400" u="none" cap="none" strike="noStrike">
              <a:solidFill>
                <a:srgbClr val="000000"/>
              </a:solidFill>
              <a:latin typeface="Arial"/>
              <a:ea typeface="Arial"/>
              <a:cs typeface="Arial"/>
              <a:sym typeface="Arial"/>
            </a:endParaRPr>
          </a:p>
        </p:txBody>
      </p:sp>
      <p:sp>
        <p:nvSpPr>
          <p:cNvPr id="229" name="Google Shape;229;p29"/>
          <p:cNvSpPr txBox="1"/>
          <p:nvPr/>
        </p:nvSpPr>
        <p:spPr>
          <a:xfrm>
            <a:off x="154705" y="1519228"/>
            <a:ext cx="9599400" cy="1323600"/>
          </a:xfrm>
          <a:prstGeom prst="rect">
            <a:avLst/>
          </a:prstGeom>
          <a:noFill/>
          <a:ln>
            <a:noFill/>
          </a:ln>
        </p:spPr>
        <p:txBody>
          <a:bodyPr anchorCtr="0" anchor="t" bIns="45700" lIns="91425" spcFirstLastPara="1" rIns="91425" wrap="square" tIns="45700">
            <a:spAutoFit/>
          </a:bodyPr>
          <a:lstStyle/>
          <a:p>
            <a:pPr indent="0" lvl="0" marL="0" marR="0" rtl="0" algn="just">
              <a:lnSpc>
                <a:spcPct val="100000"/>
              </a:lnSpc>
              <a:spcBef>
                <a:spcPts val="0"/>
              </a:spcBef>
              <a:spcAft>
                <a:spcPts val="0"/>
              </a:spcAft>
              <a:buClr>
                <a:srgbClr val="000000"/>
              </a:buClr>
              <a:buSzPts val="2000"/>
              <a:buFont typeface="Arial"/>
              <a:buNone/>
            </a:pPr>
            <a:r>
              <a:rPr b="1" i="0" lang="es-AR" sz="2000" u="none" cap="none" strike="noStrike">
                <a:solidFill>
                  <a:schemeClr val="dk1"/>
                </a:solidFill>
                <a:latin typeface="Arial"/>
                <a:ea typeface="Arial"/>
                <a:cs typeface="Arial"/>
                <a:sym typeface="Arial"/>
              </a:rPr>
              <a:t>Porque los </a:t>
            </a:r>
            <a:r>
              <a:rPr b="1" i="0" lang="es-AR" sz="2000" u="none" cap="none" strike="noStrike">
                <a:solidFill>
                  <a:srgbClr val="002060"/>
                </a:solidFill>
                <a:latin typeface="Arial"/>
                <a:ea typeface="Arial"/>
                <a:cs typeface="Arial"/>
                <a:sym typeface="Arial"/>
              </a:rPr>
              <a:t>INGENIEROS INDUSTRIALES </a:t>
            </a:r>
            <a:r>
              <a:rPr b="1" i="0" lang="es-AR" sz="2000" u="none" cap="none" strike="noStrike">
                <a:solidFill>
                  <a:schemeClr val="dk1"/>
                </a:solidFill>
                <a:latin typeface="Arial"/>
                <a:ea typeface="Arial"/>
                <a:cs typeface="Arial"/>
                <a:sym typeface="Arial"/>
              </a:rPr>
              <a:t>son quienes se encargan de crear y optimizar todos los procesos de la organización para el logro de los objetivos estratégicos</a:t>
            </a:r>
            <a:r>
              <a:rPr b="0" i="0" lang="es-AR" sz="2000" u="none" cap="none" strike="noStrike">
                <a:solidFill>
                  <a:schemeClr val="dk1"/>
                </a:solidFill>
                <a:latin typeface="Arial"/>
                <a:ea typeface="Arial"/>
                <a:cs typeface="Arial"/>
                <a:sym typeface="Arial"/>
              </a:rPr>
              <a:t>:</a:t>
            </a:r>
            <a:endParaRPr b="0" i="0" sz="1400" u="none" cap="none" strike="noStrike">
              <a:solidFill>
                <a:srgbClr val="000000"/>
              </a:solidFill>
              <a:latin typeface="Arial"/>
              <a:ea typeface="Arial"/>
              <a:cs typeface="Arial"/>
              <a:sym typeface="Arial"/>
            </a:endParaRPr>
          </a:p>
          <a:p>
            <a:pPr indent="0" lvl="0" marL="0" marR="0" rtl="0" algn="just">
              <a:lnSpc>
                <a:spcPct val="100000"/>
              </a:lnSpc>
              <a:spcBef>
                <a:spcPts val="0"/>
              </a:spcBef>
              <a:spcAft>
                <a:spcPts val="0"/>
              </a:spcAft>
              <a:buClr>
                <a:srgbClr val="000000"/>
              </a:buClr>
              <a:buSzPts val="2000"/>
              <a:buFont typeface="Arial"/>
              <a:buNone/>
            </a:pPr>
            <a:r>
              <a:t/>
            </a:r>
            <a:endParaRPr b="0" i="0" sz="2000" u="none" cap="none" strike="noStrike">
              <a:solidFill>
                <a:schemeClr val="dk1"/>
              </a:solidFill>
              <a:latin typeface="Arial"/>
              <a:ea typeface="Arial"/>
              <a:cs typeface="Arial"/>
              <a:sym typeface="Arial"/>
            </a:endParaRPr>
          </a:p>
        </p:txBody>
      </p:sp>
      <p:pic>
        <p:nvPicPr>
          <p:cNvPr id="230" name="Google Shape;230;p29"/>
          <p:cNvPicPr preferRelativeResize="0"/>
          <p:nvPr/>
        </p:nvPicPr>
        <p:blipFill rotWithShape="1">
          <a:blip r:embed="rId3">
            <a:alphaModFix/>
          </a:blip>
          <a:srcRect b="0" l="0" r="0" t="0"/>
          <a:stretch/>
        </p:blipFill>
        <p:spPr>
          <a:xfrm>
            <a:off x="8270949" y="2491055"/>
            <a:ext cx="1452206" cy="1323439"/>
          </a:xfrm>
          <a:prstGeom prst="rect">
            <a:avLst/>
          </a:prstGeom>
          <a:noFill/>
          <a:ln>
            <a:noFill/>
          </a:ln>
        </p:spPr>
      </p:pic>
    </p:spTree>
  </p:cSld>
  <p:clrMapOvr>
    <a:masterClrMapping/>
  </p:clrMapOvr>
  <p:transition>
    <p:fade/>
  </p:transition>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34" name="Shape 234"/>
        <p:cNvGrpSpPr/>
        <p:nvPr/>
      </p:nvGrpSpPr>
      <p:grpSpPr>
        <a:xfrm>
          <a:off x="0" y="0"/>
          <a:ext cx="0" cy="0"/>
          <a:chOff x="0" y="0"/>
          <a:chExt cx="0" cy="0"/>
        </a:xfrm>
      </p:grpSpPr>
      <p:pic>
        <p:nvPicPr>
          <p:cNvPr id="235" name="Google Shape;235;p3"/>
          <p:cNvPicPr preferRelativeResize="0"/>
          <p:nvPr/>
        </p:nvPicPr>
        <p:blipFill rotWithShape="1">
          <a:blip r:embed="rId3">
            <a:alphaModFix/>
          </a:blip>
          <a:srcRect b="2203" l="0" r="0" t="15246"/>
          <a:stretch/>
        </p:blipFill>
        <p:spPr>
          <a:xfrm>
            <a:off x="0" y="1220529"/>
            <a:ext cx="2457000" cy="5593253"/>
          </a:xfrm>
          <a:prstGeom prst="rect">
            <a:avLst/>
          </a:prstGeom>
          <a:noFill/>
          <a:ln>
            <a:noFill/>
          </a:ln>
        </p:spPr>
      </p:pic>
      <p:pic>
        <p:nvPicPr>
          <p:cNvPr id="236" name="Google Shape;236;p3"/>
          <p:cNvPicPr preferRelativeResize="0"/>
          <p:nvPr/>
        </p:nvPicPr>
        <p:blipFill rotWithShape="1">
          <a:blip r:embed="rId4">
            <a:alphaModFix/>
          </a:blip>
          <a:srcRect b="2906" l="0" r="0" t="2404"/>
          <a:stretch/>
        </p:blipFill>
        <p:spPr>
          <a:xfrm>
            <a:off x="2481682" y="1241656"/>
            <a:ext cx="2457000" cy="5572127"/>
          </a:xfrm>
          <a:prstGeom prst="rect">
            <a:avLst/>
          </a:prstGeom>
          <a:noFill/>
          <a:ln>
            <a:noFill/>
          </a:ln>
        </p:spPr>
      </p:pic>
      <p:pic>
        <p:nvPicPr>
          <p:cNvPr id="237" name="Google Shape;237;p3"/>
          <p:cNvPicPr preferRelativeResize="0"/>
          <p:nvPr/>
        </p:nvPicPr>
        <p:blipFill rotWithShape="1">
          <a:blip r:embed="rId5">
            <a:alphaModFix/>
          </a:blip>
          <a:srcRect b="556" l="0" r="0" t="1787"/>
          <a:stretch/>
        </p:blipFill>
        <p:spPr>
          <a:xfrm>
            <a:off x="4963363" y="1241656"/>
            <a:ext cx="2457000" cy="5572127"/>
          </a:xfrm>
          <a:prstGeom prst="rect">
            <a:avLst/>
          </a:prstGeom>
          <a:noFill/>
          <a:ln>
            <a:noFill/>
          </a:ln>
        </p:spPr>
      </p:pic>
      <p:pic>
        <p:nvPicPr>
          <p:cNvPr id="238" name="Google Shape;238;p3"/>
          <p:cNvPicPr preferRelativeResize="0"/>
          <p:nvPr/>
        </p:nvPicPr>
        <p:blipFill rotWithShape="1">
          <a:blip r:embed="rId6">
            <a:alphaModFix/>
          </a:blip>
          <a:srcRect b="2543" l="0" r="0" t="0"/>
          <a:stretch/>
        </p:blipFill>
        <p:spPr>
          <a:xfrm>
            <a:off x="7445045" y="1253280"/>
            <a:ext cx="2457000" cy="5560503"/>
          </a:xfrm>
          <a:prstGeom prst="rect">
            <a:avLst/>
          </a:prstGeom>
          <a:noFill/>
          <a:ln>
            <a:noFill/>
          </a:ln>
        </p:spPr>
      </p:pic>
      <p:sp>
        <p:nvSpPr>
          <p:cNvPr id="239" name="Google Shape;239;p3"/>
          <p:cNvSpPr/>
          <p:nvPr/>
        </p:nvSpPr>
        <p:spPr>
          <a:xfrm>
            <a:off x="3955" y="6233490"/>
            <a:ext cx="2457000" cy="615225"/>
          </a:xfrm>
          <a:prstGeom prst="rect">
            <a:avLst/>
          </a:prstGeom>
          <a:solidFill>
            <a:srgbClr val="00B050">
              <a:alpha val="72549"/>
            </a:srgbClr>
          </a:solidFill>
          <a:ln>
            <a:noFill/>
          </a:ln>
        </p:spPr>
        <p:txBody>
          <a:bodyPr anchorCtr="0" anchor="ctr" bIns="24750" lIns="49525" spcFirstLastPara="1" rIns="49525" wrap="square" tIns="24750">
            <a:noAutofit/>
          </a:bodyPr>
          <a:lstStyle/>
          <a:p>
            <a:pPr indent="0" lvl="0" marL="0" marR="0" rtl="0" algn="ctr">
              <a:lnSpc>
                <a:spcPct val="100000"/>
              </a:lnSpc>
              <a:spcBef>
                <a:spcPts val="0"/>
              </a:spcBef>
              <a:spcAft>
                <a:spcPts val="0"/>
              </a:spcAft>
              <a:buNone/>
            </a:pPr>
            <a:r>
              <a:rPr b="1" i="0" lang="es-AR" sz="1300" u="none" cap="none" strike="noStrike">
                <a:solidFill>
                  <a:schemeClr val="lt1"/>
                </a:solidFill>
                <a:latin typeface="Montserrat"/>
                <a:ea typeface="Montserrat"/>
                <a:cs typeface="Montserrat"/>
                <a:sym typeface="Montserrat"/>
              </a:rPr>
              <a:t>Economía</a:t>
            </a:r>
            <a:endParaRPr b="0" i="0" sz="758" u="none" cap="none" strike="noStrike">
              <a:solidFill>
                <a:srgbClr val="000000"/>
              </a:solidFill>
              <a:latin typeface="Arial"/>
              <a:ea typeface="Arial"/>
              <a:cs typeface="Arial"/>
              <a:sym typeface="Arial"/>
            </a:endParaRPr>
          </a:p>
          <a:p>
            <a:pPr indent="0" lvl="0" marL="0" marR="0" rtl="0" algn="ctr">
              <a:lnSpc>
                <a:spcPct val="100000"/>
              </a:lnSpc>
              <a:spcBef>
                <a:spcPts val="0"/>
              </a:spcBef>
              <a:spcAft>
                <a:spcPts val="0"/>
              </a:spcAft>
              <a:buNone/>
            </a:pPr>
            <a:r>
              <a:rPr b="1" i="0" lang="es-AR" sz="1300" u="none" cap="none" strike="noStrike">
                <a:solidFill>
                  <a:schemeClr val="lt1"/>
                </a:solidFill>
                <a:latin typeface="Montserrat"/>
                <a:ea typeface="Montserrat"/>
                <a:cs typeface="Montserrat"/>
                <a:sym typeface="Montserrat"/>
              </a:rPr>
              <a:t>AGRARIA</a:t>
            </a:r>
            <a:endParaRPr b="1" i="0" sz="1300" u="none" cap="none" strike="noStrike">
              <a:solidFill>
                <a:schemeClr val="lt1"/>
              </a:solidFill>
              <a:latin typeface="Montserrat"/>
              <a:ea typeface="Montserrat"/>
              <a:cs typeface="Montserrat"/>
              <a:sym typeface="Montserrat"/>
            </a:endParaRPr>
          </a:p>
        </p:txBody>
      </p:sp>
      <p:sp>
        <p:nvSpPr>
          <p:cNvPr id="240" name="Google Shape;240;p3"/>
          <p:cNvSpPr/>
          <p:nvPr/>
        </p:nvSpPr>
        <p:spPr>
          <a:xfrm>
            <a:off x="2492225" y="6233490"/>
            <a:ext cx="2450500" cy="615225"/>
          </a:xfrm>
          <a:prstGeom prst="rect">
            <a:avLst/>
          </a:prstGeom>
          <a:solidFill>
            <a:srgbClr val="9F5900">
              <a:alpha val="72549"/>
            </a:srgbClr>
          </a:solidFill>
          <a:ln>
            <a:noFill/>
          </a:ln>
        </p:spPr>
        <p:txBody>
          <a:bodyPr anchorCtr="0" anchor="ctr" bIns="24750" lIns="49525" spcFirstLastPara="1" rIns="49525" wrap="square" tIns="24750">
            <a:noAutofit/>
          </a:bodyPr>
          <a:lstStyle/>
          <a:p>
            <a:pPr indent="0" lvl="0" marL="0" marR="0" rtl="0" algn="ctr">
              <a:lnSpc>
                <a:spcPct val="100000"/>
              </a:lnSpc>
              <a:spcBef>
                <a:spcPts val="0"/>
              </a:spcBef>
              <a:spcAft>
                <a:spcPts val="0"/>
              </a:spcAft>
              <a:buNone/>
            </a:pPr>
            <a:r>
              <a:rPr b="1" i="0" lang="es-AR" sz="1300" u="none" cap="none" strike="noStrike">
                <a:solidFill>
                  <a:schemeClr val="lt1"/>
                </a:solidFill>
                <a:latin typeface="Montserrat"/>
                <a:ea typeface="Montserrat"/>
                <a:cs typeface="Montserrat"/>
                <a:sym typeface="Montserrat"/>
              </a:rPr>
              <a:t>Economía</a:t>
            </a:r>
            <a:endParaRPr b="0" i="0" sz="758" u="none" cap="none" strike="noStrike">
              <a:solidFill>
                <a:srgbClr val="000000"/>
              </a:solidFill>
              <a:latin typeface="Arial"/>
              <a:ea typeface="Arial"/>
              <a:cs typeface="Arial"/>
              <a:sym typeface="Arial"/>
            </a:endParaRPr>
          </a:p>
          <a:p>
            <a:pPr indent="0" lvl="0" marL="0" marR="0" rtl="0" algn="ctr">
              <a:lnSpc>
                <a:spcPct val="100000"/>
              </a:lnSpc>
              <a:spcBef>
                <a:spcPts val="0"/>
              </a:spcBef>
              <a:spcAft>
                <a:spcPts val="0"/>
              </a:spcAft>
              <a:buNone/>
            </a:pPr>
            <a:r>
              <a:rPr b="1" i="0" lang="es-AR" sz="1300" u="none" cap="none" strike="noStrike">
                <a:solidFill>
                  <a:schemeClr val="lt1"/>
                </a:solidFill>
                <a:latin typeface="Montserrat"/>
                <a:ea typeface="Montserrat"/>
                <a:cs typeface="Montserrat"/>
                <a:sym typeface="Montserrat"/>
              </a:rPr>
              <a:t>INDUSTRIAL</a:t>
            </a:r>
            <a:endParaRPr b="1" i="0" sz="1300" u="none" cap="none" strike="noStrike">
              <a:solidFill>
                <a:schemeClr val="lt1"/>
              </a:solidFill>
              <a:latin typeface="Montserrat"/>
              <a:ea typeface="Montserrat"/>
              <a:cs typeface="Montserrat"/>
              <a:sym typeface="Montserrat"/>
            </a:endParaRPr>
          </a:p>
        </p:txBody>
      </p:sp>
      <p:sp>
        <p:nvSpPr>
          <p:cNvPr id="241" name="Google Shape;241;p3"/>
          <p:cNvSpPr/>
          <p:nvPr/>
        </p:nvSpPr>
        <p:spPr>
          <a:xfrm>
            <a:off x="4953000" y="6233489"/>
            <a:ext cx="2463500" cy="615225"/>
          </a:xfrm>
          <a:prstGeom prst="rect">
            <a:avLst/>
          </a:prstGeom>
          <a:solidFill>
            <a:schemeClr val="accent1">
              <a:alpha val="72549"/>
            </a:schemeClr>
          </a:solidFill>
          <a:ln>
            <a:noFill/>
          </a:ln>
        </p:spPr>
        <p:txBody>
          <a:bodyPr anchorCtr="0" anchor="ctr" bIns="24750" lIns="49525" spcFirstLastPara="1" rIns="49525" wrap="square" tIns="24750">
            <a:noAutofit/>
          </a:bodyPr>
          <a:lstStyle/>
          <a:p>
            <a:pPr indent="0" lvl="0" marL="0" marR="0" rtl="0" algn="ctr">
              <a:lnSpc>
                <a:spcPct val="100000"/>
              </a:lnSpc>
              <a:spcBef>
                <a:spcPts val="0"/>
              </a:spcBef>
              <a:spcAft>
                <a:spcPts val="0"/>
              </a:spcAft>
              <a:buNone/>
            </a:pPr>
            <a:r>
              <a:rPr b="1" i="0" lang="es-AR" sz="1300" u="none" cap="none" strike="noStrike">
                <a:solidFill>
                  <a:schemeClr val="lt1"/>
                </a:solidFill>
                <a:latin typeface="Montserrat"/>
                <a:ea typeface="Montserrat"/>
                <a:cs typeface="Montserrat"/>
                <a:sym typeface="Montserrat"/>
              </a:rPr>
              <a:t>Economía de la</a:t>
            </a:r>
            <a:endParaRPr b="0" i="0" sz="758" u="none" cap="none" strike="noStrike">
              <a:solidFill>
                <a:srgbClr val="000000"/>
              </a:solidFill>
              <a:latin typeface="Arial"/>
              <a:ea typeface="Arial"/>
              <a:cs typeface="Arial"/>
              <a:sym typeface="Arial"/>
            </a:endParaRPr>
          </a:p>
          <a:p>
            <a:pPr indent="0" lvl="0" marL="0" marR="0" rtl="0" algn="ctr">
              <a:lnSpc>
                <a:spcPct val="100000"/>
              </a:lnSpc>
              <a:spcBef>
                <a:spcPts val="0"/>
              </a:spcBef>
              <a:spcAft>
                <a:spcPts val="0"/>
              </a:spcAft>
              <a:buNone/>
            </a:pPr>
            <a:r>
              <a:rPr b="1" i="0" lang="es-AR" sz="1300" u="none" cap="none" strike="noStrike">
                <a:solidFill>
                  <a:schemeClr val="lt1"/>
                </a:solidFill>
                <a:latin typeface="Montserrat"/>
                <a:ea typeface="Montserrat"/>
                <a:cs typeface="Montserrat"/>
                <a:sym typeface="Montserrat"/>
              </a:rPr>
              <a:t>INFORMACIÓN</a:t>
            </a:r>
            <a:endParaRPr b="1" i="0" sz="1300" u="none" cap="none" strike="noStrike">
              <a:solidFill>
                <a:schemeClr val="lt1"/>
              </a:solidFill>
              <a:latin typeface="Montserrat"/>
              <a:ea typeface="Montserrat"/>
              <a:cs typeface="Montserrat"/>
              <a:sym typeface="Montserrat"/>
            </a:endParaRPr>
          </a:p>
        </p:txBody>
      </p:sp>
      <p:sp>
        <p:nvSpPr>
          <p:cNvPr id="242" name="Google Shape;242;p3"/>
          <p:cNvSpPr/>
          <p:nvPr/>
        </p:nvSpPr>
        <p:spPr>
          <a:xfrm>
            <a:off x="7445045" y="6233489"/>
            <a:ext cx="2477800" cy="615225"/>
          </a:xfrm>
          <a:prstGeom prst="rect">
            <a:avLst/>
          </a:prstGeom>
          <a:solidFill>
            <a:srgbClr val="FFC000">
              <a:alpha val="72549"/>
            </a:srgbClr>
          </a:solidFill>
          <a:ln>
            <a:noFill/>
          </a:ln>
        </p:spPr>
        <p:txBody>
          <a:bodyPr anchorCtr="0" anchor="ctr" bIns="24750" lIns="49525" spcFirstLastPara="1" rIns="49525" wrap="square" tIns="24750">
            <a:noAutofit/>
          </a:bodyPr>
          <a:lstStyle/>
          <a:p>
            <a:pPr indent="0" lvl="0" marL="0" marR="0" rtl="0" algn="ctr">
              <a:lnSpc>
                <a:spcPct val="100000"/>
              </a:lnSpc>
              <a:spcBef>
                <a:spcPts val="0"/>
              </a:spcBef>
              <a:spcAft>
                <a:spcPts val="0"/>
              </a:spcAft>
              <a:buNone/>
            </a:pPr>
            <a:r>
              <a:rPr b="1" i="0" lang="es-AR" sz="1300" u="none" cap="none" strike="noStrike">
                <a:solidFill>
                  <a:schemeClr val="lt1"/>
                </a:solidFill>
                <a:latin typeface="Montserrat"/>
                <a:ea typeface="Montserrat"/>
                <a:cs typeface="Montserrat"/>
                <a:sym typeface="Montserrat"/>
              </a:rPr>
              <a:t>Economía de la</a:t>
            </a:r>
            <a:endParaRPr b="0" i="0" sz="758" u="none" cap="none" strike="noStrike">
              <a:solidFill>
                <a:srgbClr val="000000"/>
              </a:solidFill>
              <a:latin typeface="Arial"/>
              <a:ea typeface="Arial"/>
              <a:cs typeface="Arial"/>
              <a:sym typeface="Arial"/>
            </a:endParaRPr>
          </a:p>
          <a:p>
            <a:pPr indent="0" lvl="0" marL="0" marR="0" rtl="0" algn="ctr">
              <a:lnSpc>
                <a:spcPct val="100000"/>
              </a:lnSpc>
              <a:spcBef>
                <a:spcPts val="0"/>
              </a:spcBef>
              <a:spcAft>
                <a:spcPts val="0"/>
              </a:spcAft>
              <a:buNone/>
            </a:pPr>
            <a:r>
              <a:rPr b="1" i="0" lang="es-AR" sz="1300" u="none" cap="none" strike="noStrike">
                <a:solidFill>
                  <a:schemeClr val="lt1"/>
                </a:solidFill>
                <a:latin typeface="Montserrat"/>
                <a:ea typeface="Montserrat"/>
                <a:cs typeface="Montserrat"/>
                <a:sym typeface="Montserrat"/>
              </a:rPr>
              <a:t>EXPERIENCIA</a:t>
            </a:r>
            <a:endParaRPr b="1" i="0" sz="1300" u="none" cap="none" strike="noStrike">
              <a:solidFill>
                <a:schemeClr val="lt1"/>
              </a:solidFill>
              <a:latin typeface="Montserrat"/>
              <a:ea typeface="Montserrat"/>
              <a:cs typeface="Montserrat"/>
              <a:sym typeface="Montserrat"/>
            </a:endParaRPr>
          </a:p>
        </p:txBody>
      </p:sp>
      <p:sp>
        <p:nvSpPr>
          <p:cNvPr id="243" name="Google Shape;243;p3"/>
          <p:cNvSpPr txBox="1"/>
          <p:nvPr/>
        </p:nvSpPr>
        <p:spPr>
          <a:xfrm>
            <a:off x="0" y="-46535"/>
            <a:ext cx="9906000" cy="1188000"/>
          </a:xfrm>
          <a:prstGeom prst="rect">
            <a:avLst/>
          </a:prstGeom>
          <a:noFill/>
          <a:ln>
            <a:noFill/>
          </a:ln>
        </p:spPr>
        <p:txBody>
          <a:bodyPr anchorCtr="0" anchor="ctr" bIns="36000" lIns="72000" spcFirstLastPara="1" rIns="72000" wrap="square" tIns="252000">
            <a:noAutofit/>
          </a:bodyPr>
          <a:lstStyle/>
          <a:p>
            <a:pPr indent="-714375" lvl="0" marL="714375" marR="0" rtl="0" algn="l">
              <a:lnSpc>
                <a:spcPct val="90000"/>
              </a:lnSpc>
              <a:spcBef>
                <a:spcPts val="0"/>
              </a:spcBef>
              <a:spcAft>
                <a:spcPts val="0"/>
              </a:spcAft>
              <a:buClr>
                <a:srgbClr val="000000"/>
              </a:buClr>
              <a:buSzPts val="600"/>
              <a:buFont typeface="Arial"/>
              <a:buNone/>
            </a:pPr>
            <a:r>
              <a:rPr b="1" i="0" lang="es-AR" sz="3200" u="none" cap="none" strike="noStrike">
                <a:solidFill>
                  <a:srgbClr val="932328"/>
                </a:solidFill>
                <a:latin typeface="Arial"/>
                <a:ea typeface="Arial"/>
                <a:cs typeface="Arial"/>
                <a:sym typeface="Arial"/>
              </a:rPr>
              <a:t>Cambia, TODO cambia</a:t>
            </a:r>
            <a:endParaRPr b="0" i="0" sz="1800" u="none" cap="none" strike="noStrike">
              <a:solidFill>
                <a:srgbClr val="000000"/>
              </a:solidFill>
              <a:latin typeface="Arial"/>
              <a:ea typeface="Arial"/>
              <a:cs typeface="Arial"/>
              <a:sym typeface="Arial"/>
            </a:endParaRPr>
          </a:p>
        </p:txBody>
      </p:sp>
    </p:spTree>
  </p:cSld>
  <p:clrMapOvr>
    <a:masterClrMapping/>
  </p:clrMapOvr>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47" name="Shape 247"/>
        <p:cNvGrpSpPr/>
        <p:nvPr/>
      </p:nvGrpSpPr>
      <p:grpSpPr>
        <a:xfrm>
          <a:off x="0" y="0"/>
          <a:ext cx="0" cy="0"/>
          <a:chOff x="0" y="0"/>
          <a:chExt cx="0" cy="0"/>
        </a:xfrm>
      </p:grpSpPr>
      <p:sp>
        <p:nvSpPr>
          <p:cNvPr id="248" name="Google Shape;248;p5"/>
          <p:cNvSpPr/>
          <p:nvPr/>
        </p:nvSpPr>
        <p:spPr>
          <a:xfrm>
            <a:off x="-46733" y="2498655"/>
            <a:ext cx="9952800" cy="3464175"/>
          </a:xfrm>
          <a:prstGeom prst="rect">
            <a:avLst/>
          </a:prstGeom>
          <a:solidFill>
            <a:srgbClr val="EEEEEE"/>
          </a:solidFill>
          <a:ln>
            <a:noFill/>
          </a:ln>
        </p:spPr>
        <p:txBody>
          <a:bodyPr anchorCtr="0" anchor="ctr" bIns="49500" lIns="49500" spcFirstLastPara="1" rIns="49500" wrap="square" tIns="495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758" u="none" cap="none" strike="noStrike">
              <a:solidFill>
                <a:srgbClr val="000000"/>
              </a:solidFill>
              <a:latin typeface="Arial"/>
              <a:ea typeface="Arial"/>
              <a:cs typeface="Arial"/>
              <a:sym typeface="Arial"/>
            </a:endParaRPr>
          </a:p>
        </p:txBody>
      </p:sp>
      <p:sp>
        <p:nvSpPr>
          <p:cNvPr id="249" name="Google Shape;249;p5"/>
          <p:cNvSpPr txBox="1"/>
          <p:nvPr/>
        </p:nvSpPr>
        <p:spPr>
          <a:xfrm>
            <a:off x="547327" y="3789849"/>
            <a:ext cx="1888088" cy="733278"/>
          </a:xfrm>
          <a:prstGeom prst="rect">
            <a:avLst/>
          </a:prstGeom>
          <a:noFill/>
          <a:ln>
            <a:noFill/>
          </a:ln>
        </p:spPr>
        <p:txBody>
          <a:bodyPr anchorCtr="0" anchor="t" bIns="0" lIns="0" spcFirstLastPara="1" rIns="0" wrap="square" tIns="0">
            <a:spAutoFit/>
          </a:bodyPr>
          <a:lstStyle/>
          <a:p>
            <a:pPr indent="-192611" lvl="0" marL="247642" marR="0" rtl="0" algn="l">
              <a:lnSpc>
                <a:spcPct val="110000"/>
              </a:lnSpc>
              <a:spcBef>
                <a:spcPts val="0"/>
              </a:spcBef>
              <a:spcAft>
                <a:spcPts val="0"/>
              </a:spcAft>
              <a:buClr>
                <a:srgbClr val="000000"/>
              </a:buClr>
              <a:buSzPts val="2000"/>
              <a:buFont typeface="Archivo"/>
              <a:buChar char="■"/>
            </a:pPr>
            <a:r>
              <a:rPr b="0" i="0" lang="es-AR" sz="1083" u="none" cap="none" strike="noStrike">
                <a:solidFill>
                  <a:srgbClr val="000000"/>
                </a:solidFill>
                <a:latin typeface="Archivo"/>
                <a:ea typeface="Archivo"/>
                <a:cs typeface="Archivo"/>
                <a:sym typeface="Archivo"/>
              </a:rPr>
              <a:t>Granjero</a:t>
            </a:r>
            <a:endParaRPr/>
          </a:p>
          <a:p>
            <a:pPr indent="-192611" lvl="0" marL="247642" marR="0" rtl="0" algn="l">
              <a:lnSpc>
                <a:spcPct val="110000"/>
              </a:lnSpc>
              <a:spcBef>
                <a:spcPts val="0"/>
              </a:spcBef>
              <a:spcAft>
                <a:spcPts val="0"/>
              </a:spcAft>
              <a:buClr>
                <a:srgbClr val="000000"/>
              </a:buClr>
              <a:buSzPts val="2000"/>
              <a:buFont typeface="Archivo"/>
              <a:buChar char="■"/>
            </a:pPr>
            <a:r>
              <a:rPr b="0" i="0" lang="es-AR" sz="1083" u="none" cap="none" strike="noStrike">
                <a:solidFill>
                  <a:srgbClr val="000000"/>
                </a:solidFill>
                <a:latin typeface="Archivo"/>
                <a:ea typeface="Archivo"/>
                <a:cs typeface="Archivo"/>
                <a:sym typeface="Archivo"/>
              </a:rPr>
              <a:t>Commodity</a:t>
            </a:r>
            <a:endParaRPr b="0" i="0" sz="1083" u="none" cap="none" strike="noStrike">
              <a:solidFill>
                <a:srgbClr val="000000"/>
              </a:solidFill>
              <a:latin typeface="Archivo"/>
              <a:ea typeface="Archivo"/>
              <a:cs typeface="Archivo"/>
              <a:sym typeface="Archivo"/>
            </a:endParaRPr>
          </a:p>
          <a:p>
            <a:pPr indent="-192611" lvl="0" marL="247642" marR="0" rtl="0" algn="l">
              <a:lnSpc>
                <a:spcPct val="110000"/>
              </a:lnSpc>
              <a:spcBef>
                <a:spcPts val="0"/>
              </a:spcBef>
              <a:spcAft>
                <a:spcPts val="0"/>
              </a:spcAft>
              <a:buClr>
                <a:srgbClr val="000000"/>
              </a:buClr>
              <a:buSzPts val="2000"/>
              <a:buFont typeface="Archivo"/>
              <a:buChar char="■"/>
            </a:pPr>
            <a:r>
              <a:rPr b="0" i="0" lang="es-AR" sz="1083" u="none" cap="none" strike="noStrike">
                <a:solidFill>
                  <a:srgbClr val="000000"/>
                </a:solidFill>
                <a:latin typeface="Archivo"/>
                <a:ea typeface="Archivo"/>
                <a:cs typeface="Archivo"/>
                <a:sym typeface="Archivo"/>
              </a:rPr>
              <a:t>Tangible</a:t>
            </a:r>
            <a:endParaRPr b="0" i="0" sz="1083" u="none" cap="none" strike="noStrike">
              <a:solidFill>
                <a:srgbClr val="000000"/>
              </a:solidFill>
              <a:latin typeface="Archivo"/>
              <a:ea typeface="Archivo"/>
              <a:cs typeface="Archivo"/>
              <a:sym typeface="Archivo"/>
            </a:endParaRPr>
          </a:p>
          <a:p>
            <a:pPr indent="0" lvl="0" marL="0" marR="0" rtl="0" algn="l">
              <a:lnSpc>
                <a:spcPct val="110000"/>
              </a:lnSpc>
              <a:spcBef>
                <a:spcPts val="0"/>
              </a:spcBef>
              <a:spcAft>
                <a:spcPts val="0"/>
              </a:spcAft>
              <a:buNone/>
            </a:pPr>
            <a:r>
              <a:t/>
            </a:r>
            <a:endParaRPr b="0" i="0" sz="1083" u="none" cap="none" strike="noStrike">
              <a:solidFill>
                <a:srgbClr val="000000"/>
              </a:solidFill>
              <a:latin typeface="Archivo"/>
              <a:ea typeface="Archivo"/>
              <a:cs typeface="Archivo"/>
              <a:sym typeface="Archivo"/>
            </a:endParaRPr>
          </a:p>
        </p:txBody>
      </p:sp>
      <p:sp>
        <p:nvSpPr>
          <p:cNvPr id="250" name="Google Shape;250;p5"/>
          <p:cNvSpPr/>
          <p:nvPr/>
        </p:nvSpPr>
        <p:spPr>
          <a:xfrm>
            <a:off x="536304" y="3368500"/>
            <a:ext cx="1888088" cy="281775"/>
          </a:xfrm>
          <a:prstGeom prst="roundRect">
            <a:avLst>
              <a:gd fmla="val 50000" name="adj"/>
            </a:avLst>
          </a:prstGeom>
          <a:solidFill>
            <a:srgbClr val="00B050"/>
          </a:solidFill>
          <a:ln>
            <a:noFill/>
          </a:ln>
        </p:spPr>
        <p:txBody>
          <a:bodyPr anchorCtr="0" anchor="ctr" bIns="49500" lIns="49500" spcFirstLastPara="1" rIns="49500" wrap="square" tIns="49500">
            <a:noAutofit/>
          </a:bodyPr>
          <a:lstStyle/>
          <a:p>
            <a:pPr indent="0" lvl="0" marL="0" marR="0" rtl="0" algn="l">
              <a:lnSpc>
                <a:spcPct val="100000"/>
              </a:lnSpc>
              <a:spcBef>
                <a:spcPts val="0"/>
              </a:spcBef>
              <a:spcAft>
                <a:spcPts val="0"/>
              </a:spcAft>
              <a:buClr>
                <a:srgbClr val="000000"/>
              </a:buClr>
              <a:buSzPts val="1400"/>
              <a:buFont typeface="Arial"/>
              <a:buNone/>
            </a:pPr>
            <a:r>
              <a:rPr b="0" i="0" lang="es-AR" sz="758" u="none" cap="none" strike="noStrike">
                <a:solidFill>
                  <a:srgbClr val="000000"/>
                </a:solidFill>
                <a:latin typeface="Arial"/>
                <a:ea typeface="Arial"/>
                <a:cs typeface="Arial"/>
                <a:sym typeface="Arial"/>
              </a:rPr>
              <a:t>E</a:t>
            </a:r>
            <a:endParaRPr b="0" i="0" sz="758" u="none" cap="none" strike="noStrike">
              <a:solidFill>
                <a:srgbClr val="000000"/>
              </a:solidFill>
              <a:latin typeface="Arial"/>
              <a:ea typeface="Arial"/>
              <a:cs typeface="Arial"/>
              <a:sym typeface="Arial"/>
            </a:endParaRPr>
          </a:p>
        </p:txBody>
      </p:sp>
      <p:sp>
        <p:nvSpPr>
          <p:cNvPr id="251" name="Google Shape;251;p5"/>
          <p:cNvSpPr txBox="1"/>
          <p:nvPr/>
        </p:nvSpPr>
        <p:spPr>
          <a:xfrm>
            <a:off x="637217" y="3426018"/>
            <a:ext cx="1422603" cy="183320"/>
          </a:xfrm>
          <a:prstGeom prst="rect">
            <a:avLst/>
          </a:prstGeom>
          <a:noFill/>
          <a:ln>
            <a:noFill/>
          </a:ln>
        </p:spPr>
        <p:txBody>
          <a:bodyPr anchorCtr="0" anchor="t" bIns="0" lIns="0" spcFirstLastPara="1" rIns="0" wrap="square" tIns="0">
            <a:spAutoFit/>
          </a:bodyPr>
          <a:lstStyle/>
          <a:p>
            <a:pPr indent="0" lvl="0" marL="0" marR="0" rtl="0" algn="l">
              <a:lnSpc>
                <a:spcPct val="110000"/>
              </a:lnSpc>
              <a:spcBef>
                <a:spcPts val="0"/>
              </a:spcBef>
              <a:spcAft>
                <a:spcPts val="0"/>
              </a:spcAft>
              <a:buNone/>
            </a:pPr>
            <a:r>
              <a:rPr b="1" i="0" lang="es-AR" sz="1083" u="none" cap="none" strike="noStrike">
                <a:solidFill>
                  <a:srgbClr val="FFFFFF"/>
                </a:solidFill>
                <a:latin typeface="Archivo"/>
                <a:ea typeface="Archivo"/>
                <a:cs typeface="Archivo"/>
                <a:sym typeface="Archivo"/>
              </a:rPr>
              <a:t>Era Agraria</a:t>
            </a:r>
            <a:endParaRPr b="0" i="0" sz="1083" u="none" cap="none" strike="noStrike">
              <a:solidFill>
                <a:srgbClr val="000000"/>
              </a:solidFill>
              <a:latin typeface="Archivo"/>
              <a:ea typeface="Archivo"/>
              <a:cs typeface="Archivo"/>
              <a:sym typeface="Archivo"/>
            </a:endParaRPr>
          </a:p>
        </p:txBody>
      </p:sp>
      <p:sp>
        <p:nvSpPr>
          <p:cNvPr id="252" name="Google Shape;252;p5"/>
          <p:cNvSpPr txBox="1"/>
          <p:nvPr/>
        </p:nvSpPr>
        <p:spPr>
          <a:xfrm>
            <a:off x="2817452" y="3789850"/>
            <a:ext cx="1888088" cy="549959"/>
          </a:xfrm>
          <a:prstGeom prst="rect">
            <a:avLst/>
          </a:prstGeom>
          <a:noFill/>
          <a:ln>
            <a:noFill/>
          </a:ln>
        </p:spPr>
        <p:txBody>
          <a:bodyPr anchorCtr="0" anchor="t" bIns="0" lIns="0" spcFirstLastPara="1" rIns="0" wrap="square" tIns="0">
            <a:spAutoFit/>
          </a:bodyPr>
          <a:lstStyle/>
          <a:p>
            <a:pPr indent="-192611" lvl="0" marL="247642" marR="0" rtl="0" algn="l">
              <a:lnSpc>
                <a:spcPct val="110000"/>
              </a:lnSpc>
              <a:spcBef>
                <a:spcPts val="0"/>
              </a:spcBef>
              <a:spcAft>
                <a:spcPts val="0"/>
              </a:spcAft>
              <a:buClr>
                <a:srgbClr val="000000"/>
              </a:buClr>
              <a:buSzPts val="2000"/>
              <a:buFont typeface="Archivo"/>
              <a:buChar char="■"/>
            </a:pPr>
            <a:r>
              <a:rPr b="0" i="0" lang="es-AR" sz="1083" u="none" cap="none" strike="noStrike">
                <a:solidFill>
                  <a:srgbClr val="000000"/>
                </a:solidFill>
                <a:latin typeface="Archivo"/>
                <a:ea typeface="Archivo"/>
                <a:cs typeface="Archivo"/>
                <a:sym typeface="Archivo"/>
              </a:rPr>
              <a:t>Manual / Mecánico</a:t>
            </a:r>
            <a:endParaRPr/>
          </a:p>
          <a:p>
            <a:pPr indent="-192611" lvl="0" marL="247642" marR="0" rtl="0" algn="l">
              <a:lnSpc>
                <a:spcPct val="110000"/>
              </a:lnSpc>
              <a:spcBef>
                <a:spcPts val="0"/>
              </a:spcBef>
              <a:spcAft>
                <a:spcPts val="0"/>
              </a:spcAft>
              <a:buClr>
                <a:srgbClr val="000000"/>
              </a:buClr>
              <a:buSzPts val="2000"/>
              <a:buFont typeface="Archivo"/>
              <a:buChar char="■"/>
            </a:pPr>
            <a:r>
              <a:rPr b="0" i="0" lang="es-AR" sz="1083" u="none" cap="none" strike="noStrike">
                <a:solidFill>
                  <a:srgbClr val="000000"/>
                </a:solidFill>
                <a:latin typeface="Archivo"/>
                <a:ea typeface="Archivo"/>
                <a:cs typeface="Archivo"/>
                <a:sym typeface="Archivo"/>
              </a:rPr>
              <a:t>Producto</a:t>
            </a:r>
            <a:endParaRPr/>
          </a:p>
          <a:p>
            <a:pPr indent="-192611" lvl="0" marL="247642" marR="0" rtl="0" algn="l">
              <a:lnSpc>
                <a:spcPct val="110000"/>
              </a:lnSpc>
              <a:spcBef>
                <a:spcPts val="0"/>
              </a:spcBef>
              <a:spcAft>
                <a:spcPts val="0"/>
              </a:spcAft>
              <a:buClr>
                <a:srgbClr val="000000"/>
              </a:buClr>
              <a:buSzPts val="2000"/>
              <a:buFont typeface="Archivo"/>
              <a:buChar char="■"/>
            </a:pPr>
            <a:r>
              <a:rPr b="0" i="0" lang="es-AR" sz="1083" u="none" cap="none" strike="noStrike">
                <a:solidFill>
                  <a:srgbClr val="000000"/>
                </a:solidFill>
                <a:latin typeface="Archivo"/>
                <a:ea typeface="Archivo"/>
                <a:cs typeface="Archivo"/>
                <a:sym typeface="Archivo"/>
              </a:rPr>
              <a:t>Tangible</a:t>
            </a:r>
            <a:endParaRPr b="0" i="0" sz="1083" u="none" cap="none" strike="noStrike">
              <a:solidFill>
                <a:srgbClr val="000000"/>
              </a:solidFill>
              <a:latin typeface="Archivo"/>
              <a:ea typeface="Archivo"/>
              <a:cs typeface="Archivo"/>
              <a:sym typeface="Archivo"/>
            </a:endParaRPr>
          </a:p>
        </p:txBody>
      </p:sp>
      <p:sp>
        <p:nvSpPr>
          <p:cNvPr id="253" name="Google Shape;253;p5"/>
          <p:cNvSpPr/>
          <p:nvPr/>
        </p:nvSpPr>
        <p:spPr>
          <a:xfrm>
            <a:off x="2806429" y="3368500"/>
            <a:ext cx="1888088" cy="281775"/>
          </a:xfrm>
          <a:prstGeom prst="roundRect">
            <a:avLst>
              <a:gd fmla="val 50000" name="adj"/>
            </a:avLst>
          </a:prstGeom>
          <a:solidFill>
            <a:srgbClr val="9F5900"/>
          </a:solidFill>
          <a:ln>
            <a:noFill/>
          </a:ln>
        </p:spPr>
        <p:txBody>
          <a:bodyPr anchorCtr="0" anchor="ctr" bIns="49500" lIns="49500" spcFirstLastPara="1" rIns="49500" wrap="square" tIns="495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758" u="none" cap="none" strike="noStrike">
              <a:solidFill>
                <a:srgbClr val="000000"/>
              </a:solidFill>
              <a:latin typeface="Arial"/>
              <a:ea typeface="Arial"/>
              <a:cs typeface="Arial"/>
              <a:sym typeface="Arial"/>
            </a:endParaRPr>
          </a:p>
        </p:txBody>
      </p:sp>
      <p:sp>
        <p:nvSpPr>
          <p:cNvPr id="254" name="Google Shape;254;p5"/>
          <p:cNvSpPr txBox="1"/>
          <p:nvPr/>
        </p:nvSpPr>
        <p:spPr>
          <a:xfrm>
            <a:off x="2907342" y="3426018"/>
            <a:ext cx="1609847" cy="183320"/>
          </a:xfrm>
          <a:prstGeom prst="rect">
            <a:avLst/>
          </a:prstGeom>
          <a:noFill/>
          <a:ln>
            <a:noFill/>
          </a:ln>
        </p:spPr>
        <p:txBody>
          <a:bodyPr anchorCtr="0" anchor="t" bIns="0" lIns="0" spcFirstLastPara="1" rIns="0" wrap="square" tIns="0">
            <a:spAutoFit/>
          </a:bodyPr>
          <a:lstStyle/>
          <a:p>
            <a:pPr indent="0" lvl="0" marL="0" marR="0" rtl="0" algn="l">
              <a:lnSpc>
                <a:spcPct val="110000"/>
              </a:lnSpc>
              <a:spcBef>
                <a:spcPts val="0"/>
              </a:spcBef>
              <a:spcAft>
                <a:spcPts val="0"/>
              </a:spcAft>
              <a:buNone/>
            </a:pPr>
            <a:r>
              <a:rPr b="1" i="0" lang="es-AR" sz="1083" u="none" cap="none" strike="noStrike">
                <a:solidFill>
                  <a:srgbClr val="FFFFFF"/>
                </a:solidFill>
                <a:latin typeface="Archivo"/>
                <a:ea typeface="Archivo"/>
                <a:cs typeface="Archivo"/>
                <a:sym typeface="Archivo"/>
              </a:rPr>
              <a:t>Era Industrial</a:t>
            </a:r>
            <a:endParaRPr b="0" i="0" sz="1083" u="none" cap="none" strike="noStrike">
              <a:solidFill>
                <a:srgbClr val="000000"/>
              </a:solidFill>
              <a:latin typeface="Archivo"/>
              <a:ea typeface="Archivo"/>
              <a:cs typeface="Archivo"/>
              <a:sym typeface="Archivo"/>
            </a:endParaRPr>
          </a:p>
        </p:txBody>
      </p:sp>
      <p:sp>
        <p:nvSpPr>
          <p:cNvPr id="255" name="Google Shape;255;p5"/>
          <p:cNvSpPr txBox="1"/>
          <p:nvPr/>
        </p:nvSpPr>
        <p:spPr>
          <a:xfrm>
            <a:off x="5087577" y="3789849"/>
            <a:ext cx="1888088" cy="733278"/>
          </a:xfrm>
          <a:prstGeom prst="rect">
            <a:avLst/>
          </a:prstGeom>
          <a:noFill/>
          <a:ln>
            <a:noFill/>
          </a:ln>
        </p:spPr>
        <p:txBody>
          <a:bodyPr anchorCtr="0" anchor="t" bIns="0" lIns="0" spcFirstLastPara="1" rIns="0" wrap="square" tIns="0">
            <a:spAutoFit/>
          </a:bodyPr>
          <a:lstStyle/>
          <a:p>
            <a:pPr indent="-192611" lvl="0" marL="247642" marR="0" rtl="0" algn="l">
              <a:lnSpc>
                <a:spcPct val="110000"/>
              </a:lnSpc>
              <a:spcBef>
                <a:spcPts val="0"/>
              </a:spcBef>
              <a:spcAft>
                <a:spcPts val="0"/>
              </a:spcAft>
              <a:buClr>
                <a:srgbClr val="000000"/>
              </a:buClr>
              <a:buSzPts val="2000"/>
              <a:buFont typeface="Archivo"/>
              <a:buChar char="■"/>
            </a:pPr>
            <a:r>
              <a:rPr b="0" i="0" lang="es-AR" sz="1083" u="none" cap="none" strike="noStrike">
                <a:solidFill>
                  <a:srgbClr val="000000"/>
                </a:solidFill>
                <a:latin typeface="Archivo"/>
                <a:ea typeface="Archivo"/>
                <a:cs typeface="Archivo"/>
                <a:sym typeface="Archivo"/>
              </a:rPr>
              <a:t>Intelectual</a:t>
            </a:r>
            <a:endParaRPr/>
          </a:p>
          <a:p>
            <a:pPr indent="-192611" lvl="0" marL="247642" marR="0" rtl="0" algn="l">
              <a:lnSpc>
                <a:spcPct val="110000"/>
              </a:lnSpc>
              <a:spcBef>
                <a:spcPts val="0"/>
              </a:spcBef>
              <a:spcAft>
                <a:spcPts val="0"/>
              </a:spcAft>
              <a:buClr>
                <a:srgbClr val="000000"/>
              </a:buClr>
              <a:buSzPts val="2000"/>
              <a:buFont typeface="Archivo"/>
              <a:buChar char="■"/>
            </a:pPr>
            <a:r>
              <a:rPr b="0" i="0" lang="es-AR" sz="1083" u="none" cap="none" strike="noStrike">
                <a:solidFill>
                  <a:srgbClr val="000000"/>
                </a:solidFill>
                <a:latin typeface="Archivo"/>
                <a:ea typeface="Archivo"/>
                <a:cs typeface="Archivo"/>
                <a:sym typeface="Archivo"/>
              </a:rPr>
              <a:t>Servicio</a:t>
            </a:r>
            <a:endParaRPr/>
          </a:p>
          <a:p>
            <a:pPr indent="-192611" lvl="0" marL="247642" marR="0" rtl="0" algn="l">
              <a:lnSpc>
                <a:spcPct val="110000"/>
              </a:lnSpc>
              <a:spcBef>
                <a:spcPts val="0"/>
              </a:spcBef>
              <a:spcAft>
                <a:spcPts val="0"/>
              </a:spcAft>
              <a:buClr>
                <a:srgbClr val="000000"/>
              </a:buClr>
              <a:buSzPts val="2000"/>
              <a:buFont typeface="Archivo"/>
              <a:buChar char="■"/>
            </a:pPr>
            <a:r>
              <a:rPr b="0" i="0" lang="es-AR" sz="1083" u="none" cap="none" strike="noStrike">
                <a:solidFill>
                  <a:srgbClr val="000000"/>
                </a:solidFill>
                <a:latin typeface="Archivo"/>
                <a:ea typeface="Archivo"/>
                <a:cs typeface="Archivo"/>
                <a:sym typeface="Archivo"/>
              </a:rPr>
              <a:t>Intangible</a:t>
            </a:r>
            <a:endParaRPr b="0" i="0" sz="1083" u="none" cap="none" strike="noStrike">
              <a:solidFill>
                <a:srgbClr val="000000"/>
              </a:solidFill>
              <a:latin typeface="Archivo"/>
              <a:ea typeface="Archivo"/>
              <a:cs typeface="Archivo"/>
              <a:sym typeface="Archivo"/>
            </a:endParaRPr>
          </a:p>
          <a:p>
            <a:pPr indent="0" lvl="0" marL="0" marR="0" rtl="0" algn="l">
              <a:lnSpc>
                <a:spcPct val="110000"/>
              </a:lnSpc>
              <a:spcBef>
                <a:spcPts val="0"/>
              </a:spcBef>
              <a:spcAft>
                <a:spcPts val="0"/>
              </a:spcAft>
              <a:buNone/>
            </a:pPr>
            <a:r>
              <a:t/>
            </a:r>
            <a:endParaRPr b="0" i="0" sz="1083" u="none" cap="none" strike="noStrike">
              <a:solidFill>
                <a:srgbClr val="000000"/>
              </a:solidFill>
              <a:latin typeface="Archivo"/>
              <a:ea typeface="Archivo"/>
              <a:cs typeface="Archivo"/>
              <a:sym typeface="Archivo"/>
            </a:endParaRPr>
          </a:p>
        </p:txBody>
      </p:sp>
      <p:sp>
        <p:nvSpPr>
          <p:cNvPr id="256" name="Google Shape;256;p5"/>
          <p:cNvSpPr/>
          <p:nvPr/>
        </p:nvSpPr>
        <p:spPr>
          <a:xfrm>
            <a:off x="5076554" y="3368500"/>
            <a:ext cx="1888088" cy="281775"/>
          </a:xfrm>
          <a:prstGeom prst="roundRect">
            <a:avLst>
              <a:gd fmla="val 50000" name="adj"/>
            </a:avLst>
          </a:prstGeom>
          <a:solidFill>
            <a:srgbClr val="78909C"/>
          </a:solidFill>
          <a:ln>
            <a:noFill/>
          </a:ln>
        </p:spPr>
        <p:txBody>
          <a:bodyPr anchorCtr="0" anchor="ctr" bIns="49500" lIns="49500" spcFirstLastPara="1" rIns="49500" wrap="square" tIns="495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758" u="none" cap="none" strike="noStrike">
              <a:solidFill>
                <a:srgbClr val="000000"/>
              </a:solidFill>
              <a:latin typeface="Arial"/>
              <a:ea typeface="Arial"/>
              <a:cs typeface="Arial"/>
              <a:sym typeface="Arial"/>
            </a:endParaRPr>
          </a:p>
        </p:txBody>
      </p:sp>
      <p:sp>
        <p:nvSpPr>
          <p:cNvPr id="257" name="Google Shape;257;p5"/>
          <p:cNvSpPr txBox="1"/>
          <p:nvPr/>
        </p:nvSpPr>
        <p:spPr>
          <a:xfrm>
            <a:off x="5177467" y="3426019"/>
            <a:ext cx="1497912" cy="183320"/>
          </a:xfrm>
          <a:prstGeom prst="rect">
            <a:avLst/>
          </a:prstGeom>
          <a:noFill/>
          <a:ln>
            <a:noFill/>
          </a:ln>
        </p:spPr>
        <p:txBody>
          <a:bodyPr anchorCtr="0" anchor="t" bIns="0" lIns="0" spcFirstLastPara="1" rIns="0" wrap="square" tIns="0">
            <a:spAutoFit/>
          </a:bodyPr>
          <a:lstStyle/>
          <a:p>
            <a:pPr indent="0" lvl="0" marL="0" marR="0" rtl="0" algn="l">
              <a:lnSpc>
                <a:spcPct val="110000"/>
              </a:lnSpc>
              <a:spcBef>
                <a:spcPts val="0"/>
              </a:spcBef>
              <a:spcAft>
                <a:spcPts val="0"/>
              </a:spcAft>
              <a:buNone/>
            </a:pPr>
            <a:r>
              <a:rPr b="1" i="0" lang="es-AR" sz="1083" u="none" cap="none" strike="noStrike">
                <a:solidFill>
                  <a:srgbClr val="FFFFFF"/>
                </a:solidFill>
                <a:latin typeface="Archivo"/>
                <a:ea typeface="Archivo"/>
                <a:cs typeface="Archivo"/>
                <a:sym typeface="Archivo"/>
              </a:rPr>
              <a:t>Era  de la Información</a:t>
            </a:r>
            <a:endParaRPr b="0" i="0" sz="1083" u="none" cap="none" strike="noStrike">
              <a:solidFill>
                <a:srgbClr val="000000"/>
              </a:solidFill>
              <a:latin typeface="Archivo"/>
              <a:ea typeface="Archivo"/>
              <a:cs typeface="Archivo"/>
              <a:sym typeface="Archivo"/>
            </a:endParaRPr>
          </a:p>
        </p:txBody>
      </p:sp>
      <p:sp>
        <p:nvSpPr>
          <p:cNvPr id="258" name="Google Shape;258;p5"/>
          <p:cNvSpPr txBox="1"/>
          <p:nvPr/>
        </p:nvSpPr>
        <p:spPr>
          <a:xfrm>
            <a:off x="7357702" y="3789850"/>
            <a:ext cx="1888088" cy="549959"/>
          </a:xfrm>
          <a:prstGeom prst="rect">
            <a:avLst/>
          </a:prstGeom>
          <a:noFill/>
          <a:ln>
            <a:noFill/>
          </a:ln>
        </p:spPr>
        <p:txBody>
          <a:bodyPr anchorCtr="0" anchor="t" bIns="0" lIns="0" spcFirstLastPara="1" rIns="0" wrap="square" tIns="0">
            <a:spAutoFit/>
          </a:bodyPr>
          <a:lstStyle/>
          <a:p>
            <a:pPr indent="-192611" lvl="0" marL="247642" marR="0" rtl="0" algn="l">
              <a:lnSpc>
                <a:spcPct val="110000"/>
              </a:lnSpc>
              <a:spcBef>
                <a:spcPts val="0"/>
              </a:spcBef>
              <a:spcAft>
                <a:spcPts val="0"/>
              </a:spcAft>
              <a:buClr>
                <a:srgbClr val="000000"/>
              </a:buClr>
              <a:buSzPts val="2000"/>
              <a:buFont typeface="Archivo"/>
              <a:buChar char="■"/>
            </a:pPr>
            <a:r>
              <a:rPr b="0" i="0" lang="es-AR" sz="1083" u="none" cap="none" strike="noStrike">
                <a:solidFill>
                  <a:srgbClr val="000000"/>
                </a:solidFill>
                <a:latin typeface="Archivo"/>
                <a:ea typeface="Archivo"/>
                <a:cs typeface="Archivo"/>
                <a:sym typeface="Archivo"/>
              </a:rPr>
              <a:t>Emocional</a:t>
            </a:r>
            <a:endParaRPr/>
          </a:p>
          <a:p>
            <a:pPr indent="-192611" lvl="0" marL="247642" marR="0" rtl="0" algn="l">
              <a:lnSpc>
                <a:spcPct val="110000"/>
              </a:lnSpc>
              <a:spcBef>
                <a:spcPts val="0"/>
              </a:spcBef>
              <a:spcAft>
                <a:spcPts val="0"/>
              </a:spcAft>
              <a:buClr>
                <a:srgbClr val="000000"/>
              </a:buClr>
              <a:buSzPts val="2000"/>
              <a:buFont typeface="Archivo"/>
              <a:buChar char="■"/>
            </a:pPr>
            <a:r>
              <a:rPr b="0" i="0" lang="es-AR" sz="1083" u="none" cap="none" strike="noStrike">
                <a:solidFill>
                  <a:srgbClr val="000000"/>
                </a:solidFill>
                <a:latin typeface="Archivo"/>
                <a:ea typeface="Archivo"/>
                <a:cs typeface="Archivo"/>
                <a:sym typeface="Archivo"/>
              </a:rPr>
              <a:t>Experiencia</a:t>
            </a:r>
            <a:endParaRPr/>
          </a:p>
          <a:p>
            <a:pPr indent="-192611" lvl="0" marL="247642" marR="0" rtl="0" algn="l">
              <a:lnSpc>
                <a:spcPct val="110000"/>
              </a:lnSpc>
              <a:spcBef>
                <a:spcPts val="0"/>
              </a:spcBef>
              <a:spcAft>
                <a:spcPts val="0"/>
              </a:spcAft>
              <a:buClr>
                <a:srgbClr val="000000"/>
              </a:buClr>
              <a:buSzPts val="2000"/>
              <a:buFont typeface="Archivo"/>
              <a:buChar char="■"/>
            </a:pPr>
            <a:r>
              <a:rPr b="0" i="0" lang="es-AR" sz="1083" u="none" cap="none" strike="noStrike">
                <a:solidFill>
                  <a:srgbClr val="000000"/>
                </a:solidFill>
                <a:latin typeface="Archivo"/>
                <a:ea typeface="Archivo"/>
                <a:cs typeface="Archivo"/>
                <a:sym typeface="Archivo"/>
              </a:rPr>
              <a:t>Emocional / Sensación</a:t>
            </a:r>
            <a:endParaRPr b="0" i="0" sz="1083" u="none" cap="none" strike="noStrike">
              <a:solidFill>
                <a:srgbClr val="000000"/>
              </a:solidFill>
              <a:latin typeface="Archivo"/>
              <a:ea typeface="Archivo"/>
              <a:cs typeface="Archivo"/>
              <a:sym typeface="Archivo"/>
            </a:endParaRPr>
          </a:p>
        </p:txBody>
      </p:sp>
      <p:sp>
        <p:nvSpPr>
          <p:cNvPr id="259" name="Google Shape;259;p5"/>
          <p:cNvSpPr/>
          <p:nvPr/>
        </p:nvSpPr>
        <p:spPr>
          <a:xfrm>
            <a:off x="7346679" y="3368500"/>
            <a:ext cx="1888088" cy="281775"/>
          </a:xfrm>
          <a:prstGeom prst="roundRect">
            <a:avLst>
              <a:gd fmla="val 50000" name="adj"/>
            </a:avLst>
          </a:prstGeom>
          <a:solidFill>
            <a:srgbClr val="FFAB40"/>
          </a:solidFill>
          <a:ln>
            <a:noFill/>
          </a:ln>
        </p:spPr>
        <p:txBody>
          <a:bodyPr anchorCtr="0" anchor="ctr" bIns="49500" lIns="49500" spcFirstLastPara="1" rIns="49500" wrap="square" tIns="495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758" u="none" cap="none" strike="noStrike">
              <a:solidFill>
                <a:srgbClr val="000000"/>
              </a:solidFill>
              <a:latin typeface="Arial"/>
              <a:ea typeface="Arial"/>
              <a:cs typeface="Arial"/>
              <a:sym typeface="Arial"/>
            </a:endParaRPr>
          </a:p>
        </p:txBody>
      </p:sp>
      <p:sp>
        <p:nvSpPr>
          <p:cNvPr id="260" name="Google Shape;260;p5"/>
          <p:cNvSpPr txBox="1"/>
          <p:nvPr/>
        </p:nvSpPr>
        <p:spPr>
          <a:xfrm>
            <a:off x="7447592" y="3426018"/>
            <a:ext cx="1922105" cy="183320"/>
          </a:xfrm>
          <a:prstGeom prst="rect">
            <a:avLst/>
          </a:prstGeom>
          <a:noFill/>
          <a:ln>
            <a:noFill/>
          </a:ln>
        </p:spPr>
        <p:txBody>
          <a:bodyPr anchorCtr="0" anchor="t" bIns="0" lIns="0" spcFirstLastPara="1" rIns="0" wrap="square" tIns="0">
            <a:spAutoFit/>
          </a:bodyPr>
          <a:lstStyle/>
          <a:p>
            <a:pPr indent="0" lvl="0" marL="0" marR="0" rtl="0" algn="l">
              <a:lnSpc>
                <a:spcPct val="110000"/>
              </a:lnSpc>
              <a:spcBef>
                <a:spcPts val="0"/>
              </a:spcBef>
              <a:spcAft>
                <a:spcPts val="0"/>
              </a:spcAft>
              <a:buNone/>
            </a:pPr>
            <a:r>
              <a:rPr b="1" i="0" lang="es-AR" sz="1083" u="none" cap="none" strike="noStrike">
                <a:solidFill>
                  <a:srgbClr val="FFFFFF"/>
                </a:solidFill>
                <a:latin typeface="Archivo"/>
                <a:ea typeface="Archivo"/>
                <a:cs typeface="Archivo"/>
                <a:sym typeface="Archivo"/>
              </a:rPr>
              <a:t>Era de la Experiencia</a:t>
            </a:r>
            <a:endParaRPr b="0" i="0" sz="1083" u="none" cap="none" strike="noStrike">
              <a:solidFill>
                <a:srgbClr val="000000"/>
              </a:solidFill>
              <a:latin typeface="Archivo"/>
              <a:ea typeface="Archivo"/>
              <a:cs typeface="Archivo"/>
              <a:sym typeface="Archivo"/>
            </a:endParaRPr>
          </a:p>
        </p:txBody>
      </p:sp>
      <p:sp>
        <p:nvSpPr>
          <p:cNvPr id="261" name="Google Shape;261;p5"/>
          <p:cNvSpPr/>
          <p:nvPr/>
        </p:nvSpPr>
        <p:spPr>
          <a:xfrm>
            <a:off x="934415" y="1997542"/>
            <a:ext cx="1031363" cy="1031363"/>
          </a:xfrm>
          <a:prstGeom prst="ellipse">
            <a:avLst/>
          </a:prstGeom>
          <a:solidFill>
            <a:srgbClr val="FFFFFF"/>
          </a:solidFill>
          <a:ln>
            <a:noFill/>
          </a:ln>
        </p:spPr>
        <p:txBody>
          <a:bodyPr anchorCtr="0" anchor="ctr" bIns="49500" lIns="49500" spcFirstLastPara="1" rIns="49500" wrap="square" tIns="495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758" u="none" cap="none" strike="noStrike">
              <a:solidFill>
                <a:srgbClr val="000000"/>
              </a:solidFill>
              <a:latin typeface="Arial"/>
              <a:ea typeface="Arial"/>
              <a:cs typeface="Arial"/>
              <a:sym typeface="Arial"/>
            </a:endParaRPr>
          </a:p>
        </p:txBody>
      </p:sp>
      <p:sp>
        <p:nvSpPr>
          <p:cNvPr id="262" name="Google Shape;262;p5"/>
          <p:cNvSpPr/>
          <p:nvPr/>
        </p:nvSpPr>
        <p:spPr>
          <a:xfrm>
            <a:off x="3200866" y="1997542"/>
            <a:ext cx="1031363" cy="1031363"/>
          </a:xfrm>
          <a:prstGeom prst="ellipse">
            <a:avLst/>
          </a:prstGeom>
          <a:solidFill>
            <a:srgbClr val="FFFFFF"/>
          </a:solidFill>
          <a:ln>
            <a:noFill/>
          </a:ln>
        </p:spPr>
        <p:txBody>
          <a:bodyPr anchorCtr="0" anchor="ctr" bIns="49500" lIns="49500" spcFirstLastPara="1" rIns="49500" wrap="square" tIns="495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758" u="none" cap="none" strike="noStrike">
              <a:solidFill>
                <a:srgbClr val="000000"/>
              </a:solidFill>
              <a:latin typeface="Arial"/>
              <a:ea typeface="Arial"/>
              <a:cs typeface="Arial"/>
              <a:sym typeface="Arial"/>
            </a:endParaRPr>
          </a:p>
        </p:txBody>
      </p:sp>
      <p:sp>
        <p:nvSpPr>
          <p:cNvPr id="263" name="Google Shape;263;p5"/>
          <p:cNvSpPr/>
          <p:nvPr/>
        </p:nvSpPr>
        <p:spPr>
          <a:xfrm>
            <a:off x="5467316" y="2024747"/>
            <a:ext cx="1031363" cy="1031363"/>
          </a:xfrm>
          <a:prstGeom prst="ellipse">
            <a:avLst/>
          </a:prstGeom>
          <a:solidFill>
            <a:srgbClr val="FFFFFF"/>
          </a:solidFill>
          <a:ln>
            <a:noFill/>
          </a:ln>
        </p:spPr>
        <p:txBody>
          <a:bodyPr anchorCtr="0" anchor="ctr" bIns="49500" lIns="49500" spcFirstLastPara="1" rIns="49500" wrap="square" tIns="495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758" u="none" cap="none" strike="noStrike">
              <a:solidFill>
                <a:srgbClr val="000000"/>
              </a:solidFill>
              <a:latin typeface="Arial"/>
              <a:ea typeface="Arial"/>
              <a:cs typeface="Arial"/>
              <a:sym typeface="Arial"/>
            </a:endParaRPr>
          </a:p>
        </p:txBody>
      </p:sp>
      <p:sp>
        <p:nvSpPr>
          <p:cNvPr id="264" name="Google Shape;264;p5"/>
          <p:cNvSpPr/>
          <p:nvPr/>
        </p:nvSpPr>
        <p:spPr>
          <a:xfrm>
            <a:off x="7733768" y="2024747"/>
            <a:ext cx="1031363" cy="1031363"/>
          </a:xfrm>
          <a:prstGeom prst="ellipse">
            <a:avLst/>
          </a:prstGeom>
          <a:solidFill>
            <a:srgbClr val="FFFFFF"/>
          </a:solidFill>
          <a:ln>
            <a:noFill/>
          </a:ln>
        </p:spPr>
        <p:txBody>
          <a:bodyPr anchorCtr="0" anchor="ctr" bIns="49500" lIns="49500" spcFirstLastPara="1" rIns="49500" wrap="square" tIns="495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758" u="none" cap="none" strike="noStrike">
              <a:solidFill>
                <a:srgbClr val="000000"/>
              </a:solidFill>
              <a:latin typeface="Arial"/>
              <a:ea typeface="Arial"/>
              <a:cs typeface="Arial"/>
              <a:sym typeface="Arial"/>
            </a:endParaRPr>
          </a:p>
        </p:txBody>
      </p:sp>
      <p:pic>
        <p:nvPicPr>
          <p:cNvPr descr="Meditar yoga persona sentada en posición de loto icono de línea relajación  tranquilidad descansar mantener la calma | Vector Premium" id="265" name="Google Shape;265;p5"/>
          <p:cNvPicPr preferRelativeResize="0"/>
          <p:nvPr/>
        </p:nvPicPr>
        <p:blipFill rotWithShape="1">
          <a:blip r:embed="rId3">
            <a:alphaModFix/>
          </a:blip>
          <a:srcRect b="0" l="0" r="0" t="0"/>
          <a:stretch/>
        </p:blipFill>
        <p:spPr>
          <a:xfrm>
            <a:off x="7591579" y="1813531"/>
            <a:ext cx="1380529" cy="1380527"/>
          </a:xfrm>
          <a:prstGeom prst="rect">
            <a:avLst/>
          </a:prstGeom>
          <a:noFill/>
          <a:ln>
            <a:noFill/>
          </a:ln>
        </p:spPr>
      </p:pic>
      <p:pic>
        <p:nvPicPr>
          <p:cNvPr descr="Choferes – Linea 4 Angol" id="266" name="Google Shape;266;p5"/>
          <p:cNvPicPr preferRelativeResize="0"/>
          <p:nvPr/>
        </p:nvPicPr>
        <p:blipFill rotWithShape="1">
          <a:blip r:embed="rId4">
            <a:alphaModFix/>
          </a:blip>
          <a:srcRect b="0" l="0" r="0" t="0"/>
          <a:stretch/>
        </p:blipFill>
        <p:spPr>
          <a:xfrm>
            <a:off x="5494938" y="2001031"/>
            <a:ext cx="922701" cy="922701"/>
          </a:xfrm>
          <a:prstGeom prst="rect">
            <a:avLst/>
          </a:prstGeom>
          <a:noFill/>
          <a:ln>
            <a:noFill/>
          </a:ln>
        </p:spPr>
      </p:pic>
      <p:pic>
        <p:nvPicPr>
          <p:cNvPr descr="Farmer Hat Farm Avtar Agriculture Grower Human - Farmer Icon Png,  Transparent Png , Transparent Png Image - PNGitem" id="267" name="Google Shape;267;p5"/>
          <p:cNvPicPr preferRelativeResize="0"/>
          <p:nvPr/>
        </p:nvPicPr>
        <p:blipFill rotWithShape="1">
          <a:blip r:embed="rId5">
            <a:alphaModFix/>
          </a:blip>
          <a:srcRect b="0" l="0" r="0" t="0"/>
          <a:stretch/>
        </p:blipFill>
        <p:spPr>
          <a:xfrm>
            <a:off x="1058047" y="2029812"/>
            <a:ext cx="824590" cy="865820"/>
          </a:xfrm>
          <a:prstGeom prst="rect">
            <a:avLst/>
          </a:prstGeom>
          <a:noFill/>
          <a:ln>
            <a:noFill/>
          </a:ln>
        </p:spPr>
      </p:pic>
      <p:pic>
        <p:nvPicPr>
          <p:cNvPr descr="icono de línea de trabajador 4591338 Vector en Vecteezy" id="268" name="Google Shape;268;p5"/>
          <p:cNvPicPr preferRelativeResize="0"/>
          <p:nvPr/>
        </p:nvPicPr>
        <p:blipFill rotWithShape="1">
          <a:blip r:embed="rId6">
            <a:alphaModFix/>
          </a:blip>
          <a:srcRect b="0" l="0" r="0" t="0"/>
          <a:stretch/>
        </p:blipFill>
        <p:spPr>
          <a:xfrm>
            <a:off x="3259583" y="1997989"/>
            <a:ext cx="905364" cy="905364"/>
          </a:xfrm>
          <a:prstGeom prst="rect">
            <a:avLst/>
          </a:prstGeom>
          <a:noFill/>
          <a:ln>
            <a:noFill/>
          </a:ln>
        </p:spPr>
      </p:pic>
      <p:pic>
        <p:nvPicPr>
          <p:cNvPr descr="Comprar café en grano de calidad | Cafés Oquendo" id="269" name="Google Shape;269;p5"/>
          <p:cNvPicPr preferRelativeResize="0"/>
          <p:nvPr/>
        </p:nvPicPr>
        <p:blipFill rotWithShape="1">
          <a:blip r:embed="rId7">
            <a:alphaModFix/>
          </a:blip>
          <a:srcRect b="0" l="0" r="0" t="0"/>
          <a:stretch/>
        </p:blipFill>
        <p:spPr>
          <a:xfrm>
            <a:off x="494989" y="4345367"/>
            <a:ext cx="1389137" cy="941356"/>
          </a:xfrm>
          <a:prstGeom prst="rect">
            <a:avLst/>
          </a:prstGeom>
          <a:noFill/>
          <a:ln>
            <a:noFill/>
          </a:ln>
        </p:spPr>
      </p:pic>
      <p:pic>
        <p:nvPicPr>
          <p:cNvPr descr="Argen→Send | Cabrales Café Torrado Molido Paquete 1 Kg (Round Roasted Coffee  1 Kg)" id="270" name="Google Shape;270;p5"/>
          <p:cNvPicPr preferRelativeResize="0"/>
          <p:nvPr/>
        </p:nvPicPr>
        <p:blipFill rotWithShape="1">
          <a:blip r:embed="rId8">
            <a:alphaModFix/>
          </a:blip>
          <a:srcRect b="0" l="0" r="0" t="0"/>
          <a:stretch/>
        </p:blipFill>
        <p:spPr>
          <a:xfrm>
            <a:off x="2890474" y="4565300"/>
            <a:ext cx="1151492" cy="1151492"/>
          </a:xfrm>
          <a:prstGeom prst="rect">
            <a:avLst/>
          </a:prstGeom>
          <a:noFill/>
          <a:ln>
            <a:noFill/>
          </a:ln>
        </p:spPr>
      </p:pic>
      <p:pic>
        <p:nvPicPr>
          <p:cNvPr descr="Cofee - Taza De Cafe Png PNG Image | Transparent PNG Free Download on  SeekPNG" id="271" name="Google Shape;271;p5"/>
          <p:cNvPicPr preferRelativeResize="0"/>
          <p:nvPr/>
        </p:nvPicPr>
        <p:blipFill rotWithShape="1">
          <a:blip r:embed="rId9">
            <a:alphaModFix/>
          </a:blip>
          <a:srcRect b="0" l="0" r="0" t="0"/>
          <a:stretch/>
        </p:blipFill>
        <p:spPr>
          <a:xfrm>
            <a:off x="8249448" y="4333458"/>
            <a:ext cx="1579000" cy="1383334"/>
          </a:xfrm>
          <a:prstGeom prst="rect">
            <a:avLst/>
          </a:prstGeom>
          <a:noFill/>
          <a:ln>
            <a:noFill/>
          </a:ln>
        </p:spPr>
      </p:pic>
      <p:pic>
        <p:nvPicPr>
          <p:cNvPr descr="Amazon.com: Starbucks Vaso clásico de viaje de café blanco y verde para  viajero de café de doble pared, de cerámica, para viaje, 12 onzas : Hogar y  Cocina" id="272" name="Google Shape;272;p5"/>
          <p:cNvPicPr preferRelativeResize="0"/>
          <p:nvPr/>
        </p:nvPicPr>
        <p:blipFill rotWithShape="1">
          <a:blip r:embed="rId10">
            <a:alphaModFix/>
          </a:blip>
          <a:srcRect b="0" l="0" r="0" t="0"/>
          <a:stretch/>
        </p:blipFill>
        <p:spPr>
          <a:xfrm>
            <a:off x="7232470" y="4577640"/>
            <a:ext cx="754460" cy="1342163"/>
          </a:xfrm>
          <a:prstGeom prst="rect">
            <a:avLst/>
          </a:prstGeom>
          <a:noFill/>
          <a:ln>
            <a:noFill/>
          </a:ln>
        </p:spPr>
      </p:pic>
      <p:pic>
        <p:nvPicPr>
          <p:cNvPr id="273" name="Google Shape;273;p5"/>
          <p:cNvPicPr preferRelativeResize="0"/>
          <p:nvPr/>
        </p:nvPicPr>
        <p:blipFill rotWithShape="1">
          <a:blip r:embed="rId11">
            <a:alphaModFix/>
          </a:blip>
          <a:srcRect b="0" l="0" r="0" t="0"/>
          <a:stretch/>
        </p:blipFill>
        <p:spPr>
          <a:xfrm>
            <a:off x="5087578" y="4577640"/>
            <a:ext cx="1230767" cy="946888"/>
          </a:xfrm>
          <a:prstGeom prst="rect">
            <a:avLst/>
          </a:prstGeom>
          <a:noFill/>
          <a:ln>
            <a:noFill/>
          </a:ln>
        </p:spPr>
      </p:pic>
      <p:sp>
        <p:nvSpPr>
          <p:cNvPr id="274" name="Google Shape;274;p5"/>
          <p:cNvSpPr txBox="1"/>
          <p:nvPr/>
        </p:nvSpPr>
        <p:spPr>
          <a:xfrm>
            <a:off x="861844" y="5589369"/>
            <a:ext cx="348172" cy="425822"/>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None/>
            </a:pPr>
            <a:r>
              <a:rPr b="1" i="0" lang="es-AR" sz="2167" u="none" cap="none" strike="noStrike">
                <a:solidFill>
                  <a:srgbClr val="FF0000"/>
                </a:solidFill>
                <a:latin typeface="Montserrat"/>
                <a:ea typeface="Montserrat"/>
                <a:cs typeface="Montserrat"/>
                <a:sym typeface="Montserrat"/>
              </a:rPr>
              <a:t>¢</a:t>
            </a:r>
            <a:endParaRPr b="1" i="0" sz="975" u="none" cap="none" strike="noStrike">
              <a:solidFill>
                <a:srgbClr val="FF0000"/>
              </a:solidFill>
              <a:latin typeface="Montserrat"/>
              <a:ea typeface="Montserrat"/>
              <a:cs typeface="Montserrat"/>
              <a:sym typeface="Montserrat"/>
            </a:endParaRPr>
          </a:p>
        </p:txBody>
      </p:sp>
      <p:sp>
        <p:nvSpPr>
          <p:cNvPr id="275" name="Google Shape;275;p5"/>
          <p:cNvSpPr txBox="1"/>
          <p:nvPr/>
        </p:nvSpPr>
        <p:spPr>
          <a:xfrm>
            <a:off x="3172660" y="5589369"/>
            <a:ext cx="362600" cy="425822"/>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None/>
            </a:pPr>
            <a:r>
              <a:rPr b="1" i="0" lang="es-AR" sz="2167" u="none" cap="none" strike="noStrike">
                <a:solidFill>
                  <a:srgbClr val="FF0000"/>
                </a:solidFill>
                <a:latin typeface="Montserrat"/>
                <a:ea typeface="Montserrat"/>
                <a:cs typeface="Montserrat"/>
                <a:sym typeface="Montserrat"/>
              </a:rPr>
              <a:t>$</a:t>
            </a:r>
            <a:endParaRPr b="1" i="0" sz="975" u="none" cap="none" strike="noStrike">
              <a:solidFill>
                <a:srgbClr val="FF0000"/>
              </a:solidFill>
              <a:latin typeface="Montserrat"/>
              <a:ea typeface="Montserrat"/>
              <a:cs typeface="Montserrat"/>
              <a:sym typeface="Montserrat"/>
            </a:endParaRPr>
          </a:p>
        </p:txBody>
      </p:sp>
      <p:sp>
        <p:nvSpPr>
          <p:cNvPr id="276" name="Google Shape;276;p5"/>
          <p:cNvSpPr txBox="1"/>
          <p:nvPr/>
        </p:nvSpPr>
        <p:spPr>
          <a:xfrm>
            <a:off x="5413894" y="5589369"/>
            <a:ext cx="540533" cy="425822"/>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None/>
            </a:pPr>
            <a:r>
              <a:rPr b="1" i="0" lang="es-AR" sz="2167" u="none" cap="none" strike="noStrike">
                <a:solidFill>
                  <a:srgbClr val="FF0000"/>
                </a:solidFill>
                <a:latin typeface="Montserrat"/>
                <a:ea typeface="Montserrat"/>
                <a:cs typeface="Montserrat"/>
                <a:sym typeface="Montserrat"/>
              </a:rPr>
              <a:t>$$</a:t>
            </a:r>
            <a:endParaRPr b="1" i="0" sz="975" u="none" cap="none" strike="noStrike">
              <a:solidFill>
                <a:srgbClr val="FF0000"/>
              </a:solidFill>
              <a:latin typeface="Montserrat"/>
              <a:ea typeface="Montserrat"/>
              <a:cs typeface="Montserrat"/>
              <a:sym typeface="Montserrat"/>
            </a:endParaRPr>
          </a:p>
        </p:txBody>
      </p:sp>
      <p:sp>
        <p:nvSpPr>
          <p:cNvPr id="277" name="Google Shape;277;p5"/>
          <p:cNvSpPr txBox="1"/>
          <p:nvPr/>
        </p:nvSpPr>
        <p:spPr>
          <a:xfrm>
            <a:off x="7955124" y="5589369"/>
            <a:ext cx="896399" cy="425822"/>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None/>
            </a:pPr>
            <a:r>
              <a:rPr b="1" i="0" lang="es-AR" sz="2167" u="none" cap="none" strike="noStrike">
                <a:solidFill>
                  <a:srgbClr val="FF0000"/>
                </a:solidFill>
                <a:latin typeface="Montserrat"/>
                <a:ea typeface="Montserrat"/>
                <a:cs typeface="Montserrat"/>
                <a:sym typeface="Montserrat"/>
              </a:rPr>
              <a:t>$$$$</a:t>
            </a:r>
            <a:endParaRPr b="1" i="0" sz="975" u="none" cap="none" strike="noStrike">
              <a:solidFill>
                <a:srgbClr val="FF0000"/>
              </a:solidFill>
              <a:latin typeface="Montserrat"/>
              <a:ea typeface="Montserrat"/>
              <a:cs typeface="Montserrat"/>
              <a:sym typeface="Montserrat"/>
            </a:endParaRPr>
          </a:p>
        </p:txBody>
      </p:sp>
      <p:sp>
        <p:nvSpPr>
          <p:cNvPr id="278" name="Google Shape;278;p5"/>
          <p:cNvSpPr txBox="1"/>
          <p:nvPr/>
        </p:nvSpPr>
        <p:spPr>
          <a:xfrm>
            <a:off x="334733" y="1297672"/>
            <a:ext cx="6640931" cy="634020"/>
          </a:xfrm>
          <a:prstGeom prst="rect">
            <a:avLst/>
          </a:prstGeom>
          <a:noFill/>
          <a:ln>
            <a:noFill/>
          </a:ln>
        </p:spPr>
        <p:txBody>
          <a:bodyPr anchorCtr="0" anchor="t" bIns="45700" lIns="91425" spcFirstLastPara="1" rIns="91425" wrap="square" tIns="45700">
            <a:spAutoFit/>
          </a:bodyPr>
          <a:lstStyle/>
          <a:p>
            <a:pPr indent="0" lvl="0" marL="0" marR="0" rtl="0" algn="l">
              <a:lnSpc>
                <a:spcPct val="110000"/>
              </a:lnSpc>
              <a:spcBef>
                <a:spcPts val="0"/>
              </a:spcBef>
              <a:spcAft>
                <a:spcPts val="0"/>
              </a:spcAft>
              <a:buNone/>
            </a:pPr>
            <a:r>
              <a:rPr b="0" i="0" lang="es-AR" sz="1800" u="none" cap="none" strike="noStrike">
                <a:solidFill>
                  <a:srgbClr val="000000"/>
                </a:solidFill>
                <a:latin typeface="Montserrat Medium"/>
                <a:ea typeface="Montserrat Medium"/>
                <a:cs typeface="Montserrat Medium"/>
                <a:sym typeface="Montserrat Medium"/>
              </a:rPr>
              <a:t>Evolución de la </a:t>
            </a:r>
            <a:r>
              <a:rPr b="1" i="0" lang="es-AR" sz="1800" u="none" cap="none" strike="noStrike">
                <a:solidFill>
                  <a:srgbClr val="000000"/>
                </a:solidFill>
                <a:latin typeface="Montserrat Medium"/>
                <a:ea typeface="Montserrat Medium"/>
                <a:cs typeface="Montserrat Medium"/>
                <a:sym typeface="Montserrat Medium"/>
              </a:rPr>
              <a:t>Sociedad</a:t>
            </a:r>
            <a:r>
              <a:rPr b="0" i="0" lang="es-AR" sz="1800" u="none" cap="none" strike="noStrike">
                <a:solidFill>
                  <a:srgbClr val="000000"/>
                </a:solidFill>
                <a:latin typeface="Montserrat Medium"/>
                <a:ea typeface="Montserrat Medium"/>
                <a:cs typeface="Montserrat Medium"/>
                <a:sym typeface="Montserrat Medium"/>
              </a:rPr>
              <a:t>, el </a:t>
            </a:r>
            <a:r>
              <a:rPr b="1" i="0" lang="es-AR" sz="1800" u="none" cap="none" strike="noStrike">
                <a:solidFill>
                  <a:srgbClr val="000000"/>
                </a:solidFill>
                <a:latin typeface="Montserrat Medium"/>
                <a:ea typeface="Montserrat Medium"/>
                <a:cs typeface="Montserrat Medium"/>
                <a:sym typeface="Montserrat Medium"/>
              </a:rPr>
              <a:t>Mercado </a:t>
            </a:r>
            <a:r>
              <a:rPr b="1" i="0" lang="es-AR" sz="3200" u="none" cap="none" strike="noStrike">
                <a:solidFill>
                  <a:srgbClr val="00B0F0"/>
                </a:solidFill>
                <a:latin typeface="Courgette"/>
                <a:ea typeface="Courgette"/>
                <a:cs typeface="Courgette"/>
                <a:sym typeface="Courgette"/>
              </a:rPr>
              <a:t>y </a:t>
            </a:r>
            <a:r>
              <a:rPr b="0" i="0" lang="es-AR" sz="3200" u="none" cap="none" strike="noStrike">
                <a:solidFill>
                  <a:srgbClr val="00B0F0"/>
                </a:solidFill>
                <a:latin typeface="Courgette"/>
                <a:ea typeface="Courgette"/>
                <a:cs typeface="Courgette"/>
                <a:sym typeface="Courgette"/>
              </a:rPr>
              <a:t>el </a:t>
            </a:r>
            <a:r>
              <a:rPr b="1" i="0" lang="es-AR" sz="3200" u="none" cap="none" strike="noStrike">
                <a:solidFill>
                  <a:srgbClr val="00B0F0"/>
                </a:solidFill>
                <a:latin typeface="Courgette"/>
                <a:ea typeface="Courgette"/>
                <a:cs typeface="Courgette"/>
                <a:sym typeface="Courgette"/>
              </a:rPr>
              <a:t>Café</a:t>
            </a:r>
            <a:endParaRPr b="1" i="0" sz="2000" u="none" cap="none" strike="noStrike">
              <a:solidFill>
                <a:srgbClr val="00B0F0"/>
              </a:solidFill>
              <a:latin typeface="Courgette"/>
              <a:ea typeface="Courgette"/>
              <a:cs typeface="Courgette"/>
              <a:sym typeface="Courgette"/>
            </a:endParaRPr>
          </a:p>
        </p:txBody>
      </p:sp>
      <p:sp>
        <p:nvSpPr>
          <p:cNvPr id="279" name="Google Shape;279;p5"/>
          <p:cNvSpPr txBox="1"/>
          <p:nvPr/>
        </p:nvSpPr>
        <p:spPr>
          <a:xfrm>
            <a:off x="0" y="-13878"/>
            <a:ext cx="9906000" cy="1188000"/>
          </a:xfrm>
          <a:prstGeom prst="rect">
            <a:avLst/>
          </a:prstGeom>
          <a:noFill/>
          <a:ln>
            <a:noFill/>
          </a:ln>
        </p:spPr>
        <p:txBody>
          <a:bodyPr anchorCtr="0" anchor="ctr" bIns="36000" lIns="72000" spcFirstLastPara="1" rIns="72000" wrap="square" tIns="252000">
            <a:noAutofit/>
          </a:bodyPr>
          <a:lstStyle/>
          <a:p>
            <a:pPr indent="-714375" lvl="0" marL="714375" marR="0" rtl="0" algn="l">
              <a:lnSpc>
                <a:spcPct val="90000"/>
              </a:lnSpc>
              <a:spcBef>
                <a:spcPts val="0"/>
              </a:spcBef>
              <a:spcAft>
                <a:spcPts val="0"/>
              </a:spcAft>
              <a:buClr>
                <a:srgbClr val="000000"/>
              </a:buClr>
              <a:buSzPts val="600"/>
              <a:buFont typeface="Arial"/>
              <a:buNone/>
            </a:pPr>
            <a:r>
              <a:rPr b="1" i="0" lang="es-AR" sz="2800" u="none" cap="none" strike="noStrike">
                <a:solidFill>
                  <a:srgbClr val="932328"/>
                </a:solidFill>
                <a:latin typeface="Arial"/>
                <a:ea typeface="Arial"/>
                <a:cs typeface="Arial"/>
                <a:sym typeface="Arial"/>
              </a:rPr>
              <a:t>Cambios en el paradigma del Valor</a:t>
            </a:r>
            <a:endParaRPr/>
          </a:p>
        </p:txBody>
      </p:sp>
      <p:sp>
        <p:nvSpPr>
          <p:cNvPr id="280" name="Google Shape;280;p5"/>
          <p:cNvSpPr/>
          <p:nvPr/>
        </p:nvSpPr>
        <p:spPr>
          <a:xfrm>
            <a:off x="4808213" y="1395902"/>
            <a:ext cx="1789500" cy="633900"/>
          </a:xfrm>
          <a:prstGeom prst="rect">
            <a:avLst/>
          </a:prstGeom>
          <a:solidFill>
            <a:schemeClr val="lt1"/>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517" u="none" cap="none" strike="noStrike">
              <a:solidFill>
                <a:srgbClr val="FFFFFF"/>
              </a:solidFill>
              <a:latin typeface="Arial"/>
              <a:ea typeface="Arial"/>
              <a:cs typeface="Arial"/>
              <a:sym typeface="Arial"/>
            </a:endParaRPr>
          </a:p>
        </p:txBody>
      </p:sp>
      <p:sp>
        <p:nvSpPr>
          <p:cNvPr id="281" name="Google Shape;281;p5"/>
          <p:cNvSpPr txBox="1"/>
          <p:nvPr/>
        </p:nvSpPr>
        <p:spPr>
          <a:xfrm>
            <a:off x="0" y="5999921"/>
            <a:ext cx="9892414" cy="830997"/>
          </a:xfrm>
          <a:prstGeom prst="rect">
            <a:avLst/>
          </a:prstGeom>
          <a:solidFill>
            <a:srgbClr val="0070C0"/>
          </a:solid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None/>
            </a:pPr>
            <a:r>
              <a:rPr b="1" i="0" lang="es-AR" sz="2400" u="none" cap="none" strike="noStrike">
                <a:solidFill>
                  <a:schemeClr val="lt1"/>
                </a:solidFill>
                <a:latin typeface="Arial"/>
                <a:ea typeface="Arial"/>
                <a:cs typeface="Arial"/>
                <a:sym typeface="Arial"/>
              </a:rPr>
              <a:t>Las organizaciones son una expresión de nuestra forma de entender el mundo, de nuestro estadio de desarrollo </a:t>
            </a:r>
            <a:r>
              <a:rPr b="0" i="1" lang="es-AR" sz="1600" u="none" cap="none" strike="noStrike">
                <a:solidFill>
                  <a:schemeClr val="lt1"/>
                </a:solidFill>
                <a:latin typeface="Arial"/>
                <a:ea typeface="Arial"/>
                <a:cs typeface="Arial"/>
                <a:sym typeface="Arial"/>
              </a:rPr>
              <a:t>P Drucker</a:t>
            </a:r>
            <a:endParaRPr b="0" i="1" sz="2400" u="none" cap="none" strike="noStrike">
              <a:solidFill>
                <a:schemeClr val="lt1"/>
              </a:solidFill>
              <a:latin typeface="Arial"/>
              <a:ea typeface="Arial"/>
              <a:cs typeface="Arial"/>
              <a:sym typeface="Arial"/>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xit" presetID="10" presetSubtype="0">
                                  <p:stCondLst>
                                    <p:cond delay="0"/>
                                  </p:stCondLst>
                                  <p:childTnLst>
                                    <p:animEffect filter="fade" transition="out">
                                      <p:cBhvr>
                                        <p:cTn dur="500"/>
                                        <p:tgtEl>
                                          <p:spTgt spid="280"/>
                                        </p:tgtEl>
                                      </p:cBhvr>
                                    </p:animEffect>
                                    <p:set>
                                      <p:cBhvr>
                                        <p:cTn dur="1" fill="hold">
                                          <p:stCondLst>
                                            <p:cond delay="500"/>
                                          </p:stCondLst>
                                        </p:cTn>
                                        <p:tgtEl>
                                          <p:spTgt spid="280"/>
                                        </p:tgtEl>
                                        <p:attrNameLst>
                                          <p:attrName>style.visibility</p:attrName>
                                        </p:attrNameLst>
                                      </p:cBhvr>
                                      <p:to>
                                        <p:strVal val="hidden"/>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249"/>
                                        </p:tgtEl>
                                        <p:attrNameLst>
                                          <p:attrName>style.visibility</p:attrName>
                                        </p:attrNameLst>
                                      </p:cBhvr>
                                      <p:to>
                                        <p:strVal val="visible"/>
                                      </p:to>
                                    </p:set>
                                    <p:animEffect filter="fade" transition="in">
                                      <p:cBhvr>
                                        <p:cTn dur="500"/>
                                        <p:tgtEl>
                                          <p:spTgt spid="249"/>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269"/>
                                        </p:tgtEl>
                                        <p:attrNameLst>
                                          <p:attrName>style.visibility</p:attrName>
                                        </p:attrNameLst>
                                      </p:cBhvr>
                                      <p:to>
                                        <p:strVal val="visible"/>
                                      </p:to>
                                    </p:set>
                                    <p:animEffect filter="fade" transition="in">
                                      <p:cBhvr>
                                        <p:cTn dur="1000"/>
                                        <p:tgtEl>
                                          <p:spTgt spid="269"/>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252"/>
                                        </p:tgtEl>
                                        <p:attrNameLst>
                                          <p:attrName>style.visibility</p:attrName>
                                        </p:attrNameLst>
                                      </p:cBhvr>
                                      <p:to>
                                        <p:strVal val="visible"/>
                                      </p:to>
                                    </p:set>
                                    <p:animEffect filter="fade" transition="in">
                                      <p:cBhvr>
                                        <p:cTn dur="500"/>
                                        <p:tgtEl>
                                          <p:spTgt spid="252"/>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2" presetSubtype="4">
                                  <p:stCondLst>
                                    <p:cond delay="0"/>
                                  </p:stCondLst>
                                  <p:childTnLst>
                                    <p:set>
                                      <p:cBhvr>
                                        <p:cTn dur="1" fill="hold">
                                          <p:stCondLst>
                                            <p:cond delay="0"/>
                                          </p:stCondLst>
                                        </p:cTn>
                                        <p:tgtEl>
                                          <p:spTgt spid="270"/>
                                        </p:tgtEl>
                                        <p:attrNameLst>
                                          <p:attrName>style.visibility</p:attrName>
                                        </p:attrNameLst>
                                      </p:cBhvr>
                                      <p:to>
                                        <p:strVal val="visible"/>
                                      </p:to>
                                    </p:set>
                                    <p:anim calcmode="lin" valueType="num">
                                      <p:cBhvr additive="base">
                                        <p:cTn dur="500"/>
                                        <p:tgtEl>
                                          <p:spTgt spid="270"/>
                                        </p:tgtEl>
                                        <p:attrNameLst>
                                          <p:attrName>ppt_y</p:attrName>
                                        </p:attrNameLst>
                                      </p:cBhvr>
                                      <p:tavLst>
                                        <p:tav fmla="" tm="0">
                                          <p:val>
                                            <p:strVal val="#ppt_y+1"/>
                                          </p:val>
                                        </p:tav>
                                        <p:tav fmla="" tm="100000">
                                          <p:val>
                                            <p:strVal val="#ppt_y"/>
                                          </p:val>
                                        </p:tav>
                                      </p:tavLst>
                                    </p:anim>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255"/>
                                        </p:tgtEl>
                                        <p:attrNameLst>
                                          <p:attrName>style.visibility</p:attrName>
                                        </p:attrNameLst>
                                      </p:cBhvr>
                                      <p:to>
                                        <p:strVal val="visible"/>
                                      </p:to>
                                    </p:set>
                                    <p:animEffect filter="fade" transition="in">
                                      <p:cBhvr>
                                        <p:cTn dur="500"/>
                                        <p:tgtEl>
                                          <p:spTgt spid="255"/>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2" presetSubtype="4">
                                  <p:stCondLst>
                                    <p:cond delay="0"/>
                                  </p:stCondLst>
                                  <p:childTnLst>
                                    <p:set>
                                      <p:cBhvr>
                                        <p:cTn dur="1" fill="hold">
                                          <p:stCondLst>
                                            <p:cond delay="0"/>
                                          </p:stCondLst>
                                        </p:cTn>
                                        <p:tgtEl>
                                          <p:spTgt spid="273"/>
                                        </p:tgtEl>
                                        <p:attrNameLst>
                                          <p:attrName>style.visibility</p:attrName>
                                        </p:attrNameLst>
                                      </p:cBhvr>
                                      <p:to>
                                        <p:strVal val="visible"/>
                                      </p:to>
                                    </p:set>
                                    <p:anim calcmode="lin" valueType="num">
                                      <p:cBhvr additive="base">
                                        <p:cTn dur="500"/>
                                        <p:tgtEl>
                                          <p:spTgt spid="273"/>
                                        </p:tgtEl>
                                        <p:attrNameLst>
                                          <p:attrName>ppt_y</p:attrName>
                                        </p:attrNameLst>
                                      </p:cBhvr>
                                      <p:tavLst>
                                        <p:tav fmla="" tm="0">
                                          <p:val>
                                            <p:strVal val="#ppt_y+1"/>
                                          </p:val>
                                        </p:tav>
                                        <p:tav fmla="" tm="100000">
                                          <p:val>
                                            <p:strVal val="#ppt_y"/>
                                          </p:val>
                                        </p:tav>
                                      </p:tavLst>
                                    </p:anim>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258"/>
                                        </p:tgtEl>
                                        <p:attrNameLst>
                                          <p:attrName>style.visibility</p:attrName>
                                        </p:attrNameLst>
                                      </p:cBhvr>
                                      <p:to>
                                        <p:strVal val="visible"/>
                                      </p:to>
                                    </p:set>
                                    <p:animEffect filter="fade" transition="in">
                                      <p:cBhvr>
                                        <p:cTn dur="500"/>
                                        <p:tgtEl>
                                          <p:spTgt spid="258"/>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2" presetSubtype="4">
                                  <p:stCondLst>
                                    <p:cond delay="0"/>
                                  </p:stCondLst>
                                  <p:childTnLst>
                                    <p:set>
                                      <p:cBhvr>
                                        <p:cTn dur="1" fill="hold">
                                          <p:stCondLst>
                                            <p:cond delay="0"/>
                                          </p:stCondLst>
                                        </p:cTn>
                                        <p:tgtEl>
                                          <p:spTgt spid="272"/>
                                        </p:tgtEl>
                                        <p:attrNameLst>
                                          <p:attrName>style.visibility</p:attrName>
                                        </p:attrNameLst>
                                      </p:cBhvr>
                                      <p:to>
                                        <p:strVal val="visible"/>
                                      </p:to>
                                    </p:set>
                                    <p:anim calcmode="lin" valueType="num">
                                      <p:cBhvr additive="base">
                                        <p:cTn dur="500"/>
                                        <p:tgtEl>
                                          <p:spTgt spid="272"/>
                                        </p:tgtEl>
                                        <p:attrNameLst>
                                          <p:attrName>ppt_y</p:attrName>
                                        </p:attrNameLst>
                                      </p:cBhvr>
                                      <p:tavLst>
                                        <p:tav fmla="" tm="0">
                                          <p:val>
                                            <p:strVal val="#ppt_y+1"/>
                                          </p:val>
                                        </p:tav>
                                        <p:tav fmla="" tm="100000">
                                          <p:val>
                                            <p:strVal val="#ppt_y"/>
                                          </p:val>
                                        </p:tav>
                                      </p:tavLst>
                                    </p:anim>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271"/>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274"/>
                                        </p:tgtEl>
                                        <p:attrNameLst>
                                          <p:attrName>style.visibility</p:attrName>
                                        </p:attrNameLst>
                                      </p:cBhvr>
                                      <p:to>
                                        <p:strVal val="visible"/>
                                      </p:to>
                                    </p:set>
                                    <p:animEffect filter="fade" transition="in">
                                      <p:cBhvr>
                                        <p:cTn dur="2000"/>
                                        <p:tgtEl>
                                          <p:spTgt spid="274"/>
                                        </p:tgtEl>
                                      </p:cBhvr>
                                    </p:animEffect>
                                  </p:childTnLst>
                                </p:cTn>
                              </p:par>
                              <p:par>
                                <p:cTn fill="hold" nodeType="withEffect" presetClass="entr" presetID="10" presetSubtype="0">
                                  <p:stCondLst>
                                    <p:cond delay="0"/>
                                  </p:stCondLst>
                                  <p:childTnLst>
                                    <p:set>
                                      <p:cBhvr>
                                        <p:cTn dur="1" fill="hold">
                                          <p:stCondLst>
                                            <p:cond delay="0"/>
                                          </p:stCondLst>
                                        </p:cTn>
                                        <p:tgtEl>
                                          <p:spTgt spid="275"/>
                                        </p:tgtEl>
                                        <p:attrNameLst>
                                          <p:attrName>style.visibility</p:attrName>
                                        </p:attrNameLst>
                                      </p:cBhvr>
                                      <p:to>
                                        <p:strVal val="visible"/>
                                      </p:to>
                                    </p:set>
                                    <p:animEffect filter="fade" transition="in">
                                      <p:cBhvr>
                                        <p:cTn dur="2000"/>
                                        <p:tgtEl>
                                          <p:spTgt spid="275"/>
                                        </p:tgtEl>
                                      </p:cBhvr>
                                    </p:animEffect>
                                  </p:childTnLst>
                                </p:cTn>
                              </p:par>
                              <p:par>
                                <p:cTn fill="hold" nodeType="withEffect" presetClass="entr" presetID="10" presetSubtype="0">
                                  <p:stCondLst>
                                    <p:cond delay="0"/>
                                  </p:stCondLst>
                                  <p:childTnLst>
                                    <p:set>
                                      <p:cBhvr>
                                        <p:cTn dur="1" fill="hold">
                                          <p:stCondLst>
                                            <p:cond delay="0"/>
                                          </p:stCondLst>
                                        </p:cTn>
                                        <p:tgtEl>
                                          <p:spTgt spid="276"/>
                                        </p:tgtEl>
                                        <p:attrNameLst>
                                          <p:attrName>style.visibility</p:attrName>
                                        </p:attrNameLst>
                                      </p:cBhvr>
                                      <p:to>
                                        <p:strVal val="visible"/>
                                      </p:to>
                                    </p:set>
                                    <p:animEffect filter="fade" transition="in">
                                      <p:cBhvr>
                                        <p:cTn dur="2000"/>
                                        <p:tgtEl>
                                          <p:spTgt spid="276"/>
                                        </p:tgtEl>
                                      </p:cBhvr>
                                    </p:animEffect>
                                  </p:childTnLst>
                                </p:cTn>
                              </p:par>
                              <p:par>
                                <p:cTn fill="hold" nodeType="withEffect" presetClass="entr" presetID="10" presetSubtype="0">
                                  <p:stCondLst>
                                    <p:cond delay="0"/>
                                  </p:stCondLst>
                                  <p:childTnLst>
                                    <p:set>
                                      <p:cBhvr>
                                        <p:cTn dur="1" fill="hold">
                                          <p:stCondLst>
                                            <p:cond delay="0"/>
                                          </p:stCondLst>
                                        </p:cTn>
                                        <p:tgtEl>
                                          <p:spTgt spid="277"/>
                                        </p:tgtEl>
                                        <p:attrNameLst>
                                          <p:attrName>style.visibility</p:attrName>
                                        </p:attrNameLst>
                                      </p:cBhvr>
                                      <p:to>
                                        <p:strVal val="visible"/>
                                      </p:to>
                                    </p:set>
                                    <p:animEffect filter="fade" transition="in">
                                      <p:cBhvr>
                                        <p:cTn dur="2000"/>
                                        <p:tgtEl>
                                          <p:spTgt spid="277"/>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281"/>
                                        </p:tgtEl>
                                        <p:attrNameLst>
                                          <p:attrName>style.visibility</p:attrName>
                                        </p:attrNameLst>
                                      </p:cBhvr>
                                      <p:to>
                                        <p:strVal val="visible"/>
                                      </p:to>
                                    </p:set>
                                    <p:animEffect filter="fade" transition="in">
                                      <p:cBhvr>
                                        <p:cTn dur="500"/>
                                        <p:tgtEl>
                                          <p:spTgt spid="281"/>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85" name="Shape 285"/>
        <p:cNvGrpSpPr/>
        <p:nvPr/>
      </p:nvGrpSpPr>
      <p:grpSpPr>
        <a:xfrm>
          <a:off x="0" y="0"/>
          <a:ext cx="0" cy="0"/>
          <a:chOff x="0" y="0"/>
          <a:chExt cx="0" cy="0"/>
        </a:xfrm>
      </p:grpSpPr>
      <p:sp>
        <p:nvSpPr>
          <p:cNvPr id="286" name="Google Shape;286;p6"/>
          <p:cNvSpPr/>
          <p:nvPr/>
        </p:nvSpPr>
        <p:spPr>
          <a:xfrm>
            <a:off x="5257801" y="2338894"/>
            <a:ext cx="4642245" cy="4555886"/>
          </a:xfrm>
          <a:prstGeom prst="rect">
            <a:avLst/>
          </a:prstGeom>
          <a:solidFill>
            <a:srgbClr val="C00000"/>
          </a:solidFill>
          <a:ln cap="flat" cmpd="sng" w="25400">
            <a:solidFill>
              <a:srgbClr val="BA8915"/>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chemeClr val="lt1"/>
              </a:solidFill>
              <a:latin typeface="Arial"/>
              <a:ea typeface="Arial"/>
              <a:cs typeface="Arial"/>
              <a:sym typeface="Arial"/>
            </a:endParaRPr>
          </a:p>
        </p:txBody>
      </p:sp>
      <p:sp>
        <p:nvSpPr>
          <p:cNvPr id="287" name="Google Shape;287;p6"/>
          <p:cNvSpPr txBox="1"/>
          <p:nvPr/>
        </p:nvSpPr>
        <p:spPr>
          <a:xfrm>
            <a:off x="0" y="-13878"/>
            <a:ext cx="9906000" cy="1188000"/>
          </a:xfrm>
          <a:prstGeom prst="rect">
            <a:avLst/>
          </a:prstGeom>
          <a:noFill/>
          <a:ln>
            <a:noFill/>
          </a:ln>
        </p:spPr>
        <p:txBody>
          <a:bodyPr anchorCtr="0" anchor="ctr" bIns="36000" lIns="72000" spcFirstLastPara="1" rIns="72000" wrap="square" tIns="252000">
            <a:noAutofit/>
          </a:bodyPr>
          <a:lstStyle/>
          <a:p>
            <a:pPr indent="-714375" lvl="0" marL="714375" marR="0" rtl="0" algn="l">
              <a:lnSpc>
                <a:spcPct val="90000"/>
              </a:lnSpc>
              <a:spcBef>
                <a:spcPts val="0"/>
              </a:spcBef>
              <a:spcAft>
                <a:spcPts val="0"/>
              </a:spcAft>
              <a:buClr>
                <a:srgbClr val="000000"/>
              </a:buClr>
              <a:buSzPts val="600"/>
              <a:buFont typeface="Arial"/>
              <a:buNone/>
            </a:pPr>
            <a:r>
              <a:rPr b="1" i="0" lang="es-AR" sz="2800" u="none" cap="none" strike="noStrike">
                <a:solidFill>
                  <a:srgbClr val="932328"/>
                </a:solidFill>
                <a:latin typeface="Arial"/>
                <a:ea typeface="Arial"/>
                <a:cs typeface="Arial"/>
                <a:sym typeface="Arial"/>
              </a:rPr>
              <a:t>La evolución de las Organizaciones</a:t>
            </a:r>
            <a:endParaRPr/>
          </a:p>
        </p:txBody>
      </p:sp>
      <p:sp>
        <p:nvSpPr>
          <p:cNvPr id="288" name="Google Shape;288;p6"/>
          <p:cNvSpPr txBox="1"/>
          <p:nvPr/>
        </p:nvSpPr>
        <p:spPr>
          <a:xfrm>
            <a:off x="-2724" y="1297672"/>
            <a:ext cx="6640931" cy="694806"/>
          </a:xfrm>
          <a:prstGeom prst="rect">
            <a:avLst/>
          </a:prstGeom>
          <a:noFill/>
          <a:ln>
            <a:noFill/>
          </a:ln>
        </p:spPr>
        <p:txBody>
          <a:bodyPr anchorCtr="0" anchor="t" bIns="45700" lIns="91425" spcFirstLastPara="1" rIns="91425" wrap="square" tIns="45700">
            <a:spAutoFit/>
          </a:bodyPr>
          <a:lstStyle/>
          <a:p>
            <a:pPr indent="0" lvl="0" marL="0" marR="0" rtl="0" algn="l">
              <a:lnSpc>
                <a:spcPct val="110000"/>
              </a:lnSpc>
              <a:spcBef>
                <a:spcPts val="0"/>
              </a:spcBef>
              <a:spcAft>
                <a:spcPts val="0"/>
              </a:spcAft>
              <a:buNone/>
            </a:pPr>
            <a:r>
              <a:rPr b="1" i="0" lang="es-AR" sz="1800" u="none" cap="none" strike="noStrike">
                <a:solidFill>
                  <a:srgbClr val="00B0F0"/>
                </a:solidFill>
                <a:latin typeface="Montserrat Medium"/>
                <a:ea typeface="Montserrat Medium"/>
                <a:cs typeface="Montserrat Medium"/>
                <a:sym typeface="Montserrat Medium"/>
              </a:rPr>
              <a:t>REINVENTANDO LAS ORGANIZACIONES </a:t>
            </a:r>
            <a:br>
              <a:rPr b="1" i="0" lang="es-AR" sz="1800" u="none" cap="none" strike="noStrike">
                <a:solidFill>
                  <a:srgbClr val="00B0F0"/>
                </a:solidFill>
                <a:latin typeface="Montserrat Medium"/>
                <a:ea typeface="Montserrat Medium"/>
                <a:cs typeface="Montserrat Medium"/>
                <a:sym typeface="Montserrat Medium"/>
              </a:rPr>
            </a:br>
            <a:r>
              <a:rPr b="0" i="1" lang="es-AR" sz="1800" u="none" cap="none" strike="noStrike">
                <a:solidFill>
                  <a:srgbClr val="000000"/>
                </a:solidFill>
                <a:latin typeface="Montserrat Medium"/>
                <a:ea typeface="Montserrat Medium"/>
                <a:cs typeface="Montserrat Medium"/>
                <a:sym typeface="Montserrat Medium"/>
              </a:rPr>
              <a:t>(Frederic Laloux)</a:t>
            </a:r>
            <a:endParaRPr b="1" i="1" sz="2000" u="none" cap="none" strike="noStrike">
              <a:solidFill>
                <a:srgbClr val="00B0F0"/>
              </a:solidFill>
              <a:latin typeface="Courgette"/>
              <a:ea typeface="Courgette"/>
              <a:cs typeface="Courgette"/>
              <a:sym typeface="Courgette"/>
            </a:endParaRPr>
          </a:p>
        </p:txBody>
      </p:sp>
      <p:sp>
        <p:nvSpPr>
          <p:cNvPr id="289" name="Google Shape;289;p6"/>
          <p:cNvSpPr txBox="1"/>
          <p:nvPr/>
        </p:nvSpPr>
        <p:spPr>
          <a:xfrm>
            <a:off x="-2724" y="2221118"/>
            <a:ext cx="4955724" cy="4744889"/>
          </a:xfrm>
          <a:prstGeom prst="rect">
            <a:avLst/>
          </a:prstGeom>
          <a:solidFill>
            <a:schemeClr val="lt1"/>
          </a:solidFill>
          <a:ln>
            <a:noFill/>
          </a:ln>
        </p:spPr>
        <p:txBody>
          <a:bodyPr anchorCtr="0" anchor="t" bIns="45700" lIns="91425" spcFirstLastPara="1" rIns="91425" wrap="square" tIns="45700">
            <a:spAutoFit/>
          </a:bodyPr>
          <a:lstStyle/>
          <a:p>
            <a:pPr indent="0" lvl="0" marL="0" marR="0" rtl="0" algn="just">
              <a:lnSpc>
                <a:spcPct val="100000"/>
              </a:lnSpc>
              <a:spcBef>
                <a:spcPts val="0"/>
              </a:spcBef>
              <a:spcAft>
                <a:spcPts val="0"/>
              </a:spcAft>
              <a:buNone/>
            </a:pPr>
            <a:r>
              <a:rPr b="0" i="0" lang="es-AR" sz="1800" u="none" cap="none" strike="noStrike">
                <a:solidFill>
                  <a:srgbClr val="000000"/>
                </a:solidFill>
                <a:latin typeface="Tahoma"/>
                <a:ea typeface="Tahoma"/>
                <a:cs typeface="Tahoma"/>
                <a:sym typeface="Tahoma"/>
              </a:rPr>
              <a:t>Cada transición en el estado de conciencia define una completa nueva era en la historia de la humanidad. </a:t>
            </a:r>
            <a:endParaRPr/>
          </a:p>
          <a:p>
            <a:pPr indent="0" lvl="0" marL="0" marR="0" rtl="0" algn="l">
              <a:lnSpc>
                <a:spcPct val="100000"/>
              </a:lnSpc>
              <a:spcBef>
                <a:spcPts val="0"/>
              </a:spcBef>
              <a:spcAft>
                <a:spcPts val="0"/>
              </a:spcAft>
              <a:buNone/>
            </a:pPr>
            <a:r>
              <a:t/>
            </a:r>
            <a:endParaRPr b="0" i="0" sz="1800" u="none" cap="none" strike="noStrike">
              <a:solidFill>
                <a:srgbClr val="000000"/>
              </a:solidFill>
              <a:latin typeface="Tahoma"/>
              <a:ea typeface="Tahoma"/>
              <a:cs typeface="Tahoma"/>
              <a:sym typeface="Tahoma"/>
            </a:endParaRPr>
          </a:p>
          <a:p>
            <a:pPr indent="0" lvl="0" marL="0" marR="0" rtl="0" algn="l">
              <a:lnSpc>
                <a:spcPct val="100000"/>
              </a:lnSpc>
              <a:spcBef>
                <a:spcPts val="0"/>
              </a:spcBef>
              <a:spcAft>
                <a:spcPts val="0"/>
              </a:spcAft>
              <a:buNone/>
            </a:pPr>
            <a:r>
              <a:rPr b="1" i="0" lang="es-AR" sz="1800" u="none" cap="none" strike="noStrike">
                <a:solidFill>
                  <a:srgbClr val="000000"/>
                </a:solidFill>
                <a:latin typeface="Tahoma"/>
                <a:ea typeface="Tahoma"/>
                <a:cs typeface="Tahoma"/>
                <a:sym typeface="Tahoma"/>
              </a:rPr>
              <a:t>Todo cambia: </a:t>
            </a:r>
            <a:endParaRPr/>
          </a:p>
          <a:p>
            <a:pPr indent="-285750" lvl="0" marL="285750" marR="0" rtl="0" algn="l">
              <a:lnSpc>
                <a:spcPct val="150000"/>
              </a:lnSpc>
              <a:spcBef>
                <a:spcPts val="0"/>
              </a:spcBef>
              <a:spcAft>
                <a:spcPts val="0"/>
              </a:spcAft>
              <a:buClr>
                <a:srgbClr val="000000"/>
              </a:buClr>
              <a:buSzPts val="1800"/>
              <a:buFont typeface="Arial"/>
              <a:buChar char="•"/>
            </a:pPr>
            <a:r>
              <a:rPr b="0" i="0" lang="es-AR" sz="1800" u="none" cap="none" strike="noStrike">
                <a:solidFill>
                  <a:srgbClr val="000000"/>
                </a:solidFill>
                <a:latin typeface="Tahoma"/>
                <a:ea typeface="Tahoma"/>
                <a:cs typeface="Tahoma"/>
                <a:sym typeface="Tahoma"/>
              </a:rPr>
              <a:t>Sociedad (de tribus compuestas por familias a naciones) </a:t>
            </a:r>
            <a:endParaRPr/>
          </a:p>
          <a:p>
            <a:pPr indent="-285750" lvl="0" marL="285750" marR="0" rtl="0" algn="l">
              <a:lnSpc>
                <a:spcPct val="150000"/>
              </a:lnSpc>
              <a:spcBef>
                <a:spcPts val="0"/>
              </a:spcBef>
              <a:spcAft>
                <a:spcPts val="0"/>
              </a:spcAft>
              <a:buClr>
                <a:srgbClr val="000000"/>
              </a:buClr>
              <a:buSzPts val="1800"/>
              <a:buFont typeface="Arial"/>
              <a:buChar char="•"/>
            </a:pPr>
            <a:r>
              <a:rPr b="0" i="0" lang="es-AR" sz="1800" u="none" cap="none" strike="noStrike">
                <a:solidFill>
                  <a:srgbClr val="000000"/>
                </a:solidFill>
                <a:latin typeface="Tahoma"/>
                <a:ea typeface="Tahoma"/>
                <a:cs typeface="Tahoma"/>
                <a:sym typeface="Tahoma"/>
              </a:rPr>
              <a:t>La economía (desde la caza a la agricultura y la industrialización  Las estructuras de poder </a:t>
            </a:r>
            <a:endParaRPr/>
          </a:p>
          <a:p>
            <a:pPr indent="-285750" lvl="0" marL="285750" marR="0" rtl="0" algn="l">
              <a:lnSpc>
                <a:spcPct val="150000"/>
              </a:lnSpc>
              <a:spcBef>
                <a:spcPts val="0"/>
              </a:spcBef>
              <a:spcAft>
                <a:spcPts val="0"/>
              </a:spcAft>
              <a:buClr>
                <a:srgbClr val="000000"/>
              </a:buClr>
              <a:buSzPts val="1800"/>
              <a:buFont typeface="Arial"/>
              <a:buChar char="•"/>
            </a:pPr>
            <a:r>
              <a:rPr b="0" i="0" lang="es-AR" sz="1800" u="none" cap="none" strike="noStrike">
                <a:solidFill>
                  <a:srgbClr val="000000"/>
                </a:solidFill>
                <a:latin typeface="Tahoma"/>
                <a:ea typeface="Tahoma"/>
                <a:cs typeface="Tahoma"/>
                <a:sym typeface="Tahoma"/>
              </a:rPr>
              <a:t>El rol de la religión </a:t>
            </a:r>
            <a:endParaRPr/>
          </a:p>
          <a:p>
            <a:pPr indent="-285750" lvl="0" marL="285750" marR="0" rtl="0" algn="l">
              <a:lnSpc>
                <a:spcPct val="150000"/>
              </a:lnSpc>
              <a:spcBef>
                <a:spcPts val="0"/>
              </a:spcBef>
              <a:spcAft>
                <a:spcPts val="0"/>
              </a:spcAft>
              <a:buClr>
                <a:srgbClr val="000000"/>
              </a:buClr>
              <a:buSzPts val="1800"/>
              <a:buFont typeface="Arial"/>
              <a:buChar char="•"/>
            </a:pPr>
            <a:r>
              <a:rPr b="0" i="0" lang="es-AR" sz="1800" u="none" cap="none" strike="noStrike">
                <a:solidFill>
                  <a:srgbClr val="000000"/>
                </a:solidFill>
                <a:latin typeface="Tahoma"/>
                <a:ea typeface="Tahoma"/>
                <a:cs typeface="Tahoma"/>
                <a:sym typeface="Tahoma"/>
              </a:rPr>
              <a:t>Las formas de colaboración, generando distintos modelos organizacionales. </a:t>
            </a:r>
            <a:endParaRPr/>
          </a:p>
        </p:txBody>
      </p:sp>
      <p:pic>
        <p:nvPicPr>
          <p:cNvPr descr="Pensamiento Administrativo: Reinventar las Organizaciones. La organización  'teal' de Laloux (1, 2 y 3)." id="290" name="Google Shape;290;p6"/>
          <p:cNvPicPr preferRelativeResize="0"/>
          <p:nvPr/>
        </p:nvPicPr>
        <p:blipFill rotWithShape="1">
          <a:blip r:embed="rId3">
            <a:alphaModFix/>
          </a:blip>
          <a:srcRect b="0" l="0" r="0" t="0"/>
          <a:stretch/>
        </p:blipFill>
        <p:spPr>
          <a:xfrm>
            <a:off x="5054846" y="1297672"/>
            <a:ext cx="3095531" cy="1627929"/>
          </a:xfrm>
          <a:prstGeom prst="rect">
            <a:avLst/>
          </a:prstGeom>
          <a:noFill/>
          <a:ln>
            <a:noFill/>
          </a:ln>
          <a:effectLst>
            <a:outerShdw blurRad="292100" rotWithShape="0" algn="tl" dir="2700000" dist="139700">
              <a:srgbClr val="333333">
                <a:alpha val="64705"/>
              </a:srgbClr>
            </a:outerShdw>
          </a:effectLst>
        </p:spPr>
      </p:pic>
      <p:sp>
        <p:nvSpPr>
          <p:cNvPr id="291" name="Google Shape;291;p6"/>
          <p:cNvSpPr txBox="1"/>
          <p:nvPr/>
        </p:nvSpPr>
        <p:spPr>
          <a:xfrm>
            <a:off x="5399319" y="2371543"/>
            <a:ext cx="4267199" cy="4488921"/>
          </a:xfrm>
          <a:prstGeom prst="rect">
            <a:avLst/>
          </a:prstGeom>
          <a:noFill/>
          <a:ln>
            <a:noFill/>
          </a:ln>
        </p:spPr>
        <p:txBody>
          <a:bodyPr anchorCtr="0" anchor="t" bIns="0" lIns="0" spcFirstLastPara="1" rIns="0" wrap="square" tIns="0">
            <a:spAutoFit/>
          </a:bodyPr>
          <a:lstStyle/>
          <a:p>
            <a:pPr indent="0" lvl="0" marL="0" marR="0" rtl="0" algn="r">
              <a:lnSpc>
                <a:spcPct val="115000"/>
              </a:lnSpc>
              <a:spcBef>
                <a:spcPts val="325"/>
              </a:spcBef>
              <a:spcAft>
                <a:spcPts val="0"/>
              </a:spcAft>
              <a:buNone/>
            </a:pPr>
            <a:br>
              <a:rPr b="1" i="0" lang="es-AR" sz="1600" u="none" cap="none" strike="noStrike">
                <a:solidFill>
                  <a:schemeClr val="lt1"/>
                </a:solidFill>
                <a:latin typeface="Montserrat Medium"/>
                <a:ea typeface="Montserrat Medium"/>
                <a:cs typeface="Montserrat Medium"/>
                <a:sym typeface="Montserrat Medium"/>
              </a:rPr>
            </a:br>
            <a:br>
              <a:rPr b="1" i="0" lang="es-AR" sz="1600" u="none" cap="none" strike="noStrike">
                <a:solidFill>
                  <a:schemeClr val="lt1"/>
                </a:solidFill>
                <a:latin typeface="Montserrat Medium"/>
                <a:ea typeface="Montserrat Medium"/>
                <a:cs typeface="Montserrat Medium"/>
                <a:sym typeface="Montserrat Medium"/>
              </a:rPr>
            </a:br>
            <a:r>
              <a:rPr b="1" i="0" lang="es-AR" sz="1600" u="none" cap="none" strike="noStrike">
                <a:solidFill>
                  <a:schemeClr val="lt1"/>
                </a:solidFill>
                <a:latin typeface="Montserrat Medium"/>
                <a:ea typeface="Montserrat Medium"/>
                <a:cs typeface="Montserrat Medium"/>
                <a:sym typeface="Montserrat Medium"/>
              </a:rPr>
              <a:t>3 principios base</a:t>
            </a:r>
            <a:endParaRPr b="1" i="0" sz="900" u="none" cap="none" strike="noStrike">
              <a:solidFill>
                <a:schemeClr val="lt1"/>
              </a:solidFill>
              <a:latin typeface="Montserrat Medium"/>
              <a:ea typeface="Montserrat Medium"/>
              <a:cs typeface="Montserrat Medium"/>
              <a:sym typeface="Montserrat Medium"/>
            </a:endParaRPr>
          </a:p>
          <a:p>
            <a:pPr indent="0" lvl="0" marL="0" marR="0" rtl="0" algn="just">
              <a:lnSpc>
                <a:spcPct val="115000"/>
              </a:lnSpc>
              <a:spcBef>
                <a:spcPts val="1950"/>
              </a:spcBef>
              <a:spcAft>
                <a:spcPts val="0"/>
              </a:spcAft>
              <a:buNone/>
            </a:pPr>
            <a:r>
              <a:rPr b="1" i="0" lang="es-AR" sz="1600" u="none" cap="none" strike="noStrike">
                <a:solidFill>
                  <a:schemeClr val="lt1"/>
                </a:solidFill>
                <a:latin typeface="Montserrat"/>
                <a:ea typeface="Montserrat"/>
                <a:cs typeface="Montserrat"/>
                <a:sym typeface="Montserrat"/>
              </a:rPr>
              <a:t>1.</a:t>
            </a:r>
            <a:r>
              <a:rPr b="0" i="0" lang="es-AR" sz="1600" u="none" cap="none" strike="noStrike">
                <a:solidFill>
                  <a:schemeClr val="lt1"/>
                </a:solidFill>
                <a:latin typeface="Montserrat"/>
                <a:ea typeface="Montserrat"/>
                <a:cs typeface="Montserrat"/>
                <a:sym typeface="Montserrat"/>
              </a:rPr>
              <a:t> La humanidad progresa a partir de Organizaciones.</a:t>
            </a:r>
            <a:endParaRPr b="0" i="0" sz="900" u="none" cap="none" strike="noStrike">
              <a:solidFill>
                <a:schemeClr val="lt1"/>
              </a:solidFill>
              <a:latin typeface="Montserrat"/>
              <a:ea typeface="Montserrat"/>
              <a:cs typeface="Montserrat"/>
              <a:sym typeface="Montserrat"/>
            </a:endParaRPr>
          </a:p>
          <a:p>
            <a:pPr indent="0" lvl="0" marL="0" marR="0" rtl="0" algn="just">
              <a:lnSpc>
                <a:spcPct val="115000"/>
              </a:lnSpc>
              <a:spcBef>
                <a:spcPts val="1950"/>
              </a:spcBef>
              <a:spcAft>
                <a:spcPts val="0"/>
              </a:spcAft>
              <a:buNone/>
            </a:pPr>
            <a:r>
              <a:rPr b="1" i="0" lang="es-AR" sz="1600" u="none" cap="none" strike="noStrike">
                <a:solidFill>
                  <a:schemeClr val="lt1"/>
                </a:solidFill>
                <a:latin typeface="Montserrat"/>
                <a:ea typeface="Montserrat"/>
                <a:cs typeface="Montserrat"/>
                <a:sym typeface="Montserrat"/>
              </a:rPr>
              <a:t>2.</a:t>
            </a:r>
            <a:r>
              <a:rPr b="0" i="0" lang="es-AR" sz="1600" u="none" cap="none" strike="noStrike">
                <a:solidFill>
                  <a:schemeClr val="lt1"/>
                </a:solidFill>
                <a:latin typeface="Montserrat"/>
                <a:ea typeface="Montserrat"/>
                <a:cs typeface="Montserrat"/>
                <a:sym typeface="Montserrat"/>
              </a:rPr>
              <a:t> La vida en organizaciones puede ser angustiosa, incierta y competitiva.</a:t>
            </a:r>
            <a:endParaRPr b="0" i="0" sz="900" u="none" cap="none" strike="noStrike">
              <a:solidFill>
                <a:schemeClr val="lt1"/>
              </a:solidFill>
              <a:latin typeface="Montserrat"/>
              <a:ea typeface="Montserrat"/>
              <a:cs typeface="Montserrat"/>
              <a:sym typeface="Montserrat"/>
            </a:endParaRPr>
          </a:p>
          <a:p>
            <a:pPr indent="0" lvl="0" marL="0" marR="0" rtl="0" algn="just">
              <a:lnSpc>
                <a:spcPct val="115000"/>
              </a:lnSpc>
              <a:spcBef>
                <a:spcPts val="1950"/>
              </a:spcBef>
              <a:spcAft>
                <a:spcPts val="0"/>
              </a:spcAft>
              <a:buNone/>
            </a:pPr>
            <a:r>
              <a:rPr b="1" i="0" lang="es-AR" sz="1600" u="none" cap="none" strike="noStrike">
                <a:solidFill>
                  <a:schemeClr val="lt1"/>
                </a:solidFill>
                <a:latin typeface="Montserrat"/>
                <a:ea typeface="Montserrat"/>
                <a:cs typeface="Montserrat"/>
                <a:sym typeface="Montserrat"/>
              </a:rPr>
              <a:t>3.</a:t>
            </a:r>
            <a:r>
              <a:rPr b="0" i="0" lang="es-AR" sz="1600" u="none" cap="none" strike="noStrike">
                <a:solidFill>
                  <a:schemeClr val="lt1"/>
                </a:solidFill>
                <a:latin typeface="Montserrat"/>
                <a:ea typeface="Montserrat"/>
                <a:cs typeface="Montserrat"/>
                <a:sym typeface="Montserrat"/>
              </a:rPr>
              <a:t> “Los problemas no se resuelven en el mismo estado de consciencia donde se producen”. </a:t>
            </a:r>
            <a:endParaRPr/>
          </a:p>
          <a:p>
            <a:pPr indent="0" lvl="0" marL="0" marR="0" rtl="0" algn="just">
              <a:lnSpc>
                <a:spcPct val="115000"/>
              </a:lnSpc>
              <a:spcBef>
                <a:spcPts val="0"/>
              </a:spcBef>
              <a:spcAft>
                <a:spcPts val="0"/>
              </a:spcAft>
              <a:buNone/>
            </a:pPr>
            <a:r>
              <a:rPr b="1" i="0" lang="es-AR" sz="1600" u="none" cap="none" strike="noStrike">
                <a:solidFill>
                  <a:schemeClr val="lt1"/>
                </a:solidFill>
                <a:latin typeface="Montserrat"/>
                <a:ea typeface="Montserrat"/>
                <a:cs typeface="Montserrat"/>
                <a:sym typeface="Montserrat"/>
              </a:rPr>
              <a:t>Superar las dificultades de las organizaciones contemporáneas, exige un nuevo tipo de organización.</a:t>
            </a:r>
            <a:endParaRPr b="1" i="0" sz="900" u="none" cap="none" strike="noStrike">
              <a:solidFill>
                <a:schemeClr val="lt1"/>
              </a:solidFill>
              <a:latin typeface="Montserrat"/>
              <a:ea typeface="Montserrat"/>
              <a:cs typeface="Montserrat"/>
              <a:sym typeface="Montserrat"/>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286"/>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1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95" name="Shape 295"/>
        <p:cNvGrpSpPr/>
        <p:nvPr/>
      </p:nvGrpSpPr>
      <p:grpSpPr>
        <a:xfrm>
          <a:off x="0" y="0"/>
          <a:ext cx="0" cy="0"/>
          <a:chOff x="0" y="0"/>
          <a:chExt cx="0" cy="0"/>
        </a:xfrm>
      </p:grpSpPr>
      <p:sp>
        <p:nvSpPr>
          <p:cNvPr id="296" name="Google Shape;296;p7"/>
          <p:cNvSpPr txBox="1"/>
          <p:nvPr/>
        </p:nvSpPr>
        <p:spPr>
          <a:xfrm>
            <a:off x="0" y="-13878"/>
            <a:ext cx="9906000" cy="1188000"/>
          </a:xfrm>
          <a:prstGeom prst="rect">
            <a:avLst/>
          </a:prstGeom>
          <a:noFill/>
          <a:ln>
            <a:noFill/>
          </a:ln>
        </p:spPr>
        <p:txBody>
          <a:bodyPr anchorCtr="0" anchor="ctr" bIns="36000" lIns="72000" spcFirstLastPara="1" rIns="72000" wrap="square" tIns="252000">
            <a:noAutofit/>
          </a:bodyPr>
          <a:lstStyle/>
          <a:p>
            <a:pPr indent="-714375" lvl="0" marL="714375" marR="0" rtl="0" algn="l">
              <a:lnSpc>
                <a:spcPct val="90000"/>
              </a:lnSpc>
              <a:spcBef>
                <a:spcPts val="0"/>
              </a:spcBef>
              <a:spcAft>
                <a:spcPts val="0"/>
              </a:spcAft>
              <a:buClr>
                <a:srgbClr val="000000"/>
              </a:buClr>
              <a:buSzPts val="600"/>
              <a:buFont typeface="Arial"/>
              <a:buNone/>
            </a:pPr>
            <a:r>
              <a:rPr b="1" i="0" lang="es-AR" sz="2800" u="none" cap="none" strike="noStrike">
                <a:solidFill>
                  <a:srgbClr val="932328"/>
                </a:solidFill>
                <a:latin typeface="Arial"/>
                <a:ea typeface="Arial"/>
                <a:cs typeface="Arial"/>
                <a:sym typeface="Arial"/>
              </a:rPr>
              <a:t>La evolución de las Organizaciones</a:t>
            </a:r>
            <a:endParaRPr/>
          </a:p>
        </p:txBody>
      </p:sp>
      <p:sp>
        <p:nvSpPr>
          <p:cNvPr id="297" name="Google Shape;297;p7"/>
          <p:cNvSpPr txBox="1"/>
          <p:nvPr/>
        </p:nvSpPr>
        <p:spPr>
          <a:xfrm>
            <a:off x="-2724" y="1297672"/>
            <a:ext cx="6640931" cy="694806"/>
          </a:xfrm>
          <a:prstGeom prst="rect">
            <a:avLst/>
          </a:prstGeom>
          <a:noFill/>
          <a:ln>
            <a:noFill/>
          </a:ln>
        </p:spPr>
        <p:txBody>
          <a:bodyPr anchorCtr="0" anchor="t" bIns="45700" lIns="91425" spcFirstLastPara="1" rIns="91425" wrap="square" tIns="45700">
            <a:spAutoFit/>
          </a:bodyPr>
          <a:lstStyle/>
          <a:p>
            <a:pPr indent="0" lvl="0" marL="0" marR="0" rtl="0" algn="l">
              <a:lnSpc>
                <a:spcPct val="110000"/>
              </a:lnSpc>
              <a:spcBef>
                <a:spcPts val="0"/>
              </a:spcBef>
              <a:spcAft>
                <a:spcPts val="0"/>
              </a:spcAft>
              <a:buNone/>
            </a:pPr>
            <a:r>
              <a:rPr b="1" i="0" lang="es-AR" sz="1800" u="none" cap="none" strike="noStrike">
                <a:solidFill>
                  <a:srgbClr val="000000"/>
                </a:solidFill>
                <a:latin typeface="Montserrat Medium"/>
                <a:ea typeface="Montserrat Medium"/>
                <a:cs typeface="Montserrat Medium"/>
                <a:sym typeface="Montserrat Medium"/>
              </a:rPr>
              <a:t>REINVENTANDO LAS ORGANIZACIONES </a:t>
            </a:r>
            <a:br>
              <a:rPr b="1" i="0" lang="es-AR" sz="1800" u="none" cap="none" strike="noStrike">
                <a:solidFill>
                  <a:srgbClr val="000000"/>
                </a:solidFill>
                <a:latin typeface="Montserrat Medium"/>
                <a:ea typeface="Montserrat Medium"/>
                <a:cs typeface="Montserrat Medium"/>
                <a:sym typeface="Montserrat Medium"/>
              </a:rPr>
            </a:br>
            <a:r>
              <a:rPr b="0" i="0" lang="es-AR" sz="1800" u="none" cap="none" strike="noStrike">
                <a:solidFill>
                  <a:srgbClr val="000000"/>
                </a:solidFill>
                <a:latin typeface="Montserrat Medium"/>
                <a:ea typeface="Montserrat Medium"/>
                <a:cs typeface="Montserrat Medium"/>
                <a:sym typeface="Montserrat Medium"/>
              </a:rPr>
              <a:t>(Frederic Laloux)</a:t>
            </a:r>
            <a:endParaRPr b="1" i="0" sz="2000" u="none" cap="none" strike="noStrike">
              <a:solidFill>
                <a:srgbClr val="00B0F0"/>
              </a:solidFill>
              <a:latin typeface="Courgette"/>
              <a:ea typeface="Courgette"/>
              <a:cs typeface="Courgette"/>
              <a:sym typeface="Courgette"/>
            </a:endParaRPr>
          </a:p>
        </p:txBody>
      </p:sp>
      <p:sp>
        <p:nvSpPr>
          <p:cNvPr id="298" name="Google Shape;298;p7"/>
          <p:cNvSpPr/>
          <p:nvPr/>
        </p:nvSpPr>
        <p:spPr>
          <a:xfrm rot="5400000">
            <a:off x="1970636" y="3310174"/>
            <a:ext cx="1443000" cy="4563000"/>
          </a:xfrm>
          <a:prstGeom prst="round2SameRect">
            <a:avLst>
              <a:gd fmla="val 16667" name="adj1"/>
              <a:gd fmla="val 0" name="adj2"/>
            </a:avLst>
          </a:prstGeom>
          <a:solidFill>
            <a:srgbClr val="F0EEE8"/>
          </a:solidFill>
          <a:ln cap="flat" cmpd="sng" w="9525">
            <a:solidFill>
              <a:srgbClr val="FF862F"/>
            </a:solidFill>
            <a:prstDash val="solid"/>
            <a:round/>
            <a:headEnd len="sm" w="sm" type="none"/>
            <a:tailEnd len="sm" w="sm" type="none"/>
          </a:ln>
        </p:spPr>
        <p:txBody>
          <a:bodyPr anchorCtr="0" anchor="ctr" bIns="49500" lIns="49500" spcFirstLastPara="1" rIns="49500" wrap="square" tIns="49500">
            <a:noAutofit/>
          </a:bodyPr>
          <a:lstStyle/>
          <a:p>
            <a:pPr indent="0" lvl="0" marL="0" marR="0" rtl="0" algn="l">
              <a:lnSpc>
                <a:spcPct val="100000"/>
              </a:lnSpc>
              <a:spcBef>
                <a:spcPts val="0"/>
              </a:spcBef>
              <a:spcAft>
                <a:spcPts val="0"/>
              </a:spcAft>
              <a:buNone/>
            </a:pPr>
            <a:r>
              <a:t/>
            </a:r>
            <a:endParaRPr b="0" i="0" sz="758" u="none" cap="none" strike="noStrike">
              <a:solidFill>
                <a:srgbClr val="FFFFFF"/>
              </a:solidFill>
              <a:latin typeface="Arial"/>
              <a:ea typeface="Arial"/>
              <a:cs typeface="Arial"/>
              <a:sym typeface="Arial"/>
            </a:endParaRPr>
          </a:p>
        </p:txBody>
      </p:sp>
      <p:sp>
        <p:nvSpPr>
          <p:cNvPr id="299" name="Google Shape;299;p7"/>
          <p:cNvSpPr/>
          <p:nvPr/>
        </p:nvSpPr>
        <p:spPr>
          <a:xfrm rot="5400000">
            <a:off x="1969426" y="1493898"/>
            <a:ext cx="1443000" cy="4563000"/>
          </a:xfrm>
          <a:prstGeom prst="round2SameRect">
            <a:avLst>
              <a:gd fmla="val 16667" name="adj1"/>
              <a:gd fmla="val 0" name="adj2"/>
            </a:avLst>
          </a:prstGeom>
          <a:solidFill>
            <a:srgbClr val="F0EEE8"/>
          </a:solidFill>
          <a:ln cap="flat" cmpd="sng" w="9525">
            <a:solidFill>
              <a:srgbClr val="FF0000"/>
            </a:solidFill>
            <a:prstDash val="solid"/>
            <a:round/>
            <a:headEnd len="sm" w="sm" type="none"/>
            <a:tailEnd len="sm" w="sm" type="none"/>
          </a:ln>
        </p:spPr>
        <p:txBody>
          <a:bodyPr anchorCtr="0" anchor="ctr" bIns="49500" lIns="49500" spcFirstLastPara="1" rIns="49500" wrap="square" tIns="49500">
            <a:noAutofit/>
          </a:bodyPr>
          <a:lstStyle/>
          <a:p>
            <a:pPr indent="0" lvl="0" marL="0" marR="0" rtl="0" algn="l">
              <a:lnSpc>
                <a:spcPct val="100000"/>
              </a:lnSpc>
              <a:spcBef>
                <a:spcPts val="0"/>
              </a:spcBef>
              <a:spcAft>
                <a:spcPts val="0"/>
              </a:spcAft>
              <a:buNone/>
            </a:pPr>
            <a:r>
              <a:t/>
            </a:r>
            <a:endParaRPr b="0" i="0" sz="758" u="none" cap="none" strike="noStrike">
              <a:solidFill>
                <a:srgbClr val="FFFFFF"/>
              </a:solidFill>
              <a:latin typeface="Arial"/>
              <a:ea typeface="Arial"/>
              <a:cs typeface="Arial"/>
              <a:sym typeface="Arial"/>
            </a:endParaRPr>
          </a:p>
        </p:txBody>
      </p:sp>
      <p:sp>
        <p:nvSpPr>
          <p:cNvPr id="300" name="Google Shape;300;p7"/>
          <p:cNvSpPr/>
          <p:nvPr/>
        </p:nvSpPr>
        <p:spPr>
          <a:xfrm>
            <a:off x="215211" y="2925510"/>
            <a:ext cx="1958068" cy="281775"/>
          </a:xfrm>
          <a:prstGeom prst="roundRect">
            <a:avLst>
              <a:gd fmla="val 50000" name="adj"/>
            </a:avLst>
          </a:prstGeom>
          <a:solidFill>
            <a:srgbClr val="FF0000"/>
          </a:solidFill>
          <a:ln>
            <a:noFill/>
          </a:ln>
        </p:spPr>
        <p:txBody>
          <a:bodyPr anchorCtr="0" anchor="ctr" bIns="49500" lIns="49500" spcFirstLastPara="1" rIns="49500" wrap="square" tIns="49500">
            <a:noAutofit/>
          </a:bodyPr>
          <a:lstStyle/>
          <a:p>
            <a:pPr indent="0" lvl="0" marL="0" marR="0" rtl="0" algn="l">
              <a:lnSpc>
                <a:spcPct val="100000"/>
              </a:lnSpc>
              <a:spcBef>
                <a:spcPts val="0"/>
              </a:spcBef>
              <a:spcAft>
                <a:spcPts val="0"/>
              </a:spcAft>
              <a:buNone/>
            </a:pPr>
            <a:r>
              <a:t/>
            </a:r>
            <a:endParaRPr b="0" i="0" sz="758" u="none" cap="none" strike="noStrike">
              <a:solidFill>
                <a:srgbClr val="000000"/>
              </a:solidFill>
              <a:latin typeface="Arial"/>
              <a:ea typeface="Arial"/>
              <a:cs typeface="Arial"/>
              <a:sym typeface="Arial"/>
            </a:endParaRPr>
          </a:p>
        </p:txBody>
      </p:sp>
      <p:sp>
        <p:nvSpPr>
          <p:cNvPr id="301" name="Google Shape;301;p7"/>
          <p:cNvSpPr txBox="1"/>
          <p:nvPr/>
        </p:nvSpPr>
        <p:spPr>
          <a:xfrm>
            <a:off x="411750" y="2958004"/>
            <a:ext cx="1667017" cy="238335"/>
          </a:xfrm>
          <a:prstGeom prst="rect">
            <a:avLst/>
          </a:prstGeom>
          <a:noFill/>
          <a:ln>
            <a:noFill/>
          </a:ln>
        </p:spPr>
        <p:txBody>
          <a:bodyPr anchorCtr="0" anchor="t" bIns="0" lIns="0" spcFirstLastPara="1" rIns="0" wrap="square" tIns="0">
            <a:spAutoFit/>
          </a:bodyPr>
          <a:lstStyle/>
          <a:p>
            <a:pPr indent="0" lvl="0" marL="0" marR="0" rtl="0" algn="ctr">
              <a:lnSpc>
                <a:spcPct val="110000"/>
              </a:lnSpc>
              <a:spcBef>
                <a:spcPts val="0"/>
              </a:spcBef>
              <a:spcAft>
                <a:spcPts val="0"/>
              </a:spcAft>
              <a:buNone/>
            </a:pPr>
            <a:r>
              <a:rPr b="1" i="0" lang="es-AR" sz="1408" u="none" cap="none" strike="noStrike">
                <a:solidFill>
                  <a:srgbClr val="FFFFFF"/>
                </a:solidFill>
                <a:latin typeface="Archivo"/>
                <a:ea typeface="Archivo"/>
                <a:cs typeface="Archivo"/>
                <a:sym typeface="Archivo"/>
              </a:rPr>
              <a:t>ROJA</a:t>
            </a:r>
            <a:endParaRPr b="0" i="0" sz="1408" u="none" cap="none" strike="noStrike">
              <a:solidFill>
                <a:srgbClr val="000000"/>
              </a:solidFill>
              <a:latin typeface="Archivo"/>
              <a:ea typeface="Archivo"/>
              <a:cs typeface="Archivo"/>
              <a:sym typeface="Archivo"/>
            </a:endParaRPr>
          </a:p>
        </p:txBody>
      </p:sp>
      <p:sp>
        <p:nvSpPr>
          <p:cNvPr id="302" name="Google Shape;302;p7"/>
          <p:cNvSpPr/>
          <p:nvPr/>
        </p:nvSpPr>
        <p:spPr>
          <a:xfrm>
            <a:off x="216417" y="4741786"/>
            <a:ext cx="1958068" cy="281775"/>
          </a:xfrm>
          <a:prstGeom prst="roundRect">
            <a:avLst>
              <a:gd fmla="val 50000" name="adj"/>
            </a:avLst>
          </a:prstGeom>
          <a:solidFill>
            <a:srgbClr val="FF862F"/>
          </a:solidFill>
          <a:ln>
            <a:noFill/>
          </a:ln>
        </p:spPr>
        <p:txBody>
          <a:bodyPr anchorCtr="0" anchor="ctr" bIns="49500" lIns="49500" spcFirstLastPara="1" rIns="49500" wrap="square" tIns="49500">
            <a:noAutofit/>
          </a:bodyPr>
          <a:lstStyle/>
          <a:p>
            <a:pPr indent="0" lvl="0" marL="0" marR="0" rtl="0" algn="l">
              <a:lnSpc>
                <a:spcPct val="100000"/>
              </a:lnSpc>
              <a:spcBef>
                <a:spcPts val="0"/>
              </a:spcBef>
              <a:spcAft>
                <a:spcPts val="0"/>
              </a:spcAft>
              <a:buNone/>
            </a:pPr>
            <a:r>
              <a:t/>
            </a:r>
            <a:endParaRPr b="0" i="0" sz="758" u="none" cap="none" strike="noStrike">
              <a:solidFill>
                <a:srgbClr val="000000"/>
              </a:solidFill>
              <a:latin typeface="Arial"/>
              <a:ea typeface="Arial"/>
              <a:cs typeface="Arial"/>
              <a:sym typeface="Arial"/>
            </a:endParaRPr>
          </a:p>
        </p:txBody>
      </p:sp>
      <p:sp>
        <p:nvSpPr>
          <p:cNvPr id="303" name="Google Shape;303;p7"/>
          <p:cNvSpPr txBox="1"/>
          <p:nvPr/>
        </p:nvSpPr>
        <p:spPr>
          <a:xfrm>
            <a:off x="471862" y="4774286"/>
            <a:ext cx="1641028" cy="238335"/>
          </a:xfrm>
          <a:prstGeom prst="rect">
            <a:avLst/>
          </a:prstGeom>
          <a:noFill/>
          <a:ln>
            <a:noFill/>
          </a:ln>
        </p:spPr>
        <p:txBody>
          <a:bodyPr anchorCtr="0" anchor="t" bIns="0" lIns="0" spcFirstLastPara="1" rIns="0" wrap="square" tIns="0">
            <a:spAutoFit/>
          </a:bodyPr>
          <a:lstStyle/>
          <a:p>
            <a:pPr indent="0" lvl="0" marL="0" marR="0" rtl="0" algn="ctr">
              <a:lnSpc>
                <a:spcPct val="110000"/>
              </a:lnSpc>
              <a:spcBef>
                <a:spcPts val="0"/>
              </a:spcBef>
              <a:spcAft>
                <a:spcPts val="0"/>
              </a:spcAft>
              <a:buNone/>
            </a:pPr>
            <a:r>
              <a:rPr b="1" i="0" lang="es-AR" sz="1408" u="none" cap="none" strike="noStrike">
                <a:solidFill>
                  <a:srgbClr val="FFFFFF"/>
                </a:solidFill>
                <a:latin typeface="Archivo"/>
                <a:ea typeface="Archivo"/>
                <a:cs typeface="Archivo"/>
                <a:sym typeface="Archivo"/>
              </a:rPr>
              <a:t>NARANJA</a:t>
            </a:r>
            <a:endParaRPr b="0" i="0" sz="1408" u="none" cap="none" strike="noStrike">
              <a:solidFill>
                <a:srgbClr val="000000"/>
              </a:solidFill>
              <a:latin typeface="Archivo"/>
              <a:ea typeface="Archivo"/>
              <a:cs typeface="Archivo"/>
              <a:sym typeface="Archivo"/>
            </a:endParaRPr>
          </a:p>
        </p:txBody>
      </p:sp>
      <p:sp>
        <p:nvSpPr>
          <p:cNvPr id="304" name="Google Shape;304;p7"/>
          <p:cNvSpPr txBox="1"/>
          <p:nvPr/>
        </p:nvSpPr>
        <p:spPr>
          <a:xfrm>
            <a:off x="733865" y="3328279"/>
            <a:ext cx="4099742" cy="680388"/>
          </a:xfrm>
          <a:prstGeom prst="rect">
            <a:avLst/>
          </a:prstGeom>
          <a:noFill/>
          <a:ln>
            <a:noFill/>
          </a:ln>
        </p:spPr>
        <p:txBody>
          <a:bodyPr anchorCtr="0" anchor="t" bIns="49500" lIns="0" spcFirstLastPara="1" rIns="49500" wrap="square" tIns="49500">
            <a:noAutofit/>
          </a:bodyPr>
          <a:lstStyle/>
          <a:p>
            <a:pPr indent="-206369" lvl="0" marL="247642" marR="0" rtl="0" algn="l">
              <a:lnSpc>
                <a:spcPct val="115000"/>
              </a:lnSpc>
              <a:spcBef>
                <a:spcPts val="0"/>
              </a:spcBef>
              <a:spcAft>
                <a:spcPts val="0"/>
              </a:spcAft>
              <a:buClr>
                <a:srgbClr val="000000"/>
              </a:buClr>
              <a:buSzPts val="2400"/>
              <a:buFont typeface="Archivo"/>
              <a:buChar char="■"/>
            </a:pPr>
            <a:r>
              <a:rPr b="0" i="0" lang="es-AR" sz="1246" u="none" cap="none" strike="noStrike">
                <a:solidFill>
                  <a:srgbClr val="000000"/>
                </a:solidFill>
                <a:latin typeface="Archivo"/>
                <a:ea typeface="Archivo"/>
                <a:cs typeface="Archivo"/>
                <a:sym typeface="Archivo"/>
              </a:rPr>
              <a:t>Comunidades Primitivas</a:t>
            </a:r>
            <a:endParaRPr/>
          </a:p>
          <a:p>
            <a:pPr indent="-206369" lvl="0" marL="247642" marR="0" rtl="0" algn="l">
              <a:lnSpc>
                <a:spcPct val="115000"/>
              </a:lnSpc>
              <a:spcBef>
                <a:spcPts val="0"/>
              </a:spcBef>
              <a:spcAft>
                <a:spcPts val="0"/>
              </a:spcAft>
              <a:buClr>
                <a:srgbClr val="000000"/>
              </a:buClr>
              <a:buSzPts val="2400"/>
              <a:buFont typeface="Archivo"/>
              <a:buChar char="■"/>
            </a:pPr>
            <a:r>
              <a:rPr b="0" i="0" lang="es-AR" sz="1246" u="none" cap="none" strike="noStrike">
                <a:solidFill>
                  <a:srgbClr val="000000"/>
                </a:solidFill>
                <a:latin typeface="Archivo"/>
                <a:ea typeface="Archivo"/>
                <a:cs typeface="Archivo"/>
                <a:sym typeface="Archivo"/>
              </a:rPr>
              <a:t>Poder por miedo o violencia</a:t>
            </a:r>
            <a:endParaRPr/>
          </a:p>
          <a:p>
            <a:pPr indent="-206369" lvl="0" marL="247642" marR="0" rtl="0" algn="l">
              <a:lnSpc>
                <a:spcPct val="115000"/>
              </a:lnSpc>
              <a:spcBef>
                <a:spcPts val="0"/>
              </a:spcBef>
              <a:spcAft>
                <a:spcPts val="0"/>
              </a:spcAft>
              <a:buClr>
                <a:srgbClr val="000000"/>
              </a:buClr>
              <a:buSzPts val="2400"/>
              <a:buFont typeface="Archivo"/>
              <a:buChar char="■"/>
            </a:pPr>
            <a:r>
              <a:rPr b="0" i="0" lang="es-AR" sz="1246" u="none" cap="none" strike="noStrike">
                <a:solidFill>
                  <a:srgbClr val="000000"/>
                </a:solidFill>
                <a:latin typeface="Archivo"/>
                <a:ea typeface="Archivo"/>
                <a:cs typeface="Archivo"/>
                <a:sym typeface="Archivo"/>
              </a:rPr>
              <a:t>Mafia, Bandas callejeras</a:t>
            </a:r>
            <a:endParaRPr/>
          </a:p>
          <a:p>
            <a:pPr indent="0" lvl="0" marL="41274" marR="0" rtl="0" algn="l">
              <a:lnSpc>
                <a:spcPct val="115000"/>
              </a:lnSpc>
              <a:spcBef>
                <a:spcPts val="0"/>
              </a:spcBef>
              <a:spcAft>
                <a:spcPts val="0"/>
              </a:spcAft>
              <a:buNone/>
            </a:pPr>
            <a:r>
              <a:rPr b="1" i="0" lang="es-AR" sz="1517" u="none" cap="none" strike="noStrike">
                <a:solidFill>
                  <a:srgbClr val="FF0000"/>
                </a:solidFill>
                <a:latin typeface="Archivo"/>
                <a:ea typeface="Archivo"/>
                <a:cs typeface="Archivo"/>
                <a:sym typeface="Archivo"/>
              </a:rPr>
              <a:t>MANADA DE LOBOS</a:t>
            </a:r>
            <a:endParaRPr b="1" i="0" sz="1733" u="none" cap="none" strike="noStrike">
              <a:solidFill>
                <a:srgbClr val="FF0000"/>
              </a:solidFill>
              <a:latin typeface="Archivo"/>
              <a:ea typeface="Archivo"/>
              <a:cs typeface="Archivo"/>
              <a:sym typeface="Archivo"/>
            </a:endParaRPr>
          </a:p>
        </p:txBody>
      </p:sp>
      <p:sp>
        <p:nvSpPr>
          <p:cNvPr id="305" name="Google Shape;305;p7"/>
          <p:cNvSpPr txBox="1"/>
          <p:nvPr/>
        </p:nvSpPr>
        <p:spPr>
          <a:xfrm>
            <a:off x="735064" y="5144556"/>
            <a:ext cx="4099742" cy="640088"/>
          </a:xfrm>
          <a:prstGeom prst="rect">
            <a:avLst/>
          </a:prstGeom>
          <a:noFill/>
          <a:ln>
            <a:noFill/>
          </a:ln>
        </p:spPr>
        <p:txBody>
          <a:bodyPr anchorCtr="0" anchor="t" bIns="49500" lIns="0" spcFirstLastPara="1" rIns="49500" wrap="square" tIns="49500">
            <a:noAutofit/>
          </a:bodyPr>
          <a:lstStyle/>
          <a:p>
            <a:pPr indent="-206369" lvl="0" marL="247642" marR="0" rtl="0" algn="l">
              <a:lnSpc>
                <a:spcPct val="115000"/>
              </a:lnSpc>
              <a:spcBef>
                <a:spcPts val="0"/>
              </a:spcBef>
              <a:spcAft>
                <a:spcPts val="0"/>
              </a:spcAft>
              <a:buClr>
                <a:srgbClr val="000000"/>
              </a:buClr>
              <a:buSzPts val="2400"/>
              <a:buFont typeface="Archivo"/>
              <a:buChar char="■"/>
            </a:pPr>
            <a:r>
              <a:rPr b="0" i="0" lang="es-AR" sz="1246" u="none" cap="none" strike="noStrike">
                <a:solidFill>
                  <a:srgbClr val="000000"/>
                </a:solidFill>
                <a:latin typeface="Archivo"/>
                <a:ea typeface="Archivo"/>
                <a:cs typeface="Archivo"/>
                <a:sym typeface="Archivo"/>
              </a:rPr>
              <a:t>Organizaciones de la revolución industrial</a:t>
            </a:r>
            <a:endParaRPr/>
          </a:p>
          <a:p>
            <a:pPr indent="-206369" lvl="0" marL="247642" marR="0" rtl="0" algn="l">
              <a:lnSpc>
                <a:spcPct val="115000"/>
              </a:lnSpc>
              <a:spcBef>
                <a:spcPts val="0"/>
              </a:spcBef>
              <a:spcAft>
                <a:spcPts val="0"/>
              </a:spcAft>
              <a:buClr>
                <a:srgbClr val="000000"/>
              </a:buClr>
              <a:buSzPts val="2400"/>
              <a:buFont typeface="Archivo"/>
              <a:buChar char="■"/>
            </a:pPr>
            <a:r>
              <a:rPr b="0" i="0" lang="es-AR" sz="1246" u="none" cap="none" strike="noStrike">
                <a:solidFill>
                  <a:srgbClr val="000000"/>
                </a:solidFill>
                <a:latin typeface="Archivo"/>
                <a:ea typeface="Archivo"/>
                <a:cs typeface="Archivo"/>
                <a:sym typeface="Archivo"/>
              </a:rPr>
              <a:t>Meritocracia – Innovación – Responsabilidad compartida</a:t>
            </a:r>
            <a:endParaRPr/>
          </a:p>
          <a:p>
            <a:pPr indent="-206369" lvl="0" marL="247642" marR="0" rtl="0" algn="l">
              <a:lnSpc>
                <a:spcPct val="115000"/>
              </a:lnSpc>
              <a:spcBef>
                <a:spcPts val="0"/>
              </a:spcBef>
              <a:spcAft>
                <a:spcPts val="0"/>
              </a:spcAft>
              <a:buClr>
                <a:srgbClr val="000000"/>
              </a:buClr>
              <a:buSzPts val="2400"/>
              <a:buFont typeface="Archivo"/>
              <a:buChar char="■"/>
            </a:pPr>
            <a:r>
              <a:rPr b="0" i="0" lang="es-AR" sz="1246" u="none" cap="none" strike="noStrike">
                <a:solidFill>
                  <a:srgbClr val="000000"/>
                </a:solidFill>
                <a:latin typeface="Archivo"/>
                <a:ea typeface="Archivo"/>
                <a:cs typeface="Archivo"/>
                <a:sym typeface="Archivo"/>
              </a:rPr>
              <a:t>Multinacionales</a:t>
            </a:r>
            <a:endParaRPr/>
          </a:p>
          <a:p>
            <a:pPr indent="0" lvl="0" marL="41274" marR="0" rtl="0" algn="l">
              <a:lnSpc>
                <a:spcPct val="115000"/>
              </a:lnSpc>
              <a:spcBef>
                <a:spcPts val="0"/>
              </a:spcBef>
              <a:spcAft>
                <a:spcPts val="0"/>
              </a:spcAft>
              <a:buNone/>
            </a:pPr>
            <a:r>
              <a:rPr b="1" i="0" lang="es-AR" sz="1517" u="none" cap="none" strike="noStrike">
                <a:solidFill>
                  <a:srgbClr val="FF862F"/>
                </a:solidFill>
                <a:latin typeface="Archivo"/>
                <a:ea typeface="Archivo"/>
                <a:cs typeface="Archivo"/>
                <a:sym typeface="Archivo"/>
              </a:rPr>
              <a:t>MÁQUINA</a:t>
            </a:r>
            <a:endParaRPr b="1" i="0" sz="1733" u="none" cap="none" strike="noStrike">
              <a:solidFill>
                <a:srgbClr val="FF862F"/>
              </a:solidFill>
              <a:latin typeface="Archivo"/>
              <a:ea typeface="Archivo"/>
              <a:cs typeface="Archivo"/>
              <a:sym typeface="Archivo"/>
            </a:endParaRPr>
          </a:p>
        </p:txBody>
      </p:sp>
      <p:sp>
        <p:nvSpPr>
          <p:cNvPr id="306" name="Google Shape;306;p7"/>
          <p:cNvSpPr/>
          <p:nvPr/>
        </p:nvSpPr>
        <p:spPr>
          <a:xfrm rot="5400000">
            <a:off x="6727582" y="3290520"/>
            <a:ext cx="1443000" cy="4563000"/>
          </a:xfrm>
          <a:prstGeom prst="round2SameRect">
            <a:avLst>
              <a:gd fmla="val 16667" name="adj1"/>
              <a:gd fmla="val 0" name="adj2"/>
            </a:avLst>
          </a:prstGeom>
          <a:solidFill>
            <a:srgbClr val="F0EEE8"/>
          </a:solidFill>
          <a:ln cap="flat" cmpd="sng" w="9525">
            <a:solidFill>
              <a:srgbClr val="008037"/>
            </a:solidFill>
            <a:prstDash val="solid"/>
            <a:round/>
            <a:headEnd len="sm" w="sm" type="none"/>
            <a:tailEnd len="sm" w="sm" type="none"/>
          </a:ln>
        </p:spPr>
        <p:txBody>
          <a:bodyPr anchorCtr="0" anchor="ctr" bIns="49500" lIns="49500" spcFirstLastPara="1" rIns="49500" wrap="square" tIns="49500">
            <a:noAutofit/>
          </a:bodyPr>
          <a:lstStyle/>
          <a:p>
            <a:pPr indent="0" lvl="0" marL="0" marR="0" rtl="0" algn="l">
              <a:lnSpc>
                <a:spcPct val="100000"/>
              </a:lnSpc>
              <a:spcBef>
                <a:spcPts val="0"/>
              </a:spcBef>
              <a:spcAft>
                <a:spcPts val="0"/>
              </a:spcAft>
              <a:buNone/>
            </a:pPr>
            <a:r>
              <a:t/>
            </a:r>
            <a:endParaRPr b="0" i="0" sz="758" u="none" cap="none" strike="noStrike">
              <a:solidFill>
                <a:srgbClr val="FFFFFF"/>
              </a:solidFill>
              <a:latin typeface="Arial"/>
              <a:ea typeface="Arial"/>
              <a:cs typeface="Arial"/>
              <a:sym typeface="Arial"/>
            </a:endParaRPr>
          </a:p>
        </p:txBody>
      </p:sp>
      <p:sp>
        <p:nvSpPr>
          <p:cNvPr id="307" name="Google Shape;307;p7"/>
          <p:cNvSpPr/>
          <p:nvPr/>
        </p:nvSpPr>
        <p:spPr>
          <a:xfrm rot="5400000">
            <a:off x="6726371" y="1474243"/>
            <a:ext cx="1443000" cy="4563000"/>
          </a:xfrm>
          <a:prstGeom prst="round2SameRect">
            <a:avLst>
              <a:gd fmla="val 16667" name="adj1"/>
              <a:gd fmla="val 0" name="adj2"/>
            </a:avLst>
          </a:prstGeom>
          <a:solidFill>
            <a:srgbClr val="F0EEE8"/>
          </a:solidFill>
          <a:ln cap="flat" cmpd="sng" w="9525">
            <a:solidFill>
              <a:srgbClr val="EEBA2B"/>
            </a:solidFill>
            <a:prstDash val="solid"/>
            <a:round/>
            <a:headEnd len="sm" w="sm" type="none"/>
            <a:tailEnd len="sm" w="sm" type="none"/>
          </a:ln>
        </p:spPr>
        <p:txBody>
          <a:bodyPr anchorCtr="0" anchor="ctr" bIns="49500" lIns="49500" spcFirstLastPara="1" rIns="49500" wrap="square" tIns="49500">
            <a:noAutofit/>
          </a:bodyPr>
          <a:lstStyle/>
          <a:p>
            <a:pPr indent="0" lvl="0" marL="0" marR="0" rtl="0" algn="l">
              <a:lnSpc>
                <a:spcPct val="100000"/>
              </a:lnSpc>
              <a:spcBef>
                <a:spcPts val="0"/>
              </a:spcBef>
              <a:spcAft>
                <a:spcPts val="0"/>
              </a:spcAft>
              <a:buNone/>
            </a:pPr>
            <a:r>
              <a:t/>
            </a:r>
            <a:endParaRPr b="0" i="0" sz="758" u="none" cap="none" strike="noStrike">
              <a:solidFill>
                <a:srgbClr val="FFFFFF"/>
              </a:solidFill>
              <a:latin typeface="Arial"/>
              <a:ea typeface="Arial"/>
              <a:cs typeface="Arial"/>
              <a:sym typeface="Arial"/>
            </a:endParaRPr>
          </a:p>
        </p:txBody>
      </p:sp>
      <p:sp>
        <p:nvSpPr>
          <p:cNvPr id="308" name="Google Shape;308;p7"/>
          <p:cNvSpPr/>
          <p:nvPr/>
        </p:nvSpPr>
        <p:spPr>
          <a:xfrm>
            <a:off x="4972157" y="2905855"/>
            <a:ext cx="1958068" cy="281775"/>
          </a:xfrm>
          <a:prstGeom prst="roundRect">
            <a:avLst>
              <a:gd fmla="val 50000" name="adj"/>
            </a:avLst>
          </a:prstGeom>
          <a:solidFill>
            <a:srgbClr val="EEBA2B"/>
          </a:solidFill>
          <a:ln>
            <a:noFill/>
          </a:ln>
        </p:spPr>
        <p:txBody>
          <a:bodyPr anchorCtr="0" anchor="ctr" bIns="49500" lIns="49500" spcFirstLastPara="1" rIns="49500" wrap="square" tIns="49500">
            <a:noAutofit/>
          </a:bodyPr>
          <a:lstStyle/>
          <a:p>
            <a:pPr indent="0" lvl="0" marL="0" marR="0" rtl="0" algn="l">
              <a:lnSpc>
                <a:spcPct val="100000"/>
              </a:lnSpc>
              <a:spcBef>
                <a:spcPts val="0"/>
              </a:spcBef>
              <a:spcAft>
                <a:spcPts val="0"/>
              </a:spcAft>
              <a:buNone/>
            </a:pPr>
            <a:r>
              <a:t/>
            </a:r>
            <a:endParaRPr b="0" i="0" sz="758" u="none" cap="none" strike="noStrike">
              <a:solidFill>
                <a:srgbClr val="000000"/>
              </a:solidFill>
              <a:latin typeface="Arial"/>
              <a:ea typeface="Arial"/>
              <a:cs typeface="Arial"/>
              <a:sym typeface="Arial"/>
            </a:endParaRPr>
          </a:p>
        </p:txBody>
      </p:sp>
      <p:sp>
        <p:nvSpPr>
          <p:cNvPr id="309" name="Google Shape;309;p7"/>
          <p:cNvSpPr txBox="1"/>
          <p:nvPr/>
        </p:nvSpPr>
        <p:spPr>
          <a:xfrm>
            <a:off x="5168694" y="2938350"/>
            <a:ext cx="1667017" cy="238335"/>
          </a:xfrm>
          <a:prstGeom prst="rect">
            <a:avLst/>
          </a:prstGeom>
          <a:noFill/>
          <a:ln>
            <a:noFill/>
          </a:ln>
        </p:spPr>
        <p:txBody>
          <a:bodyPr anchorCtr="0" anchor="t" bIns="0" lIns="0" spcFirstLastPara="1" rIns="0" wrap="square" tIns="0">
            <a:spAutoFit/>
          </a:bodyPr>
          <a:lstStyle/>
          <a:p>
            <a:pPr indent="0" lvl="0" marL="0" marR="0" rtl="0" algn="ctr">
              <a:lnSpc>
                <a:spcPct val="110000"/>
              </a:lnSpc>
              <a:spcBef>
                <a:spcPts val="0"/>
              </a:spcBef>
              <a:spcAft>
                <a:spcPts val="0"/>
              </a:spcAft>
              <a:buNone/>
            </a:pPr>
            <a:r>
              <a:rPr b="1" i="0" lang="es-AR" sz="1408" u="none" cap="none" strike="noStrike">
                <a:solidFill>
                  <a:srgbClr val="FFFFFF"/>
                </a:solidFill>
                <a:latin typeface="Archivo"/>
                <a:ea typeface="Archivo"/>
                <a:cs typeface="Archivo"/>
                <a:sym typeface="Archivo"/>
              </a:rPr>
              <a:t>ÁMBAR</a:t>
            </a:r>
            <a:endParaRPr b="0" i="0" sz="1408" u="none" cap="none" strike="noStrike">
              <a:solidFill>
                <a:srgbClr val="000000"/>
              </a:solidFill>
              <a:latin typeface="Archivo"/>
              <a:ea typeface="Archivo"/>
              <a:cs typeface="Archivo"/>
              <a:sym typeface="Archivo"/>
            </a:endParaRPr>
          </a:p>
        </p:txBody>
      </p:sp>
      <p:sp>
        <p:nvSpPr>
          <p:cNvPr id="310" name="Google Shape;310;p7"/>
          <p:cNvSpPr/>
          <p:nvPr/>
        </p:nvSpPr>
        <p:spPr>
          <a:xfrm>
            <a:off x="4973362" y="4722132"/>
            <a:ext cx="1958068" cy="281775"/>
          </a:xfrm>
          <a:prstGeom prst="roundRect">
            <a:avLst>
              <a:gd fmla="val 50000" name="adj"/>
            </a:avLst>
          </a:prstGeom>
          <a:solidFill>
            <a:srgbClr val="008037"/>
          </a:solidFill>
          <a:ln>
            <a:noFill/>
          </a:ln>
        </p:spPr>
        <p:txBody>
          <a:bodyPr anchorCtr="0" anchor="ctr" bIns="49500" lIns="49500" spcFirstLastPara="1" rIns="49500" wrap="square" tIns="49500">
            <a:noAutofit/>
          </a:bodyPr>
          <a:lstStyle/>
          <a:p>
            <a:pPr indent="0" lvl="0" marL="0" marR="0" rtl="0" algn="l">
              <a:lnSpc>
                <a:spcPct val="100000"/>
              </a:lnSpc>
              <a:spcBef>
                <a:spcPts val="0"/>
              </a:spcBef>
              <a:spcAft>
                <a:spcPts val="0"/>
              </a:spcAft>
              <a:buNone/>
            </a:pPr>
            <a:r>
              <a:t/>
            </a:r>
            <a:endParaRPr b="0" i="0" sz="758" u="none" cap="none" strike="noStrike">
              <a:solidFill>
                <a:srgbClr val="000000"/>
              </a:solidFill>
              <a:latin typeface="Arial"/>
              <a:ea typeface="Arial"/>
              <a:cs typeface="Arial"/>
              <a:sym typeface="Arial"/>
            </a:endParaRPr>
          </a:p>
        </p:txBody>
      </p:sp>
      <p:sp>
        <p:nvSpPr>
          <p:cNvPr id="311" name="Google Shape;311;p7"/>
          <p:cNvSpPr txBox="1"/>
          <p:nvPr/>
        </p:nvSpPr>
        <p:spPr>
          <a:xfrm>
            <a:off x="5228806" y="4754633"/>
            <a:ext cx="1641028" cy="238335"/>
          </a:xfrm>
          <a:prstGeom prst="rect">
            <a:avLst/>
          </a:prstGeom>
          <a:noFill/>
          <a:ln>
            <a:noFill/>
          </a:ln>
        </p:spPr>
        <p:txBody>
          <a:bodyPr anchorCtr="0" anchor="t" bIns="0" lIns="0" spcFirstLastPara="1" rIns="0" wrap="square" tIns="0">
            <a:spAutoFit/>
          </a:bodyPr>
          <a:lstStyle/>
          <a:p>
            <a:pPr indent="0" lvl="0" marL="0" marR="0" rtl="0" algn="ctr">
              <a:lnSpc>
                <a:spcPct val="110000"/>
              </a:lnSpc>
              <a:spcBef>
                <a:spcPts val="0"/>
              </a:spcBef>
              <a:spcAft>
                <a:spcPts val="0"/>
              </a:spcAft>
              <a:buNone/>
            </a:pPr>
            <a:r>
              <a:rPr b="1" i="0" lang="es-AR" sz="1408" u="none" cap="none" strike="noStrike">
                <a:solidFill>
                  <a:srgbClr val="FFFFFF"/>
                </a:solidFill>
                <a:latin typeface="Archivo"/>
                <a:ea typeface="Archivo"/>
                <a:cs typeface="Archivo"/>
                <a:sym typeface="Archivo"/>
              </a:rPr>
              <a:t>VERDE</a:t>
            </a:r>
            <a:endParaRPr b="0" i="0" sz="1408" u="none" cap="none" strike="noStrike">
              <a:solidFill>
                <a:srgbClr val="000000"/>
              </a:solidFill>
              <a:latin typeface="Archivo"/>
              <a:ea typeface="Archivo"/>
              <a:cs typeface="Archivo"/>
              <a:sym typeface="Archivo"/>
            </a:endParaRPr>
          </a:p>
        </p:txBody>
      </p:sp>
      <p:sp>
        <p:nvSpPr>
          <p:cNvPr id="312" name="Google Shape;312;p7"/>
          <p:cNvSpPr txBox="1"/>
          <p:nvPr/>
        </p:nvSpPr>
        <p:spPr>
          <a:xfrm>
            <a:off x="5490810" y="3308625"/>
            <a:ext cx="4099742" cy="680388"/>
          </a:xfrm>
          <a:prstGeom prst="rect">
            <a:avLst/>
          </a:prstGeom>
          <a:noFill/>
          <a:ln>
            <a:noFill/>
          </a:ln>
        </p:spPr>
        <p:txBody>
          <a:bodyPr anchorCtr="0" anchor="t" bIns="49500" lIns="0" spcFirstLastPara="1" rIns="49500" wrap="square" tIns="49500">
            <a:noAutofit/>
          </a:bodyPr>
          <a:lstStyle/>
          <a:p>
            <a:pPr indent="-206369" lvl="0" marL="247642" marR="0" rtl="0" algn="l">
              <a:lnSpc>
                <a:spcPct val="115000"/>
              </a:lnSpc>
              <a:spcBef>
                <a:spcPts val="0"/>
              </a:spcBef>
              <a:spcAft>
                <a:spcPts val="0"/>
              </a:spcAft>
              <a:buClr>
                <a:srgbClr val="000000"/>
              </a:buClr>
              <a:buSzPts val="2400"/>
              <a:buFont typeface="Archivo"/>
              <a:buChar char="■"/>
            </a:pPr>
            <a:r>
              <a:rPr b="0" i="0" lang="es-AR" sz="1246" u="none" cap="none" strike="noStrike">
                <a:solidFill>
                  <a:srgbClr val="000000"/>
                </a:solidFill>
                <a:latin typeface="Archivo"/>
                <a:ea typeface="Archivo"/>
                <a:cs typeface="Archivo"/>
                <a:sym typeface="Archivo"/>
              </a:rPr>
              <a:t>Comunidades sedentarias</a:t>
            </a:r>
            <a:endParaRPr/>
          </a:p>
          <a:p>
            <a:pPr indent="-206369" lvl="0" marL="247642" marR="0" rtl="0" algn="l">
              <a:lnSpc>
                <a:spcPct val="115000"/>
              </a:lnSpc>
              <a:spcBef>
                <a:spcPts val="0"/>
              </a:spcBef>
              <a:spcAft>
                <a:spcPts val="0"/>
              </a:spcAft>
              <a:buClr>
                <a:srgbClr val="000000"/>
              </a:buClr>
              <a:buSzPts val="2400"/>
              <a:buFont typeface="Archivo"/>
              <a:buChar char="■"/>
            </a:pPr>
            <a:r>
              <a:rPr b="0" i="0" lang="es-AR" sz="1246" u="none" cap="none" strike="noStrike">
                <a:solidFill>
                  <a:srgbClr val="000000"/>
                </a:solidFill>
                <a:latin typeface="Archivo"/>
                <a:ea typeface="Archivo"/>
                <a:cs typeface="Archivo"/>
                <a:sym typeface="Archivo"/>
              </a:rPr>
              <a:t>Status / Procesos / Jerarquias</a:t>
            </a:r>
            <a:endParaRPr/>
          </a:p>
          <a:p>
            <a:pPr indent="-206369" lvl="0" marL="247642" marR="0" rtl="0" algn="l">
              <a:lnSpc>
                <a:spcPct val="115000"/>
              </a:lnSpc>
              <a:spcBef>
                <a:spcPts val="0"/>
              </a:spcBef>
              <a:spcAft>
                <a:spcPts val="0"/>
              </a:spcAft>
              <a:buClr>
                <a:srgbClr val="000000"/>
              </a:buClr>
              <a:buSzPts val="2400"/>
              <a:buFont typeface="Archivo"/>
              <a:buChar char="■"/>
            </a:pPr>
            <a:r>
              <a:rPr b="0" i="0" lang="es-AR" sz="1300" u="none" cap="none" strike="noStrike">
                <a:solidFill>
                  <a:srgbClr val="000000"/>
                </a:solidFill>
                <a:latin typeface="Archivo"/>
                <a:ea typeface="Archivo"/>
                <a:cs typeface="Archivo"/>
                <a:sym typeface="Archivo"/>
              </a:rPr>
              <a:t>Fuerzas Armadas, Iglesia, Adm Pública</a:t>
            </a:r>
            <a:endParaRPr/>
          </a:p>
          <a:p>
            <a:pPr indent="0" lvl="0" marL="41274" marR="0" rtl="0" algn="l">
              <a:lnSpc>
                <a:spcPct val="115000"/>
              </a:lnSpc>
              <a:spcBef>
                <a:spcPts val="0"/>
              </a:spcBef>
              <a:spcAft>
                <a:spcPts val="0"/>
              </a:spcAft>
              <a:buNone/>
            </a:pPr>
            <a:r>
              <a:rPr b="1" i="0" lang="es-AR" sz="1733" u="none" cap="none" strike="noStrike">
                <a:solidFill>
                  <a:srgbClr val="EEBA2B"/>
                </a:solidFill>
                <a:latin typeface="Archivo"/>
                <a:ea typeface="Archivo"/>
                <a:cs typeface="Archivo"/>
                <a:sym typeface="Archivo"/>
              </a:rPr>
              <a:t>EL EJÉRCITO</a:t>
            </a:r>
            <a:endParaRPr/>
          </a:p>
        </p:txBody>
      </p:sp>
      <p:sp>
        <p:nvSpPr>
          <p:cNvPr id="313" name="Google Shape;313;p7"/>
          <p:cNvSpPr txBox="1"/>
          <p:nvPr/>
        </p:nvSpPr>
        <p:spPr>
          <a:xfrm>
            <a:off x="5492009" y="5124901"/>
            <a:ext cx="4099742" cy="640088"/>
          </a:xfrm>
          <a:prstGeom prst="rect">
            <a:avLst/>
          </a:prstGeom>
          <a:noFill/>
          <a:ln>
            <a:noFill/>
          </a:ln>
        </p:spPr>
        <p:txBody>
          <a:bodyPr anchorCtr="0" anchor="t" bIns="49500" lIns="0" spcFirstLastPara="1" rIns="49500" wrap="square" tIns="49500">
            <a:noAutofit/>
          </a:bodyPr>
          <a:lstStyle/>
          <a:p>
            <a:pPr indent="-206369" lvl="0" marL="247642" marR="0" rtl="0" algn="l">
              <a:lnSpc>
                <a:spcPct val="115000"/>
              </a:lnSpc>
              <a:spcBef>
                <a:spcPts val="0"/>
              </a:spcBef>
              <a:spcAft>
                <a:spcPts val="0"/>
              </a:spcAft>
              <a:buClr>
                <a:srgbClr val="000000"/>
              </a:buClr>
              <a:buSzPts val="2400"/>
              <a:buFont typeface="Archivo"/>
              <a:buChar char="■"/>
            </a:pPr>
            <a:r>
              <a:rPr b="0" i="0" lang="es-AR" sz="1246" u="none" cap="none" strike="noStrike">
                <a:solidFill>
                  <a:srgbClr val="000000"/>
                </a:solidFill>
                <a:latin typeface="Archivo"/>
                <a:ea typeface="Archivo"/>
                <a:cs typeface="Archivo"/>
                <a:sym typeface="Archivo"/>
              </a:rPr>
              <a:t>Estrucutura Piramidal</a:t>
            </a:r>
            <a:endParaRPr/>
          </a:p>
          <a:p>
            <a:pPr indent="-206369" lvl="0" marL="247642" marR="0" rtl="0" algn="l">
              <a:lnSpc>
                <a:spcPct val="115000"/>
              </a:lnSpc>
              <a:spcBef>
                <a:spcPts val="0"/>
              </a:spcBef>
              <a:spcAft>
                <a:spcPts val="0"/>
              </a:spcAft>
              <a:buClr>
                <a:srgbClr val="000000"/>
              </a:buClr>
              <a:buSzPts val="2400"/>
              <a:buFont typeface="Archivo"/>
              <a:buChar char="■"/>
            </a:pPr>
            <a:r>
              <a:rPr b="0" i="0" lang="es-AR" sz="1246" u="none" cap="none" strike="noStrike">
                <a:solidFill>
                  <a:srgbClr val="000000"/>
                </a:solidFill>
                <a:latin typeface="Archivo"/>
                <a:ea typeface="Archivo"/>
                <a:cs typeface="Archivo"/>
                <a:sym typeface="Archivo"/>
              </a:rPr>
              <a:t>Foco en el bienestaar de las personas: clientes y empleados. Empoderamiento, Valores</a:t>
            </a:r>
            <a:endParaRPr/>
          </a:p>
          <a:p>
            <a:pPr indent="-206369" lvl="0" marL="247642" marR="0" rtl="0" algn="l">
              <a:lnSpc>
                <a:spcPct val="115000"/>
              </a:lnSpc>
              <a:spcBef>
                <a:spcPts val="0"/>
              </a:spcBef>
              <a:spcAft>
                <a:spcPts val="0"/>
              </a:spcAft>
              <a:buClr>
                <a:srgbClr val="000000"/>
              </a:buClr>
              <a:buSzPts val="2400"/>
              <a:buFont typeface="Archivo"/>
              <a:buChar char="■"/>
            </a:pPr>
            <a:r>
              <a:rPr b="0" i="0" lang="es-AR" sz="1246" u="none" cap="none" strike="noStrike">
                <a:solidFill>
                  <a:srgbClr val="000000"/>
                </a:solidFill>
                <a:latin typeface="Archivo"/>
                <a:ea typeface="Archivo"/>
                <a:cs typeface="Archivo"/>
                <a:sym typeface="Archivo"/>
              </a:rPr>
              <a:t>Organizaciones movidas por valores: ONGs</a:t>
            </a:r>
            <a:endParaRPr/>
          </a:p>
          <a:p>
            <a:pPr indent="0" lvl="0" marL="41274" marR="0" rtl="0" algn="l">
              <a:lnSpc>
                <a:spcPct val="115000"/>
              </a:lnSpc>
              <a:spcBef>
                <a:spcPts val="0"/>
              </a:spcBef>
              <a:spcAft>
                <a:spcPts val="0"/>
              </a:spcAft>
              <a:buNone/>
            </a:pPr>
            <a:r>
              <a:rPr b="1" i="0" lang="es-AR" sz="1517" u="none" cap="none" strike="noStrike">
                <a:solidFill>
                  <a:srgbClr val="008037"/>
                </a:solidFill>
                <a:latin typeface="Archivo"/>
                <a:ea typeface="Archivo"/>
                <a:cs typeface="Archivo"/>
                <a:sym typeface="Archivo"/>
              </a:rPr>
              <a:t>LA FAMILIA</a:t>
            </a:r>
            <a:endParaRPr/>
          </a:p>
          <a:p>
            <a:pPr indent="-53969" lvl="0" marL="247642" marR="0" rtl="0" algn="l">
              <a:lnSpc>
                <a:spcPct val="115000"/>
              </a:lnSpc>
              <a:spcBef>
                <a:spcPts val="0"/>
              </a:spcBef>
              <a:spcAft>
                <a:spcPts val="0"/>
              </a:spcAft>
              <a:buClr>
                <a:srgbClr val="000000"/>
              </a:buClr>
              <a:buSzPts val="2400"/>
              <a:buFont typeface="Archivo"/>
              <a:buNone/>
            </a:pPr>
            <a:r>
              <a:t/>
            </a:r>
            <a:endParaRPr b="0" i="0" sz="1300" u="none" cap="none" strike="noStrike">
              <a:solidFill>
                <a:srgbClr val="000000"/>
              </a:solidFill>
              <a:latin typeface="Archivo"/>
              <a:ea typeface="Archivo"/>
              <a:cs typeface="Archivo"/>
              <a:sym typeface="Archivo"/>
            </a:endParaRPr>
          </a:p>
        </p:txBody>
      </p:sp>
      <p:pic>
        <p:nvPicPr>
          <p:cNvPr id="314" name="Google Shape;314;p7"/>
          <p:cNvPicPr preferRelativeResize="0"/>
          <p:nvPr/>
        </p:nvPicPr>
        <p:blipFill rotWithShape="1">
          <a:blip r:embed="rId3">
            <a:alphaModFix/>
          </a:blip>
          <a:srcRect b="54086" l="950" r="0" t="6649"/>
          <a:stretch/>
        </p:blipFill>
        <p:spPr>
          <a:xfrm>
            <a:off x="3565540" y="1766543"/>
            <a:ext cx="6210649" cy="652499"/>
          </a:xfrm>
          <a:prstGeom prst="rect">
            <a:avLst/>
          </a:prstGeom>
          <a:noFill/>
          <a:ln>
            <a:noFill/>
          </a:ln>
        </p:spPr>
      </p:pic>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299"/>
                                        </p:tgtEl>
                                        <p:attrNameLst>
                                          <p:attrName>style.visibility</p:attrName>
                                        </p:attrNameLst>
                                      </p:cBhvr>
                                      <p:to>
                                        <p:strVal val="visible"/>
                                      </p:to>
                                    </p:set>
                                    <p:animEffect filter="fade" transition="in">
                                      <p:cBhvr>
                                        <p:cTn dur="500"/>
                                        <p:tgtEl>
                                          <p:spTgt spid="299"/>
                                        </p:tgtEl>
                                      </p:cBhvr>
                                    </p:animEffect>
                                  </p:childTnLst>
                                </p:cTn>
                              </p:par>
                              <p:par>
                                <p:cTn fill="hold" nodeType="withEffect" presetClass="entr" presetID="10" presetSubtype="0">
                                  <p:stCondLst>
                                    <p:cond delay="0"/>
                                  </p:stCondLst>
                                  <p:childTnLst>
                                    <p:set>
                                      <p:cBhvr>
                                        <p:cTn dur="1" fill="hold">
                                          <p:stCondLst>
                                            <p:cond delay="0"/>
                                          </p:stCondLst>
                                        </p:cTn>
                                        <p:tgtEl>
                                          <p:spTgt spid="300"/>
                                        </p:tgtEl>
                                        <p:attrNameLst>
                                          <p:attrName>style.visibility</p:attrName>
                                        </p:attrNameLst>
                                      </p:cBhvr>
                                      <p:to>
                                        <p:strVal val="visible"/>
                                      </p:to>
                                    </p:set>
                                    <p:animEffect filter="fade" transition="in">
                                      <p:cBhvr>
                                        <p:cTn dur="500"/>
                                        <p:tgtEl>
                                          <p:spTgt spid="300"/>
                                        </p:tgtEl>
                                      </p:cBhvr>
                                    </p:animEffect>
                                  </p:childTnLst>
                                </p:cTn>
                              </p:par>
                              <p:par>
                                <p:cTn fill="hold" nodeType="withEffect" presetClass="entr" presetID="10" presetSubtype="0">
                                  <p:stCondLst>
                                    <p:cond delay="0"/>
                                  </p:stCondLst>
                                  <p:childTnLst>
                                    <p:set>
                                      <p:cBhvr>
                                        <p:cTn dur="1" fill="hold">
                                          <p:stCondLst>
                                            <p:cond delay="0"/>
                                          </p:stCondLst>
                                        </p:cTn>
                                        <p:tgtEl>
                                          <p:spTgt spid="301"/>
                                        </p:tgtEl>
                                        <p:attrNameLst>
                                          <p:attrName>style.visibility</p:attrName>
                                        </p:attrNameLst>
                                      </p:cBhvr>
                                      <p:to>
                                        <p:strVal val="visible"/>
                                      </p:to>
                                    </p:set>
                                    <p:animEffect filter="fade" transition="in">
                                      <p:cBhvr>
                                        <p:cTn dur="500"/>
                                        <p:tgtEl>
                                          <p:spTgt spid="301"/>
                                        </p:tgtEl>
                                      </p:cBhvr>
                                    </p:animEffect>
                                  </p:childTnLst>
                                </p:cTn>
                              </p:par>
                              <p:par>
                                <p:cTn fill="hold" nodeType="withEffect" presetClass="entr" presetID="10" presetSubtype="0">
                                  <p:stCondLst>
                                    <p:cond delay="0"/>
                                  </p:stCondLst>
                                  <p:childTnLst>
                                    <p:set>
                                      <p:cBhvr>
                                        <p:cTn dur="1" fill="hold">
                                          <p:stCondLst>
                                            <p:cond delay="0"/>
                                          </p:stCondLst>
                                        </p:cTn>
                                        <p:tgtEl>
                                          <p:spTgt spid="304"/>
                                        </p:tgtEl>
                                        <p:attrNameLst>
                                          <p:attrName>style.visibility</p:attrName>
                                        </p:attrNameLst>
                                      </p:cBhvr>
                                      <p:to>
                                        <p:strVal val="visible"/>
                                      </p:to>
                                    </p:set>
                                    <p:animEffect filter="fade" transition="in">
                                      <p:cBhvr>
                                        <p:cTn dur="500"/>
                                        <p:tgtEl>
                                          <p:spTgt spid="304"/>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307"/>
                                        </p:tgtEl>
                                        <p:attrNameLst>
                                          <p:attrName>style.visibility</p:attrName>
                                        </p:attrNameLst>
                                      </p:cBhvr>
                                      <p:to>
                                        <p:strVal val="visible"/>
                                      </p:to>
                                    </p:set>
                                    <p:animEffect filter="fade" transition="in">
                                      <p:cBhvr>
                                        <p:cTn dur="500"/>
                                        <p:tgtEl>
                                          <p:spTgt spid="307"/>
                                        </p:tgtEl>
                                      </p:cBhvr>
                                    </p:animEffect>
                                  </p:childTnLst>
                                </p:cTn>
                              </p:par>
                              <p:par>
                                <p:cTn fill="hold" nodeType="withEffect" presetClass="entr" presetID="10" presetSubtype="0">
                                  <p:stCondLst>
                                    <p:cond delay="0"/>
                                  </p:stCondLst>
                                  <p:childTnLst>
                                    <p:set>
                                      <p:cBhvr>
                                        <p:cTn dur="1" fill="hold">
                                          <p:stCondLst>
                                            <p:cond delay="0"/>
                                          </p:stCondLst>
                                        </p:cTn>
                                        <p:tgtEl>
                                          <p:spTgt spid="308"/>
                                        </p:tgtEl>
                                        <p:attrNameLst>
                                          <p:attrName>style.visibility</p:attrName>
                                        </p:attrNameLst>
                                      </p:cBhvr>
                                      <p:to>
                                        <p:strVal val="visible"/>
                                      </p:to>
                                    </p:set>
                                    <p:animEffect filter="fade" transition="in">
                                      <p:cBhvr>
                                        <p:cTn dur="500"/>
                                        <p:tgtEl>
                                          <p:spTgt spid="308"/>
                                        </p:tgtEl>
                                      </p:cBhvr>
                                    </p:animEffect>
                                  </p:childTnLst>
                                </p:cTn>
                              </p:par>
                              <p:par>
                                <p:cTn fill="hold" nodeType="withEffect" presetClass="entr" presetID="10" presetSubtype="0">
                                  <p:stCondLst>
                                    <p:cond delay="0"/>
                                  </p:stCondLst>
                                  <p:childTnLst>
                                    <p:set>
                                      <p:cBhvr>
                                        <p:cTn dur="1" fill="hold">
                                          <p:stCondLst>
                                            <p:cond delay="0"/>
                                          </p:stCondLst>
                                        </p:cTn>
                                        <p:tgtEl>
                                          <p:spTgt spid="309"/>
                                        </p:tgtEl>
                                        <p:attrNameLst>
                                          <p:attrName>style.visibility</p:attrName>
                                        </p:attrNameLst>
                                      </p:cBhvr>
                                      <p:to>
                                        <p:strVal val="visible"/>
                                      </p:to>
                                    </p:set>
                                    <p:animEffect filter="fade" transition="in">
                                      <p:cBhvr>
                                        <p:cTn dur="500"/>
                                        <p:tgtEl>
                                          <p:spTgt spid="309"/>
                                        </p:tgtEl>
                                      </p:cBhvr>
                                    </p:animEffect>
                                  </p:childTnLst>
                                </p:cTn>
                              </p:par>
                              <p:par>
                                <p:cTn fill="hold" nodeType="withEffect" presetClass="entr" presetID="10" presetSubtype="0">
                                  <p:stCondLst>
                                    <p:cond delay="0"/>
                                  </p:stCondLst>
                                  <p:childTnLst>
                                    <p:set>
                                      <p:cBhvr>
                                        <p:cTn dur="1" fill="hold">
                                          <p:stCondLst>
                                            <p:cond delay="0"/>
                                          </p:stCondLst>
                                        </p:cTn>
                                        <p:tgtEl>
                                          <p:spTgt spid="312"/>
                                        </p:tgtEl>
                                        <p:attrNameLst>
                                          <p:attrName>style.visibility</p:attrName>
                                        </p:attrNameLst>
                                      </p:cBhvr>
                                      <p:to>
                                        <p:strVal val="visible"/>
                                      </p:to>
                                    </p:set>
                                    <p:animEffect filter="fade" transition="in">
                                      <p:cBhvr>
                                        <p:cTn dur="500"/>
                                        <p:tgtEl>
                                          <p:spTgt spid="312"/>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298"/>
                                        </p:tgtEl>
                                        <p:attrNameLst>
                                          <p:attrName>style.visibility</p:attrName>
                                        </p:attrNameLst>
                                      </p:cBhvr>
                                      <p:to>
                                        <p:strVal val="visible"/>
                                      </p:to>
                                    </p:set>
                                    <p:animEffect filter="fade" transition="in">
                                      <p:cBhvr>
                                        <p:cTn dur="500"/>
                                        <p:tgtEl>
                                          <p:spTgt spid="298"/>
                                        </p:tgtEl>
                                      </p:cBhvr>
                                    </p:animEffect>
                                  </p:childTnLst>
                                </p:cTn>
                              </p:par>
                              <p:par>
                                <p:cTn fill="hold" nodeType="withEffect" presetClass="entr" presetID="10" presetSubtype="0">
                                  <p:stCondLst>
                                    <p:cond delay="0"/>
                                  </p:stCondLst>
                                  <p:childTnLst>
                                    <p:set>
                                      <p:cBhvr>
                                        <p:cTn dur="1" fill="hold">
                                          <p:stCondLst>
                                            <p:cond delay="0"/>
                                          </p:stCondLst>
                                        </p:cTn>
                                        <p:tgtEl>
                                          <p:spTgt spid="302"/>
                                        </p:tgtEl>
                                        <p:attrNameLst>
                                          <p:attrName>style.visibility</p:attrName>
                                        </p:attrNameLst>
                                      </p:cBhvr>
                                      <p:to>
                                        <p:strVal val="visible"/>
                                      </p:to>
                                    </p:set>
                                    <p:animEffect filter="fade" transition="in">
                                      <p:cBhvr>
                                        <p:cTn dur="500"/>
                                        <p:tgtEl>
                                          <p:spTgt spid="302"/>
                                        </p:tgtEl>
                                      </p:cBhvr>
                                    </p:animEffect>
                                  </p:childTnLst>
                                </p:cTn>
                              </p:par>
                              <p:par>
                                <p:cTn fill="hold" nodeType="withEffect" presetClass="entr" presetID="10" presetSubtype="0">
                                  <p:stCondLst>
                                    <p:cond delay="0"/>
                                  </p:stCondLst>
                                  <p:childTnLst>
                                    <p:set>
                                      <p:cBhvr>
                                        <p:cTn dur="1" fill="hold">
                                          <p:stCondLst>
                                            <p:cond delay="0"/>
                                          </p:stCondLst>
                                        </p:cTn>
                                        <p:tgtEl>
                                          <p:spTgt spid="303"/>
                                        </p:tgtEl>
                                        <p:attrNameLst>
                                          <p:attrName>style.visibility</p:attrName>
                                        </p:attrNameLst>
                                      </p:cBhvr>
                                      <p:to>
                                        <p:strVal val="visible"/>
                                      </p:to>
                                    </p:set>
                                    <p:animEffect filter="fade" transition="in">
                                      <p:cBhvr>
                                        <p:cTn dur="500"/>
                                        <p:tgtEl>
                                          <p:spTgt spid="303"/>
                                        </p:tgtEl>
                                      </p:cBhvr>
                                    </p:animEffect>
                                  </p:childTnLst>
                                </p:cTn>
                              </p:par>
                              <p:par>
                                <p:cTn fill="hold" nodeType="withEffect" presetClass="entr" presetID="10" presetSubtype="0">
                                  <p:stCondLst>
                                    <p:cond delay="0"/>
                                  </p:stCondLst>
                                  <p:childTnLst>
                                    <p:set>
                                      <p:cBhvr>
                                        <p:cTn dur="1" fill="hold">
                                          <p:stCondLst>
                                            <p:cond delay="0"/>
                                          </p:stCondLst>
                                        </p:cTn>
                                        <p:tgtEl>
                                          <p:spTgt spid="305"/>
                                        </p:tgtEl>
                                        <p:attrNameLst>
                                          <p:attrName>style.visibility</p:attrName>
                                        </p:attrNameLst>
                                      </p:cBhvr>
                                      <p:to>
                                        <p:strVal val="visible"/>
                                      </p:to>
                                    </p:set>
                                    <p:animEffect filter="fade" transition="in">
                                      <p:cBhvr>
                                        <p:cTn dur="500"/>
                                        <p:tgtEl>
                                          <p:spTgt spid="305"/>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306"/>
                                        </p:tgtEl>
                                        <p:attrNameLst>
                                          <p:attrName>style.visibility</p:attrName>
                                        </p:attrNameLst>
                                      </p:cBhvr>
                                      <p:to>
                                        <p:strVal val="visible"/>
                                      </p:to>
                                    </p:set>
                                    <p:animEffect filter="fade" transition="in">
                                      <p:cBhvr>
                                        <p:cTn dur="500"/>
                                        <p:tgtEl>
                                          <p:spTgt spid="306"/>
                                        </p:tgtEl>
                                      </p:cBhvr>
                                    </p:animEffect>
                                  </p:childTnLst>
                                </p:cTn>
                              </p:par>
                              <p:par>
                                <p:cTn fill="hold" nodeType="withEffect" presetClass="entr" presetID="10" presetSubtype="0">
                                  <p:stCondLst>
                                    <p:cond delay="0"/>
                                  </p:stCondLst>
                                  <p:childTnLst>
                                    <p:set>
                                      <p:cBhvr>
                                        <p:cTn dur="1" fill="hold">
                                          <p:stCondLst>
                                            <p:cond delay="0"/>
                                          </p:stCondLst>
                                        </p:cTn>
                                        <p:tgtEl>
                                          <p:spTgt spid="310"/>
                                        </p:tgtEl>
                                        <p:attrNameLst>
                                          <p:attrName>style.visibility</p:attrName>
                                        </p:attrNameLst>
                                      </p:cBhvr>
                                      <p:to>
                                        <p:strVal val="visible"/>
                                      </p:to>
                                    </p:set>
                                    <p:animEffect filter="fade" transition="in">
                                      <p:cBhvr>
                                        <p:cTn dur="500"/>
                                        <p:tgtEl>
                                          <p:spTgt spid="310"/>
                                        </p:tgtEl>
                                      </p:cBhvr>
                                    </p:animEffect>
                                  </p:childTnLst>
                                </p:cTn>
                              </p:par>
                              <p:par>
                                <p:cTn fill="hold" nodeType="withEffect" presetClass="entr" presetID="10" presetSubtype="0">
                                  <p:stCondLst>
                                    <p:cond delay="0"/>
                                  </p:stCondLst>
                                  <p:childTnLst>
                                    <p:set>
                                      <p:cBhvr>
                                        <p:cTn dur="1" fill="hold">
                                          <p:stCondLst>
                                            <p:cond delay="0"/>
                                          </p:stCondLst>
                                        </p:cTn>
                                        <p:tgtEl>
                                          <p:spTgt spid="311"/>
                                        </p:tgtEl>
                                        <p:attrNameLst>
                                          <p:attrName>style.visibility</p:attrName>
                                        </p:attrNameLst>
                                      </p:cBhvr>
                                      <p:to>
                                        <p:strVal val="visible"/>
                                      </p:to>
                                    </p:set>
                                    <p:animEffect filter="fade" transition="in">
                                      <p:cBhvr>
                                        <p:cTn dur="500"/>
                                        <p:tgtEl>
                                          <p:spTgt spid="311"/>
                                        </p:tgtEl>
                                      </p:cBhvr>
                                    </p:animEffect>
                                  </p:childTnLst>
                                </p:cTn>
                              </p:par>
                              <p:par>
                                <p:cTn fill="hold" nodeType="withEffect" presetClass="entr" presetID="10" presetSubtype="0">
                                  <p:stCondLst>
                                    <p:cond delay="0"/>
                                  </p:stCondLst>
                                  <p:childTnLst>
                                    <p:set>
                                      <p:cBhvr>
                                        <p:cTn dur="1" fill="hold">
                                          <p:stCondLst>
                                            <p:cond delay="0"/>
                                          </p:stCondLst>
                                        </p:cTn>
                                        <p:tgtEl>
                                          <p:spTgt spid="313"/>
                                        </p:tgtEl>
                                        <p:attrNameLst>
                                          <p:attrName>style.visibility</p:attrName>
                                        </p:attrNameLst>
                                      </p:cBhvr>
                                      <p:to>
                                        <p:strVal val="visible"/>
                                      </p:to>
                                    </p:set>
                                    <p:animEffect filter="fade" transition="in">
                                      <p:cBhvr>
                                        <p:cTn dur="500"/>
                                        <p:tgtEl>
                                          <p:spTgt spid="313"/>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1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18" name="Shape 318"/>
        <p:cNvGrpSpPr/>
        <p:nvPr/>
      </p:nvGrpSpPr>
      <p:grpSpPr>
        <a:xfrm>
          <a:off x="0" y="0"/>
          <a:ext cx="0" cy="0"/>
          <a:chOff x="0" y="0"/>
          <a:chExt cx="0" cy="0"/>
        </a:xfrm>
      </p:grpSpPr>
      <p:sp>
        <p:nvSpPr>
          <p:cNvPr id="319" name="Google Shape;319;p8"/>
          <p:cNvSpPr txBox="1"/>
          <p:nvPr/>
        </p:nvSpPr>
        <p:spPr>
          <a:xfrm>
            <a:off x="0" y="-13878"/>
            <a:ext cx="9906000" cy="1188000"/>
          </a:xfrm>
          <a:prstGeom prst="rect">
            <a:avLst/>
          </a:prstGeom>
          <a:noFill/>
          <a:ln>
            <a:noFill/>
          </a:ln>
        </p:spPr>
        <p:txBody>
          <a:bodyPr anchorCtr="0" anchor="ctr" bIns="36000" lIns="72000" spcFirstLastPara="1" rIns="72000" wrap="square" tIns="252000">
            <a:noAutofit/>
          </a:bodyPr>
          <a:lstStyle/>
          <a:p>
            <a:pPr indent="-714375" lvl="0" marL="714375" marR="0" rtl="0" algn="l">
              <a:lnSpc>
                <a:spcPct val="90000"/>
              </a:lnSpc>
              <a:spcBef>
                <a:spcPts val="0"/>
              </a:spcBef>
              <a:spcAft>
                <a:spcPts val="0"/>
              </a:spcAft>
              <a:buClr>
                <a:srgbClr val="000000"/>
              </a:buClr>
              <a:buSzPts val="600"/>
              <a:buFont typeface="Arial"/>
              <a:buNone/>
            </a:pPr>
            <a:r>
              <a:rPr b="1" i="0" lang="es-AR" sz="2800" u="none" cap="none" strike="noStrike">
                <a:solidFill>
                  <a:srgbClr val="932328"/>
                </a:solidFill>
                <a:latin typeface="Arial"/>
                <a:ea typeface="Arial"/>
                <a:cs typeface="Arial"/>
                <a:sym typeface="Arial"/>
              </a:rPr>
              <a:t>La evolución de las Organizaciones</a:t>
            </a:r>
            <a:endParaRPr/>
          </a:p>
        </p:txBody>
      </p:sp>
      <p:sp>
        <p:nvSpPr>
          <p:cNvPr id="320" name="Google Shape;320;p8"/>
          <p:cNvSpPr txBox="1"/>
          <p:nvPr/>
        </p:nvSpPr>
        <p:spPr>
          <a:xfrm>
            <a:off x="-2724" y="1297672"/>
            <a:ext cx="6640931" cy="694806"/>
          </a:xfrm>
          <a:prstGeom prst="rect">
            <a:avLst/>
          </a:prstGeom>
          <a:noFill/>
          <a:ln>
            <a:noFill/>
          </a:ln>
        </p:spPr>
        <p:txBody>
          <a:bodyPr anchorCtr="0" anchor="t" bIns="45700" lIns="91425" spcFirstLastPara="1" rIns="91425" wrap="square" tIns="45700">
            <a:spAutoFit/>
          </a:bodyPr>
          <a:lstStyle/>
          <a:p>
            <a:pPr indent="0" lvl="0" marL="0" marR="0" rtl="0" algn="l">
              <a:lnSpc>
                <a:spcPct val="110000"/>
              </a:lnSpc>
              <a:spcBef>
                <a:spcPts val="0"/>
              </a:spcBef>
              <a:spcAft>
                <a:spcPts val="0"/>
              </a:spcAft>
              <a:buNone/>
            </a:pPr>
            <a:r>
              <a:rPr b="1" i="0" lang="es-AR" sz="1800" u="none" cap="none" strike="noStrike">
                <a:solidFill>
                  <a:srgbClr val="000000"/>
                </a:solidFill>
                <a:latin typeface="Montserrat Medium"/>
                <a:ea typeface="Montserrat Medium"/>
                <a:cs typeface="Montserrat Medium"/>
                <a:sym typeface="Montserrat Medium"/>
              </a:rPr>
              <a:t>REINVENTANDO LAS ORGANIZACIONES </a:t>
            </a:r>
            <a:br>
              <a:rPr b="1" i="0" lang="es-AR" sz="1800" u="none" cap="none" strike="noStrike">
                <a:solidFill>
                  <a:srgbClr val="000000"/>
                </a:solidFill>
                <a:latin typeface="Montserrat Medium"/>
                <a:ea typeface="Montserrat Medium"/>
                <a:cs typeface="Montserrat Medium"/>
                <a:sym typeface="Montserrat Medium"/>
              </a:rPr>
            </a:br>
            <a:r>
              <a:rPr b="0" i="0" lang="es-AR" sz="1800" u="none" cap="none" strike="noStrike">
                <a:solidFill>
                  <a:srgbClr val="000000"/>
                </a:solidFill>
                <a:latin typeface="Montserrat Medium"/>
                <a:ea typeface="Montserrat Medium"/>
                <a:cs typeface="Montserrat Medium"/>
                <a:sym typeface="Montserrat Medium"/>
              </a:rPr>
              <a:t>(Frederic Laloux)</a:t>
            </a:r>
            <a:endParaRPr b="1" i="0" sz="2000" u="none" cap="none" strike="noStrike">
              <a:solidFill>
                <a:srgbClr val="00B0F0"/>
              </a:solidFill>
              <a:latin typeface="Courgette"/>
              <a:ea typeface="Courgette"/>
              <a:cs typeface="Courgette"/>
              <a:sym typeface="Courgette"/>
            </a:endParaRPr>
          </a:p>
        </p:txBody>
      </p:sp>
      <p:sp>
        <p:nvSpPr>
          <p:cNvPr id="321" name="Google Shape;321;p8"/>
          <p:cNvSpPr/>
          <p:nvPr/>
        </p:nvSpPr>
        <p:spPr>
          <a:xfrm rot="5400000">
            <a:off x="4191237" y="-574011"/>
            <a:ext cx="1277614" cy="7219925"/>
          </a:xfrm>
          <a:prstGeom prst="round2SameRect">
            <a:avLst>
              <a:gd fmla="val 16667" name="adj1"/>
              <a:gd fmla="val 0" name="adj2"/>
            </a:avLst>
          </a:prstGeom>
          <a:solidFill>
            <a:srgbClr val="F0EEE8"/>
          </a:solidFill>
          <a:ln cap="flat" cmpd="sng" w="9525">
            <a:solidFill>
              <a:srgbClr val="028476"/>
            </a:solidFill>
            <a:prstDash val="solid"/>
            <a:round/>
            <a:headEnd len="sm" w="sm" type="none"/>
            <a:tailEnd len="sm" w="sm" type="none"/>
          </a:ln>
        </p:spPr>
        <p:txBody>
          <a:bodyPr anchorCtr="0" anchor="ctr" bIns="49500" lIns="49500" spcFirstLastPara="1" rIns="49500" wrap="square" tIns="49500">
            <a:noAutofit/>
          </a:bodyPr>
          <a:lstStyle/>
          <a:p>
            <a:pPr indent="0" lvl="0" marL="0" marR="0" rtl="0" algn="l">
              <a:lnSpc>
                <a:spcPct val="100000"/>
              </a:lnSpc>
              <a:spcBef>
                <a:spcPts val="0"/>
              </a:spcBef>
              <a:spcAft>
                <a:spcPts val="0"/>
              </a:spcAft>
              <a:buNone/>
            </a:pPr>
            <a:r>
              <a:t/>
            </a:r>
            <a:endParaRPr b="0" i="0" sz="758" u="none" cap="none" strike="noStrike">
              <a:solidFill>
                <a:srgbClr val="FFFFFF"/>
              </a:solidFill>
              <a:latin typeface="Arial"/>
              <a:ea typeface="Arial"/>
              <a:cs typeface="Arial"/>
              <a:sym typeface="Arial"/>
            </a:endParaRPr>
          </a:p>
        </p:txBody>
      </p:sp>
      <p:sp>
        <p:nvSpPr>
          <p:cNvPr id="322" name="Google Shape;322;p8"/>
          <p:cNvSpPr/>
          <p:nvPr/>
        </p:nvSpPr>
        <p:spPr>
          <a:xfrm>
            <a:off x="1023545" y="2268757"/>
            <a:ext cx="1958068" cy="281775"/>
          </a:xfrm>
          <a:prstGeom prst="roundRect">
            <a:avLst>
              <a:gd fmla="val 50000" name="adj"/>
            </a:avLst>
          </a:prstGeom>
          <a:solidFill>
            <a:srgbClr val="028476"/>
          </a:solidFill>
          <a:ln>
            <a:noFill/>
          </a:ln>
        </p:spPr>
        <p:txBody>
          <a:bodyPr anchorCtr="0" anchor="ctr" bIns="49500" lIns="49500" spcFirstLastPara="1" rIns="49500" wrap="square" tIns="49500">
            <a:noAutofit/>
          </a:bodyPr>
          <a:lstStyle/>
          <a:p>
            <a:pPr indent="0" lvl="0" marL="0" marR="0" rtl="0" algn="l">
              <a:lnSpc>
                <a:spcPct val="100000"/>
              </a:lnSpc>
              <a:spcBef>
                <a:spcPts val="0"/>
              </a:spcBef>
              <a:spcAft>
                <a:spcPts val="0"/>
              </a:spcAft>
              <a:buNone/>
            </a:pPr>
            <a:r>
              <a:t/>
            </a:r>
            <a:endParaRPr b="0" i="0" sz="758" u="none" cap="none" strike="noStrike">
              <a:solidFill>
                <a:srgbClr val="000000"/>
              </a:solidFill>
              <a:latin typeface="Arial"/>
              <a:ea typeface="Arial"/>
              <a:cs typeface="Arial"/>
              <a:sym typeface="Arial"/>
            </a:endParaRPr>
          </a:p>
        </p:txBody>
      </p:sp>
      <p:sp>
        <p:nvSpPr>
          <p:cNvPr id="323" name="Google Shape;323;p8"/>
          <p:cNvSpPr txBox="1"/>
          <p:nvPr/>
        </p:nvSpPr>
        <p:spPr>
          <a:xfrm>
            <a:off x="1278989" y="2301257"/>
            <a:ext cx="1641028" cy="238335"/>
          </a:xfrm>
          <a:prstGeom prst="rect">
            <a:avLst/>
          </a:prstGeom>
          <a:noFill/>
          <a:ln>
            <a:noFill/>
          </a:ln>
        </p:spPr>
        <p:txBody>
          <a:bodyPr anchorCtr="0" anchor="t" bIns="0" lIns="0" spcFirstLastPara="1" rIns="0" wrap="square" tIns="0">
            <a:spAutoFit/>
          </a:bodyPr>
          <a:lstStyle/>
          <a:p>
            <a:pPr indent="0" lvl="0" marL="0" marR="0" rtl="0" algn="ctr">
              <a:lnSpc>
                <a:spcPct val="110000"/>
              </a:lnSpc>
              <a:spcBef>
                <a:spcPts val="0"/>
              </a:spcBef>
              <a:spcAft>
                <a:spcPts val="0"/>
              </a:spcAft>
              <a:buNone/>
            </a:pPr>
            <a:r>
              <a:rPr b="1" i="0" lang="es-AR" sz="1408" u="none" cap="none" strike="noStrike">
                <a:solidFill>
                  <a:srgbClr val="FFFFFF"/>
                </a:solidFill>
                <a:latin typeface="Archivo"/>
                <a:ea typeface="Archivo"/>
                <a:cs typeface="Archivo"/>
                <a:sym typeface="Archivo"/>
              </a:rPr>
              <a:t>TEAL - esmeralda</a:t>
            </a:r>
            <a:endParaRPr b="0" i="0" sz="1408" u="none" cap="none" strike="noStrike">
              <a:solidFill>
                <a:srgbClr val="000000"/>
              </a:solidFill>
              <a:latin typeface="Archivo"/>
              <a:ea typeface="Archivo"/>
              <a:cs typeface="Archivo"/>
              <a:sym typeface="Archivo"/>
            </a:endParaRPr>
          </a:p>
        </p:txBody>
      </p:sp>
      <p:sp>
        <p:nvSpPr>
          <p:cNvPr id="324" name="Google Shape;324;p8"/>
          <p:cNvSpPr txBox="1"/>
          <p:nvPr/>
        </p:nvSpPr>
        <p:spPr>
          <a:xfrm>
            <a:off x="1542191" y="2671526"/>
            <a:ext cx="6490219" cy="640088"/>
          </a:xfrm>
          <a:prstGeom prst="rect">
            <a:avLst/>
          </a:prstGeom>
          <a:noFill/>
          <a:ln>
            <a:noFill/>
          </a:ln>
        </p:spPr>
        <p:txBody>
          <a:bodyPr anchorCtr="0" anchor="t" bIns="49500" lIns="0" spcFirstLastPara="1" rIns="49500" wrap="square" tIns="49500">
            <a:noAutofit/>
          </a:bodyPr>
          <a:lstStyle/>
          <a:p>
            <a:pPr indent="-206369" lvl="0" marL="247642" marR="0" rtl="0" algn="l">
              <a:lnSpc>
                <a:spcPct val="115000"/>
              </a:lnSpc>
              <a:spcBef>
                <a:spcPts val="0"/>
              </a:spcBef>
              <a:spcAft>
                <a:spcPts val="0"/>
              </a:spcAft>
              <a:buClr>
                <a:srgbClr val="000000"/>
              </a:buClr>
              <a:buSzPts val="2400"/>
              <a:buFont typeface="Archivo"/>
              <a:buChar char="■"/>
            </a:pPr>
            <a:r>
              <a:rPr b="0" i="0" lang="es-AR" sz="1246" u="none" cap="none" strike="noStrike">
                <a:solidFill>
                  <a:srgbClr val="000000"/>
                </a:solidFill>
                <a:latin typeface="Archivo"/>
                <a:ea typeface="Archivo"/>
                <a:cs typeface="Archivo"/>
                <a:sym typeface="Archivo"/>
              </a:rPr>
              <a:t>Surgimiento s XX y crecimiento en s XXI</a:t>
            </a:r>
            <a:endParaRPr/>
          </a:p>
          <a:p>
            <a:pPr indent="-206369" lvl="0" marL="247642" marR="0" rtl="0" algn="l">
              <a:lnSpc>
                <a:spcPct val="115000"/>
              </a:lnSpc>
              <a:spcBef>
                <a:spcPts val="0"/>
              </a:spcBef>
              <a:spcAft>
                <a:spcPts val="0"/>
              </a:spcAft>
              <a:buClr>
                <a:srgbClr val="000000"/>
              </a:buClr>
              <a:buSzPts val="2400"/>
              <a:buFont typeface="Archivo"/>
              <a:buChar char="■"/>
            </a:pPr>
            <a:r>
              <a:rPr b="0" i="0" lang="es-AR" sz="1246" u="none" cap="none" strike="noStrike">
                <a:solidFill>
                  <a:srgbClr val="000000"/>
                </a:solidFill>
                <a:latin typeface="Archivo"/>
                <a:ea typeface="Archivo"/>
                <a:cs typeface="Archivo"/>
                <a:sym typeface="Archivo"/>
              </a:rPr>
              <a:t>Autogestión y eficiencia. Propósito evolutivo</a:t>
            </a:r>
            <a:endParaRPr/>
          </a:p>
          <a:p>
            <a:pPr indent="-206369" lvl="0" marL="247642" marR="0" rtl="0" algn="l">
              <a:lnSpc>
                <a:spcPct val="115000"/>
              </a:lnSpc>
              <a:spcBef>
                <a:spcPts val="0"/>
              </a:spcBef>
              <a:spcAft>
                <a:spcPts val="0"/>
              </a:spcAft>
              <a:buClr>
                <a:srgbClr val="000000"/>
              </a:buClr>
              <a:buSzPts val="2400"/>
              <a:buFont typeface="Archivo"/>
              <a:buChar char="■"/>
            </a:pPr>
            <a:r>
              <a:rPr b="0" i="0" lang="es-AR" sz="1246" u="none" cap="none" strike="noStrike">
                <a:solidFill>
                  <a:srgbClr val="000000"/>
                </a:solidFill>
                <a:latin typeface="Archivo"/>
                <a:ea typeface="Archivo"/>
                <a:cs typeface="Archivo"/>
                <a:sym typeface="Archivo"/>
              </a:rPr>
              <a:t>Organizaciones pioneras de distintos sectores y tamaños</a:t>
            </a:r>
            <a:endParaRPr/>
          </a:p>
          <a:p>
            <a:pPr indent="0" lvl="0" marL="41274" marR="0" rtl="0" algn="l">
              <a:lnSpc>
                <a:spcPct val="115000"/>
              </a:lnSpc>
              <a:spcBef>
                <a:spcPts val="0"/>
              </a:spcBef>
              <a:spcAft>
                <a:spcPts val="0"/>
              </a:spcAft>
              <a:buNone/>
            </a:pPr>
            <a:r>
              <a:rPr b="1" i="0" lang="es-AR" sz="1517" u="none" cap="none" strike="noStrike">
                <a:solidFill>
                  <a:srgbClr val="028476"/>
                </a:solidFill>
                <a:latin typeface="Archivo"/>
                <a:ea typeface="Archivo"/>
                <a:cs typeface="Archivo"/>
                <a:sym typeface="Archivo"/>
              </a:rPr>
              <a:t>ORGANISMO VIVO</a:t>
            </a:r>
            <a:endParaRPr b="1" i="0" sz="1733" u="none" cap="none" strike="noStrike">
              <a:solidFill>
                <a:srgbClr val="028476"/>
              </a:solidFill>
              <a:latin typeface="Archivo"/>
              <a:ea typeface="Archivo"/>
              <a:cs typeface="Archivo"/>
              <a:sym typeface="Archivo"/>
            </a:endParaRPr>
          </a:p>
        </p:txBody>
      </p:sp>
      <p:sp>
        <p:nvSpPr>
          <p:cNvPr id="325" name="Google Shape;325;p8"/>
          <p:cNvSpPr txBox="1"/>
          <p:nvPr/>
        </p:nvSpPr>
        <p:spPr>
          <a:xfrm>
            <a:off x="2476500" y="3090206"/>
            <a:ext cx="4953000" cy="208968"/>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None/>
            </a:pPr>
            <a:r>
              <a:rPr b="0" i="0" lang="es-AR" sz="758" u="none" cap="none" strike="noStrike">
                <a:solidFill>
                  <a:srgbClr val="000000"/>
                </a:solidFill>
                <a:latin typeface="Arial"/>
                <a:ea typeface="Arial"/>
                <a:cs typeface="Arial"/>
                <a:sym typeface="Arial"/>
              </a:rPr>
              <a:t> </a:t>
            </a:r>
            <a:endParaRPr/>
          </a:p>
        </p:txBody>
      </p:sp>
      <p:sp>
        <p:nvSpPr>
          <p:cNvPr id="326" name="Google Shape;326;p8"/>
          <p:cNvSpPr/>
          <p:nvPr/>
        </p:nvSpPr>
        <p:spPr>
          <a:xfrm>
            <a:off x="482043" y="3916923"/>
            <a:ext cx="2817100" cy="2520000"/>
          </a:xfrm>
          <a:prstGeom prst="round2SameRect">
            <a:avLst>
              <a:gd fmla="val 18533" name="adj1"/>
              <a:gd fmla="val 0" name="adj2"/>
            </a:avLst>
          </a:prstGeom>
          <a:solidFill>
            <a:srgbClr val="FFD677">
              <a:alpha val="80784"/>
            </a:srgbClr>
          </a:solidFill>
          <a:ln cap="flat" cmpd="sng" w="57150">
            <a:solidFill>
              <a:srgbClr val="028476"/>
            </a:solidFill>
            <a:prstDash val="dot"/>
            <a:round/>
            <a:headEnd len="sm" w="sm" type="none"/>
            <a:tailEnd len="sm" w="sm" type="none"/>
          </a:ln>
        </p:spPr>
        <p:txBody>
          <a:bodyPr anchorCtr="0" anchor="ctr" bIns="49500" lIns="49500" spcFirstLastPara="1" rIns="49500" wrap="square" tIns="49500">
            <a:noAutofit/>
          </a:bodyPr>
          <a:lstStyle/>
          <a:p>
            <a:pPr indent="0" lvl="0" marL="0" marR="0" rtl="0" algn="l">
              <a:lnSpc>
                <a:spcPct val="100000"/>
              </a:lnSpc>
              <a:spcBef>
                <a:spcPts val="0"/>
              </a:spcBef>
              <a:spcAft>
                <a:spcPts val="0"/>
              </a:spcAft>
              <a:buNone/>
            </a:pPr>
            <a:r>
              <a:t/>
            </a:r>
            <a:endParaRPr b="0" i="0" sz="758" u="none" cap="none" strike="noStrike">
              <a:solidFill>
                <a:srgbClr val="000000"/>
              </a:solidFill>
              <a:latin typeface="Arial"/>
              <a:ea typeface="Arial"/>
              <a:cs typeface="Arial"/>
              <a:sym typeface="Arial"/>
            </a:endParaRPr>
          </a:p>
        </p:txBody>
      </p:sp>
      <p:sp>
        <p:nvSpPr>
          <p:cNvPr id="327" name="Google Shape;327;p8"/>
          <p:cNvSpPr/>
          <p:nvPr/>
        </p:nvSpPr>
        <p:spPr>
          <a:xfrm>
            <a:off x="6446023" y="3918494"/>
            <a:ext cx="2817100" cy="2520000"/>
          </a:xfrm>
          <a:prstGeom prst="round2SameRect">
            <a:avLst>
              <a:gd fmla="val 18533" name="adj1"/>
              <a:gd fmla="val 0" name="adj2"/>
            </a:avLst>
          </a:prstGeom>
          <a:solidFill>
            <a:srgbClr val="FFD677">
              <a:alpha val="80784"/>
            </a:srgbClr>
          </a:solidFill>
          <a:ln cap="flat" cmpd="sng" w="57150">
            <a:solidFill>
              <a:srgbClr val="028476"/>
            </a:solidFill>
            <a:prstDash val="dot"/>
            <a:round/>
            <a:headEnd len="sm" w="sm" type="none"/>
            <a:tailEnd len="sm" w="sm" type="none"/>
          </a:ln>
        </p:spPr>
        <p:txBody>
          <a:bodyPr anchorCtr="0" anchor="ctr" bIns="49500" lIns="49500" spcFirstLastPara="1" rIns="49500" wrap="square" tIns="49500">
            <a:noAutofit/>
          </a:bodyPr>
          <a:lstStyle/>
          <a:p>
            <a:pPr indent="0" lvl="0" marL="0" marR="0" rtl="0" algn="l">
              <a:lnSpc>
                <a:spcPct val="100000"/>
              </a:lnSpc>
              <a:spcBef>
                <a:spcPts val="0"/>
              </a:spcBef>
              <a:spcAft>
                <a:spcPts val="0"/>
              </a:spcAft>
              <a:buNone/>
            </a:pPr>
            <a:r>
              <a:t/>
            </a:r>
            <a:endParaRPr b="0" i="0" sz="758" u="none" cap="none" strike="noStrike">
              <a:solidFill>
                <a:srgbClr val="000000"/>
              </a:solidFill>
              <a:latin typeface="Arial"/>
              <a:ea typeface="Arial"/>
              <a:cs typeface="Arial"/>
              <a:sym typeface="Arial"/>
            </a:endParaRPr>
          </a:p>
        </p:txBody>
      </p:sp>
      <p:sp>
        <p:nvSpPr>
          <p:cNvPr id="328" name="Google Shape;328;p8"/>
          <p:cNvSpPr/>
          <p:nvPr/>
        </p:nvSpPr>
        <p:spPr>
          <a:xfrm>
            <a:off x="3470656" y="3918494"/>
            <a:ext cx="2817100" cy="2520000"/>
          </a:xfrm>
          <a:prstGeom prst="round2SameRect">
            <a:avLst>
              <a:gd fmla="val 18533" name="adj1"/>
              <a:gd fmla="val 0" name="adj2"/>
            </a:avLst>
          </a:prstGeom>
          <a:solidFill>
            <a:srgbClr val="FFD677">
              <a:alpha val="80784"/>
            </a:srgbClr>
          </a:solidFill>
          <a:ln cap="flat" cmpd="sng" w="57150">
            <a:solidFill>
              <a:srgbClr val="028476"/>
            </a:solidFill>
            <a:prstDash val="dot"/>
            <a:round/>
            <a:headEnd len="sm" w="sm" type="none"/>
            <a:tailEnd len="sm" w="sm" type="none"/>
          </a:ln>
        </p:spPr>
        <p:txBody>
          <a:bodyPr anchorCtr="0" anchor="ctr" bIns="49500" lIns="49500" spcFirstLastPara="1" rIns="49500" wrap="square" tIns="49500">
            <a:noAutofit/>
          </a:bodyPr>
          <a:lstStyle/>
          <a:p>
            <a:pPr indent="0" lvl="0" marL="0" marR="0" rtl="0" algn="l">
              <a:lnSpc>
                <a:spcPct val="100000"/>
              </a:lnSpc>
              <a:spcBef>
                <a:spcPts val="0"/>
              </a:spcBef>
              <a:spcAft>
                <a:spcPts val="0"/>
              </a:spcAft>
              <a:buNone/>
            </a:pPr>
            <a:r>
              <a:t/>
            </a:r>
            <a:endParaRPr b="0" i="0" sz="758" u="none" cap="none" strike="noStrike">
              <a:solidFill>
                <a:srgbClr val="000000"/>
              </a:solidFill>
              <a:latin typeface="Arial"/>
              <a:ea typeface="Arial"/>
              <a:cs typeface="Arial"/>
              <a:sym typeface="Arial"/>
            </a:endParaRPr>
          </a:p>
        </p:txBody>
      </p:sp>
      <p:sp>
        <p:nvSpPr>
          <p:cNvPr id="329" name="Google Shape;329;p8"/>
          <p:cNvSpPr/>
          <p:nvPr/>
        </p:nvSpPr>
        <p:spPr>
          <a:xfrm>
            <a:off x="684600" y="4158893"/>
            <a:ext cx="2378025" cy="281775"/>
          </a:xfrm>
          <a:prstGeom prst="roundRect">
            <a:avLst>
              <a:gd fmla="val 50000" name="adj"/>
            </a:avLst>
          </a:prstGeom>
          <a:solidFill>
            <a:srgbClr val="028476"/>
          </a:solidFill>
          <a:ln>
            <a:noFill/>
          </a:ln>
        </p:spPr>
        <p:txBody>
          <a:bodyPr anchorCtr="0" anchor="ctr" bIns="49500" lIns="49500" spcFirstLastPara="1" rIns="49500" wrap="square" tIns="49500">
            <a:noAutofit/>
          </a:bodyPr>
          <a:lstStyle/>
          <a:p>
            <a:pPr indent="0" lvl="0" marL="0" marR="0" rtl="0" algn="l">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330" name="Google Shape;330;p8"/>
          <p:cNvSpPr txBox="1"/>
          <p:nvPr/>
        </p:nvSpPr>
        <p:spPr>
          <a:xfrm>
            <a:off x="785512" y="4216256"/>
            <a:ext cx="2251438" cy="236988"/>
          </a:xfrm>
          <a:prstGeom prst="rect">
            <a:avLst/>
          </a:prstGeom>
          <a:noFill/>
          <a:ln>
            <a:noFill/>
          </a:ln>
        </p:spPr>
        <p:txBody>
          <a:bodyPr anchorCtr="0" anchor="t" bIns="0" lIns="0" spcFirstLastPara="1" rIns="0" wrap="square" tIns="0">
            <a:spAutoFit/>
          </a:bodyPr>
          <a:lstStyle/>
          <a:p>
            <a:pPr indent="0" lvl="0" marL="0" marR="0" rtl="0" algn="l">
              <a:lnSpc>
                <a:spcPct val="110000"/>
              </a:lnSpc>
              <a:spcBef>
                <a:spcPts val="0"/>
              </a:spcBef>
              <a:spcAft>
                <a:spcPts val="0"/>
              </a:spcAft>
              <a:buNone/>
            </a:pPr>
            <a:r>
              <a:rPr b="1" i="0" lang="es-AR" sz="1400" u="none" cap="none" strike="noStrike">
                <a:solidFill>
                  <a:srgbClr val="FFFFFF"/>
                </a:solidFill>
                <a:latin typeface="Archivo"/>
                <a:ea typeface="Archivo"/>
                <a:cs typeface="Archivo"/>
                <a:sym typeface="Archivo"/>
              </a:rPr>
              <a:t>Autogestión</a:t>
            </a:r>
            <a:endParaRPr b="0" i="0" sz="1400" u="none" cap="none" strike="noStrike">
              <a:solidFill>
                <a:srgbClr val="000000"/>
              </a:solidFill>
              <a:latin typeface="Archivo"/>
              <a:ea typeface="Archivo"/>
              <a:cs typeface="Archivo"/>
              <a:sym typeface="Archivo"/>
            </a:endParaRPr>
          </a:p>
        </p:txBody>
      </p:sp>
      <p:sp>
        <p:nvSpPr>
          <p:cNvPr id="331" name="Google Shape;331;p8"/>
          <p:cNvSpPr/>
          <p:nvPr/>
        </p:nvSpPr>
        <p:spPr>
          <a:xfrm>
            <a:off x="495300" y="4626852"/>
            <a:ext cx="2817100" cy="898138"/>
          </a:xfrm>
          <a:prstGeom prst="rect">
            <a:avLst/>
          </a:prstGeom>
          <a:noFill/>
          <a:ln>
            <a:noFill/>
          </a:ln>
        </p:spPr>
        <p:txBody>
          <a:bodyPr anchorCtr="0" anchor="ctr" bIns="49500" lIns="49500" spcFirstLastPara="1" rIns="49500" wrap="square" tIns="49500">
            <a:noAutofit/>
          </a:bodyPr>
          <a:lstStyle/>
          <a:p>
            <a:pPr indent="0" lvl="0" marL="0" marR="0" rtl="0" algn="l">
              <a:lnSpc>
                <a:spcPct val="100000"/>
              </a:lnSpc>
              <a:spcBef>
                <a:spcPts val="0"/>
              </a:spcBef>
              <a:spcAft>
                <a:spcPts val="0"/>
              </a:spcAft>
              <a:buNone/>
            </a:pPr>
            <a:r>
              <a:t/>
            </a:r>
            <a:endParaRPr b="0" i="0" sz="758" u="none" cap="none" strike="noStrike">
              <a:solidFill>
                <a:srgbClr val="000000"/>
              </a:solidFill>
              <a:latin typeface="Arial"/>
              <a:ea typeface="Arial"/>
              <a:cs typeface="Arial"/>
              <a:sym typeface="Arial"/>
            </a:endParaRPr>
          </a:p>
        </p:txBody>
      </p:sp>
      <p:sp>
        <p:nvSpPr>
          <p:cNvPr id="332" name="Google Shape;332;p8"/>
          <p:cNvSpPr txBox="1"/>
          <p:nvPr/>
        </p:nvSpPr>
        <p:spPr>
          <a:xfrm>
            <a:off x="542419" y="4599883"/>
            <a:ext cx="2688115" cy="1698927"/>
          </a:xfrm>
          <a:prstGeom prst="rect">
            <a:avLst/>
          </a:prstGeom>
          <a:noFill/>
          <a:ln>
            <a:noFill/>
          </a:ln>
        </p:spPr>
        <p:txBody>
          <a:bodyPr anchorCtr="0" anchor="t" bIns="0" lIns="0" spcFirstLastPara="1" rIns="0" wrap="square" tIns="0">
            <a:spAutoFit/>
          </a:bodyPr>
          <a:lstStyle/>
          <a:p>
            <a:pPr indent="-185732" lvl="0" marL="185732" marR="0" rtl="0" algn="l">
              <a:lnSpc>
                <a:spcPct val="115000"/>
              </a:lnSpc>
              <a:spcBef>
                <a:spcPts val="0"/>
              </a:spcBef>
              <a:spcAft>
                <a:spcPts val="0"/>
              </a:spcAft>
              <a:buClr>
                <a:srgbClr val="000000"/>
              </a:buClr>
              <a:buSzPts val="2300"/>
              <a:buFont typeface="Arial"/>
              <a:buChar char="•"/>
            </a:pPr>
            <a:r>
              <a:rPr b="0" i="0" lang="es-AR" sz="1200" u="none" cap="none" strike="noStrike">
                <a:solidFill>
                  <a:srgbClr val="333333"/>
                </a:solidFill>
                <a:latin typeface="Lato"/>
                <a:ea typeface="Lato"/>
                <a:cs typeface="Lato"/>
                <a:sym typeface="Lato"/>
              </a:rPr>
              <a:t>Empresas = ecosistemas. </a:t>
            </a:r>
            <a:endParaRPr/>
          </a:p>
          <a:p>
            <a:pPr indent="-185732" lvl="0" marL="185732" marR="0" rtl="0" algn="l">
              <a:lnSpc>
                <a:spcPct val="115000"/>
              </a:lnSpc>
              <a:spcBef>
                <a:spcPts val="0"/>
              </a:spcBef>
              <a:spcAft>
                <a:spcPts val="0"/>
              </a:spcAft>
              <a:buClr>
                <a:srgbClr val="000000"/>
              </a:buClr>
              <a:buSzPts val="2300"/>
              <a:buFont typeface="Arial"/>
              <a:buChar char="•"/>
            </a:pPr>
            <a:r>
              <a:rPr b="0" i="0" lang="es-AR" sz="1200" u="none" cap="none" strike="noStrike">
                <a:solidFill>
                  <a:srgbClr val="333333"/>
                </a:solidFill>
                <a:latin typeface="Lato"/>
                <a:ea typeface="Lato"/>
                <a:cs typeface="Lato"/>
                <a:sym typeface="Lato"/>
              </a:rPr>
              <a:t>Cooperan interaccionando entre todos los organismos para responder a los cambios. </a:t>
            </a:r>
            <a:endParaRPr/>
          </a:p>
          <a:p>
            <a:pPr indent="-185732" lvl="0" marL="185732" marR="0" rtl="0" algn="l">
              <a:lnSpc>
                <a:spcPct val="115000"/>
              </a:lnSpc>
              <a:spcBef>
                <a:spcPts val="0"/>
              </a:spcBef>
              <a:spcAft>
                <a:spcPts val="0"/>
              </a:spcAft>
              <a:buClr>
                <a:srgbClr val="000000"/>
              </a:buClr>
              <a:buSzPts val="2300"/>
              <a:buFont typeface="Arial"/>
              <a:buChar char="•"/>
            </a:pPr>
            <a:r>
              <a:rPr b="0" i="0" lang="es-AR" sz="1200" u="none" cap="none" strike="noStrike">
                <a:solidFill>
                  <a:srgbClr val="333333"/>
                </a:solidFill>
                <a:latin typeface="Lato"/>
                <a:ea typeface="Lato"/>
                <a:cs typeface="Lato"/>
                <a:sym typeface="Lato"/>
              </a:rPr>
              <a:t>Las unidades de trabajo se convierten en equipos que se gestionan a ellos mismos buscando el bien común. </a:t>
            </a:r>
            <a:endParaRPr b="0" i="0" sz="1200" u="none" cap="none" strike="noStrike">
              <a:solidFill>
                <a:srgbClr val="000000"/>
              </a:solidFill>
              <a:latin typeface="Archivo"/>
              <a:ea typeface="Archivo"/>
              <a:cs typeface="Archivo"/>
              <a:sym typeface="Archivo"/>
            </a:endParaRPr>
          </a:p>
        </p:txBody>
      </p:sp>
      <p:sp>
        <p:nvSpPr>
          <p:cNvPr id="333" name="Google Shape;333;p8"/>
          <p:cNvSpPr/>
          <p:nvPr/>
        </p:nvSpPr>
        <p:spPr>
          <a:xfrm>
            <a:off x="3506033" y="4614502"/>
            <a:ext cx="2817100" cy="898138"/>
          </a:xfrm>
          <a:prstGeom prst="rect">
            <a:avLst/>
          </a:prstGeom>
          <a:noFill/>
          <a:ln>
            <a:noFill/>
          </a:ln>
        </p:spPr>
        <p:txBody>
          <a:bodyPr anchorCtr="0" anchor="ctr" bIns="49500" lIns="49500" spcFirstLastPara="1" rIns="49500" wrap="square" tIns="49500">
            <a:noAutofit/>
          </a:bodyPr>
          <a:lstStyle/>
          <a:p>
            <a:pPr indent="0" lvl="0" marL="0" marR="0" rtl="0" algn="l">
              <a:lnSpc>
                <a:spcPct val="100000"/>
              </a:lnSpc>
              <a:spcBef>
                <a:spcPts val="0"/>
              </a:spcBef>
              <a:spcAft>
                <a:spcPts val="0"/>
              </a:spcAft>
              <a:buNone/>
            </a:pPr>
            <a:r>
              <a:t/>
            </a:r>
            <a:endParaRPr b="0" i="0" sz="758" u="none" cap="none" strike="noStrike">
              <a:solidFill>
                <a:srgbClr val="000000"/>
              </a:solidFill>
              <a:latin typeface="Arial"/>
              <a:ea typeface="Arial"/>
              <a:cs typeface="Arial"/>
              <a:sym typeface="Arial"/>
            </a:endParaRPr>
          </a:p>
        </p:txBody>
      </p:sp>
      <p:sp>
        <p:nvSpPr>
          <p:cNvPr id="334" name="Google Shape;334;p8"/>
          <p:cNvSpPr txBox="1"/>
          <p:nvPr/>
        </p:nvSpPr>
        <p:spPr>
          <a:xfrm>
            <a:off x="3553157" y="4587533"/>
            <a:ext cx="2688115" cy="1698927"/>
          </a:xfrm>
          <a:prstGeom prst="rect">
            <a:avLst/>
          </a:prstGeom>
          <a:noFill/>
          <a:ln>
            <a:noFill/>
          </a:ln>
        </p:spPr>
        <p:txBody>
          <a:bodyPr anchorCtr="0" anchor="t" bIns="0" lIns="0" spcFirstLastPara="1" rIns="0" wrap="square" tIns="0">
            <a:spAutoFit/>
          </a:bodyPr>
          <a:lstStyle/>
          <a:p>
            <a:pPr indent="-185732" lvl="0" marL="185732" marR="0" rtl="0" algn="l">
              <a:lnSpc>
                <a:spcPct val="115000"/>
              </a:lnSpc>
              <a:spcBef>
                <a:spcPts val="0"/>
              </a:spcBef>
              <a:spcAft>
                <a:spcPts val="0"/>
              </a:spcAft>
              <a:buClr>
                <a:srgbClr val="000000"/>
              </a:buClr>
              <a:buSzPts val="2300"/>
              <a:buFont typeface="Arial"/>
              <a:buChar char="•"/>
            </a:pPr>
            <a:r>
              <a:rPr b="0" i="0" lang="es-AR" sz="1200" u="none" cap="none" strike="noStrike">
                <a:solidFill>
                  <a:srgbClr val="333333"/>
                </a:solidFill>
                <a:latin typeface="Lato"/>
                <a:ea typeface="Lato"/>
                <a:cs typeface="Lato"/>
                <a:sym typeface="Lato"/>
              </a:rPr>
              <a:t>Ser uno mismo en el trabajo, sin máscaras. Mostrar las emociones, las debilidades, comunicarse de una manera transparente, sin miedo a los reproches o a equivocarse. </a:t>
            </a:r>
            <a:endParaRPr/>
          </a:p>
          <a:p>
            <a:pPr indent="-185732" lvl="0" marL="185732" marR="0" rtl="0" algn="l">
              <a:lnSpc>
                <a:spcPct val="115000"/>
              </a:lnSpc>
              <a:spcBef>
                <a:spcPts val="0"/>
              </a:spcBef>
              <a:spcAft>
                <a:spcPts val="0"/>
              </a:spcAft>
              <a:buClr>
                <a:srgbClr val="000000"/>
              </a:buClr>
              <a:buSzPts val="2300"/>
              <a:buFont typeface="Arial"/>
              <a:buChar char="•"/>
            </a:pPr>
            <a:r>
              <a:rPr b="0" i="0" lang="es-AR" sz="1200" u="none" cap="none" strike="noStrike">
                <a:solidFill>
                  <a:srgbClr val="333333"/>
                </a:solidFill>
                <a:latin typeface="Lato"/>
                <a:ea typeface="Lato"/>
                <a:cs typeface="Lato"/>
                <a:sym typeface="Lato"/>
              </a:rPr>
              <a:t>El error es concebido como una oportunidad para mejorar y acercarse a la plenitud. </a:t>
            </a:r>
            <a:endParaRPr b="0" i="0" sz="1200" u="none" cap="none" strike="noStrike">
              <a:solidFill>
                <a:srgbClr val="000000"/>
              </a:solidFill>
              <a:latin typeface="Archivo"/>
              <a:ea typeface="Archivo"/>
              <a:cs typeface="Archivo"/>
              <a:sym typeface="Archivo"/>
            </a:endParaRPr>
          </a:p>
        </p:txBody>
      </p:sp>
      <p:sp>
        <p:nvSpPr>
          <p:cNvPr id="335" name="Google Shape;335;p8"/>
          <p:cNvSpPr/>
          <p:nvPr/>
        </p:nvSpPr>
        <p:spPr>
          <a:xfrm>
            <a:off x="6418642" y="4602152"/>
            <a:ext cx="2817100" cy="898138"/>
          </a:xfrm>
          <a:prstGeom prst="rect">
            <a:avLst/>
          </a:prstGeom>
          <a:noFill/>
          <a:ln>
            <a:noFill/>
          </a:ln>
        </p:spPr>
        <p:txBody>
          <a:bodyPr anchorCtr="0" anchor="ctr" bIns="49500" lIns="49500" spcFirstLastPara="1" rIns="49500" wrap="square" tIns="49500">
            <a:noAutofit/>
          </a:bodyPr>
          <a:lstStyle/>
          <a:p>
            <a:pPr indent="0" lvl="0" marL="0" marR="0" rtl="0" algn="l">
              <a:lnSpc>
                <a:spcPct val="100000"/>
              </a:lnSpc>
              <a:spcBef>
                <a:spcPts val="0"/>
              </a:spcBef>
              <a:spcAft>
                <a:spcPts val="0"/>
              </a:spcAft>
              <a:buNone/>
            </a:pPr>
            <a:r>
              <a:t/>
            </a:r>
            <a:endParaRPr b="0" i="0" sz="758" u="none" cap="none" strike="noStrike">
              <a:solidFill>
                <a:srgbClr val="000000"/>
              </a:solidFill>
              <a:latin typeface="Arial"/>
              <a:ea typeface="Arial"/>
              <a:cs typeface="Arial"/>
              <a:sym typeface="Arial"/>
            </a:endParaRPr>
          </a:p>
        </p:txBody>
      </p:sp>
      <p:sp>
        <p:nvSpPr>
          <p:cNvPr id="336" name="Google Shape;336;p8"/>
          <p:cNvSpPr txBox="1"/>
          <p:nvPr/>
        </p:nvSpPr>
        <p:spPr>
          <a:xfrm>
            <a:off x="6534214" y="4575183"/>
            <a:ext cx="2688115" cy="991041"/>
          </a:xfrm>
          <a:prstGeom prst="rect">
            <a:avLst/>
          </a:prstGeom>
          <a:noFill/>
          <a:ln>
            <a:noFill/>
          </a:ln>
        </p:spPr>
        <p:txBody>
          <a:bodyPr anchorCtr="0" anchor="t" bIns="0" lIns="0" spcFirstLastPara="1" rIns="0" wrap="square" tIns="0">
            <a:spAutoFit/>
          </a:bodyPr>
          <a:lstStyle/>
          <a:p>
            <a:pPr indent="0" lvl="0" marL="0" marR="0" rtl="0" algn="l">
              <a:lnSpc>
                <a:spcPct val="115000"/>
              </a:lnSpc>
              <a:spcBef>
                <a:spcPts val="0"/>
              </a:spcBef>
              <a:spcAft>
                <a:spcPts val="0"/>
              </a:spcAft>
              <a:buNone/>
            </a:pPr>
            <a:r>
              <a:rPr b="0" i="0" lang="es-AR" sz="1400" u="none" cap="none" strike="noStrike">
                <a:solidFill>
                  <a:srgbClr val="333333"/>
                </a:solidFill>
                <a:latin typeface="Lato"/>
                <a:ea typeface="Lato"/>
                <a:cs typeface="Lato"/>
                <a:sym typeface="Lato"/>
              </a:rPr>
              <a:t>La organización puede cambiar en todos los aspectos y sentidos, siempre con la intención de mejorar. </a:t>
            </a:r>
            <a:endParaRPr b="0" i="0" sz="1050" u="none" cap="none" strike="noStrike">
              <a:solidFill>
                <a:srgbClr val="000000"/>
              </a:solidFill>
              <a:latin typeface="Archivo"/>
              <a:ea typeface="Archivo"/>
              <a:cs typeface="Archivo"/>
              <a:sym typeface="Archivo"/>
            </a:endParaRPr>
          </a:p>
        </p:txBody>
      </p:sp>
      <p:sp>
        <p:nvSpPr>
          <p:cNvPr id="337" name="Google Shape;337;p8"/>
          <p:cNvSpPr/>
          <p:nvPr/>
        </p:nvSpPr>
        <p:spPr>
          <a:xfrm>
            <a:off x="3730431" y="4158893"/>
            <a:ext cx="2378025" cy="281775"/>
          </a:xfrm>
          <a:prstGeom prst="roundRect">
            <a:avLst>
              <a:gd fmla="val 50000" name="adj"/>
            </a:avLst>
          </a:prstGeom>
          <a:solidFill>
            <a:srgbClr val="028476"/>
          </a:solidFill>
          <a:ln>
            <a:noFill/>
          </a:ln>
        </p:spPr>
        <p:txBody>
          <a:bodyPr anchorCtr="0" anchor="ctr" bIns="49500" lIns="49500" spcFirstLastPara="1" rIns="49500" wrap="square" tIns="49500">
            <a:noAutofit/>
          </a:bodyPr>
          <a:lstStyle/>
          <a:p>
            <a:pPr indent="0" lvl="0" marL="0" marR="0" rtl="0" algn="l">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338" name="Google Shape;338;p8"/>
          <p:cNvSpPr txBox="1"/>
          <p:nvPr/>
        </p:nvSpPr>
        <p:spPr>
          <a:xfrm>
            <a:off x="3831345" y="4203912"/>
            <a:ext cx="2216338" cy="236988"/>
          </a:xfrm>
          <a:prstGeom prst="rect">
            <a:avLst/>
          </a:prstGeom>
          <a:noFill/>
          <a:ln>
            <a:noFill/>
          </a:ln>
        </p:spPr>
        <p:txBody>
          <a:bodyPr anchorCtr="0" anchor="t" bIns="0" lIns="0" spcFirstLastPara="1" rIns="0" wrap="square" tIns="0">
            <a:spAutoFit/>
          </a:bodyPr>
          <a:lstStyle/>
          <a:p>
            <a:pPr indent="0" lvl="0" marL="0" marR="0" rtl="0" algn="l">
              <a:lnSpc>
                <a:spcPct val="110000"/>
              </a:lnSpc>
              <a:spcBef>
                <a:spcPts val="0"/>
              </a:spcBef>
              <a:spcAft>
                <a:spcPts val="0"/>
              </a:spcAft>
              <a:buNone/>
            </a:pPr>
            <a:r>
              <a:rPr b="1" i="0" lang="es-AR" sz="1400" u="none" cap="none" strike="noStrike">
                <a:solidFill>
                  <a:srgbClr val="FFFFFF"/>
                </a:solidFill>
                <a:latin typeface="Archivo"/>
                <a:ea typeface="Archivo"/>
                <a:cs typeface="Archivo"/>
                <a:sym typeface="Archivo"/>
              </a:rPr>
              <a:t>Plenitud</a:t>
            </a:r>
            <a:endParaRPr b="0" i="0" sz="1400" u="none" cap="none" strike="noStrike">
              <a:solidFill>
                <a:srgbClr val="000000"/>
              </a:solidFill>
              <a:latin typeface="Archivo"/>
              <a:ea typeface="Archivo"/>
              <a:cs typeface="Archivo"/>
              <a:sym typeface="Archivo"/>
            </a:endParaRPr>
          </a:p>
        </p:txBody>
      </p:sp>
      <p:sp>
        <p:nvSpPr>
          <p:cNvPr id="339" name="Google Shape;339;p8"/>
          <p:cNvSpPr/>
          <p:nvPr/>
        </p:nvSpPr>
        <p:spPr>
          <a:xfrm>
            <a:off x="6673077" y="4158893"/>
            <a:ext cx="2378025" cy="281775"/>
          </a:xfrm>
          <a:prstGeom prst="roundRect">
            <a:avLst>
              <a:gd fmla="val 50000" name="adj"/>
            </a:avLst>
          </a:prstGeom>
          <a:solidFill>
            <a:srgbClr val="028476"/>
          </a:solidFill>
          <a:ln>
            <a:noFill/>
          </a:ln>
        </p:spPr>
        <p:txBody>
          <a:bodyPr anchorCtr="0" anchor="ctr" bIns="49500" lIns="49500" spcFirstLastPara="1" rIns="49500" wrap="square" tIns="49500">
            <a:noAutofit/>
          </a:bodyPr>
          <a:lstStyle/>
          <a:p>
            <a:pPr indent="0" lvl="0" marL="0" marR="0" rtl="0" algn="l">
              <a:lnSpc>
                <a:spcPct val="100000"/>
              </a:lnSpc>
              <a:spcBef>
                <a:spcPts val="0"/>
              </a:spcBef>
              <a:spcAft>
                <a:spcPts val="0"/>
              </a:spcAft>
              <a:buNone/>
            </a:pPr>
            <a:r>
              <a:t/>
            </a:r>
            <a:endParaRPr b="0" i="0" sz="758" u="none" cap="none" strike="noStrike">
              <a:solidFill>
                <a:srgbClr val="000000"/>
              </a:solidFill>
              <a:latin typeface="Arial"/>
              <a:ea typeface="Arial"/>
              <a:cs typeface="Arial"/>
              <a:sym typeface="Arial"/>
            </a:endParaRPr>
          </a:p>
        </p:txBody>
      </p:sp>
      <p:sp>
        <p:nvSpPr>
          <p:cNvPr id="340" name="Google Shape;340;p8"/>
          <p:cNvSpPr txBox="1"/>
          <p:nvPr/>
        </p:nvSpPr>
        <p:spPr>
          <a:xfrm>
            <a:off x="6773989" y="4216425"/>
            <a:ext cx="2300838" cy="236988"/>
          </a:xfrm>
          <a:prstGeom prst="rect">
            <a:avLst/>
          </a:prstGeom>
          <a:noFill/>
          <a:ln>
            <a:noFill/>
          </a:ln>
        </p:spPr>
        <p:txBody>
          <a:bodyPr anchorCtr="0" anchor="t" bIns="0" lIns="0" spcFirstLastPara="1" rIns="0" wrap="square" tIns="0">
            <a:spAutoFit/>
          </a:bodyPr>
          <a:lstStyle/>
          <a:p>
            <a:pPr indent="0" lvl="0" marL="0" marR="0" rtl="0" algn="l">
              <a:lnSpc>
                <a:spcPct val="110000"/>
              </a:lnSpc>
              <a:spcBef>
                <a:spcPts val="0"/>
              </a:spcBef>
              <a:spcAft>
                <a:spcPts val="0"/>
              </a:spcAft>
              <a:buNone/>
            </a:pPr>
            <a:r>
              <a:rPr b="1" i="0" lang="es-AR" sz="1400" u="none" cap="none" strike="noStrike">
                <a:solidFill>
                  <a:srgbClr val="FFFFFF"/>
                </a:solidFill>
                <a:latin typeface="Archivo"/>
                <a:ea typeface="Archivo"/>
                <a:cs typeface="Archivo"/>
                <a:sym typeface="Archivo"/>
              </a:rPr>
              <a:t>Propósito Evolutivo</a:t>
            </a:r>
            <a:endParaRPr b="0" i="0" sz="1400" u="none" cap="none" strike="noStrike">
              <a:solidFill>
                <a:srgbClr val="000000"/>
              </a:solidFill>
              <a:latin typeface="Archivo"/>
              <a:ea typeface="Archivo"/>
              <a:cs typeface="Archivo"/>
              <a:sym typeface="Archivo"/>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326"/>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329"/>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330"/>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331"/>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332"/>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328"/>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333"/>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334"/>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337"/>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338"/>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327"/>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335"/>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336"/>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339"/>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340"/>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1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45" name="Shape 345"/>
        <p:cNvGrpSpPr/>
        <p:nvPr/>
      </p:nvGrpSpPr>
      <p:grpSpPr>
        <a:xfrm>
          <a:off x="0" y="0"/>
          <a:ext cx="0" cy="0"/>
          <a:chOff x="0" y="0"/>
          <a:chExt cx="0" cy="0"/>
        </a:xfrm>
      </p:grpSpPr>
      <p:sp>
        <p:nvSpPr>
          <p:cNvPr id="346" name="Google Shape;346;p31"/>
          <p:cNvSpPr txBox="1"/>
          <p:nvPr/>
        </p:nvSpPr>
        <p:spPr>
          <a:xfrm>
            <a:off x="39537" y="-57802"/>
            <a:ext cx="9906000" cy="1188000"/>
          </a:xfrm>
          <a:prstGeom prst="rect">
            <a:avLst/>
          </a:prstGeom>
          <a:noFill/>
          <a:ln>
            <a:noFill/>
          </a:ln>
        </p:spPr>
        <p:txBody>
          <a:bodyPr anchorCtr="0" anchor="ctr" bIns="36000" lIns="72000" spcFirstLastPara="1" rIns="72000" wrap="square" tIns="252000">
            <a:noAutofit/>
          </a:bodyPr>
          <a:lstStyle/>
          <a:p>
            <a:pPr indent="-714375" lvl="0" marL="714375" marR="0" rtl="0" algn="l">
              <a:lnSpc>
                <a:spcPct val="90000"/>
              </a:lnSpc>
              <a:spcBef>
                <a:spcPts val="0"/>
              </a:spcBef>
              <a:spcAft>
                <a:spcPts val="0"/>
              </a:spcAft>
              <a:buClr>
                <a:srgbClr val="000000"/>
              </a:buClr>
              <a:buSzPts val="600"/>
              <a:buFont typeface="Arial"/>
              <a:buNone/>
            </a:pPr>
            <a:r>
              <a:rPr b="1" i="0" lang="es-AR" sz="2400" u="none" cap="none" strike="noStrike">
                <a:solidFill>
                  <a:srgbClr val="932328"/>
                </a:solidFill>
                <a:latin typeface="Arial"/>
                <a:ea typeface="Arial"/>
                <a:cs typeface="Arial"/>
                <a:sym typeface="Arial"/>
              </a:rPr>
              <a:t>Relaciones Industriales </a:t>
            </a:r>
            <a:endParaRPr b="0" i="0" sz="1400" u="none" cap="none" strike="noStrike">
              <a:solidFill>
                <a:srgbClr val="000000"/>
              </a:solidFill>
              <a:latin typeface="Arial"/>
              <a:ea typeface="Arial"/>
              <a:cs typeface="Arial"/>
              <a:sym typeface="Arial"/>
            </a:endParaRPr>
          </a:p>
          <a:p>
            <a:pPr indent="-714375" lvl="0" marL="714375" marR="0" rtl="0" algn="l">
              <a:lnSpc>
                <a:spcPct val="90000"/>
              </a:lnSpc>
              <a:spcBef>
                <a:spcPts val="0"/>
              </a:spcBef>
              <a:spcAft>
                <a:spcPts val="0"/>
              </a:spcAft>
              <a:buClr>
                <a:srgbClr val="000000"/>
              </a:buClr>
              <a:buSzPts val="700"/>
              <a:buFont typeface="Arial"/>
              <a:buNone/>
            </a:pPr>
            <a:r>
              <a:rPr b="1" i="0" lang="es-AR" sz="2800" u="none" cap="none" strike="noStrike">
                <a:solidFill>
                  <a:srgbClr val="932328"/>
                </a:solidFill>
                <a:latin typeface="Arial Narrow"/>
                <a:ea typeface="Arial Narrow"/>
                <a:cs typeface="Arial Narrow"/>
                <a:sym typeface="Arial Narrow"/>
              </a:rPr>
              <a:t>Cuáles son las opciones</a:t>
            </a:r>
            <a:endParaRPr b="0" i="0" sz="1400" u="none" cap="none" strike="noStrike">
              <a:solidFill>
                <a:srgbClr val="000000"/>
              </a:solidFill>
              <a:latin typeface="Arial"/>
              <a:ea typeface="Arial"/>
              <a:cs typeface="Arial"/>
              <a:sym typeface="Arial"/>
            </a:endParaRPr>
          </a:p>
        </p:txBody>
      </p:sp>
      <p:grpSp>
        <p:nvGrpSpPr>
          <p:cNvPr id="347" name="Google Shape;347;p31"/>
          <p:cNvGrpSpPr/>
          <p:nvPr/>
        </p:nvGrpSpPr>
        <p:grpSpPr>
          <a:xfrm>
            <a:off x="1651274" y="1271214"/>
            <a:ext cx="6603451" cy="3143994"/>
            <a:chOff x="274" y="629336"/>
            <a:chExt cx="6603451" cy="3143994"/>
          </a:xfrm>
        </p:grpSpPr>
        <p:sp>
          <p:nvSpPr>
            <p:cNvPr id="348" name="Google Shape;348;p31"/>
            <p:cNvSpPr/>
            <p:nvPr/>
          </p:nvSpPr>
          <p:spPr>
            <a:xfrm rot="-5400000">
              <a:off x="274" y="629336"/>
              <a:ext cx="3143994" cy="3143994"/>
            </a:xfrm>
            <a:prstGeom prst="upArrow">
              <a:avLst>
                <a:gd fmla="val 50000" name="adj1"/>
                <a:gd fmla="val 35000" name="adj2"/>
              </a:avLst>
            </a:prstGeom>
            <a:solidFill>
              <a:srgbClr val="7030A0"/>
            </a:solidFill>
            <a:ln cap="flat" cmpd="sng" w="25400">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49" name="Google Shape;349;p31"/>
            <p:cNvSpPr txBox="1"/>
            <p:nvPr/>
          </p:nvSpPr>
          <p:spPr>
            <a:xfrm>
              <a:off x="550473" y="1415334"/>
              <a:ext cx="2593795" cy="1571997"/>
            </a:xfrm>
            <a:prstGeom prst="rect">
              <a:avLst/>
            </a:prstGeom>
            <a:noFill/>
            <a:ln>
              <a:noFill/>
            </a:ln>
          </p:spPr>
          <p:txBody>
            <a:bodyPr anchorCtr="0" anchor="ctr" bIns="234675" lIns="234675" spcFirstLastPara="1" rIns="234675" wrap="square" tIns="234675">
              <a:noAutofit/>
            </a:bodyPr>
            <a:lstStyle/>
            <a:p>
              <a:pPr indent="0" lvl="0" marL="0" marR="0" rtl="0" algn="ctr">
                <a:lnSpc>
                  <a:spcPct val="90000"/>
                </a:lnSpc>
                <a:spcBef>
                  <a:spcPts val="0"/>
                </a:spcBef>
                <a:spcAft>
                  <a:spcPts val="0"/>
                </a:spcAft>
                <a:buClr>
                  <a:srgbClr val="000000"/>
                </a:buClr>
                <a:buSzPts val="3300"/>
                <a:buFont typeface="Arial"/>
                <a:buNone/>
              </a:pPr>
              <a:r>
                <a:rPr b="0" i="0" lang="es-AR" sz="3300" u="none" cap="none" strike="noStrike">
                  <a:solidFill>
                    <a:schemeClr val="lt1"/>
                  </a:solidFill>
                  <a:latin typeface="Arial"/>
                  <a:ea typeface="Arial"/>
                  <a:cs typeface="Arial"/>
                  <a:sym typeface="Arial"/>
                </a:rPr>
                <a:t>Emprender</a:t>
              </a:r>
              <a:endParaRPr b="0" i="0" sz="3300" u="none" cap="none" strike="noStrike">
                <a:solidFill>
                  <a:schemeClr val="lt1"/>
                </a:solidFill>
                <a:latin typeface="Arial"/>
                <a:ea typeface="Arial"/>
                <a:cs typeface="Arial"/>
                <a:sym typeface="Arial"/>
              </a:endParaRPr>
            </a:p>
          </p:txBody>
        </p:sp>
        <p:sp>
          <p:nvSpPr>
            <p:cNvPr id="350" name="Google Shape;350;p31"/>
            <p:cNvSpPr/>
            <p:nvPr/>
          </p:nvSpPr>
          <p:spPr>
            <a:xfrm rot="5400000">
              <a:off x="3459731" y="629336"/>
              <a:ext cx="3143994" cy="3143994"/>
            </a:xfrm>
            <a:prstGeom prst="upArrow">
              <a:avLst>
                <a:gd fmla="val 50000" name="adj1"/>
                <a:gd fmla="val 35000" name="adj2"/>
              </a:avLst>
            </a:prstGeom>
            <a:solidFill>
              <a:srgbClr val="009051"/>
            </a:solidFill>
            <a:ln cap="flat" cmpd="sng" w="25400">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51" name="Google Shape;351;p31"/>
            <p:cNvSpPr txBox="1"/>
            <p:nvPr/>
          </p:nvSpPr>
          <p:spPr>
            <a:xfrm>
              <a:off x="3459731" y="1415335"/>
              <a:ext cx="2593795" cy="1571997"/>
            </a:xfrm>
            <a:prstGeom prst="rect">
              <a:avLst/>
            </a:prstGeom>
            <a:noFill/>
            <a:ln>
              <a:noFill/>
            </a:ln>
          </p:spPr>
          <p:txBody>
            <a:bodyPr anchorCtr="0" anchor="ctr" bIns="234675" lIns="234675" spcFirstLastPara="1" rIns="234675" wrap="square" tIns="234675">
              <a:noAutofit/>
            </a:bodyPr>
            <a:lstStyle/>
            <a:p>
              <a:pPr indent="0" lvl="0" marL="0" marR="0" rtl="0" algn="ctr">
                <a:lnSpc>
                  <a:spcPct val="90000"/>
                </a:lnSpc>
                <a:spcBef>
                  <a:spcPts val="0"/>
                </a:spcBef>
                <a:spcAft>
                  <a:spcPts val="0"/>
                </a:spcAft>
                <a:buClr>
                  <a:srgbClr val="000000"/>
                </a:buClr>
                <a:buSzPts val="3300"/>
                <a:buFont typeface="Arial"/>
                <a:buNone/>
              </a:pPr>
              <a:r>
                <a:rPr b="0" i="0" lang="es-AR" sz="3300" u="none" cap="none" strike="noStrike">
                  <a:solidFill>
                    <a:schemeClr val="lt1"/>
                  </a:solidFill>
                  <a:latin typeface="Arial"/>
                  <a:ea typeface="Arial"/>
                  <a:cs typeface="Arial"/>
                  <a:sym typeface="Arial"/>
                </a:rPr>
                <a:t>Empleado</a:t>
              </a:r>
              <a:endParaRPr b="0" i="0" sz="3300" u="none" cap="none" strike="noStrike">
                <a:solidFill>
                  <a:schemeClr val="lt1"/>
                </a:solidFill>
                <a:latin typeface="Arial"/>
                <a:ea typeface="Arial"/>
                <a:cs typeface="Arial"/>
                <a:sym typeface="Arial"/>
              </a:endParaRPr>
            </a:p>
          </p:txBody>
        </p:sp>
      </p:grpSp>
      <p:sp>
        <p:nvSpPr>
          <p:cNvPr id="352" name="Google Shape;352;p31"/>
          <p:cNvSpPr txBox="1"/>
          <p:nvPr/>
        </p:nvSpPr>
        <p:spPr>
          <a:xfrm>
            <a:off x="2373315" y="4561632"/>
            <a:ext cx="2106600" cy="5850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3200"/>
              <a:buFont typeface="Arial"/>
              <a:buNone/>
            </a:pPr>
            <a:r>
              <a:rPr b="1" i="0" lang="es-AR" sz="3200" u="none" cap="none" strike="noStrike">
                <a:solidFill>
                  <a:srgbClr val="7030A0"/>
                </a:solidFill>
                <a:latin typeface="Arial"/>
                <a:ea typeface="Arial"/>
                <a:cs typeface="Arial"/>
                <a:sym typeface="Arial"/>
              </a:rPr>
              <a:t>Libertad </a:t>
            </a:r>
            <a:endParaRPr b="0" i="0" sz="1400" u="none" cap="none" strike="noStrike">
              <a:solidFill>
                <a:srgbClr val="000000"/>
              </a:solidFill>
              <a:latin typeface="Arial"/>
              <a:ea typeface="Arial"/>
              <a:cs typeface="Arial"/>
              <a:sym typeface="Arial"/>
            </a:endParaRPr>
          </a:p>
        </p:txBody>
      </p:sp>
      <p:sp>
        <p:nvSpPr>
          <p:cNvPr id="353" name="Google Shape;353;p31"/>
          <p:cNvSpPr txBox="1"/>
          <p:nvPr/>
        </p:nvSpPr>
        <p:spPr>
          <a:xfrm>
            <a:off x="5727704" y="4556222"/>
            <a:ext cx="2260500" cy="5850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3200"/>
              <a:buFont typeface="Arial"/>
              <a:buNone/>
            </a:pPr>
            <a:r>
              <a:rPr b="1" i="0" lang="es-AR" sz="3200" u="none" cap="none" strike="noStrike">
                <a:solidFill>
                  <a:srgbClr val="009051"/>
                </a:solidFill>
                <a:latin typeface="Arial"/>
                <a:ea typeface="Arial"/>
                <a:cs typeface="Arial"/>
                <a:sym typeface="Arial"/>
              </a:rPr>
              <a:t>Seguridad </a:t>
            </a:r>
            <a:endParaRPr b="0" i="0" sz="1400" u="none" cap="none" strike="noStrike">
              <a:solidFill>
                <a:srgbClr val="000000"/>
              </a:solidFill>
              <a:latin typeface="Arial"/>
              <a:ea typeface="Arial"/>
              <a:cs typeface="Arial"/>
              <a:sym typeface="Arial"/>
            </a:endParaRPr>
          </a:p>
        </p:txBody>
      </p:sp>
      <p:pic>
        <p:nvPicPr>
          <p:cNvPr descr="Scales of justice" id="354" name="Google Shape;354;p31"/>
          <p:cNvPicPr preferRelativeResize="0"/>
          <p:nvPr/>
        </p:nvPicPr>
        <p:blipFill rotWithShape="1">
          <a:blip r:embed="rId3">
            <a:alphaModFix/>
          </a:blip>
          <a:srcRect b="0" l="0" r="0" t="0"/>
          <a:stretch/>
        </p:blipFill>
        <p:spPr>
          <a:xfrm>
            <a:off x="4546600" y="4396924"/>
            <a:ext cx="914400" cy="914400"/>
          </a:xfrm>
          <a:prstGeom prst="rect">
            <a:avLst/>
          </a:prstGeom>
          <a:noFill/>
          <a:ln>
            <a:noFill/>
          </a:ln>
        </p:spPr>
      </p:pic>
      <p:pic>
        <p:nvPicPr>
          <p:cNvPr descr="Clapper board" id="355" name="Google Shape;355;p31">
            <a:hlinkClick r:id="rId4"/>
          </p:cNvPr>
          <p:cNvPicPr preferRelativeResize="0"/>
          <p:nvPr/>
        </p:nvPicPr>
        <p:blipFill rotWithShape="1">
          <a:blip r:embed="rId5">
            <a:alphaModFix/>
          </a:blip>
          <a:srcRect b="0" l="0" r="0" t="0"/>
          <a:stretch/>
        </p:blipFill>
        <p:spPr>
          <a:xfrm>
            <a:off x="4535327" y="5311319"/>
            <a:ext cx="914400" cy="914400"/>
          </a:xfrm>
          <a:prstGeom prst="rect">
            <a:avLst/>
          </a:prstGeom>
          <a:noFill/>
          <a:ln>
            <a:noFill/>
          </a:ln>
        </p:spPr>
      </p:pic>
    </p:spTree>
  </p:cSld>
  <p:clrMapOvr>
    <a:masterClrMapping/>
  </p:clrMapOvr>
</p:sld>
</file>

<file path=ppt/theme/theme1.xml><?xml version="1.0" encoding="utf-8"?>
<a:theme xmlns:a="http://schemas.openxmlformats.org/drawingml/2006/main" xmlns:r="http://schemas.openxmlformats.org/officeDocument/2006/relationships" name="Template_2010_Presentaciones_Internal">
  <a:themeElements>
    <a:clrScheme name="Capgemini Palette">
      <a:dk1>
        <a:srgbClr val="000000"/>
      </a:dk1>
      <a:lt1>
        <a:srgbClr val="FFFFFF"/>
      </a:lt1>
      <a:dk2>
        <a:srgbClr val="009BCC"/>
      </a:dk2>
      <a:lt2>
        <a:srgbClr val="FFFFFF"/>
      </a:lt2>
      <a:accent1>
        <a:srgbClr val="FFBC1D"/>
      </a:accent1>
      <a:accent2>
        <a:srgbClr val="E65A0F"/>
      </a:accent2>
      <a:accent3>
        <a:srgbClr val="C8C500"/>
      </a:accent3>
      <a:accent4>
        <a:srgbClr val="C42F36"/>
      </a:accent4>
      <a:accent5>
        <a:srgbClr val="B4DFEE"/>
      </a:accent5>
      <a:accent6>
        <a:srgbClr val="E65A0F"/>
      </a:accent6>
      <a:hlink>
        <a:srgbClr val="4D740F"/>
      </a:hlink>
      <a:folHlink>
        <a:srgbClr val="C42F36"/>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name="Custom Theme">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erms:created xsi:type="dcterms:W3CDTF">2020-04-01T17:22:18Z</dcterms:created>
  <dc:creator>Javier Sosa</dc:creator>
</cp:coreProperties>
</file>

<file path=docProps/custom.xml><?xml version="1.0" encoding="utf-8"?>
<Properties xmlns="http://schemas.openxmlformats.org/officeDocument/2006/custom-properties" xmlns:vt="http://schemas.openxmlformats.org/officeDocument/2006/docPropsVTypes">
  <property fmtid="{D5CDD505-2E9C-101B-9397-08002B2CF9AE}" pid="2" name="KSOProductBuildVer">
    <vt:lpwstr>1033-11.2.0.9232</vt:lpwstr>
  </property>
</Properties>
</file>