
<file path=[Content_Types].xml><?xml version="1.0" encoding="utf-8"?>
<Types xmlns="http://schemas.openxmlformats.org/package/2006/content-types">
  <Default Extension="fntdata" ContentType="application/x-fontdata"/>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trictFirstAndLastChars="0" embedTrueTypeFonts="1" saveSubsetFonts="1" autoCompressPictures="0">
  <p:sldMasterIdLst>
    <p:sldMasterId id="2147483648" r:id="rId1"/>
  </p:sldMasterIdLst>
  <p:notesMasterIdLst>
    <p:notesMasterId r:id="rId27"/>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Lst>
  <p:sldSz cx="9906000" cy="6858000" type="A4"/>
  <p:notesSz cx="7315200" cy="9601200"/>
  <p:embeddedFontLst>
    <p:embeddedFont>
      <p:font typeface="Calibri" panose="020F0502020204030204" pitchFamily="34" charset="0"/>
      <p:regular r:id="rId28"/>
      <p:bold r:id="rId29"/>
      <p:italic r:id="rId30"/>
      <p:boldItalic r:id="rId31"/>
    </p:embeddedFont>
    <p:embeddedFont>
      <p:font typeface="Raleway" pitchFamily="2" charset="77"/>
      <p:regular r:id="rId32"/>
      <p:bold r:id="rId33"/>
      <p:italic r:id="rId34"/>
      <p:boldItalic r:id="rId35"/>
    </p:embeddedFont>
    <p:embeddedFont>
      <p:font typeface="Tahoma" panose="020B0604030504040204" pitchFamily="34" charset="0"/>
      <p:regular r:id="rId36"/>
      <p:bold r:id="rId37"/>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3612">
          <p15:clr>
            <a:srgbClr val="A4A3A4"/>
          </p15:clr>
        </p15:guide>
        <p15:guide id="2" pos="6114">
          <p15:clr>
            <a:srgbClr val="A4A3A4"/>
          </p15:clr>
        </p15:guide>
      </p15:sldGuideLst>
    </p:ext>
    <p:ext uri="{2D200454-40CA-4A62-9FC3-DE9A4176ACB9}">
      <p15:notesGuideLst xmlns:p15="http://schemas.microsoft.com/office/powerpoint/2012/main">
        <p15:guide id="1" orient="horz" pos="3024">
          <p15:clr>
            <a:srgbClr val="A4A3A4"/>
          </p15:clr>
        </p15:guide>
        <p15:guide id="2" pos="2305">
          <p15:clr>
            <a:srgbClr val="A4A3A4"/>
          </p15:clr>
        </p15:guide>
      </p15:notesGuideLst>
    </p:ext>
    <p:ext uri="http://customooxmlschemas.google.com/">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r:id="rId38" roundtripDataSignature="AMtx7mgiI1IsBUd26T6KTqLPS3yKH0v91Q=="/>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61DB9517-9E5D-4F98-BFC5-E021F5AC449E}">
  <a:tblStyle styleId="{61DB9517-9E5D-4F98-BFC5-E021F5AC449E}" styleName="Table_0">
    <a:wholeTbl>
      <a:tcTxStyle b="off" i="off">
        <a:font>
          <a:latin typeface="Calibri"/>
          <a:ea typeface="Calibri"/>
          <a:cs typeface="Calibri"/>
        </a:font>
        <a:schemeClr val="dk1"/>
      </a:tcTxStyle>
      <a:tcStyle>
        <a:tcBdr>
          <a:left>
            <a:ln w="12700" cap="flat" cmpd="sng">
              <a:solidFill>
                <a:schemeClr val="lt1"/>
              </a:solidFill>
              <a:prstDash val="solid"/>
              <a:round/>
              <a:headEnd type="none" w="sm" len="sm"/>
              <a:tailEnd type="none" w="sm" len="sm"/>
            </a:ln>
          </a:left>
          <a:right>
            <a:ln w="12700" cap="flat" cmpd="sng">
              <a:solidFill>
                <a:schemeClr val="lt1"/>
              </a:solidFill>
              <a:prstDash val="solid"/>
              <a:round/>
              <a:headEnd type="none" w="sm" len="sm"/>
              <a:tailEnd type="none" w="sm" len="sm"/>
            </a:ln>
          </a:right>
          <a:top>
            <a:ln w="12700" cap="flat" cmpd="sng">
              <a:solidFill>
                <a:schemeClr val="lt1"/>
              </a:solidFill>
              <a:prstDash val="solid"/>
              <a:round/>
              <a:headEnd type="none" w="sm" len="sm"/>
              <a:tailEnd type="none" w="sm" len="sm"/>
            </a:ln>
          </a:top>
          <a:bottom>
            <a:ln w="12700" cap="flat" cmpd="sng">
              <a:solidFill>
                <a:schemeClr val="lt1"/>
              </a:solidFill>
              <a:prstDash val="solid"/>
              <a:round/>
              <a:headEnd type="none" w="sm" len="sm"/>
              <a:tailEnd type="none" w="sm" len="sm"/>
            </a:ln>
          </a:bottom>
          <a:insideH>
            <a:ln w="12700" cap="flat" cmpd="sng">
              <a:solidFill>
                <a:schemeClr val="lt1"/>
              </a:solidFill>
              <a:prstDash val="solid"/>
              <a:round/>
              <a:headEnd type="none" w="sm" len="sm"/>
              <a:tailEnd type="none" w="sm" len="sm"/>
            </a:ln>
          </a:insideH>
          <a:insideV>
            <a:ln w="12700" cap="flat" cmpd="sng">
              <a:solidFill>
                <a:schemeClr val="lt1"/>
              </a:solidFill>
              <a:prstDash val="solid"/>
              <a:round/>
              <a:headEnd type="none" w="sm" len="sm"/>
              <a:tailEnd type="none" w="sm" len="sm"/>
            </a:ln>
          </a:insideV>
        </a:tcBdr>
        <a:fill>
          <a:solidFill>
            <a:srgbClr val="E8EBF5"/>
          </a:solidFill>
        </a:fill>
      </a:tcStyle>
    </a:wholeTbl>
    <a:band1H>
      <a:tcTxStyle b="off" i="off"/>
      <a:tcStyle>
        <a:tcBdr/>
        <a:fill>
          <a:solidFill>
            <a:srgbClr val="CDD4EA"/>
          </a:solidFill>
        </a:fill>
      </a:tcStyle>
    </a:band1H>
    <a:band2H>
      <a:tcTxStyle b="off" i="off"/>
      <a:tcStyle>
        <a:tcBdr/>
      </a:tcStyle>
    </a:band2H>
    <a:band1V>
      <a:tcTxStyle b="off" i="off"/>
      <a:tcStyle>
        <a:tcBdr/>
        <a:fill>
          <a:solidFill>
            <a:srgbClr val="CDD4EA"/>
          </a:solidFill>
        </a:fill>
      </a:tcStyle>
    </a:band1V>
    <a:band2V>
      <a:tcTxStyle b="off" i="off"/>
      <a:tcStyle>
        <a:tcBdr/>
      </a:tcStyle>
    </a:band2V>
    <a:lastCol>
      <a:tcTxStyle b="on" i="off">
        <a:font>
          <a:latin typeface="Calibri"/>
          <a:ea typeface="Calibri"/>
          <a:cs typeface="Calibri"/>
        </a:font>
        <a:schemeClr val="lt1"/>
      </a:tcTxStyle>
      <a:tcStyle>
        <a:tcBdr/>
        <a:fill>
          <a:solidFill>
            <a:schemeClr val="accent1"/>
          </a:solidFill>
        </a:fill>
      </a:tcStyle>
    </a:lastCol>
    <a:firstCol>
      <a:tcTxStyle b="on" i="off">
        <a:font>
          <a:latin typeface="Calibri"/>
          <a:ea typeface="Calibri"/>
          <a:cs typeface="Calibri"/>
        </a:font>
        <a:schemeClr val="lt1"/>
      </a:tcTxStyle>
      <a:tcStyle>
        <a:tcBdr/>
        <a:fill>
          <a:solidFill>
            <a:schemeClr val="accent1"/>
          </a:solidFill>
        </a:fill>
      </a:tcStyle>
    </a:firstCol>
    <a:lastRow>
      <a:tcTxStyle b="on" i="off">
        <a:font>
          <a:latin typeface="Calibri"/>
          <a:ea typeface="Calibri"/>
          <a:cs typeface="Calibri"/>
        </a:font>
        <a:schemeClr val="lt1"/>
      </a:tcTxStyle>
      <a:tcStyle>
        <a:tcBdr>
          <a:top>
            <a:ln w="38100" cap="flat" cmpd="sng">
              <a:solidFill>
                <a:schemeClr val="lt1"/>
              </a:solidFill>
              <a:prstDash val="solid"/>
              <a:round/>
              <a:headEnd type="none" w="sm" len="sm"/>
              <a:tailEnd type="none" w="sm" len="sm"/>
            </a:ln>
          </a:top>
        </a:tcBdr>
        <a:fill>
          <a:solidFill>
            <a:schemeClr val="accent1"/>
          </a:solidFill>
        </a:fill>
      </a:tcStyle>
    </a:lastRow>
    <a:seCell>
      <a:tcTxStyle b="off" i="off"/>
      <a:tcStyle>
        <a:tcBdr/>
      </a:tcStyle>
    </a:seCell>
    <a:swCell>
      <a:tcTxStyle b="off" i="off"/>
      <a:tcStyle>
        <a:tcBdr/>
      </a:tcStyle>
    </a:swCell>
    <a:firstRow>
      <a:tcTxStyle b="on" i="off">
        <a:font>
          <a:latin typeface="Calibri"/>
          <a:ea typeface="Calibri"/>
          <a:cs typeface="Calibri"/>
        </a:font>
        <a:schemeClr val="lt1"/>
      </a:tcTxStyle>
      <a:tcStyle>
        <a:tcBdr>
          <a:bottom>
            <a:ln w="38100" cap="flat" cmpd="sng">
              <a:solidFill>
                <a:schemeClr val="lt1"/>
              </a:solidFill>
              <a:prstDash val="solid"/>
              <a:round/>
              <a:headEnd type="none" w="sm" len="sm"/>
              <a:tailEnd type="none" w="sm" len="sm"/>
            </a:ln>
          </a:bottom>
        </a:tcBdr>
        <a:fill>
          <a:solidFill>
            <a:schemeClr val="accent1"/>
          </a:solidFill>
        </a:fill>
      </a:tcStyle>
    </a:firstRow>
    <a:neCell>
      <a:tcTxStyle b="off" i="off"/>
      <a:tcStyle>
        <a:tcBdr/>
      </a:tcStyle>
    </a:neCell>
    <a:nwCell>
      <a:tcTxStyle b="off" i="off"/>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08"/>
    <p:restoredTop sz="94703"/>
  </p:normalViewPr>
  <p:slideViewPr>
    <p:cSldViewPr snapToGrid="0">
      <p:cViewPr varScale="1">
        <p:scale>
          <a:sx n="86" d="100"/>
          <a:sy n="86" d="100"/>
        </p:scale>
        <p:origin x="1664" y="208"/>
      </p:cViewPr>
      <p:guideLst>
        <p:guide orient="horz" pos="3612"/>
        <p:guide pos="6114"/>
      </p:guideLst>
    </p:cSldViewPr>
  </p:slideViewPr>
  <p:notesTextViewPr>
    <p:cViewPr>
      <p:scale>
        <a:sx n="1" d="1"/>
        <a:sy n="1" d="1"/>
      </p:scale>
      <p:origin x="0" y="0"/>
    </p:cViewPr>
  </p:notesTextViewPr>
  <p:notesViewPr>
    <p:cSldViewPr snapToGrid="0">
      <p:cViewPr varScale="1">
        <p:scale>
          <a:sx n="100" d="100"/>
          <a:sy n="100" d="100"/>
        </p:scale>
        <p:origin x="0" y="0"/>
      </p:cViewPr>
      <p:guideLst>
        <p:guide orient="horz" pos="3024"/>
        <p:guide pos="2305"/>
      </p:guideLst>
    </p:cSldViewPr>
  </p:notes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presProps" Target="presProps.xml"/><Relationship Id="rId21" Type="http://schemas.openxmlformats.org/officeDocument/2006/relationships/slide" Target="slides/slide20.xml"/><Relationship Id="rId34" Type="http://schemas.openxmlformats.org/officeDocument/2006/relationships/font" Target="fonts/font7.fntdata"/><Relationship Id="rId42" Type="http://schemas.openxmlformats.org/officeDocument/2006/relationships/tableStyles" Target="tableStyle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font" Target="fonts/font2.fntdata"/><Relationship Id="rId41"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font" Target="fonts/font5.fntdata"/><Relationship Id="rId37" Type="http://schemas.openxmlformats.org/officeDocument/2006/relationships/font" Target="fonts/font10.fntdata"/><Relationship Id="rId40"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font" Target="fonts/font1.fntdata"/><Relationship Id="rId36" Type="http://schemas.openxmlformats.org/officeDocument/2006/relationships/font" Target="fonts/font9.fntdata"/><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font" Target="fonts/font4.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notesMaster" Target="notesMasters/notesMaster1.xml"/><Relationship Id="rId30" Type="http://schemas.openxmlformats.org/officeDocument/2006/relationships/font" Target="fonts/font3.fntdata"/><Relationship Id="rId35" Type="http://schemas.openxmlformats.org/officeDocument/2006/relationships/font" Target="fonts/font8.fntdata"/><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font" Target="fonts/font6.fntdata"/><Relationship Id="rId38" Type="http://customschemas.google.com/relationships/presentationmetadata" Target="meta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7315200" cy="480060"/>
          </a:xfrm>
          <a:prstGeom prst="rect">
            <a:avLst/>
          </a:prstGeom>
          <a:noFill/>
          <a:ln>
            <a:noFill/>
          </a:ln>
        </p:spPr>
        <p:txBody>
          <a:bodyPr spcFirstLastPara="1" wrap="square" lIns="72000" tIns="180000" rIns="288000" bIns="36000" anchor="t" anchorCtr="0">
            <a:noAutofit/>
          </a:bodyPr>
          <a:lstStyle>
            <a:lvl1pPr marR="0" lvl="0" algn="r" rtl="0">
              <a:lnSpc>
                <a:spcPct val="100000"/>
              </a:lnSpc>
              <a:spcBef>
                <a:spcPts val="0"/>
              </a:spcBef>
              <a:spcAft>
                <a:spcPts val="0"/>
              </a:spcAft>
              <a:buClr>
                <a:srgbClr val="000000"/>
              </a:buClr>
              <a:buSzPts val="1400"/>
              <a:buFont typeface="Arial"/>
              <a:buNone/>
              <a:defRPr sz="1400" b="1" i="0" u="none" strike="noStrike" cap="none">
                <a:solidFill>
                  <a:schemeClr val="dk1"/>
                </a:solidFill>
                <a:latin typeface="Arial"/>
                <a:ea typeface="Arial"/>
                <a:cs typeface="Arial"/>
                <a:sym typeface="Arial"/>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9pPr>
          </a:lstStyle>
          <a:p>
            <a:endParaRPr/>
          </a:p>
        </p:txBody>
      </p:sp>
      <p:sp>
        <p:nvSpPr>
          <p:cNvPr id="4" name="Google Shape;4;n"/>
          <p:cNvSpPr>
            <a:spLocks noGrp="1" noRot="1" noChangeAspect="1"/>
          </p:cNvSpPr>
          <p:nvPr>
            <p:ph type="sldImg" idx="3"/>
          </p:nvPr>
        </p:nvSpPr>
        <p:spPr>
          <a:xfrm>
            <a:off x="884238" y="600075"/>
            <a:ext cx="5546725" cy="3840163"/>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5" name="Google Shape;5;n"/>
          <p:cNvSpPr txBox="1">
            <a:spLocks noGrp="1"/>
          </p:cNvSpPr>
          <p:nvPr>
            <p:ph type="body" idx="1"/>
          </p:nvPr>
        </p:nvSpPr>
        <p:spPr>
          <a:xfrm>
            <a:off x="228576" y="4560570"/>
            <a:ext cx="6858048" cy="4440585"/>
          </a:xfrm>
          <a:prstGeom prst="rect">
            <a:avLst/>
          </a:prstGeom>
          <a:noFill/>
          <a:ln>
            <a:noFill/>
          </a:ln>
        </p:spPr>
        <p:txBody>
          <a:bodyPr spcFirstLastPara="1" wrap="square" lIns="91425" tIns="45700" rIns="91425" bIns="45700" anchor="t" anchorCtr="0">
            <a:normAutofit/>
          </a:bodyPr>
          <a:lstStyle>
            <a:lvl1pPr marL="457200" marR="0" lvl="0"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Arial"/>
                <a:ea typeface="Arial"/>
                <a:cs typeface="Arial"/>
                <a:sym typeface="Arial"/>
              </a:defRPr>
            </a:lvl1pPr>
            <a:lvl2pPr marL="914400" marR="0" lvl="1"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Arial"/>
                <a:ea typeface="Arial"/>
                <a:cs typeface="Arial"/>
                <a:sym typeface="Arial"/>
              </a:defRPr>
            </a:lvl2pPr>
            <a:lvl3pPr marL="1371600" marR="0" lvl="2"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Arial"/>
                <a:ea typeface="Arial"/>
                <a:cs typeface="Arial"/>
                <a:sym typeface="Arial"/>
              </a:defRPr>
            </a:lvl3pPr>
            <a:lvl4pPr marL="1828800" marR="0" lvl="3"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Arial"/>
                <a:ea typeface="Arial"/>
                <a:cs typeface="Arial"/>
                <a:sym typeface="Arial"/>
              </a:defRPr>
            </a:lvl4pPr>
            <a:lvl5pPr marL="2286000" marR="0" lvl="4"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Arial"/>
                <a:ea typeface="Arial"/>
                <a:cs typeface="Arial"/>
                <a:sym typeface="Arial"/>
              </a:defRPr>
            </a:lvl9pPr>
          </a:lstStyle>
          <a:p>
            <a:endParaRPr/>
          </a:p>
        </p:txBody>
      </p:sp>
      <p:sp>
        <p:nvSpPr>
          <p:cNvPr id="6" name="Google Shape;6;n"/>
          <p:cNvSpPr txBox="1">
            <a:spLocks noGrp="1"/>
          </p:cNvSpPr>
          <p:nvPr>
            <p:ph type="ftr" idx="11"/>
          </p:nvPr>
        </p:nvSpPr>
        <p:spPr>
          <a:xfrm>
            <a:off x="0" y="9119474"/>
            <a:ext cx="3169920" cy="480060"/>
          </a:xfrm>
          <a:prstGeom prst="rect">
            <a:avLst/>
          </a:prstGeom>
          <a:noFill/>
          <a:ln>
            <a:noFill/>
          </a:ln>
        </p:spPr>
        <p:txBody>
          <a:bodyPr spcFirstLastPara="1" wrap="square" lIns="180000" tIns="36000" rIns="72000" bIns="180000" anchor="b" anchorCtr="0">
            <a:noAutofit/>
          </a:bodyPr>
          <a:lstStyle>
            <a:lvl1pPr marR="0" lvl="0" algn="l" rtl="0">
              <a:lnSpc>
                <a:spcPct val="100000"/>
              </a:lnSpc>
              <a:spcBef>
                <a:spcPts val="0"/>
              </a:spcBef>
              <a:spcAft>
                <a:spcPts val="0"/>
              </a:spcAft>
              <a:buClr>
                <a:srgbClr val="000000"/>
              </a:buClr>
              <a:buSzPts val="1400"/>
              <a:buFont typeface="Arial"/>
              <a:buNone/>
              <a:defRPr sz="800" b="0" i="0" u="none" strike="noStrike" cap="none">
                <a:solidFill>
                  <a:schemeClr val="dk1"/>
                </a:solidFill>
                <a:latin typeface="Arial"/>
                <a:ea typeface="Arial"/>
                <a:cs typeface="Arial"/>
                <a:sym typeface="Arial"/>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9pPr>
          </a:lstStyle>
          <a:p>
            <a:endParaRPr/>
          </a:p>
        </p:txBody>
      </p:sp>
      <p:sp>
        <p:nvSpPr>
          <p:cNvPr id="7" name="Google Shape;7;n"/>
          <p:cNvSpPr txBox="1">
            <a:spLocks noGrp="1"/>
          </p:cNvSpPr>
          <p:nvPr>
            <p:ph type="sldNum" idx="12"/>
          </p:nvPr>
        </p:nvSpPr>
        <p:spPr>
          <a:xfrm>
            <a:off x="4143587" y="9119474"/>
            <a:ext cx="3169920" cy="480060"/>
          </a:xfrm>
          <a:prstGeom prst="rect">
            <a:avLst/>
          </a:prstGeom>
          <a:noFill/>
          <a:ln>
            <a:noFill/>
          </a:ln>
        </p:spPr>
        <p:txBody>
          <a:bodyPr spcFirstLastPara="1" wrap="square" lIns="72000" tIns="36000" rIns="180000" bIns="180000" anchor="b" anchorCtr="0">
            <a:noAutofit/>
          </a:bodyPr>
          <a:lstStyle/>
          <a:p>
            <a:pPr marL="0" marR="0" lvl="0" indent="0" algn="r" rtl="0">
              <a:lnSpc>
                <a:spcPct val="100000"/>
              </a:lnSpc>
              <a:spcBef>
                <a:spcPts val="0"/>
              </a:spcBef>
              <a:spcAft>
                <a:spcPts val="0"/>
              </a:spcAft>
              <a:buClr>
                <a:srgbClr val="000000"/>
              </a:buClr>
              <a:buSzPts val="800"/>
              <a:buFont typeface="Arial"/>
              <a:buNone/>
            </a:pPr>
            <a:fld id="{00000000-1234-1234-1234-123412341234}" type="slidenum">
              <a:rPr lang="es-AR" sz="800" b="1" i="0" u="none" strike="noStrike" cap="none">
                <a:solidFill>
                  <a:schemeClr val="dk1"/>
                </a:solidFill>
                <a:latin typeface="Arial"/>
                <a:ea typeface="Arial"/>
                <a:cs typeface="Arial"/>
                <a:sym typeface="Arial"/>
              </a:rPr>
              <a:t>‹#›</a:t>
            </a:fld>
            <a:endParaRPr sz="800" b="1" i="0" u="none" strike="noStrike" cap="none">
              <a:solidFill>
                <a:schemeClr val="dk1"/>
              </a:solidFill>
              <a:latin typeface="Arial"/>
              <a:ea typeface="Arial"/>
              <a:cs typeface="Arial"/>
              <a:sym typeface="Arial"/>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3" Type="http://schemas.openxmlformats.org/officeDocument/2006/relationships/hyperlink" Target="http://www.losrecursoshumanos.com/tag/desempeno" TargetMode="External"/><Relationship Id="rId2" Type="http://schemas.openxmlformats.org/officeDocument/2006/relationships/slide" Target="../slides/slide4.xml"/><Relationship Id="rId1" Type="http://schemas.openxmlformats.org/officeDocument/2006/relationships/notesMaster" Target="../notesMasters/notesMaster1.xml"/><Relationship Id="rId4" Type="http://schemas.openxmlformats.org/officeDocument/2006/relationships/hyperlink" Target="http://www.losrecursoshumanos.com/organizacion-y-finalidad/" TargetMode="Externa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7"/>
        <p:cNvGrpSpPr/>
        <p:nvPr/>
      </p:nvGrpSpPr>
      <p:grpSpPr>
        <a:xfrm>
          <a:off x="0" y="0"/>
          <a:ext cx="0" cy="0"/>
          <a:chOff x="0" y="0"/>
          <a:chExt cx="0" cy="0"/>
        </a:xfrm>
      </p:grpSpPr>
      <p:sp>
        <p:nvSpPr>
          <p:cNvPr id="98" name="Google Shape;98;p1:notes"/>
          <p:cNvSpPr txBox="1">
            <a:spLocks noGrp="1"/>
          </p:cNvSpPr>
          <p:nvPr>
            <p:ph type="body" idx="1"/>
          </p:nvPr>
        </p:nvSpPr>
        <p:spPr>
          <a:xfrm>
            <a:off x="228576" y="4560570"/>
            <a:ext cx="6858048" cy="4440585"/>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99" name="Google Shape;99;p1:notes"/>
          <p:cNvSpPr>
            <a:spLocks noGrp="1" noRot="1" noChangeAspect="1"/>
          </p:cNvSpPr>
          <p:nvPr>
            <p:ph type="sldImg" idx="2"/>
          </p:nvPr>
        </p:nvSpPr>
        <p:spPr>
          <a:xfrm>
            <a:off x="884238" y="600075"/>
            <a:ext cx="5546725" cy="3840163"/>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4"/>
        <p:cNvGrpSpPr/>
        <p:nvPr/>
      </p:nvGrpSpPr>
      <p:grpSpPr>
        <a:xfrm>
          <a:off x="0" y="0"/>
          <a:ext cx="0" cy="0"/>
          <a:chOff x="0" y="0"/>
          <a:chExt cx="0" cy="0"/>
        </a:xfrm>
      </p:grpSpPr>
      <p:sp>
        <p:nvSpPr>
          <p:cNvPr id="105" name="Google Shape;105;p2:notes"/>
          <p:cNvSpPr>
            <a:spLocks noGrp="1" noRot="1" noChangeAspect="1"/>
          </p:cNvSpPr>
          <p:nvPr>
            <p:ph type="sldImg" idx="2"/>
          </p:nvPr>
        </p:nvSpPr>
        <p:spPr>
          <a:xfrm>
            <a:off x="884238" y="600075"/>
            <a:ext cx="5546725" cy="3840163"/>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06" name="Google Shape;106;p2:notes"/>
          <p:cNvSpPr txBox="1">
            <a:spLocks noGrp="1"/>
          </p:cNvSpPr>
          <p:nvPr>
            <p:ph type="body" idx="1"/>
          </p:nvPr>
        </p:nvSpPr>
        <p:spPr>
          <a:xfrm>
            <a:off x="228576" y="4560570"/>
            <a:ext cx="6858048" cy="4440585"/>
          </a:xfrm>
          <a:prstGeom prst="rect">
            <a:avLst/>
          </a:prstGeom>
          <a:noFill/>
          <a:ln>
            <a:noFill/>
          </a:ln>
        </p:spPr>
        <p:txBody>
          <a:bodyPr spcFirstLastPara="1" wrap="square" lIns="91425" tIns="45700" rIns="91425" bIns="45700" anchor="t" anchorCtr="0">
            <a:normAutofit/>
          </a:bodyPr>
          <a:lstStyle/>
          <a:p>
            <a:pPr marL="0" lvl="0" indent="0" algn="l" rtl="0">
              <a:lnSpc>
                <a:spcPct val="100000"/>
              </a:lnSpc>
              <a:spcBef>
                <a:spcPts val="0"/>
              </a:spcBef>
              <a:spcAft>
                <a:spcPts val="0"/>
              </a:spcAft>
              <a:buSzPts val="1400"/>
              <a:buNone/>
            </a:pPr>
            <a:endParaRPr/>
          </a:p>
        </p:txBody>
      </p:sp>
      <p:sp>
        <p:nvSpPr>
          <p:cNvPr id="107" name="Google Shape;107;p2:notes"/>
          <p:cNvSpPr txBox="1">
            <a:spLocks noGrp="1"/>
          </p:cNvSpPr>
          <p:nvPr>
            <p:ph type="ftr" idx="11"/>
          </p:nvPr>
        </p:nvSpPr>
        <p:spPr>
          <a:xfrm>
            <a:off x="0" y="9119474"/>
            <a:ext cx="3169920" cy="480060"/>
          </a:xfrm>
          <a:prstGeom prst="rect">
            <a:avLst/>
          </a:prstGeom>
          <a:noFill/>
          <a:ln>
            <a:noFill/>
          </a:ln>
        </p:spPr>
        <p:txBody>
          <a:bodyPr spcFirstLastPara="1" wrap="square" lIns="180000" tIns="36000" rIns="72000" bIns="180000" anchor="b" anchorCtr="0">
            <a:noAutofit/>
          </a:bodyPr>
          <a:lstStyle/>
          <a:p>
            <a:pPr marL="0" lvl="0" indent="0" algn="l" rtl="0">
              <a:lnSpc>
                <a:spcPct val="100000"/>
              </a:lnSpc>
              <a:spcBef>
                <a:spcPts val="0"/>
              </a:spcBef>
              <a:spcAft>
                <a:spcPts val="0"/>
              </a:spcAft>
              <a:buSzPts val="1400"/>
              <a:buNone/>
            </a:pPr>
            <a:r>
              <a:rPr lang="es-AR"/>
              <a:t>© 2010 Capgemini. All rights reserved.</a:t>
            </a:r>
            <a:endParaRPr/>
          </a:p>
        </p:txBody>
      </p:sp>
      <p:sp>
        <p:nvSpPr>
          <p:cNvPr id="108" name="Google Shape;108;p2:notes"/>
          <p:cNvSpPr txBox="1">
            <a:spLocks noGrp="1"/>
          </p:cNvSpPr>
          <p:nvPr>
            <p:ph type="sldNum" idx="12"/>
          </p:nvPr>
        </p:nvSpPr>
        <p:spPr>
          <a:xfrm>
            <a:off x="4143587" y="9119474"/>
            <a:ext cx="3169920" cy="480060"/>
          </a:xfrm>
          <a:prstGeom prst="rect">
            <a:avLst/>
          </a:prstGeom>
          <a:noFill/>
          <a:ln>
            <a:noFill/>
          </a:ln>
        </p:spPr>
        <p:txBody>
          <a:bodyPr spcFirstLastPara="1" wrap="square" lIns="72000" tIns="36000" rIns="180000" bIns="180000" anchor="b" anchorCtr="0">
            <a:noAutofit/>
          </a:bodyPr>
          <a:lstStyle/>
          <a:p>
            <a:pPr marL="0" lvl="0" indent="0" algn="r" rtl="0">
              <a:lnSpc>
                <a:spcPct val="100000"/>
              </a:lnSpc>
              <a:spcBef>
                <a:spcPts val="0"/>
              </a:spcBef>
              <a:spcAft>
                <a:spcPts val="0"/>
              </a:spcAft>
              <a:buSzPts val="1400"/>
              <a:buNone/>
            </a:pPr>
            <a:fld id="{00000000-1234-1234-1234-123412341234}" type="slidenum">
              <a:rPr lang="es-AR"/>
              <a:t>2</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7"/>
        <p:cNvGrpSpPr/>
        <p:nvPr/>
      </p:nvGrpSpPr>
      <p:grpSpPr>
        <a:xfrm>
          <a:off x="0" y="0"/>
          <a:ext cx="0" cy="0"/>
          <a:chOff x="0" y="0"/>
          <a:chExt cx="0" cy="0"/>
        </a:xfrm>
      </p:grpSpPr>
      <p:sp>
        <p:nvSpPr>
          <p:cNvPr id="128" name="Google Shape;128;p64:notes"/>
          <p:cNvSpPr>
            <a:spLocks noGrp="1" noRot="1" noChangeAspect="1"/>
          </p:cNvSpPr>
          <p:nvPr>
            <p:ph type="sldImg" idx="2"/>
          </p:nvPr>
        </p:nvSpPr>
        <p:spPr>
          <a:xfrm>
            <a:off x="884238" y="600075"/>
            <a:ext cx="5546725" cy="3840163"/>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29" name="Google Shape;129;p64:notes"/>
          <p:cNvSpPr txBox="1">
            <a:spLocks noGrp="1"/>
          </p:cNvSpPr>
          <p:nvPr>
            <p:ph type="body" idx="1"/>
          </p:nvPr>
        </p:nvSpPr>
        <p:spPr>
          <a:xfrm>
            <a:off x="228576" y="4560570"/>
            <a:ext cx="6858048" cy="4440585"/>
          </a:xfrm>
          <a:prstGeom prst="rect">
            <a:avLst/>
          </a:prstGeom>
          <a:noFill/>
          <a:ln>
            <a:noFill/>
          </a:ln>
        </p:spPr>
        <p:txBody>
          <a:bodyPr spcFirstLastPara="1" wrap="square" lIns="91425" tIns="45700" rIns="91425" bIns="45700" anchor="t" anchorCtr="0">
            <a:normAutofit/>
          </a:bodyPr>
          <a:lstStyle/>
          <a:p>
            <a:pPr marL="457200" marR="0" lvl="0" indent="-228600" algn="l" rtl="0">
              <a:lnSpc>
                <a:spcPct val="100000"/>
              </a:lnSpc>
              <a:spcBef>
                <a:spcPts val="0"/>
              </a:spcBef>
              <a:spcAft>
                <a:spcPts val="0"/>
              </a:spcAft>
              <a:buSzPts val="1400"/>
              <a:buNone/>
            </a:pPr>
            <a:r>
              <a:rPr lang="es-AR"/>
              <a:t>Posibles preguntas:</a:t>
            </a:r>
            <a:endParaRPr/>
          </a:p>
          <a:p>
            <a:pPr marL="457200" lvl="0" indent="-228600" algn="l" rtl="0">
              <a:lnSpc>
                <a:spcPct val="100000"/>
              </a:lnSpc>
              <a:spcBef>
                <a:spcPts val="0"/>
              </a:spcBef>
              <a:spcAft>
                <a:spcPts val="0"/>
              </a:spcAft>
              <a:buSzPts val="1400"/>
              <a:buFont typeface="Arial"/>
              <a:buChar char="-"/>
            </a:pPr>
            <a:r>
              <a:rPr lang="es-AR"/>
              <a:t>¿Por qué diferencian objetivos de tareas? Podrían poner otros ejemplos?</a:t>
            </a:r>
            <a:endParaRPr/>
          </a:p>
          <a:p>
            <a:pPr marL="457200" lvl="0" indent="-228600" algn="l" rtl="0">
              <a:lnSpc>
                <a:spcPct val="100000"/>
              </a:lnSpc>
              <a:spcBef>
                <a:spcPts val="0"/>
              </a:spcBef>
              <a:spcAft>
                <a:spcPts val="0"/>
              </a:spcAft>
              <a:buSzPts val="1400"/>
              <a:buFont typeface="Arial"/>
              <a:buChar char="-"/>
            </a:pPr>
            <a:r>
              <a:rPr lang="es-AR"/>
              <a:t>¿Para qué sirve ponerse objetivos?</a:t>
            </a:r>
            <a:endParaRPr/>
          </a:p>
          <a:p>
            <a:pPr marL="457200" lvl="0" indent="-228600" algn="l" rtl="0">
              <a:lnSpc>
                <a:spcPct val="100000"/>
              </a:lnSpc>
              <a:spcBef>
                <a:spcPts val="0"/>
              </a:spcBef>
              <a:spcAft>
                <a:spcPts val="0"/>
              </a:spcAft>
              <a:buSzPts val="1400"/>
              <a:buFont typeface="Arial"/>
              <a:buChar char="-"/>
            </a:pPr>
            <a:r>
              <a:rPr lang="es-AR"/>
              <a:t>¿Qué medimos, al evaluar el cumplimiento de los objetivos? (desempeño) y ¿Falta algo, además de los objetivos, para medir el desempeño? (Introduce el concepto de qué y cómo… las competencias).</a:t>
            </a:r>
            <a:endParaRPr/>
          </a:p>
        </p:txBody>
      </p:sp>
      <p:sp>
        <p:nvSpPr>
          <p:cNvPr id="130" name="Google Shape;130;p64:notes"/>
          <p:cNvSpPr txBox="1">
            <a:spLocks noGrp="1"/>
          </p:cNvSpPr>
          <p:nvPr>
            <p:ph type="sldNum" idx="12"/>
          </p:nvPr>
        </p:nvSpPr>
        <p:spPr>
          <a:xfrm>
            <a:off x="4143587" y="9119474"/>
            <a:ext cx="3169920" cy="480060"/>
          </a:xfrm>
          <a:prstGeom prst="rect">
            <a:avLst/>
          </a:prstGeom>
          <a:noFill/>
          <a:ln>
            <a:noFill/>
          </a:ln>
        </p:spPr>
        <p:txBody>
          <a:bodyPr spcFirstLastPara="1" wrap="square" lIns="72000" tIns="36000" rIns="180000" bIns="180000" anchor="b" anchorCtr="0">
            <a:noAutofit/>
          </a:bodyPr>
          <a:lstStyle/>
          <a:p>
            <a:pPr marL="0" marR="0" lvl="0" indent="0" algn="r" rtl="0">
              <a:lnSpc>
                <a:spcPct val="100000"/>
              </a:lnSpc>
              <a:spcBef>
                <a:spcPts val="0"/>
              </a:spcBef>
              <a:spcAft>
                <a:spcPts val="0"/>
              </a:spcAft>
              <a:buSzPts val="800"/>
              <a:buNone/>
            </a:pPr>
            <a:fld id="{00000000-1234-1234-1234-123412341234}" type="slidenum">
              <a:rPr lang="es-AR" sz="800" b="1" i="0" u="none" strike="noStrike" cap="none">
                <a:solidFill>
                  <a:schemeClr val="dk1"/>
                </a:solidFill>
                <a:latin typeface="Arial"/>
                <a:ea typeface="Arial"/>
                <a:cs typeface="Arial"/>
                <a:sym typeface="Arial"/>
              </a:rPr>
              <a:t>3</a:t>
            </a:fld>
            <a:endParaRPr sz="800" b="1" i="0" u="none" strike="noStrike" cap="none">
              <a:solidFill>
                <a:schemeClr val="dk1"/>
              </a:solidFill>
              <a:latin typeface="Arial"/>
              <a:ea typeface="Arial"/>
              <a:cs typeface="Arial"/>
              <a:sym typeface="Arial"/>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4"/>
        <p:cNvGrpSpPr/>
        <p:nvPr/>
      </p:nvGrpSpPr>
      <p:grpSpPr>
        <a:xfrm>
          <a:off x="0" y="0"/>
          <a:ext cx="0" cy="0"/>
          <a:chOff x="0" y="0"/>
          <a:chExt cx="0" cy="0"/>
        </a:xfrm>
      </p:grpSpPr>
      <p:sp>
        <p:nvSpPr>
          <p:cNvPr id="135" name="Google Shape;135;p3:notes"/>
          <p:cNvSpPr>
            <a:spLocks noGrp="1" noRot="1" noChangeAspect="1"/>
          </p:cNvSpPr>
          <p:nvPr>
            <p:ph type="sldImg" idx="2"/>
          </p:nvPr>
        </p:nvSpPr>
        <p:spPr>
          <a:xfrm>
            <a:off x="884238" y="600075"/>
            <a:ext cx="5546725" cy="3840163"/>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36" name="Google Shape;136;p3:notes"/>
          <p:cNvSpPr txBox="1">
            <a:spLocks noGrp="1"/>
          </p:cNvSpPr>
          <p:nvPr>
            <p:ph type="body" idx="1"/>
          </p:nvPr>
        </p:nvSpPr>
        <p:spPr>
          <a:xfrm>
            <a:off x="228576" y="4560570"/>
            <a:ext cx="6858048" cy="4440585"/>
          </a:xfrm>
          <a:prstGeom prst="rect">
            <a:avLst/>
          </a:prstGeom>
          <a:noFill/>
          <a:ln>
            <a:noFill/>
          </a:ln>
        </p:spPr>
        <p:txBody>
          <a:bodyPr spcFirstLastPara="1" wrap="square" lIns="91425" tIns="45700" rIns="91425" bIns="45700" anchor="t" anchorCtr="0">
            <a:normAutofit/>
          </a:bodyPr>
          <a:lstStyle/>
          <a:p>
            <a:pPr marL="0" lvl="0" indent="0" algn="l" rtl="0">
              <a:lnSpc>
                <a:spcPct val="100000"/>
              </a:lnSpc>
              <a:spcBef>
                <a:spcPts val="0"/>
              </a:spcBef>
              <a:spcAft>
                <a:spcPts val="0"/>
              </a:spcAft>
              <a:buSzPts val="1400"/>
              <a:buNone/>
            </a:pPr>
            <a:r>
              <a:rPr lang="es-AR" sz="1200" b="0" i="0">
                <a:solidFill>
                  <a:schemeClr val="dk1"/>
                </a:solidFill>
                <a:latin typeface="Arial"/>
                <a:ea typeface="Arial"/>
                <a:cs typeface="Arial"/>
                <a:sym typeface="Arial"/>
              </a:rPr>
              <a:t>La </a:t>
            </a:r>
            <a:r>
              <a:rPr lang="es-AR" sz="1200" b="1" i="0">
                <a:solidFill>
                  <a:schemeClr val="dk1"/>
                </a:solidFill>
                <a:latin typeface="Arial"/>
                <a:ea typeface="Arial"/>
                <a:cs typeface="Arial"/>
                <a:sym typeface="Arial"/>
              </a:rPr>
              <a:t>gestión del desempeño</a:t>
            </a:r>
            <a:r>
              <a:rPr lang="es-AR" sz="1200" b="0" i="0">
                <a:solidFill>
                  <a:schemeClr val="dk1"/>
                </a:solidFill>
                <a:latin typeface="Arial"/>
                <a:ea typeface="Arial"/>
                <a:cs typeface="Arial"/>
                <a:sym typeface="Arial"/>
              </a:rPr>
              <a:t> es un concepto mucho más amplio que la evaluación del desempeño o un proceso disciplinario. Su objetivo es la mejora organizativa y funcional del equipo y las actuaciones individuales. Una gestión eficaz del </a:t>
            </a:r>
            <a:r>
              <a:rPr lang="es-AR" sz="1200" b="0" i="0" u="sng" strike="noStrike">
                <a:solidFill>
                  <a:schemeClr val="dk1"/>
                </a:solidFill>
                <a:latin typeface="Arial"/>
                <a:ea typeface="Arial"/>
                <a:cs typeface="Arial"/>
                <a:sym typeface="Arial"/>
                <a:hlinkClick r:id="rId3">
                  <a:extLst>
                    <a:ext uri="{A12FA001-AC4F-418D-AE19-62706E023703}">
                      <ahyp:hlinkClr xmlns:ahyp="http://schemas.microsoft.com/office/drawing/2018/hyperlinkcolor" val="tx"/>
                    </a:ext>
                  </a:extLst>
                </a:hlinkClick>
              </a:rPr>
              <a:t>desempeño</a:t>
            </a:r>
            <a:r>
              <a:rPr lang="es-AR" sz="1200" b="0" i="0">
                <a:solidFill>
                  <a:schemeClr val="dk1"/>
                </a:solidFill>
                <a:latin typeface="Arial"/>
                <a:ea typeface="Arial"/>
                <a:cs typeface="Arial"/>
                <a:sym typeface="Arial"/>
              </a:rPr>
              <a:t> mide los progresos realizados en la consecución de los </a:t>
            </a:r>
            <a:r>
              <a:rPr lang="es-AR" sz="1200" b="0" i="0" u="sng" strike="noStrike">
                <a:solidFill>
                  <a:schemeClr val="dk1"/>
                </a:solidFill>
                <a:latin typeface="Arial"/>
                <a:ea typeface="Arial"/>
                <a:cs typeface="Arial"/>
                <a:sym typeface="Arial"/>
                <a:hlinkClick r:id="rId4">
                  <a:extLst>
                    <a:ext uri="{A12FA001-AC4F-418D-AE19-62706E023703}">
                      <ahyp:hlinkClr xmlns:ahyp="http://schemas.microsoft.com/office/drawing/2018/hyperlinkcolor" val="tx"/>
                    </a:ext>
                  </a:extLst>
                </a:hlinkClick>
              </a:rPr>
              <a:t>objetivos de negocio de la organización</a:t>
            </a:r>
            <a:r>
              <a:rPr lang="es-AR" sz="1200" b="0" i="0">
                <a:solidFill>
                  <a:schemeClr val="dk1"/>
                </a:solidFill>
                <a:latin typeface="Arial"/>
                <a:ea typeface="Arial"/>
                <a:cs typeface="Arial"/>
                <a:sym typeface="Arial"/>
              </a:rPr>
              <a:t>. Lo hace mediante la planificación, el establecimiento, el seguimiento, la revisión y evaluación organizativa, funcional, de equipo y el desempeño individual.</a:t>
            </a:r>
            <a:endParaRPr/>
          </a:p>
          <a:p>
            <a:pPr marL="0" lvl="0" indent="0" algn="l" rtl="0">
              <a:lnSpc>
                <a:spcPct val="100000"/>
              </a:lnSpc>
              <a:spcBef>
                <a:spcPts val="0"/>
              </a:spcBef>
              <a:spcAft>
                <a:spcPts val="0"/>
              </a:spcAft>
              <a:buSzPts val="1400"/>
              <a:buNone/>
            </a:pPr>
            <a:r>
              <a:rPr lang="es-AR" sz="1200" b="0" i="0">
                <a:solidFill>
                  <a:schemeClr val="dk1"/>
                </a:solidFill>
                <a:latin typeface="Arial"/>
                <a:ea typeface="Arial"/>
                <a:cs typeface="Arial"/>
                <a:sym typeface="Arial"/>
              </a:rPr>
              <a:t>La </a:t>
            </a:r>
            <a:r>
              <a:rPr lang="es-AR" sz="1200" b="1" i="0">
                <a:solidFill>
                  <a:schemeClr val="dk1"/>
                </a:solidFill>
                <a:latin typeface="Arial"/>
                <a:ea typeface="Arial"/>
                <a:cs typeface="Arial"/>
                <a:sym typeface="Arial"/>
              </a:rPr>
              <a:t>gestión del desempeño</a:t>
            </a:r>
            <a:r>
              <a:rPr lang="es-AR" sz="1200" b="0" i="0">
                <a:solidFill>
                  <a:schemeClr val="dk1"/>
                </a:solidFill>
                <a:latin typeface="Arial"/>
                <a:ea typeface="Arial"/>
                <a:cs typeface="Arial"/>
                <a:sym typeface="Arial"/>
              </a:rPr>
              <a:t> involucra decisiones sobre desempeño, remuneración, promociones, procedimientos disciplinarios, despidos, traslados y las necesidades de desarrollo dentro de una organización.</a:t>
            </a:r>
            <a:endParaRPr/>
          </a:p>
          <a:p>
            <a:pPr marL="0" lvl="0" indent="0" algn="l" rtl="0">
              <a:lnSpc>
                <a:spcPct val="100000"/>
              </a:lnSpc>
              <a:spcBef>
                <a:spcPts val="0"/>
              </a:spcBef>
              <a:spcAft>
                <a:spcPts val="0"/>
              </a:spcAft>
              <a:buSzPts val="1400"/>
              <a:buNone/>
            </a:pPr>
            <a:endParaRPr/>
          </a:p>
        </p:txBody>
      </p:sp>
      <p:sp>
        <p:nvSpPr>
          <p:cNvPr id="137" name="Google Shape;137;p3:notes"/>
          <p:cNvSpPr txBox="1">
            <a:spLocks noGrp="1"/>
          </p:cNvSpPr>
          <p:nvPr>
            <p:ph type="ftr" idx="11"/>
          </p:nvPr>
        </p:nvSpPr>
        <p:spPr>
          <a:xfrm>
            <a:off x="0" y="9119474"/>
            <a:ext cx="3169920" cy="480060"/>
          </a:xfrm>
          <a:prstGeom prst="rect">
            <a:avLst/>
          </a:prstGeom>
          <a:noFill/>
          <a:ln>
            <a:noFill/>
          </a:ln>
        </p:spPr>
        <p:txBody>
          <a:bodyPr spcFirstLastPara="1" wrap="square" lIns="180000" tIns="36000" rIns="72000" bIns="180000" anchor="b" anchorCtr="0">
            <a:noAutofit/>
          </a:bodyPr>
          <a:lstStyle/>
          <a:p>
            <a:pPr marL="0" lvl="0" indent="0" algn="l" rtl="0">
              <a:lnSpc>
                <a:spcPct val="100000"/>
              </a:lnSpc>
              <a:spcBef>
                <a:spcPts val="0"/>
              </a:spcBef>
              <a:spcAft>
                <a:spcPts val="0"/>
              </a:spcAft>
              <a:buSzPts val="1400"/>
              <a:buNone/>
            </a:pPr>
            <a:r>
              <a:rPr lang="es-AR"/>
              <a:t>© 2010 Capgemini. All rights reserved.</a:t>
            </a:r>
            <a:endParaRPr/>
          </a:p>
        </p:txBody>
      </p:sp>
      <p:sp>
        <p:nvSpPr>
          <p:cNvPr id="138" name="Google Shape;138;p3:notes"/>
          <p:cNvSpPr txBox="1">
            <a:spLocks noGrp="1"/>
          </p:cNvSpPr>
          <p:nvPr>
            <p:ph type="sldNum" idx="12"/>
          </p:nvPr>
        </p:nvSpPr>
        <p:spPr>
          <a:xfrm>
            <a:off x="4143587" y="9119474"/>
            <a:ext cx="3169920" cy="480060"/>
          </a:xfrm>
          <a:prstGeom prst="rect">
            <a:avLst/>
          </a:prstGeom>
          <a:noFill/>
          <a:ln>
            <a:noFill/>
          </a:ln>
        </p:spPr>
        <p:txBody>
          <a:bodyPr spcFirstLastPara="1" wrap="square" lIns="72000" tIns="36000" rIns="180000" bIns="180000" anchor="b" anchorCtr="0">
            <a:noAutofit/>
          </a:bodyPr>
          <a:lstStyle/>
          <a:p>
            <a:pPr marL="0" lvl="0" indent="0" algn="r" rtl="0">
              <a:lnSpc>
                <a:spcPct val="100000"/>
              </a:lnSpc>
              <a:spcBef>
                <a:spcPts val="0"/>
              </a:spcBef>
              <a:spcAft>
                <a:spcPts val="0"/>
              </a:spcAft>
              <a:buSzPts val="1400"/>
              <a:buNone/>
            </a:pPr>
            <a:fld id="{00000000-1234-1234-1234-123412341234}" type="slidenum">
              <a:rPr lang="es-AR"/>
              <a:t>4</a:t>
            </a:fld>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3"/>
        <p:cNvGrpSpPr/>
        <p:nvPr/>
      </p:nvGrpSpPr>
      <p:grpSpPr>
        <a:xfrm>
          <a:off x="0" y="0"/>
          <a:ext cx="0" cy="0"/>
          <a:chOff x="0" y="0"/>
          <a:chExt cx="0" cy="0"/>
        </a:xfrm>
      </p:grpSpPr>
      <p:sp>
        <p:nvSpPr>
          <p:cNvPr id="144" name="Google Shape;144;p4:notes"/>
          <p:cNvSpPr>
            <a:spLocks noGrp="1" noRot="1" noChangeAspect="1"/>
          </p:cNvSpPr>
          <p:nvPr>
            <p:ph type="sldImg" idx="2"/>
          </p:nvPr>
        </p:nvSpPr>
        <p:spPr>
          <a:xfrm>
            <a:off x="884238" y="600075"/>
            <a:ext cx="5546725" cy="3840163"/>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45" name="Google Shape;145;p4:notes"/>
          <p:cNvSpPr txBox="1">
            <a:spLocks noGrp="1"/>
          </p:cNvSpPr>
          <p:nvPr>
            <p:ph type="body" idx="1"/>
          </p:nvPr>
        </p:nvSpPr>
        <p:spPr>
          <a:xfrm>
            <a:off x="228576" y="4560570"/>
            <a:ext cx="6858048" cy="4440585"/>
          </a:xfrm>
          <a:prstGeom prst="rect">
            <a:avLst/>
          </a:prstGeom>
          <a:noFill/>
          <a:ln>
            <a:noFill/>
          </a:ln>
        </p:spPr>
        <p:txBody>
          <a:bodyPr spcFirstLastPara="1" wrap="square" lIns="91425" tIns="45700" rIns="91425" bIns="45700" anchor="t" anchorCtr="0">
            <a:normAutofit/>
          </a:bodyPr>
          <a:lstStyle/>
          <a:p>
            <a:pPr marL="0" lvl="0" indent="0" algn="l" rtl="0">
              <a:lnSpc>
                <a:spcPct val="100000"/>
              </a:lnSpc>
              <a:spcBef>
                <a:spcPts val="0"/>
              </a:spcBef>
              <a:spcAft>
                <a:spcPts val="0"/>
              </a:spcAft>
              <a:buSzPts val="1400"/>
              <a:buNone/>
            </a:pPr>
            <a:r>
              <a:rPr lang="es-AR" sz="1200" b="0" i="0" u="none" strike="noStrike">
                <a:solidFill>
                  <a:schemeClr val="dk1"/>
                </a:solidFill>
                <a:latin typeface="Arial"/>
                <a:ea typeface="Arial"/>
                <a:cs typeface="Arial"/>
                <a:sym typeface="Arial"/>
              </a:rPr>
              <a:t>Reflexionar sobre concepto GESTIÓN DEL DESEMPEÑO, se da en toda organización, aún en una PYME aunque no tenga un proceso formal.</a:t>
            </a:r>
            <a:endParaRPr/>
          </a:p>
        </p:txBody>
      </p:sp>
      <p:sp>
        <p:nvSpPr>
          <p:cNvPr id="146" name="Google Shape;146;p4:notes"/>
          <p:cNvSpPr txBox="1">
            <a:spLocks noGrp="1"/>
          </p:cNvSpPr>
          <p:nvPr>
            <p:ph type="ftr" idx="11"/>
          </p:nvPr>
        </p:nvSpPr>
        <p:spPr>
          <a:xfrm>
            <a:off x="0" y="9119474"/>
            <a:ext cx="3169920" cy="480060"/>
          </a:xfrm>
          <a:prstGeom prst="rect">
            <a:avLst/>
          </a:prstGeom>
          <a:noFill/>
          <a:ln>
            <a:noFill/>
          </a:ln>
        </p:spPr>
        <p:txBody>
          <a:bodyPr spcFirstLastPara="1" wrap="square" lIns="180000" tIns="36000" rIns="72000" bIns="180000" anchor="b" anchorCtr="0">
            <a:noAutofit/>
          </a:bodyPr>
          <a:lstStyle/>
          <a:p>
            <a:pPr marL="0" lvl="0" indent="0" algn="l" rtl="0">
              <a:lnSpc>
                <a:spcPct val="100000"/>
              </a:lnSpc>
              <a:spcBef>
                <a:spcPts val="0"/>
              </a:spcBef>
              <a:spcAft>
                <a:spcPts val="0"/>
              </a:spcAft>
              <a:buSzPts val="1400"/>
              <a:buNone/>
            </a:pPr>
            <a:r>
              <a:rPr lang="es-AR"/>
              <a:t>© 2010 Capgemini. All rights reserved.</a:t>
            </a:r>
            <a:endParaRPr/>
          </a:p>
        </p:txBody>
      </p:sp>
      <p:sp>
        <p:nvSpPr>
          <p:cNvPr id="147" name="Google Shape;147;p4:notes"/>
          <p:cNvSpPr txBox="1">
            <a:spLocks noGrp="1"/>
          </p:cNvSpPr>
          <p:nvPr>
            <p:ph type="sldNum" idx="12"/>
          </p:nvPr>
        </p:nvSpPr>
        <p:spPr>
          <a:xfrm>
            <a:off x="4143587" y="9119474"/>
            <a:ext cx="3169920" cy="480060"/>
          </a:xfrm>
          <a:prstGeom prst="rect">
            <a:avLst/>
          </a:prstGeom>
          <a:noFill/>
          <a:ln>
            <a:noFill/>
          </a:ln>
        </p:spPr>
        <p:txBody>
          <a:bodyPr spcFirstLastPara="1" wrap="square" lIns="72000" tIns="36000" rIns="180000" bIns="180000" anchor="b" anchorCtr="0">
            <a:noAutofit/>
          </a:bodyPr>
          <a:lstStyle/>
          <a:p>
            <a:pPr marL="0" lvl="0" indent="0" algn="r" rtl="0">
              <a:lnSpc>
                <a:spcPct val="100000"/>
              </a:lnSpc>
              <a:spcBef>
                <a:spcPts val="0"/>
              </a:spcBef>
              <a:spcAft>
                <a:spcPts val="0"/>
              </a:spcAft>
              <a:buSzPts val="1400"/>
              <a:buNone/>
            </a:pPr>
            <a:fld id="{00000000-1234-1234-1234-123412341234}" type="slidenum">
              <a:rPr lang="es-AR"/>
              <a:t>5</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7"/>
        <p:cNvGrpSpPr/>
        <p:nvPr/>
      </p:nvGrpSpPr>
      <p:grpSpPr>
        <a:xfrm>
          <a:off x="0" y="0"/>
          <a:ext cx="0" cy="0"/>
          <a:chOff x="0" y="0"/>
          <a:chExt cx="0" cy="0"/>
        </a:xfrm>
      </p:grpSpPr>
      <p:sp>
        <p:nvSpPr>
          <p:cNvPr id="168" name="Google Shape;168;p5:notes"/>
          <p:cNvSpPr>
            <a:spLocks noGrp="1" noRot="1" noChangeAspect="1"/>
          </p:cNvSpPr>
          <p:nvPr>
            <p:ph type="sldImg" idx="2"/>
          </p:nvPr>
        </p:nvSpPr>
        <p:spPr>
          <a:xfrm>
            <a:off x="884238" y="600075"/>
            <a:ext cx="5546725" cy="3840163"/>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69" name="Google Shape;169;p5:notes"/>
          <p:cNvSpPr txBox="1">
            <a:spLocks noGrp="1"/>
          </p:cNvSpPr>
          <p:nvPr>
            <p:ph type="body" idx="1"/>
          </p:nvPr>
        </p:nvSpPr>
        <p:spPr>
          <a:xfrm>
            <a:off x="228576" y="4560570"/>
            <a:ext cx="6858048" cy="4440585"/>
          </a:xfrm>
          <a:prstGeom prst="rect">
            <a:avLst/>
          </a:prstGeom>
          <a:noFill/>
          <a:ln>
            <a:noFill/>
          </a:ln>
        </p:spPr>
        <p:txBody>
          <a:bodyPr spcFirstLastPara="1" wrap="square" lIns="91425" tIns="45700" rIns="91425" bIns="45700" anchor="t" anchorCtr="0">
            <a:normAutofit/>
          </a:bodyPr>
          <a:lstStyle/>
          <a:p>
            <a:pPr marL="0" lvl="0" indent="0" algn="l" rtl="0">
              <a:lnSpc>
                <a:spcPct val="100000"/>
              </a:lnSpc>
              <a:spcBef>
                <a:spcPts val="0"/>
              </a:spcBef>
              <a:spcAft>
                <a:spcPts val="0"/>
              </a:spcAft>
              <a:buSzPts val="1400"/>
              <a:buNone/>
            </a:pPr>
            <a:r>
              <a:rPr lang="es-AR"/>
              <a:t>Objetivos:</a:t>
            </a:r>
            <a:endParaRPr/>
          </a:p>
          <a:p>
            <a:pPr marL="0" lvl="0" indent="0" algn="l" rtl="0">
              <a:lnSpc>
                <a:spcPct val="100000"/>
              </a:lnSpc>
              <a:spcBef>
                <a:spcPts val="0"/>
              </a:spcBef>
              <a:spcAft>
                <a:spcPts val="0"/>
              </a:spcAft>
              <a:buSzPts val="1400"/>
              <a:buNone/>
            </a:pPr>
            <a:r>
              <a:rPr lang="es-AR"/>
              <a:t>Los objetivos se alinean entre sí, de forma que el objetivo de un empleado colabore con el logro de los objetivos del área, y éstos a su vez con los de la organización</a:t>
            </a:r>
            <a:endParaRPr sz="1200" b="0" i="0" u="none" strike="noStrike">
              <a:solidFill>
                <a:schemeClr val="dk1"/>
              </a:solidFill>
              <a:latin typeface="Arial"/>
              <a:ea typeface="Arial"/>
              <a:cs typeface="Arial"/>
              <a:sym typeface="Arial"/>
            </a:endParaRPr>
          </a:p>
        </p:txBody>
      </p:sp>
      <p:sp>
        <p:nvSpPr>
          <p:cNvPr id="170" name="Google Shape;170;p5:notes"/>
          <p:cNvSpPr txBox="1">
            <a:spLocks noGrp="1"/>
          </p:cNvSpPr>
          <p:nvPr>
            <p:ph type="ftr" idx="11"/>
          </p:nvPr>
        </p:nvSpPr>
        <p:spPr>
          <a:xfrm>
            <a:off x="0" y="9119474"/>
            <a:ext cx="3169920" cy="480060"/>
          </a:xfrm>
          <a:prstGeom prst="rect">
            <a:avLst/>
          </a:prstGeom>
          <a:noFill/>
          <a:ln>
            <a:noFill/>
          </a:ln>
        </p:spPr>
        <p:txBody>
          <a:bodyPr spcFirstLastPara="1" wrap="square" lIns="180000" tIns="36000" rIns="72000" bIns="180000" anchor="b" anchorCtr="0">
            <a:noAutofit/>
          </a:bodyPr>
          <a:lstStyle/>
          <a:p>
            <a:pPr marL="0" lvl="0" indent="0" algn="l" rtl="0">
              <a:lnSpc>
                <a:spcPct val="100000"/>
              </a:lnSpc>
              <a:spcBef>
                <a:spcPts val="0"/>
              </a:spcBef>
              <a:spcAft>
                <a:spcPts val="0"/>
              </a:spcAft>
              <a:buSzPts val="1400"/>
              <a:buNone/>
            </a:pPr>
            <a:r>
              <a:rPr lang="es-AR"/>
              <a:t>© 2010 Capgemini. All rights reserved.</a:t>
            </a:r>
            <a:endParaRPr/>
          </a:p>
        </p:txBody>
      </p:sp>
      <p:sp>
        <p:nvSpPr>
          <p:cNvPr id="171" name="Google Shape;171;p5:notes"/>
          <p:cNvSpPr txBox="1">
            <a:spLocks noGrp="1"/>
          </p:cNvSpPr>
          <p:nvPr>
            <p:ph type="sldNum" idx="12"/>
          </p:nvPr>
        </p:nvSpPr>
        <p:spPr>
          <a:xfrm>
            <a:off x="4143587" y="9119474"/>
            <a:ext cx="3169920" cy="480060"/>
          </a:xfrm>
          <a:prstGeom prst="rect">
            <a:avLst/>
          </a:prstGeom>
          <a:noFill/>
          <a:ln>
            <a:noFill/>
          </a:ln>
        </p:spPr>
        <p:txBody>
          <a:bodyPr spcFirstLastPara="1" wrap="square" lIns="72000" tIns="36000" rIns="180000" bIns="180000" anchor="b" anchorCtr="0">
            <a:noAutofit/>
          </a:bodyPr>
          <a:lstStyle/>
          <a:p>
            <a:pPr marL="0" lvl="0" indent="0" algn="r" rtl="0">
              <a:lnSpc>
                <a:spcPct val="100000"/>
              </a:lnSpc>
              <a:spcBef>
                <a:spcPts val="0"/>
              </a:spcBef>
              <a:spcAft>
                <a:spcPts val="0"/>
              </a:spcAft>
              <a:buSzPts val="1400"/>
              <a:buNone/>
            </a:pPr>
            <a:fld id="{00000000-1234-1234-1234-123412341234}" type="slidenum">
              <a:rPr lang="es-AR"/>
              <a:t>6</a:t>
            </a:fld>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8"/>
        <p:cNvGrpSpPr/>
        <p:nvPr/>
      </p:nvGrpSpPr>
      <p:grpSpPr>
        <a:xfrm>
          <a:off x="0" y="0"/>
          <a:ext cx="0" cy="0"/>
          <a:chOff x="0" y="0"/>
          <a:chExt cx="0" cy="0"/>
        </a:xfrm>
      </p:grpSpPr>
      <p:sp>
        <p:nvSpPr>
          <p:cNvPr id="199" name="Google Shape;199;p6:notes"/>
          <p:cNvSpPr>
            <a:spLocks noGrp="1" noRot="1" noChangeAspect="1"/>
          </p:cNvSpPr>
          <p:nvPr>
            <p:ph type="sldImg" idx="2"/>
          </p:nvPr>
        </p:nvSpPr>
        <p:spPr>
          <a:xfrm>
            <a:off x="884238" y="600075"/>
            <a:ext cx="5546725" cy="3840163"/>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00" name="Google Shape;200;p6:notes"/>
          <p:cNvSpPr txBox="1">
            <a:spLocks noGrp="1"/>
          </p:cNvSpPr>
          <p:nvPr>
            <p:ph type="body" idx="1"/>
          </p:nvPr>
        </p:nvSpPr>
        <p:spPr>
          <a:xfrm>
            <a:off x="228576" y="4560570"/>
            <a:ext cx="6858048" cy="4440585"/>
          </a:xfrm>
          <a:prstGeom prst="rect">
            <a:avLst/>
          </a:prstGeom>
          <a:noFill/>
          <a:ln>
            <a:noFill/>
          </a:ln>
        </p:spPr>
        <p:txBody>
          <a:bodyPr spcFirstLastPara="1" wrap="square" lIns="91425" tIns="45700" rIns="91425" bIns="45700" anchor="t" anchorCtr="0">
            <a:normAutofit/>
          </a:bodyPr>
          <a:lstStyle/>
          <a:p>
            <a:pPr marL="0" lvl="0" indent="0" algn="l" rtl="0">
              <a:lnSpc>
                <a:spcPct val="100000"/>
              </a:lnSpc>
              <a:spcBef>
                <a:spcPts val="0"/>
              </a:spcBef>
              <a:spcAft>
                <a:spcPts val="0"/>
              </a:spcAft>
              <a:buSzPts val="1400"/>
              <a:buNone/>
            </a:pPr>
            <a:endParaRPr sz="1200" b="0" i="0" u="none" strike="noStrike">
              <a:solidFill>
                <a:schemeClr val="dk1"/>
              </a:solidFill>
              <a:latin typeface="Arial"/>
              <a:ea typeface="Arial"/>
              <a:cs typeface="Arial"/>
              <a:sym typeface="Arial"/>
            </a:endParaRPr>
          </a:p>
        </p:txBody>
      </p:sp>
      <p:sp>
        <p:nvSpPr>
          <p:cNvPr id="201" name="Google Shape;201;p6:notes"/>
          <p:cNvSpPr txBox="1">
            <a:spLocks noGrp="1"/>
          </p:cNvSpPr>
          <p:nvPr>
            <p:ph type="ftr" idx="11"/>
          </p:nvPr>
        </p:nvSpPr>
        <p:spPr>
          <a:xfrm>
            <a:off x="0" y="9119474"/>
            <a:ext cx="3169920" cy="480060"/>
          </a:xfrm>
          <a:prstGeom prst="rect">
            <a:avLst/>
          </a:prstGeom>
          <a:noFill/>
          <a:ln>
            <a:noFill/>
          </a:ln>
        </p:spPr>
        <p:txBody>
          <a:bodyPr spcFirstLastPara="1" wrap="square" lIns="180000" tIns="36000" rIns="72000" bIns="180000" anchor="b" anchorCtr="0">
            <a:noAutofit/>
          </a:bodyPr>
          <a:lstStyle/>
          <a:p>
            <a:pPr marL="0" lvl="0" indent="0" algn="l" rtl="0">
              <a:lnSpc>
                <a:spcPct val="100000"/>
              </a:lnSpc>
              <a:spcBef>
                <a:spcPts val="0"/>
              </a:spcBef>
              <a:spcAft>
                <a:spcPts val="0"/>
              </a:spcAft>
              <a:buSzPts val="1400"/>
              <a:buNone/>
            </a:pPr>
            <a:r>
              <a:rPr lang="es-AR"/>
              <a:t>© 2010 Capgemini. All rights reserved.</a:t>
            </a:r>
            <a:endParaRPr/>
          </a:p>
        </p:txBody>
      </p:sp>
      <p:sp>
        <p:nvSpPr>
          <p:cNvPr id="202" name="Google Shape;202;p6:notes"/>
          <p:cNvSpPr txBox="1">
            <a:spLocks noGrp="1"/>
          </p:cNvSpPr>
          <p:nvPr>
            <p:ph type="sldNum" idx="12"/>
          </p:nvPr>
        </p:nvSpPr>
        <p:spPr>
          <a:xfrm>
            <a:off x="4143587" y="9119474"/>
            <a:ext cx="3169920" cy="480060"/>
          </a:xfrm>
          <a:prstGeom prst="rect">
            <a:avLst/>
          </a:prstGeom>
          <a:noFill/>
          <a:ln>
            <a:noFill/>
          </a:ln>
        </p:spPr>
        <p:txBody>
          <a:bodyPr spcFirstLastPara="1" wrap="square" lIns="72000" tIns="36000" rIns="180000" bIns="180000" anchor="b" anchorCtr="0">
            <a:noAutofit/>
          </a:bodyPr>
          <a:lstStyle/>
          <a:p>
            <a:pPr marL="0" lvl="0" indent="0" algn="r" rtl="0">
              <a:lnSpc>
                <a:spcPct val="100000"/>
              </a:lnSpc>
              <a:spcBef>
                <a:spcPts val="0"/>
              </a:spcBef>
              <a:spcAft>
                <a:spcPts val="0"/>
              </a:spcAft>
              <a:buSzPts val="1400"/>
              <a:buNone/>
            </a:pPr>
            <a:fld id="{00000000-1234-1234-1234-123412341234}" type="slidenum">
              <a:rPr lang="es-AR"/>
              <a:t>7</a:t>
            </a:fld>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6"/>
        <p:cNvGrpSpPr/>
        <p:nvPr/>
      </p:nvGrpSpPr>
      <p:grpSpPr>
        <a:xfrm>
          <a:off x="0" y="0"/>
          <a:ext cx="0" cy="0"/>
          <a:chOff x="0" y="0"/>
          <a:chExt cx="0" cy="0"/>
        </a:xfrm>
      </p:grpSpPr>
      <p:sp>
        <p:nvSpPr>
          <p:cNvPr id="217" name="Google Shape;217;p7:notes"/>
          <p:cNvSpPr>
            <a:spLocks noGrp="1" noRot="1" noChangeAspect="1"/>
          </p:cNvSpPr>
          <p:nvPr>
            <p:ph type="sldImg" idx="2"/>
          </p:nvPr>
        </p:nvSpPr>
        <p:spPr>
          <a:xfrm>
            <a:off x="884238" y="600075"/>
            <a:ext cx="5546725" cy="3840163"/>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18" name="Google Shape;218;p7:notes"/>
          <p:cNvSpPr txBox="1">
            <a:spLocks noGrp="1"/>
          </p:cNvSpPr>
          <p:nvPr>
            <p:ph type="body" idx="1"/>
          </p:nvPr>
        </p:nvSpPr>
        <p:spPr>
          <a:xfrm>
            <a:off x="228576" y="4560570"/>
            <a:ext cx="6858048" cy="4440585"/>
          </a:xfrm>
          <a:prstGeom prst="rect">
            <a:avLst/>
          </a:prstGeom>
          <a:noFill/>
          <a:ln>
            <a:noFill/>
          </a:ln>
        </p:spPr>
        <p:txBody>
          <a:bodyPr spcFirstLastPara="1" wrap="square" lIns="91425" tIns="45700" rIns="91425" bIns="45700" anchor="t" anchorCtr="0">
            <a:normAutofit/>
          </a:bodyPr>
          <a:lstStyle/>
          <a:p>
            <a:pPr marL="0" lvl="0" indent="0" algn="l" rtl="0">
              <a:lnSpc>
                <a:spcPct val="100000"/>
              </a:lnSpc>
              <a:spcBef>
                <a:spcPts val="0"/>
              </a:spcBef>
              <a:spcAft>
                <a:spcPts val="0"/>
              </a:spcAft>
              <a:buSzPts val="1400"/>
              <a:buNone/>
            </a:pPr>
            <a:endParaRPr sz="1200" b="0" i="0" u="none" strike="noStrike">
              <a:solidFill>
                <a:schemeClr val="dk1"/>
              </a:solidFill>
              <a:latin typeface="Arial"/>
              <a:ea typeface="Arial"/>
              <a:cs typeface="Arial"/>
              <a:sym typeface="Arial"/>
            </a:endParaRPr>
          </a:p>
        </p:txBody>
      </p:sp>
      <p:sp>
        <p:nvSpPr>
          <p:cNvPr id="219" name="Google Shape;219;p7:notes"/>
          <p:cNvSpPr txBox="1">
            <a:spLocks noGrp="1"/>
          </p:cNvSpPr>
          <p:nvPr>
            <p:ph type="ftr" idx="11"/>
          </p:nvPr>
        </p:nvSpPr>
        <p:spPr>
          <a:xfrm>
            <a:off x="0" y="9119474"/>
            <a:ext cx="3169920" cy="480060"/>
          </a:xfrm>
          <a:prstGeom prst="rect">
            <a:avLst/>
          </a:prstGeom>
          <a:noFill/>
          <a:ln>
            <a:noFill/>
          </a:ln>
        </p:spPr>
        <p:txBody>
          <a:bodyPr spcFirstLastPara="1" wrap="square" lIns="180000" tIns="36000" rIns="72000" bIns="180000" anchor="b" anchorCtr="0">
            <a:noAutofit/>
          </a:bodyPr>
          <a:lstStyle/>
          <a:p>
            <a:pPr marL="0" lvl="0" indent="0" algn="l" rtl="0">
              <a:lnSpc>
                <a:spcPct val="100000"/>
              </a:lnSpc>
              <a:spcBef>
                <a:spcPts val="0"/>
              </a:spcBef>
              <a:spcAft>
                <a:spcPts val="0"/>
              </a:spcAft>
              <a:buSzPts val="1400"/>
              <a:buNone/>
            </a:pPr>
            <a:r>
              <a:rPr lang="es-AR"/>
              <a:t>© 2010 Capgemini. All rights reserved.</a:t>
            </a:r>
            <a:endParaRPr/>
          </a:p>
        </p:txBody>
      </p:sp>
      <p:sp>
        <p:nvSpPr>
          <p:cNvPr id="220" name="Google Shape;220;p7:notes"/>
          <p:cNvSpPr txBox="1">
            <a:spLocks noGrp="1"/>
          </p:cNvSpPr>
          <p:nvPr>
            <p:ph type="sldNum" idx="12"/>
          </p:nvPr>
        </p:nvSpPr>
        <p:spPr>
          <a:xfrm>
            <a:off x="4143587" y="9119474"/>
            <a:ext cx="3169920" cy="480060"/>
          </a:xfrm>
          <a:prstGeom prst="rect">
            <a:avLst/>
          </a:prstGeom>
          <a:noFill/>
          <a:ln>
            <a:noFill/>
          </a:ln>
        </p:spPr>
        <p:txBody>
          <a:bodyPr spcFirstLastPara="1" wrap="square" lIns="72000" tIns="36000" rIns="180000" bIns="180000" anchor="b" anchorCtr="0">
            <a:noAutofit/>
          </a:bodyPr>
          <a:lstStyle/>
          <a:p>
            <a:pPr marL="0" lvl="0" indent="0" algn="r" rtl="0">
              <a:lnSpc>
                <a:spcPct val="100000"/>
              </a:lnSpc>
              <a:spcBef>
                <a:spcPts val="0"/>
              </a:spcBef>
              <a:spcAft>
                <a:spcPts val="0"/>
              </a:spcAft>
              <a:buSzPts val="1400"/>
              <a:buNone/>
            </a:pPr>
            <a:fld id="{00000000-1234-1234-1234-123412341234}" type="slidenum">
              <a:rPr lang="es-AR"/>
              <a:t>8</a:t>
            </a:fld>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5"/>
        <p:cNvGrpSpPr/>
        <p:nvPr/>
      </p:nvGrpSpPr>
      <p:grpSpPr>
        <a:xfrm>
          <a:off x="0" y="0"/>
          <a:ext cx="0" cy="0"/>
          <a:chOff x="0" y="0"/>
          <a:chExt cx="0" cy="0"/>
        </a:xfrm>
      </p:grpSpPr>
      <p:sp>
        <p:nvSpPr>
          <p:cNvPr id="226" name="Google Shape;226;p8:notes"/>
          <p:cNvSpPr txBox="1">
            <a:spLocks noGrp="1"/>
          </p:cNvSpPr>
          <p:nvPr>
            <p:ph type="body" idx="1"/>
          </p:nvPr>
        </p:nvSpPr>
        <p:spPr>
          <a:xfrm>
            <a:off x="228576" y="4560570"/>
            <a:ext cx="6858048" cy="4440585"/>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27" name="Google Shape;227;p8:notes"/>
          <p:cNvSpPr>
            <a:spLocks noGrp="1" noRot="1" noChangeAspect="1"/>
          </p:cNvSpPr>
          <p:nvPr>
            <p:ph type="sldImg" idx="2"/>
          </p:nvPr>
        </p:nvSpPr>
        <p:spPr>
          <a:xfrm>
            <a:off x="884238" y="600075"/>
            <a:ext cx="5546725" cy="3840163"/>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2"/>
        <p:cNvGrpSpPr/>
        <p:nvPr/>
      </p:nvGrpSpPr>
      <p:grpSpPr>
        <a:xfrm>
          <a:off x="0" y="0"/>
          <a:ext cx="0" cy="0"/>
          <a:chOff x="0" y="0"/>
          <a:chExt cx="0" cy="0"/>
        </a:xfrm>
      </p:grpSpPr>
      <p:sp>
        <p:nvSpPr>
          <p:cNvPr id="243" name="Google Shape;243;p9:notes"/>
          <p:cNvSpPr txBox="1">
            <a:spLocks noGrp="1"/>
          </p:cNvSpPr>
          <p:nvPr>
            <p:ph type="body" idx="1"/>
          </p:nvPr>
        </p:nvSpPr>
        <p:spPr>
          <a:xfrm>
            <a:off x="228576" y="4560570"/>
            <a:ext cx="6858048" cy="4440585"/>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44" name="Google Shape;244;p9:notes"/>
          <p:cNvSpPr>
            <a:spLocks noGrp="1" noRot="1" noChangeAspect="1"/>
          </p:cNvSpPr>
          <p:nvPr>
            <p:ph type="sldImg" idx="2"/>
          </p:nvPr>
        </p:nvSpPr>
        <p:spPr>
          <a:xfrm>
            <a:off x="884238" y="600075"/>
            <a:ext cx="5546725" cy="3840163"/>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9"/>
        <p:cNvGrpSpPr/>
        <p:nvPr/>
      </p:nvGrpSpPr>
      <p:grpSpPr>
        <a:xfrm>
          <a:off x="0" y="0"/>
          <a:ext cx="0" cy="0"/>
          <a:chOff x="0" y="0"/>
          <a:chExt cx="0" cy="0"/>
        </a:xfrm>
      </p:grpSpPr>
      <p:sp>
        <p:nvSpPr>
          <p:cNvPr id="260" name="Google Shape;260;p10:notes"/>
          <p:cNvSpPr>
            <a:spLocks noGrp="1" noRot="1" noChangeAspect="1"/>
          </p:cNvSpPr>
          <p:nvPr>
            <p:ph type="sldImg" idx="2"/>
          </p:nvPr>
        </p:nvSpPr>
        <p:spPr>
          <a:xfrm>
            <a:off x="884238" y="600075"/>
            <a:ext cx="5546725" cy="3840163"/>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61" name="Google Shape;261;p10:notes"/>
          <p:cNvSpPr txBox="1">
            <a:spLocks noGrp="1"/>
          </p:cNvSpPr>
          <p:nvPr>
            <p:ph type="body" idx="1"/>
          </p:nvPr>
        </p:nvSpPr>
        <p:spPr>
          <a:xfrm>
            <a:off x="228576" y="4560570"/>
            <a:ext cx="6858048" cy="4440585"/>
          </a:xfrm>
          <a:prstGeom prst="rect">
            <a:avLst/>
          </a:prstGeom>
          <a:noFill/>
          <a:ln>
            <a:noFill/>
          </a:ln>
        </p:spPr>
        <p:txBody>
          <a:bodyPr spcFirstLastPara="1" wrap="square" lIns="91425" tIns="45700" rIns="91425" bIns="45700" anchor="t" anchorCtr="0">
            <a:normAutofit/>
          </a:bodyPr>
          <a:lstStyle/>
          <a:p>
            <a:pPr marL="0" lvl="0" indent="0" algn="l" rtl="0">
              <a:lnSpc>
                <a:spcPct val="100000"/>
              </a:lnSpc>
              <a:spcBef>
                <a:spcPts val="0"/>
              </a:spcBef>
              <a:spcAft>
                <a:spcPts val="0"/>
              </a:spcAft>
              <a:buSzPts val="1400"/>
              <a:buNone/>
            </a:pPr>
            <a:r>
              <a:rPr lang="es-AR"/>
              <a:t>Empresa industrial , grupo de origen japonés.</a:t>
            </a:r>
            <a:endParaRPr/>
          </a:p>
          <a:p>
            <a:pPr marL="0" lvl="0" indent="0" algn="l" rtl="0">
              <a:lnSpc>
                <a:spcPct val="100000"/>
              </a:lnSpc>
              <a:spcBef>
                <a:spcPts val="0"/>
              </a:spcBef>
              <a:spcAft>
                <a:spcPts val="0"/>
              </a:spcAft>
              <a:buSzPts val="1400"/>
              <a:buNone/>
            </a:pPr>
            <a:r>
              <a:rPr lang="es-AR"/>
              <a:t>CALIDAD y SEGURIDAD son prioridades-</a:t>
            </a:r>
            <a:endParaRPr/>
          </a:p>
          <a:p>
            <a:pPr marL="0" lvl="0" indent="0" algn="l" rtl="0">
              <a:lnSpc>
                <a:spcPct val="100000"/>
              </a:lnSpc>
              <a:spcBef>
                <a:spcPts val="0"/>
              </a:spcBef>
              <a:spcAft>
                <a:spcPts val="0"/>
              </a:spcAft>
              <a:buSzPts val="1400"/>
              <a:buNone/>
            </a:pPr>
            <a:r>
              <a:rPr lang="es-AR"/>
              <a:t>Visión de largo plazo</a:t>
            </a:r>
            <a:endParaRPr/>
          </a:p>
        </p:txBody>
      </p:sp>
      <p:sp>
        <p:nvSpPr>
          <p:cNvPr id="262" name="Google Shape;262;p10:notes"/>
          <p:cNvSpPr txBox="1">
            <a:spLocks noGrp="1"/>
          </p:cNvSpPr>
          <p:nvPr>
            <p:ph type="ftr" idx="11"/>
          </p:nvPr>
        </p:nvSpPr>
        <p:spPr>
          <a:xfrm>
            <a:off x="0" y="9119474"/>
            <a:ext cx="3169920" cy="480060"/>
          </a:xfrm>
          <a:prstGeom prst="rect">
            <a:avLst/>
          </a:prstGeom>
          <a:noFill/>
          <a:ln>
            <a:noFill/>
          </a:ln>
        </p:spPr>
        <p:txBody>
          <a:bodyPr spcFirstLastPara="1" wrap="square" lIns="180000" tIns="36000" rIns="72000" bIns="180000" anchor="b" anchorCtr="0">
            <a:noAutofit/>
          </a:bodyPr>
          <a:lstStyle/>
          <a:p>
            <a:pPr marL="0" lvl="0" indent="0" algn="l" rtl="0">
              <a:lnSpc>
                <a:spcPct val="100000"/>
              </a:lnSpc>
              <a:spcBef>
                <a:spcPts val="0"/>
              </a:spcBef>
              <a:spcAft>
                <a:spcPts val="0"/>
              </a:spcAft>
              <a:buSzPts val="1400"/>
              <a:buNone/>
            </a:pPr>
            <a:r>
              <a:rPr lang="es-AR"/>
              <a:t>© 2010 Capgemini. All rights reserved.</a:t>
            </a:r>
            <a:endParaRPr/>
          </a:p>
        </p:txBody>
      </p:sp>
      <p:sp>
        <p:nvSpPr>
          <p:cNvPr id="263" name="Google Shape;263;p10:notes"/>
          <p:cNvSpPr txBox="1">
            <a:spLocks noGrp="1"/>
          </p:cNvSpPr>
          <p:nvPr>
            <p:ph type="sldNum" idx="12"/>
          </p:nvPr>
        </p:nvSpPr>
        <p:spPr>
          <a:xfrm>
            <a:off x="4143587" y="9119474"/>
            <a:ext cx="3169920" cy="480060"/>
          </a:xfrm>
          <a:prstGeom prst="rect">
            <a:avLst/>
          </a:prstGeom>
          <a:noFill/>
          <a:ln>
            <a:noFill/>
          </a:ln>
        </p:spPr>
        <p:txBody>
          <a:bodyPr spcFirstLastPara="1" wrap="square" lIns="72000" tIns="36000" rIns="180000" bIns="180000" anchor="b" anchorCtr="0">
            <a:noAutofit/>
          </a:bodyPr>
          <a:lstStyle/>
          <a:p>
            <a:pPr marL="0" lvl="0" indent="0" algn="r" rtl="0">
              <a:lnSpc>
                <a:spcPct val="100000"/>
              </a:lnSpc>
              <a:spcBef>
                <a:spcPts val="0"/>
              </a:spcBef>
              <a:spcAft>
                <a:spcPts val="0"/>
              </a:spcAft>
              <a:buSzPts val="1400"/>
              <a:buNone/>
            </a:pPr>
            <a:fld id="{00000000-1234-1234-1234-123412341234}" type="slidenum">
              <a:rPr lang="es-AR"/>
              <a:t>11</a:t>
            </a:fld>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8"/>
        <p:cNvGrpSpPr/>
        <p:nvPr/>
      </p:nvGrpSpPr>
      <p:grpSpPr>
        <a:xfrm>
          <a:off x="0" y="0"/>
          <a:ext cx="0" cy="0"/>
          <a:chOff x="0" y="0"/>
          <a:chExt cx="0" cy="0"/>
        </a:xfrm>
      </p:grpSpPr>
      <p:sp>
        <p:nvSpPr>
          <p:cNvPr id="269" name="Google Shape;269;p11:notes"/>
          <p:cNvSpPr>
            <a:spLocks noGrp="1" noRot="1" noChangeAspect="1"/>
          </p:cNvSpPr>
          <p:nvPr>
            <p:ph type="sldImg" idx="2"/>
          </p:nvPr>
        </p:nvSpPr>
        <p:spPr>
          <a:xfrm>
            <a:off x="884238" y="600075"/>
            <a:ext cx="5546725" cy="3840163"/>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70" name="Google Shape;270;p11:notes"/>
          <p:cNvSpPr txBox="1">
            <a:spLocks noGrp="1"/>
          </p:cNvSpPr>
          <p:nvPr>
            <p:ph type="body" idx="1"/>
          </p:nvPr>
        </p:nvSpPr>
        <p:spPr>
          <a:xfrm>
            <a:off x="228576" y="4560570"/>
            <a:ext cx="6858048" cy="4440585"/>
          </a:xfrm>
          <a:prstGeom prst="rect">
            <a:avLst/>
          </a:prstGeom>
          <a:noFill/>
          <a:ln>
            <a:noFill/>
          </a:ln>
        </p:spPr>
        <p:txBody>
          <a:bodyPr spcFirstLastPara="1" wrap="square" lIns="91425" tIns="45700" rIns="91425" bIns="45700" anchor="t" anchorCtr="0">
            <a:normAutofit/>
          </a:bodyPr>
          <a:lstStyle/>
          <a:p>
            <a:pPr marL="0" lvl="0" indent="0" algn="l" rtl="0">
              <a:lnSpc>
                <a:spcPct val="100000"/>
              </a:lnSpc>
              <a:spcBef>
                <a:spcPts val="0"/>
              </a:spcBef>
              <a:spcAft>
                <a:spcPts val="0"/>
              </a:spcAft>
              <a:buSzPts val="1400"/>
              <a:buNone/>
            </a:pPr>
            <a:r>
              <a:rPr lang="es-AR"/>
              <a:t>Empresa tecnológica: beta continuo</a:t>
            </a:r>
            <a:endParaRPr/>
          </a:p>
          <a:p>
            <a:pPr marL="0" lvl="0" indent="0" algn="l" rtl="0">
              <a:lnSpc>
                <a:spcPct val="100000"/>
              </a:lnSpc>
              <a:spcBef>
                <a:spcPts val="0"/>
              </a:spcBef>
              <a:spcAft>
                <a:spcPts val="0"/>
              </a:spcAft>
              <a:buSzPts val="1400"/>
              <a:buNone/>
            </a:pPr>
            <a:r>
              <a:rPr lang="es-AR"/>
              <a:t>“nos divertimos”</a:t>
            </a:r>
            <a:endParaRPr/>
          </a:p>
          <a:p>
            <a:pPr marL="0" lvl="0" indent="0" algn="l" rtl="0">
              <a:lnSpc>
                <a:spcPct val="100000"/>
              </a:lnSpc>
              <a:spcBef>
                <a:spcPts val="0"/>
              </a:spcBef>
              <a:spcAft>
                <a:spcPts val="0"/>
              </a:spcAft>
              <a:buSzPts val="1400"/>
              <a:buNone/>
            </a:pPr>
            <a:r>
              <a:rPr lang="es-AR"/>
              <a:t>Relacionar con CULTURA : EN ESTE CASO, LOS VALORES TAMBIÉN SE USAN COMO COMPETENCIAS EN LA GESTIÓN DEL DESEMPEÑO</a:t>
            </a:r>
            <a:endParaRPr/>
          </a:p>
        </p:txBody>
      </p:sp>
      <p:sp>
        <p:nvSpPr>
          <p:cNvPr id="271" name="Google Shape;271;p11:notes"/>
          <p:cNvSpPr txBox="1">
            <a:spLocks noGrp="1"/>
          </p:cNvSpPr>
          <p:nvPr>
            <p:ph type="ftr" idx="11"/>
          </p:nvPr>
        </p:nvSpPr>
        <p:spPr>
          <a:xfrm>
            <a:off x="0" y="9119474"/>
            <a:ext cx="3169920" cy="480060"/>
          </a:xfrm>
          <a:prstGeom prst="rect">
            <a:avLst/>
          </a:prstGeom>
          <a:noFill/>
          <a:ln>
            <a:noFill/>
          </a:ln>
        </p:spPr>
        <p:txBody>
          <a:bodyPr spcFirstLastPara="1" wrap="square" lIns="180000" tIns="36000" rIns="72000" bIns="180000" anchor="b" anchorCtr="0">
            <a:noAutofit/>
          </a:bodyPr>
          <a:lstStyle/>
          <a:p>
            <a:pPr marL="0" lvl="0" indent="0" algn="l" rtl="0">
              <a:lnSpc>
                <a:spcPct val="100000"/>
              </a:lnSpc>
              <a:spcBef>
                <a:spcPts val="0"/>
              </a:spcBef>
              <a:spcAft>
                <a:spcPts val="0"/>
              </a:spcAft>
              <a:buSzPts val="1400"/>
              <a:buNone/>
            </a:pPr>
            <a:r>
              <a:rPr lang="es-AR"/>
              <a:t>© 2010 Capgemini. All rights reserved.</a:t>
            </a:r>
            <a:endParaRPr/>
          </a:p>
        </p:txBody>
      </p:sp>
      <p:sp>
        <p:nvSpPr>
          <p:cNvPr id="272" name="Google Shape;272;p11:notes"/>
          <p:cNvSpPr txBox="1">
            <a:spLocks noGrp="1"/>
          </p:cNvSpPr>
          <p:nvPr>
            <p:ph type="sldNum" idx="12"/>
          </p:nvPr>
        </p:nvSpPr>
        <p:spPr>
          <a:xfrm>
            <a:off x="4143587" y="9119474"/>
            <a:ext cx="3169920" cy="480060"/>
          </a:xfrm>
          <a:prstGeom prst="rect">
            <a:avLst/>
          </a:prstGeom>
          <a:noFill/>
          <a:ln>
            <a:noFill/>
          </a:ln>
        </p:spPr>
        <p:txBody>
          <a:bodyPr spcFirstLastPara="1" wrap="square" lIns="72000" tIns="36000" rIns="180000" bIns="180000" anchor="b" anchorCtr="0">
            <a:noAutofit/>
          </a:bodyPr>
          <a:lstStyle/>
          <a:p>
            <a:pPr marL="0" lvl="0" indent="0" algn="r" rtl="0">
              <a:lnSpc>
                <a:spcPct val="100000"/>
              </a:lnSpc>
              <a:spcBef>
                <a:spcPts val="0"/>
              </a:spcBef>
              <a:spcAft>
                <a:spcPts val="0"/>
              </a:spcAft>
              <a:buSzPts val="1400"/>
              <a:buNone/>
            </a:pPr>
            <a:fld id="{00000000-1234-1234-1234-123412341234}" type="slidenum">
              <a:rPr lang="es-AR"/>
              <a:t>12</a:t>
            </a:fld>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7"/>
        <p:cNvGrpSpPr/>
        <p:nvPr/>
      </p:nvGrpSpPr>
      <p:grpSpPr>
        <a:xfrm>
          <a:off x="0" y="0"/>
          <a:ext cx="0" cy="0"/>
          <a:chOff x="0" y="0"/>
          <a:chExt cx="0" cy="0"/>
        </a:xfrm>
      </p:grpSpPr>
      <p:sp>
        <p:nvSpPr>
          <p:cNvPr id="278" name="Google Shape;278;p12:notes"/>
          <p:cNvSpPr>
            <a:spLocks noGrp="1" noRot="1" noChangeAspect="1"/>
          </p:cNvSpPr>
          <p:nvPr>
            <p:ph type="sldImg" idx="2"/>
          </p:nvPr>
        </p:nvSpPr>
        <p:spPr>
          <a:xfrm>
            <a:off x="884238" y="600075"/>
            <a:ext cx="5546725" cy="3840163"/>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79" name="Google Shape;279;p12:notes"/>
          <p:cNvSpPr txBox="1">
            <a:spLocks noGrp="1"/>
          </p:cNvSpPr>
          <p:nvPr>
            <p:ph type="body" idx="1"/>
          </p:nvPr>
        </p:nvSpPr>
        <p:spPr>
          <a:xfrm>
            <a:off x="228576" y="4560570"/>
            <a:ext cx="6858048" cy="4440585"/>
          </a:xfrm>
          <a:prstGeom prst="rect">
            <a:avLst/>
          </a:prstGeom>
          <a:noFill/>
          <a:ln>
            <a:noFill/>
          </a:ln>
        </p:spPr>
        <p:txBody>
          <a:bodyPr spcFirstLastPara="1" wrap="square" lIns="91425" tIns="45700" rIns="91425" bIns="45700" anchor="t" anchorCtr="0">
            <a:normAutofit/>
          </a:bodyPr>
          <a:lstStyle/>
          <a:p>
            <a:pPr marL="0" lvl="0" indent="0" algn="l" rtl="0">
              <a:lnSpc>
                <a:spcPct val="100000"/>
              </a:lnSpc>
              <a:spcBef>
                <a:spcPts val="0"/>
              </a:spcBef>
              <a:spcAft>
                <a:spcPts val="0"/>
              </a:spcAft>
              <a:buSzPts val="1400"/>
              <a:buNone/>
            </a:pPr>
            <a:r>
              <a:rPr lang="es-AR"/>
              <a:t>EMPRESA OIL &amp; GAS - Somos EXPERTOS – Empresa donde el expertise técnico es una ventaja competitiva</a:t>
            </a:r>
            <a:endParaRPr/>
          </a:p>
        </p:txBody>
      </p:sp>
      <p:sp>
        <p:nvSpPr>
          <p:cNvPr id="280" name="Google Shape;280;p12:notes"/>
          <p:cNvSpPr txBox="1">
            <a:spLocks noGrp="1"/>
          </p:cNvSpPr>
          <p:nvPr>
            <p:ph type="ftr" idx="11"/>
          </p:nvPr>
        </p:nvSpPr>
        <p:spPr>
          <a:xfrm>
            <a:off x="0" y="9119474"/>
            <a:ext cx="3169920" cy="480060"/>
          </a:xfrm>
          <a:prstGeom prst="rect">
            <a:avLst/>
          </a:prstGeom>
          <a:noFill/>
          <a:ln>
            <a:noFill/>
          </a:ln>
        </p:spPr>
        <p:txBody>
          <a:bodyPr spcFirstLastPara="1" wrap="square" lIns="180000" tIns="36000" rIns="72000" bIns="180000" anchor="b" anchorCtr="0">
            <a:noAutofit/>
          </a:bodyPr>
          <a:lstStyle/>
          <a:p>
            <a:pPr marL="0" lvl="0" indent="0" algn="l" rtl="0">
              <a:lnSpc>
                <a:spcPct val="100000"/>
              </a:lnSpc>
              <a:spcBef>
                <a:spcPts val="0"/>
              </a:spcBef>
              <a:spcAft>
                <a:spcPts val="0"/>
              </a:spcAft>
              <a:buSzPts val="1400"/>
              <a:buNone/>
            </a:pPr>
            <a:r>
              <a:rPr lang="es-AR"/>
              <a:t>© 2010 Capgemini. All rights reserved.</a:t>
            </a:r>
            <a:endParaRPr/>
          </a:p>
        </p:txBody>
      </p:sp>
      <p:sp>
        <p:nvSpPr>
          <p:cNvPr id="281" name="Google Shape;281;p12:notes"/>
          <p:cNvSpPr txBox="1">
            <a:spLocks noGrp="1"/>
          </p:cNvSpPr>
          <p:nvPr>
            <p:ph type="sldNum" idx="12"/>
          </p:nvPr>
        </p:nvSpPr>
        <p:spPr>
          <a:xfrm>
            <a:off x="4143587" y="9119474"/>
            <a:ext cx="3169920" cy="480060"/>
          </a:xfrm>
          <a:prstGeom prst="rect">
            <a:avLst/>
          </a:prstGeom>
          <a:noFill/>
          <a:ln>
            <a:noFill/>
          </a:ln>
        </p:spPr>
        <p:txBody>
          <a:bodyPr spcFirstLastPara="1" wrap="square" lIns="72000" tIns="36000" rIns="180000" bIns="180000" anchor="b" anchorCtr="0">
            <a:noAutofit/>
          </a:bodyPr>
          <a:lstStyle/>
          <a:p>
            <a:pPr marL="0" lvl="0" indent="0" algn="r" rtl="0">
              <a:lnSpc>
                <a:spcPct val="100000"/>
              </a:lnSpc>
              <a:spcBef>
                <a:spcPts val="0"/>
              </a:spcBef>
              <a:spcAft>
                <a:spcPts val="0"/>
              </a:spcAft>
              <a:buSzPts val="1400"/>
              <a:buNone/>
            </a:pPr>
            <a:fld id="{00000000-1234-1234-1234-123412341234}" type="slidenum">
              <a:rPr lang="es-AR"/>
              <a:t>13</a:t>
            </a:fld>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6"/>
        <p:cNvGrpSpPr/>
        <p:nvPr/>
      </p:nvGrpSpPr>
      <p:grpSpPr>
        <a:xfrm>
          <a:off x="0" y="0"/>
          <a:ext cx="0" cy="0"/>
          <a:chOff x="0" y="0"/>
          <a:chExt cx="0" cy="0"/>
        </a:xfrm>
      </p:grpSpPr>
      <p:sp>
        <p:nvSpPr>
          <p:cNvPr id="287" name="Google Shape;287;p13:notes"/>
          <p:cNvSpPr>
            <a:spLocks noGrp="1" noRot="1" noChangeAspect="1"/>
          </p:cNvSpPr>
          <p:nvPr>
            <p:ph type="sldImg" idx="2"/>
          </p:nvPr>
        </p:nvSpPr>
        <p:spPr>
          <a:xfrm>
            <a:off x="884238" y="600075"/>
            <a:ext cx="5546725" cy="3840163"/>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88" name="Google Shape;288;p13:notes"/>
          <p:cNvSpPr txBox="1">
            <a:spLocks noGrp="1"/>
          </p:cNvSpPr>
          <p:nvPr>
            <p:ph type="body" idx="1"/>
          </p:nvPr>
        </p:nvSpPr>
        <p:spPr>
          <a:xfrm>
            <a:off x="228576" y="4560570"/>
            <a:ext cx="6858048" cy="4440585"/>
          </a:xfrm>
          <a:prstGeom prst="rect">
            <a:avLst/>
          </a:prstGeom>
          <a:noFill/>
          <a:ln>
            <a:noFill/>
          </a:ln>
        </p:spPr>
        <p:txBody>
          <a:bodyPr spcFirstLastPara="1" wrap="square" lIns="91425" tIns="45700" rIns="91425" bIns="45700" anchor="t" anchorCtr="0">
            <a:normAutofit/>
          </a:bodyPr>
          <a:lstStyle/>
          <a:p>
            <a:pPr marL="0" lvl="0" indent="0" algn="l" rtl="0">
              <a:lnSpc>
                <a:spcPct val="100000"/>
              </a:lnSpc>
              <a:spcBef>
                <a:spcPts val="0"/>
              </a:spcBef>
              <a:spcAft>
                <a:spcPts val="0"/>
              </a:spcAft>
              <a:buSzPts val="1400"/>
              <a:buNone/>
            </a:pPr>
            <a:r>
              <a:rPr lang="es-AR"/>
              <a:t>BANCO – EXPERIENCIA DE USUARIO / PENSAMIENTO ANALÍTICO / PRODUCTIVIDAD, GESTIÓN Y LOGRO DE OBJETIVOS</a:t>
            </a:r>
            <a:endParaRPr/>
          </a:p>
        </p:txBody>
      </p:sp>
      <p:sp>
        <p:nvSpPr>
          <p:cNvPr id="289" name="Google Shape;289;p13:notes"/>
          <p:cNvSpPr txBox="1">
            <a:spLocks noGrp="1"/>
          </p:cNvSpPr>
          <p:nvPr>
            <p:ph type="ftr" idx="11"/>
          </p:nvPr>
        </p:nvSpPr>
        <p:spPr>
          <a:xfrm>
            <a:off x="0" y="9119474"/>
            <a:ext cx="3169920" cy="480060"/>
          </a:xfrm>
          <a:prstGeom prst="rect">
            <a:avLst/>
          </a:prstGeom>
          <a:noFill/>
          <a:ln>
            <a:noFill/>
          </a:ln>
        </p:spPr>
        <p:txBody>
          <a:bodyPr spcFirstLastPara="1" wrap="square" lIns="180000" tIns="36000" rIns="72000" bIns="180000" anchor="b" anchorCtr="0">
            <a:noAutofit/>
          </a:bodyPr>
          <a:lstStyle/>
          <a:p>
            <a:pPr marL="0" lvl="0" indent="0" algn="l" rtl="0">
              <a:lnSpc>
                <a:spcPct val="100000"/>
              </a:lnSpc>
              <a:spcBef>
                <a:spcPts val="0"/>
              </a:spcBef>
              <a:spcAft>
                <a:spcPts val="0"/>
              </a:spcAft>
              <a:buSzPts val="1400"/>
              <a:buNone/>
            </a:pPr>
            <a:r>
              <a:rPr lang="es-AR"/>
              <a:t>© 2010 Capgemini. All rights reserved.</a:t>
            </a:r>
            <a:endParaRPr/>
          </a:p>
        </p:txBody>
      </p:sp>
      <p:sp>
        <p:nvSpPr>
          <p:cNvPr id="290" name="Google Shape;290;p13:notes"/>
          <p:cNvSpPr txBox="1">
            <a:spLocks noGrp="1"/>
          </p:cNvSpPr>
          <p:nvPr>
            <p:ph type="sldNum" idx="12"/>
          </p:nvPr>
        </p:nvSpPr>
        <p:spPr>
          <a:xfrm>
            <a:off x="4143587" y="9119474"/>
            <a:ext cx="3169920" cy="480060"/>
          </a:xfrm>
          <a:prstGeom prst="rect">
            <a:avLst/>
          </a:prstGeom>
          <a:noFill/>
          <a:ln>
            <a:noFill/>
          </a:ln>
        </p:spPr>
        <p:txBody>
          <a:bodyPr spcFirstLastPara="1" wrap="square" lIns="72000" tIns="36000" rIns="180000" bIns="180000" anchor="b" anchorCtr="0">
            <a:noAutofit/>
          </a:bodyPr>
          <a:lstStyle/>
          <a:p>
            <a:pPr marL="0" lvl="0" indent="0" algn="r" rtl="0">
              <a:lnSpc>
                <a:spcPct val="100000"/>
              </a:lnSpc>
              <a:spcBef>
                <a:spcPts val="0"/>
              </a:spcBef>
              <a:spcAft>
                <a:spcPts val="0"/>
              </a:spcAft>
              <a:buSzPts val="1400"/>
              <a:buNone/>
            </a:pPr>
            <a:fld id="{00000000-1234-1234-1234-123412341234}" type="slidenum">
              <a:rPr lang="es-AR"/>
              <a:t>14</a:t>
            </a:fld>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5"/>
        <p:cNvGrpSpPr/>
        <p:nvPr/>
      </p:nvGrpSpPr>
      <p:grpSpPr>
        <a:xfrm>
          <a:off x="0" y="0"/>
          <a:ext cx="0" cy="0"/>
          <a:chOff x="0" y="0"/>
          <a:chExt cx="0" cy="0"/>
        </a:xfrm>
      </p:grpSpPr>
      <p:sp>
        <p:nvSpPr>
          <p:cNvPr id="296" name="Google Shape;296;p14:notes"/>
          <p:cNvSpPr txBox="1">
            <a:spLocks noGrp="1"/>
          </p:cNvSpPr>
          <p:nvPr>
            <p:ph type="body" idx="1"/>
          </p:nvPr>
        </p:nvSpPr>
        <p:spPr>
          <a:xfrm>
            <a:off x="228576" y="4560570"/>
            <a:ext cx="6858048" cy="4440585"/>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97" name="Google Shape;297;p14:notes"/>
          <p:cNvSpPr>
            <a:spLocks noGrp="1" noRot="1" noChangeAspect="1"/>
          </p:cNvSpPr>
          <p:nvPr>
            <p:ph type="sldImg" idx="2"/>
          </p:nvPr>
        </p:nvSpPr>
        <p:spPr>
          <a:xfrm>
            <a:off x="884238" y="600075"/>
            <a:ext cx="5546725" cy="3840163"/>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5"/>
        <p:cNvGrpSpPr/>
        <p:nvPr/>
      </p:nvGrpSpPr>
      <p:grpSpPr>
        <a:xfrm>
          <a:off x="0" y="0"/>
          <a:ext cx="0" cy="0"/>
          <a:chOff x="0" y="0"/>
          <a:chExt cx="0" cy="0"/>
        </a:xfrm>
      </p:grpSpPr>
      <p:sp>
        <p:nvSpPr>
          <p:cNvPr id="316" name="Google Shape;316;p15:notes"/>
          <p:cNvSpPr txBox="1">
            <a:spLocks noGrp="1"/>
          </p:cNvSpPr>
          <p:nvPr>
            <p:ph type="body" idx="1"/>
          </p:nvPr>
        </p:nvSpPr>
        <p:spPr>
          <a:xfrm>
            <a:off x="228576" y="4560570"/>
            <a:ext cx="6858048" cy="4440585"/>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317" name="Google Shape;317;p15:notes"/>
          <p:cNvSpPr>
            <a:spLocks noGrp="1" noRot="1" noChangeAspect="1"/>
          </p:cNvSpPr>
          <p:nvPr>
            <p:ph type="sldImg" idx="2"/>
          </p:nvPr>
        </p:nvSpPr>
        <p:spPr>
          <a:xfrm>
            <a:off x="884238" y="600075"/>
            <a:ext cx="5546725" cy="3840163"/>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37"/>
        <p:cNvGrpSpPr/>
        <p:nvPr/>
      </p:nvGrpSpPr>
      <p:grpSpPr>
        <a:xfrm>
          <a:off x="0" y="0"/>
          <a:ext cx="0" cy="0"/>
          <a:chOff x="0" y="0"/>
          <a:chExt cx="0" cy="0"/>
        </a:xfrm>
      </p:grpSpPr>
      <p:sp>
        <p:nvSpPr>
          <p:cNvPr id="338" name="Google Shape;338;p16:notes"/>
          <p:cNvSpPr>
            <a:spLocks noGrp="1" noRot="1" noChangeAspect="1"/>
          </p:cNvSpPr>
          <p:nvPr>
            <p:ph type="sldImg" idx="2"/>
          </p:nvPr>
        </p:nvSpPr>
        <p:spPr>
          <a:xfrm>
            <a:off x="884238" y="600075"/>
            <a:ext cx="5546725" cy="3840163"/>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39" name="Google Shape;339;p16:notes"/>
          <p:cNvSpPr txBox="1">
            <a:spLocks noGrp="1"/>
          </p:cNvSpPr>
          <p:nvPr>
            <p:ph type="body" idx="1"/>
          </p:nvPr>
        </p:nvSpPr>
        <p:spPr>
          <a:xfrm>
            <a:off x="228576" y="4560570"/>
            <a:ext cx="6858048" cy="4440585"/>
          </a:xfrm>
          <a:prstGeom prst="rect">
            <a:avLst/>
          </a:prstGeom>
          <a:noFill/>
          <a:ln>
            <a:noFill/>
          </a:ln>
        </p:spPr>
        <p:txBody>
          <a:bodyPr spcFirstLastPara="1" wrap="square" lIns="91425" tIns="45700" rIns="91425" bIns="45700" anchor="t" anchorCtr="0">
            <a:normAutofit/>
          </a:bodyPr>
          <a:lstStyle/>
          <a:p>
            <a:pPr marL="0" lvl="0" indent="0" algn="l" rtl="0">
              <a:lnSpc>
                <a:spcPct val="100000"/>
              </a:lnSpc>
              <a:spcBef>
                <a:spcPts val="0"/>
              </a:spcBef>
              <a:spcAft>
                <a:spcPts val="0"/>
              </a:spcAft>
              <a:buSzPts val="1400"/>
              <a:buNone/>
            </a:pPr>
            <a:endParaRPr/>
          </a:p>
        </p:txBody>
      </p:sp>
      <p:sp>
        <p:nvSpPr>
          <p:cNvPr id="340" name="Google Shape;340;p16:notes"/>
          <p:cNvSpPr txBox="1">
            <a:spLocks noGrp="1"/>
          </p:cNvSpPr>
          <p:nvPr>
            <p:ph type="ftr" idx="11"/>
          </p:nvPr>
        </p:nvSpPr>
        <p:spPr>
          <a:xfrm>
            <a:off x="0" y="9119474"/>
            <a:ext cx="3169920" cy="480060"/>
          </a:xfrm>
          <a:prstGeom prst="rect">
            <a:avLst/>
          </a:prstGeom>
          <a:noFill/>
          <a:ln>
            <a:noFill/>
          </a:ln>
        </p:spPr>
        <p:txBody>
          <a:bodyPr spcFirstLastPara="1" wrap="square" lIns="180000" tIns="36000" rIns="72000" bIns="180000" anchor="b" anchorCtr="0">
            <a:noAutofit/>
          </a:bodyPr>
          <a:lstStyle/>
          <a:p>
            <a:pPr marL="0" lvl="0" indent="0" algn="l" rtl="0">
              <a:lnSpc>
                <a:spcPct val="100000"/>
              </a:lnSpc>
              <a:spcBef>
                <a:spcPts val="0"/>
              </a:spcBef>
              <a:spcAft>
                <a:spcPts val="0"/>
              </a:spcAft>
              <a:buSzPts val="1400"/>
              <a:buNone/>
            </a:pPr>
            <a:r>
              <a:rPr lang="es-AR"/>
              <a:t>© 2010 Capgemini. All rights reserved.</a:t>
            </a:r>
            <a:endParaRPr/>
          </a:p>
        </p:txBody>
      </p:sp>
      <p:sp>
        <p:nvSpPr>
          <p:cNvPr id="341" name="Google Shape;341;p16:notes"/>
          <p:cNvSpPr txBox="1">
            <a:spLocks noGrp="1"/>
          </p:cNvSpPr>
          <p:nvPr>
            <p:ph type="sldNum" idx="12"/>
          </p:nvPr>
        </p:nvSpPr>
        <p:spPr>
          <a:xfrm>
            <a:off x="4143587" y="9119474"/>
            <a:ext cx="3169920" cy="480060"/>
          </a:xfrm>
          <a:prstGeom prst="rect">
            <a:avLst/>
          </a:prstGeom>
          <a:noFill/>
          <a:ln>
            <a:noFill/>
          </a:ln>
        </p:spPr>
        <p:txBody>
          <a:bodyPr spcFirstLastPara="1" wrap="square" lIns="72000" tIns="36000" rIns="180000" bIns="180000" anchor="b" anchorCtr="0">
            <a:noAutofit/>
          </a:bodyPr>
          <a:lstStyle/>
          <a:p>
            <a:pPr marL="0" lvl="0" indent="0" algn="r" rtl="0">
              <a:lnSpc>
                <a:spcPct val="100000"/>
              </a:lnSpc>
              <a:spcBef>
                <a:spcPts val="0"/>
              </a:spcBef>
              <a:spcAft>
                <a:spcPts val="0"/>
              </a:spcAft>
              <a:buSzPts val="1400"/>
              <a:buNone/>
            </a:pPr>
            <a:fld id="{00000000-1234-1234-1234-123412341234}" type="slidenum">
              <a:rPr lang="es-AR"/>
              <a:t>17</a:t>
            </a:fld>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51"/>
        <p:cNvGrpSpPr/>
        <p:nvPr/>
      </p:nvGrpSpPr>
      <p:grpSpPr>
        <a:xfrm>
          <a:off x="0" y="0"/>
          <a:ext cx="0" cy="0"/>
          <a:chOff x="0" y="0"/>
          <a:chExt cx="0" cy="0"/>
        </a:xfrm>
      </p:grpSpPr>
      <p:sp>
        <p:nvSpPr>
          <p:cNvPr id="352" name="Google Shape;352;p17:notes"/>
          <p:cNvSpPr>
            <a:spLocks noGrp="1" noRot="1" noChangeAspect="1"/>
          </p:cNvSpPr>
          <p:nvPr>
            <p:ph type="sldImg" idx="2"/>
          </p:nvPr>
        </p:nvSpPr>
        <p:spPr>
          <a:xfrm>
            <a:off x="884238" y="600075"/>
            <a:ext cx="5546725" cy="3840163"/>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53" name="Google Shape;353;p17:notes"/>
          <p:cNvSpPr txBox="1">
            <a:spLocks noGrp="1"/>
          </p:cNvSpPr>
          <p:nvPr>
            <p:ph type="body" idx="1"/>
          </p:nvPr>
        </p:nvSpPr>
        <p:spPr>
          <a:xfrm>
            <a:off x="228576" y="4560570"/>
            <a:ext cx="6858048" cy="4440585"/>
          </a:xfrm>
          <a:prstGeom prst="rect">
            <a:avLst/>
          </a:prstGeom>
          <a:noFill/>
          <a:ln>
            <a:noFill/>
          </a:ln>
        </p:spPr>
        <p:txBody>
          <a:bodyPr spcFirstLastPara="1" wrap="square" lIns="91425" tIns="45700" rIns="91425" bIns="45700" anchor="t" anchorCtr="0">
            <a:normAutofit/>
          </a:bodyPr>
          <a:lstStyle/>
          <a:p>
            <a:pPr marL="0" lvl="0" indent="0" algn="l" rtl="0">
              <a:lnSpc>
                <a:spcPct val="100000"/>
              </a:lnSpc>
              <a:spcBef>
                <a:spcPts val="0"/>
              </a:spcBef>
              <a:spcAft>
                <a:spcPts val="0"/>
              </a:spcAft>
              <a:buSzPts val="1400"/>
              <a:buNone/>
            </a:pPr>
            <a:endParaRPr/>
          </a:p>
        </p:txBody>
      </p:sp>
      <p:sp>
        <p:nvSpPr>
          <p:cNvPr id="354" name="Google Shape;354;p17:notes"/>
          <p:cNvSpPr txBox="1">
            <a:spLocks noGrp="1"/>
          </p:cNvSpPr>
          <p:nvPr>
            <p:ph type="ftr" idx="11"/>
          </p:nvPr>
        </p:nvSpPr>
        <p:spPr>
          <a:xfrm>
            <a:off x="0" y="9119474"/>
            <a:ext cx="3169920" cy="480060"/>
          </a:xfrm>
          <a:prstGeom prst="rect">
            <a:avLst/>
          </a:prstGeom>
          <a:noFill/>
          <a:ln>
            <a:noFill/>
          </a:ln>
        </p:spPr>
        <p:txBody>
          <a:bodyPr spcFirstLastPara="1" wrap="square" lIns="180000" tIns="36000" rIns="72000" bIns="180000" anchor="b" anchorCtr="0">
            <a:noAutofit/>
          </a:bodyPr>
          <a:lstStyle/>
          <a:p>
            <a:pPr marL="0" lvl="0" indent="0" algn="l" rtl="0">
              <a:lnSpc>
                <a:spcPct val="100000"/>
              </a:lnSpc>
              <a:spcBef>
                <a:spcPts val="0"/>
              </a:spcBef>
              <a:spcAft>
                <a:spcPts val="0"/>
              </a:spcAft>
              <a:buSzPts val="1400"/>
              <a:buNone/>
            </a:pPr>
            <a:r>
              <a:rPr lang="es-AR"/>
              <a:t>© 2010 Capgemini. All rights reserved.</a:t>
            </a:r>
            <a:endParaRPr/>
          </a:p>
        </p:txBody>
      </p:sp>
      <p:sp>
        <p:nvSpPr>
          <p:cNvPr id="355" name="Google Shape;355;p17:notes"/>
          <p:cNvSpPr txBox="1">
            <a:spLocks noGrp="1"/>
          </p:cNvSpPr>
          <p:nvPr>
            <p:ph type="sldNum" idx="12"/>
          </p:nvPr>
        </p:nvSpPr>
        <p:spPr>
          <a:xfrm>
            <a:off x="4143587" y="9119474"/>
            <a:ext cx="3169920" cy="480060"/>
          </a:xfrm>
          <a:prstGeom prst="rect">
            <a:avLst/>
          </a:prstGeom>
          <a:noFill/>
          <a:ln>
            <a:noFill/>
          </a:ln>
        </p:spPr>
        <p:txBody>
          <a:bodyPr spcFirstLastPara="1" wrap="square" lIns="72000" tIns="36000" rIns="180000" bIns="180000" anchor="b" anchorCtr="0">
            <a:noAutofit/>
          </a:bodyPr>
          <a:lstStyle/>
          <a:p>
            <a:pPr marL="0" lvl="0" indent="0" algn="r" rtl="0">
              <a:lnSpc>
                <a:spcPct val="100000"/>
              </a:lnSpc>
              <a:spcBef>
                <a:spcPts val="0"/>
              </a:spcBef>
              <a:spcAft>
                <a:spcPts val="0"/>
              </a:spcAft>
              <a:buSzPts val="1400"/>
              <a:buNone/>
            </a:pPr>
            <a:fld id="{00000000-1234-1234-1234-123412341234}" type="slidenum">
              <a:rPr lang="es-AR"/>
              <a:t>18</a:t>
            </a:fld>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68"/>
        <p:cNvGrpSpPr/>
        <p:nvPr/>
      </p:nvGrpSpPr>
      <p:grpSpPr>
        <a:xfrm>
          <a:off x="0" y="0"/>
          <a:ext cx="0" cy="0"/>
          <a:chOff x="0" y="0"/>
          <a:chExt cx="0" cy="0"/>
        </a:xfrm>
      </p:grpSpPr>
      <p:sp>
        <p:nvSpPr>
          <p:cNvPr id="369" name="Google Shape;369;p18:notes"/>
          <p:cNvSpPr>
            <a:spLocks noGrp="1" noRot="1" noChangeAspect="1"/>
          </p:cNvSpPr>
          <p:nvPr>
            <p:ph type="sldImg" idx="2"/>
          </p:nvPr>
        </p:nvSpPr>
        <p:spPr>
          <a:xfrm>
            <a:off x="884238" y="600075"/>
            <a:ext cx="5546725" cy="3840163"/>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70" name="Google Shape;370;p18:notes"/>
          <p:cNvSpPr txBox="1">
            <a:spLocks noGrp="1"/>
          </p:cNvSpPr>
          <p:nvPr>
            <p:ph type="body" idx="1"/>
          </p:nvPr>
        </p:nvSpPr>
        <p:spPr>
          <a:xfrm>
            <a:off x="228576" y="4560570"/>
            <a:ext cx="6858048" cy="4440585"/>
          </a:xfrm>
          <a:prstGeom prst="rect">
            <a:avLst/>
          </a:prstGeom>
          <a:noFill/>
          <a:ln>
            <a:noFill/>
          </a:ln>
        </p:spPr>
        <p:txBody>
          <a:bodyPr spcFirstLastPara="1" wrap="square" lIns="91425" tIns="45700" rIns="91425" bIns="45700" anchor="t" anchorCtr="0">
            <a:normAutofit/>
          </a:bodyPr>
          <a:lstStyle/>
          <a:p>
            <a:pPr marL="0" lvl="0" indent="0" algn="l" rtl="0">
              <a:lnSpc>
                <a:spcPct val="100000"/>
              </a:lnSpc>
              <a:spcBef>
                <a:spcPts val="0"/>
              </a:spcBef>
              <a:spcAft>
                <a:spcPts val="0"/>
              </a:spcAft>
              <a:buSzPts val="1400"/>
              <a:buNone/>
            </a:pPr>
            <a:r>
              <a:rPr lang="es-AR"/>
              <a:t>Rescatar el proceso de calibración más allá de los procesos formales en grandes empresas: significa tener en cuenta que las evaluaciones de desempeño son subjetivas y que los líderes tienen que tener en cuenta </a:t>
            </a:r>
            <a:r>
              <a:rPr lang="es-AR" b="1"/>
              <a:t>otras miradas </a:t>
            </a:r>
            <a:r>
              <a:rPr lang="es-AR"/>
              <a:t>a la hora de evaluar el desempeño de un empleado.</a:t>
            </a:r>
            <a:endParaRPr/>
          </a:p>
          <a:p>
            <a:pPr marL="0" lvl="0" indent="0" algn="l" rtl="0">
              <a:lnSpc>
                <a:spcPct val="100000"/>
              </a:lnSpc>
              <a:spcBef>
                <a:spcPts val="0"/>
              </a:spcBef>
              <a:spcAft>
                <a:spcPts val="0"/>
              </a:spcAft>
              <a:buSzPts val="1400"/>
              <a:buNone/>
            </a:pPr>
            <a:r>
              <a:rPr lang="es-AR"/>
              <a:t>Aplica para el dueño de una PYME que no tiene proceso de desempeño, pero evalúa el desempeño de sus empleado “en su cabeza”. Enriquecer la mirada con opiniones de otros nos hace </a:t>
            </a:r>
            <a:r>
              <a:rPr lang="es-AR" b="1"/>
              <a:t>menos susceptibles a tener sesgos </a:t>
            </a:r>
            <a:r>
              <a:rPr lang="es-AR"/>
              <a:t>(que todos tenemos, por nuestros patrones personales de referencia).</a:t>
            </a:r>
            <a:endParaRPr/>
          </a:p>
        </p:txBody>
      </p:sp>
      <p:sp>
        <p:nvSpPr>
          <p:cNvPr id="371" name="Google Shape;371;p18:notes"/>
          <p:cNvSpPr txBox="1">
            <a:spLocks noGrp="1"/>
          </p:cNvSpPr>
          <p:nvPr>
            <p:ph type="ftr" idx="11"/>
          </p:nvPr>
        </p:nvSpPr>
        <p:spPr>
          <a:xfrm>
            <a:off x="0" y="9119474"/>
            <a:ext cx="3169920" cy="480060"/>
          </a:xfrm>
          <a:prstGeom prst="rect">
            <a:avLst/>
          </a:prstGeom>
          <a:noFill/>
          <a:ln>
            <a:noFill/>
          </a:ln>
        </p:spPr>
        <p:txBody>
          <a:bodyPr spcFirstLastPara="1" wrap="square" lIns="180000" tIns="36000" rIns="72000" bIns="180000" anchor="b" anchorCtr="0">
            <a:noAutofit/>
          </a:bodyPr>
          <a:lstStyle/>
          <a:p>
            <a:pPr marL="0" lvl="0" indent="0" algn="l" rtl="0">
              <a:lnSpc>
                <a:spcPct val="100000"/>
              </a:lnSpc>
              <a:spcBef>
                <a:spcPts val="0"/>
              </a:spcBef>
              <a:spcAft>
                <a:spcPts val="0"/>
              </a:spcAft>
              <a:buSzPts val="1400"/>
              <a:buNone/>
            </a:pPr>
            <a:r>
              <a:rPr lang="es-AR"/>
              <a:t>© 2010 Capgemini. All rights reserved.</a:t>
            </a:r>
            <a:endParaRPr/>
          </a:p>
        </p:txBody>
      </p:sp>
      <p:sp>
        <p:nvSpPr>
          <p:cNvPr id="372" name="Google Shape;372;p18:notes"/>
          <p:cNvSpPr txBox="1">
            <a:spLocks noGrp="1"/>
          </p:cNvSpPr>
          <p:nvPr>
            <p:ph type="sldNum" idx="12"/>
          </p:nvPr>
        </p:nvSpPr>
        <p:spPr>
          <a:xfrm>
            <a:off x="4143587" y="9119474"/>
            <a:ext cx="3169920" cy="480060"/>
          </a:xfrm>
          <a:prstGeom prst="rect">
            <a:avLst/>
          </a:prstGeom>
          <a:noFill/>
          <a:ln>
            <a:noFill/>
          </a:ln>
        </p:spPr>
        <p:txBody>
          <a:bodyPr spcFirstLastPara="1" wrap="square" lIns="72000" tIns="36000" rIns="180000" bIns="180000" anchor="b" anchorCtr="0">
            <a:noAutofit/>
          </a:bodyPr>
          <a:lstStyle/>
          <a:p>
            <a:pPr marL="0" lvl="0" indent="0" algn="r" rtl="0">
              <a:lnSpc>
                <a:spcPct val="100000"/>
              </a:lnSpc>
              <a:spcBef>
                <a:spcPts val="0"/>
              </a:spcBef>
              <a:spcAft>
                <a:spcPts val="0"/>
              </a:spcAft>
              <a:buSzPts val="1400"/>
              <a:buNone/>
            </a:pPr>
            <a:fld id="{00000000-1234-1234-1234-123412341234}" type="slidenum">
              <a:rPr lang="es-AR"/>
              <a:t>19</a:t>
            </a:fld>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86"/>
        <p:cNvGrpSpPr/>
        <p:nvPr/>
      </p:nvGrpSpPr>
      <p:grpSpPr>
        <a:xfrm>
          <a:off x="0" y="0"/>
          <a:ext cx="0" cy="0"/>
          <a:chOff x="0" y="0"/>
          <a:chExt cx="0" cy="0"/>
        </a:xfrm>
      </p:grpSpPr>
      <p:sp>
        <p:nvSpPr>
          <p:cNvPr id="387" name="Google Shape;387;p19:notes"/>
          <p:cNvSpPr>
            <a:spLocks noGrp="1" noRot="1" noChangeAspect="1"/>
          </p:cNvSpPr>
          <p:nvPr>
            <p:ph type="sldImg" idx="2"/>
          </p:nvPr>
        </p:nvSpPr>
        <p:spPr>
          <a:xfrm>
            <a:off x="884238" y="600075"/>
            <a:ext cx="5546725" cy="3840163"/>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88" name="Google Shape;388;p19:notes"/>
          <p:cNvSpPr txBox="1">
            <a:spLocks noGrp="1"/>
          </p:cNvSpPr>
          <p:nvPr>
            <p:ph type="body" idx="1"/>
          </p:nvPr>
        </p:nvSpPr>
        <p:spPr>
          <a:xfrm>
            <a:off x="228576" y="4560570"/>
            <a:ext cx="6858048" cy="4440585"/>
          </a:xfrm>
          <a:prstGeom prst="rect">
            <a:avLst/>
          </a:prstGeom>
          <a:noFill/>
          <a:ln>
            <a:noFill/>
          </a:ln>
        </p:spPr>
        <p:txBody>
          <a:bodyPr spcFirstLastPara="1" wrap="square" lIns="91425" tIns="45700" rIns="91425" bIns="45700" anchor="t" anchorCtr="0">
            <a:normAutofit/>
          </a:bodyPr>
          <a:lstStyle/>
          <a:p>
            <a:pPr marL="0" lvl="0" indent="0" algn="l" rtl="0">
              <a:lnSpc>
                <a:spcPct val="100000"/>
              </a:lnSpc>
              <a:spcBef>
                <a:spcPts val="0"/>
              </a:spcBef>
              <a:spcAft>
                <a:spcPts val="0"/>
              </a:spcAft>
              <a:buSzPts val="1400"/>
              <a:buNone/>
            </a:pPr>
            <a:endParaRPr sz="1200" b="0" i="0" u="none" strike="noStrike">
              <a:solidFill>
                <a:schemeClr val="dk1"/>
              </a:solidFill>
              <a:latin typeface="Arial"/>
              <a:ea typeface="Arial"/>
              <a:cs typeface="Arial"/>
              <a:sym typeface="Arial"/>
            </a:endParaRPr>
          </a:p>
        </p:txBody>
      </p:sp>
      <p:sp>
        <p:nvSpPr>
          <p:cNvPr id="389" name="Google Shape;389;p19:notes"/>
          <p:cNvSpPr txBox="1">
            <a:spLocks noGrp="1"/>
          </p:cNvSpPr>
          <p:nvPr>
            <p:ph type="ftr" idx="11"/>
          </p:nvPr>
        </p:nvSpPr>
        <p:spPr>
          <a:xfrm>
            <a:off x="0" y="9119474"/>
            <a:ext cx="3169920" cy="480060"/>
          </a:xfrm>
          <a:prstGeom prst="rect">
            <a:avLst/>
          </a:prstGeom>
          <a:noFill/>
          <a:ln>
            <a:noFill/>
          </a:ln>
        </p:spPr>
        <p:txBody>
          <a:bodyPr spcFirstLastPara="1" wrap="square" lIns="180000" tIns="36000" rIns="72000" bIns="180000" anchor="b" anchorCtr="0">
            <a:noAutofit/>
          </a:bodyPr>
          <a:lstStyle/>
          <a:p>
            <a:pPr marL="0" lvl="0" indent="0" algn="l" rtl="0">
              <a:lnSpc>
                <a:spcPct val="100000"/>
              </a:lnSpc>
              <a:spcBef>
                <a:spcPts val="0"/>
              </a:spcBef>
              <a:spcAft>
                <a:spcPts val="0"/>
              </a:spcAft>
              <a:buSzPts val="1400"/>
              <a:buNone/>
            </a:pPr>
            <a:r>
              <a:rPr lang="es-AR"/>
              <a:t>© 2010 Capgemini. All rights reserved.</a:t>
            </a:r>
            <a:endParaRPr/>
          </a:p>
        </p:txBody>
      </p:sp>
      <p:sp>
        <p:nvSpPr>
          <p:cNvPr id="390" name="Google Shape;390;p19:notes"/>
          <p:cNvSpPr txBox="1">
            <a:spLocks noGrp="1"/>
          </p:cNvSpPr>
          <p:nvPr>
            <p:ph type="sldNum" idx="12"/>
          </p:nvPr>
        </p:nvSpPr>
        <p:spPr>
          <a:xfrm>
            <a:off x="4143587" y="9119474"/>
            <a:ext cx="3169920" cy="480060"/>
          </a:xfrm>
          <a:prstGeom prst="rect">
            <a:avLst/>
          </a:prstGeom>
          <a:noFill/>
          <a:ln>
            <a:noFill/>
          </a:ln>
        </p:spPr>
        <p:txBody>
          <a:bodyPr spcFirstLastPara="1" wrap="square" lIns="72000" tIns="36000" rIns="180000" bIns="180000" anchor="b" anchorCtr="0">
            <a:noAutofit/>
          </a:bodyPr>
          <a:lstStyle/>
          <a:p>
            <a:pPr marL="0" lvl="0" indent="0" algn="r" rtl="0">
              <a:lnSpc>
                <a:spcPct val="100000"/>
              </a:lnSpc>
              <a:spcBef>
                <a:spcPts val="0"/>
              </a:spcBef>
              <a:spcAft>
                <a:spcPts val="0"/>
              </a:spcAft>
              <a:buSzPts val="1400"/>
              <a:buNone/>
            </a:pPr>
            <a:fld id="{00000000-1234-1234-1234-123412341234}" type="slidenum">
              <a:rPr lang="es-AR"/>
              <a:t>20</a:t>
            </a:fld>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96"/>
        <p:cNvGrpSpPr/>
        <p:nvPr/>
      </p:nvGrpSpPr>
      <p:grpSpPr>
        <a:xfrm>
          <a:off x="0" y="0"/>
          <a:ext cx="0" cy="0"/>
          <a:chOff x="0" y="0"/>
          <a:chExt cx="0" cy="0"/>
        </a:xfrm>
      </p:grpSpPr>
      <p:sp>
        <p:nvSpPr>
          <p:cNvPr id="397" name="Google Shape;397;p20:notes"/>
          <p:cNvSpPr>
            <a:spLocks noGrp="1" noRot="1" noChangeAspect="1"/>
          </p:cNvSpPr>
          <p:nvPr>
            <p:ph type="sldImg" idx="2"/>
          </p:nvPr>
        </p:nvSpPr>
        <p:spPr>
          <a:xfrm>
            <a:off x="884238" y="600075"/>
            <a:ext cx="5546725" cy="3840163"/>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98" name="Google Shape;398;p20:notes"/>
          <p:cNvSpPr txBox="1">
            <a:spLocks noGrp="1"/>
          </p:cNvSpPr>
          <p:nvPr>
            <p:ph type="body" idx="1"/>
          </p:nvPr>
        </p:nvSpPr>
        <p:spPr>
          <a:xfrm>
            <a:off x="228576" y="4560570"/>
            <a:ext cx="6858048" cy="4440585"/>
          </a:xfrm>
          <a:prstGeom prst="rect">
            <a:avLst/>
          </a:prstGeom>
          <a:noFill/>
          <a:ln>
            <a:noFill/>
          </a:ln>
        </p:spPr>
        <p:txBody>
          <a:bodyPr spcFirstLastPara="1" wrap="square" lIns="91425" tIns="45700" rIns="91425" bIns="45700" anchor="t" anchorCtr="0">
            <a:normAutofit/>
          </a:bodyPr>
          <a:lstStyle/>
          <a:p>
            <a:pPr marL="0" lvl="0" indent="0" algn="l" rtl="0">
              <a:lnSpc>
                <a:spcPct val="100000"/>
              </a:lnSpc>
              <a:spcBef>
                <a:spcPts val="0"/>
              </a:spcBef>
              <a:spcAft>
                <a:spcPts val="0"/>
              </a:spcAft>
              <a:buSzPts val="1400"/>
              <a:buNone/>
            </a:pPr>
            <a:endParaRPr sz="1200" b="0" i="0" u="none" strike="noStrike">
              <a:solidFill>
                <a:schemeClr val="dk1"/>
              </a:solidFill>
              <a:latin typeface="Arial"/>
              <a:ea typeface="Arial"/>
              <a:cs typeface="Arial"/>
              <a:sym typeface="Arial"/>
            </a:endParaRPr>
          </a:p>
        </p:txBody>
      </p:sp>
      <p:sp>
        <p:nvSpPr>
          <p:cNvPr id="399" name="Google Shape;399;p20:notes"/>
          <p:cNvSpPr txBox="1">
            <a:spLocks noGrp="1"/>
          </p:cNvSpPr>
          <p:nvPr>
            <p:ph type="ftr" idx="11"/>
          </p:nvPr>
        </p:nvSpPr>
        <p:spPr>
          <a:xfrm>
            <a:off x="0" y="9119474"/>
            <a:ext cx="3169920" cy="480060"/>
          </a:xfrm>
          <a:prstGeom prst="rect">
            <a:avLst/>
          </a:prstGeom>
          <a:noFill/>
          <a:ln>
            <a:noFill/>
          </a:ln>
        </p:spPr>
        <p:txBody>
          <a:bodyPr spcFirstLastPara="1" wrap="square" lIns="180000" tIns="36000" rIns="72000" bIns="180000" anchor="b" anchorCtr="0">
            <a:noAutofit/>
          </a:bodyPr>
          <a:lstStyle/>
          <a:p>
            <a:pPr marL="0" lvl="0" indent="0" algn="l" rtl="0">
              <a:lnSpc>
                <a:spcPct val="100000"/>
              </a:lnSpc>
              <a:spcBef>
                <a:spcPts val="0"/>
              </a:spcBef>
              <a:spcAft>
                <a:spcPts val="0"/>
              </a:spcAft>
              <a:buSzPts val="1400"/>
              <a:buNone/>
            </a:pPr>
            <a:r>
              <a:rPr lang="es-AR"/>
              <a:t>© 2010 Capgemini. All rights reserved.</a:t>
            </a:r>
            <a:endParaRPr/>
          </a:p>
        </p:txBody>
      </p:sp>
      <p:sp>
        <p:nvSpPr>
          <p:cNvPr id="400" name="Google Shape;400;p20:notes"/>
          <p:cNvSpPr txBox="1">
            <a:spLocks noGrp="1"/>
          </p:cNvSpPr>
          <p:nvPr>
            <p:ph type="sldNum" idx="12"/>
          </p:nvPr>
        </p:nvSpPr>
        <p:spPr>
          <a:xfrm>
            <a:off x="4143587" y="9119474"/>
            <a:ext cx="3169920" cy="480060"/>
          </a:xfrm>
          <a:prstGeom prst="rect">
            <a:avLst/>
          </a:prstGeom>
          <a:noFill/>
          <a:ln>
            <a:noFill/>
          </a:ln>
        </p:spPr>
        <p:txBody>
          <a:bodyPr spcFirstLastPara="1" wrap="square" lIns="72000" tIns="36000" rIns="180000" bIns="180000" anchor="b" anchorCtr="0">
            <a:noAutofit/>
          </a:bodyPr>
          <a:lstStyle/>
          <a:p>
            <a:pPr marL="0" lvl="0" indent="0" algn="r" rtl="0">
              <a:lnSpc>
                <a:spcPct val="100000"/>
              </a:lnSpc>
              <a:spcBef>
                <a:spcPts val="0"/>
              </a:spcBef>
              <a:spcAft>
                <a:spcPts val="0"/>
              </a:spcAft>
              <a:buSzPts val="1400"/>
              <a:buNone/>
            </a:pPr>
            <a:fld id="{00000000-1234-1234-1234-123412341234}" type="slidenum">
              <a:rPr lang="es-AR"/>
              <a:t>21</a:t>
            </a:fld>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06"/>
        <p:cNvGrpSpPr/>
        <p:nvPr/>
      </p:nvGrpSpPr>
      <p:grpSpPr>
        <a:xfrm>
          <a:off x="0" y="0"/>
          <a:ext cx="0" cy="0"/>
          <a:chOff x="0" y="0"/>
          <a:chExt cx="0" cy="0"/>
        </a:xfrm>
      </p:grpSpPr>
      <p:sp>
        <p:nvSpPr>
          <p:cNvPr id="407" name="Google Shape;407;p21:notes"/>
          <p:cNvSpPr>
            <a:spLocks noGrp="1" noRot="1" noChangeAspect="1"/>
          </p:cNvSpPr>
          <p:nvPr>
            <p:ph type="sldImg" idx="2"/>
          </p:nvPr>
        </p:nvSpPr>
        <p:spPr>
          <a:xfrm>
            <a:off x="884238" y="600075"/>
            <a:ext cx="5546725" cy="3840163"/>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408" name="Google Shape;408;p21:notes"/>
          <p:cNvSpPr txBox="1">
            <a:spLocks noGrp="1"/>
          </p:cNvSpPr>
          <p:nvPr>
            <p:ph type="body" idx="1"/>
          </p:nvPr>
        </p:nvSpPr>
        <p:spPr>
          <a:xfrm>
            <a:off x="228576" y="4560570"/>
            <a:ext cx="6858048" cy="4440585"/>
          </a:xfrm>
          <a:prstGeom prst="rect">
            <a:avLst/>
          </a:prstGeom>
          <a:noFill/>
          <a:ln>
            <a:noFill/>
          </a:ln>
        </p:spPr>
        <p:txBody>
          <a:bodyPr spcFirstLastPara="1" wrap="square" lIns="91425" tIns="45700" rIns="91425" bIns="45700" anchor="t" anchorCtr="0">
            <a:normAutofit/>
          </a:bodyPr>
          <a:lstStyle/>
          <a:p>
            <a:pPr marL="0" lvl="0" indent="0" algn="l" rtl="0">
              <a:lnSpc>
                <a:spcPct val="100000"/>
              </a:lnSpc>
              <a:spcBef>
                <a:spcPts val="0"/>
              </a:spcBef>
              <a:spcAft>
                <a:spcPts val="0"/>
              </a:spcAft>
              <a:buSzPts val="1400"/>
              <a:buNone/>
            </a:pPr>
            <a:r>
              <a:rPr lang="es-AR" sz="1200" b="0" i="0" u="none" strike="noStrike">
                <a:solidFill>
                  <a:schemeClr val="dk1"/>
                </a:solidFill>
                <a:latin typeface="Arial"/>
                <a:ea typeface="Arial"/>
                <a:cs typeface="Arial"/>
                <a:sym typeface="Arial"/>
              </a:rPr>
              <a:t>Utilizar el video The Blind Side (S. Bullock) para ejemplificar y que identifiquen cada componente del modelo.</a:t>
            </a:r>
            <a:endParaRPr/>
          </a:p>
        </p:txBody>
      </p:sp>
      <p:sp>
        <p:nvSpPr>
          <p:cNvPr id="409" name="Google Shape;409;p21:notes"/>
          <p:cNvSpPr txBox="1">
            <a:spLocks noGrp="1"/>
          </p:cNvSpPr>
          <p:nvPr>
            <p:ph type="ftr" idx="11"/>
          </p:nvPr>
        </p:nvSpPr>
        <p:spPr>
          <a:xfrm>
            <a:off x="0" y="9119474"/>
            <a:ext cx="3169920" cy="480060"/>
          </a:xfrm>
          <a:prstGeom prst="rect">
            <a:avLst/>
          </a:prstGeom>
          <a:noFill/>
          <a:ln>
            <a:noFill/>
          </a:ln>
        </p:spPr>
        <p:txBody>
          <a:bodyPr spcFirstLastPara="1" wrap="square" lIns="180000" tIns="36000" rIns="72000" bIns="180000" anchor="b" anchorCtr="0">
            <a:noAutofit/>
          </a:bodyPr>
          <a:lstStyle/>
          <a:p>
            <a:pPr marL="0" lvl="0" indent="0" algn="l" rtl="0">
              <a:lnSpc>
                <a:spcPct val="100000"/>
              </a:lnSpc>
              <a:spcBef>
                <a:spcPts val="0"/>
              </a:spcBef>
              <a:spcAft>
                <a:spcPts val="0"/>
              </a:spcAft>
              <a:buSzPts val="1400"/>
              <a:buNone/>
            </a:pPr>
            <a:r>
              <a:rPr lang="es-AR"/>
              <a:t>© 2010 Capgemini. All rights reserved.</a:t>
            </a:r>
            <a:endParaRPr/>
          </a:p>
        </p:txBody>
      </p:sp>
      <p:sp>
        <p:nvSpPr>
          <p:cNvPr id="410" name="Google Shape;410;p21:notes"/>
          <p:cNvSpPr txBox="1">
            <a:spLocks noGrp="1"/>
          </p:cNvSpPr>
          <p:nvPr>
            <p:ph type="sldNum" idx="12"/>
          </p:nvPr>
        </p:nvSpPr>
        <p:spPr>
          <a:xfrm>
            <a:off x="4143587" y="9119474"/>
            <a:ext cx="3169920" cy="480060"/>
          </a:xfrm>
          <a:prstGeom prst="rect">
            <a:avLst/>
          </a:prstGeom>
          <a:noFill/>
          <a:ln>
            <a:noFill/>
          </a:ln>
        </p:spPr>
        <p:txBody>
          <a:bodyPr spcFirstLastPara="1" wrap="square" lIns="72000" tIns="36000" rIns="180000" bIns="180000" anchor="b" anchorCtr="0">
            <a:noAutofit/>
          </a:bodyPr>
          <a:lstStyle/>
          <a:p>
            <a:pPr marL="0" lvl="0" indent="0" algn="r" rtl="0">
              <a:lnSpc>
                <a:spcPct val="100000"/>
              </a:lnSpc>
              <a:spcBef>
                <a:spcPts val="0"/>
              </a:spcBef>
              <a:spcAft>
                <a:spcPts val="0"/>
              </a:spcAft>
              <a:buSzPts val="1400"/>
              <a:buNone/>
            </a:pPr>
            <a:fld id="{00000000-1234-1234-1234-123412341234}" type="slidenum">
              <a:rPr lang="es-AR"/>
              <a:t>22</a:t>
            </a:fld>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18"/>
        <p:cNvGrpSpPr/>
        <p:nvPr/>
      </p:nvGrpSpPr>
      <p:grpSpPr>
        <a:xfrm>
          <a:off x="0" y="0"/>
          <a:ext cx="0" cy="0"/>
          <a:chOff x="0" y="0"/>
          <a:chExt cx="0" cy="0"/>
        </a:xfrm>
      </p:grpSpPr>
      <p:sp>
        <p:nvSpPr>
          <p:cNvPr id="419" name="Google Shape;419;p22:notes"/>
          <p:cNvSpPr txBox="1">
            <a:spLocks noGrp="1"/>
          </p:cNvSpPr>
          <p:nvPr>
            <p:ph type="body" idx="1"/>
          </p:nvPr>
        </p:nvSpPr>
        <p:spPr>
          <a:xfrm>
            <a:off x="228576" y="4560570"/>
            <a:ext cx="6858048" cy="4440585"/>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420" name="Google Shape;420;p22:notes"/>
          <p:cNvSpPr>
            <a:spLocks noGrp="1" noRot="1" noChangeAspect="1"/>
          </p:cNvSpPr>
          <p:nvPr>
            <p:ph type="sldImg" idx="2"/>
          </p:nvPr>
        </p:nvSpPr>
        <p:spPr>
          <a:xfrm>
            <a:off x="884238" y="600075"/>
            <a:ext cx="5546725" cy="3840163"/>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70"/>
        <p:cNvGrpSpPr/>
        <p:nvPr/>
      </p:nvGrpSpPr>
      <p:grpSpPr>
        <a:xfrm>
          <a:off x="0" y="0"/>
          <a:ext cx="0" cy="0"/>
          <a:chOff x="0" y="0"/>
          <a:chExt cx="0" cy="0"/>
        </a:xfrm>
      </p:grpSpPr>
      <p:sp>
        <p:nvSpPr>
          <p:cNvPr id="471" name="Google Shape;471;p23:notes"/>
          <p:cNvSpPr>
            <a:spLocks noGrp="1" noRot="1" noChangeAspect="1"/>
          </p:cNvSpPr>
          <p:nvPr>
            <p:ph type="sldImg" idx="2"/>
          </p:nvPr>
        </p:nvSpPr>
        <p:spPr>
          <a:xfrm>
            <a:off x="884238" y="600075"/>
            <a:ext cx="5546725" cy="3840163"/>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472" name="Google Shape;472;p23:notes"/>
          <p:cNvSpPr txBox="1">
            <a:spLocks noGrp="1"/>
          </p:cNvSpPr>
          <p:nvPr>
            <p:ph type="body" idx="1"/>
          </p:nvPr>
        </p:nvSpPr>
        <p:spPr>
          <a:xfrm>
            <a:off x="228576" y="4560570"/>
            <a:ext cx="6858048" cy="4440585"/>
          </a:xfrm>
          <a:prstGeom prst="rect">
            <a:avLst/>
          </a:prstGeom>
          <a:noFill/>
          <a:ln>
            <a:noFill/>
          </a:ln>
        </p:spPr>
        <p:txBody>
          <a:bodyPr spcFirstLastPara="1" wrap="square" lIns="91425" tIns="45700" rIns="91425" bIns="45700" anchor="t" anchorCtr="0">
            <a:normAutofit/>
          </a:bodyPr>
          <a:lstStyle/>
          <a:p>
            <a:pPr marL="0" lvl="0" indent="0" algn="l" rtl="0">
              <a:lnSpc>
                <a:spcPct val="90000"/>
              </a:lnSpc>
              <a:spcBef>
                <a:spcPts val="0"/>
              </a:spcBef>
              <a:spcAft>
                <a:spcPts val="0"/>
              </a:spcAft>
              <a:buSzPts val="1400"/>
              <a:buNone/>
            </a:pPr>
            <a:r>
              <a:rPr lang="es-AR" sz="1200" b="1" i="0" u="none" strike="noStrike">
                <a:solidFill>
                  <a:schemeClr val="dk1"/>
                </a:solidFill>
                <a:latin typeface="Arial"/>
                <a:ea typeface="Arial"/>
                <a:cs typeface="Arial"/>
                <a:sym typeface="Arial"/>
              </a:rPr>
              <a:t>¿QUÉ ES LA EVALUACIÓN DEL DESEMPEÑO?</a:t>
            </a:r>
            <a:endParaRPr/>
          </a:p>
          <a:p>
            <a:pPr marL="0" lvl="0" indent="0" algn="l" rtl="0">
              <a:lnSpc>
                <a:spcPct val="90000"/>
              </a:lnSpc>
              <a:spcBef>
                <a:spcPts val="0"/>
              </a:spcBef>
              <a:spcAft>
                <a:spcPts val="0"/>
              </a:spcAft>
              <a:buSzPts val="1400"/>
              <a:buNone/>
            </a:pPr>
            <a:r>
              <a:rPr lang="es-AR" sz="1200" b="0" i="0" u="none" strike="noStrike">
                <a:solidFill>
                  <a:schemeClr val="dk1"/>
                </a:solidFill>
                <a:latin typeface="Arial"/>
                <a:ea typeface="Arial"/>
                <a:cs typeface="Arial"/>
                <a:sym typeface="Arial"/>
              </a:rPr>
              <a:t>Nuestro interés particular no está en el desempeño en general, sino, específicamente, en el desempeño en un puesto, o sea, en el comportamiento de la persona que lo ocupa. Este desempeño es situacional. Varía de una persona a otra y depende de innumerables factores condicionantes que influyen mucho en él. El valor de las recompensas y la percepción de que éstas dependen del afán personal determinan la magnitud del esfuerzo que el individuo esté dispuesto a hacer. Es una relación perfecta de costo beneficio. A su vez, el esfuerzo individual depende de las habilidades y las capacidades de la persona y de su percepción del papel que desempeñará.</a:t>
            </a:r>
            <a:endParaRPr/>
          </a:p>
          <a:p>
            <a:pPr marL="0" lvl="0" indent="0" algn="l" rtl="0">
              <a:lnSpc>
                <a:spcPct val="90000"/>
              </a:lnSpc>
              <a:spcBef>
                <a:spcPts val="0"/>
              </a:spcBef>
              <a:spcAft>
                <a:spcPts val="0"/>
              </a:spcAft>
              <a:buSzPts val="1400"/>
              <a:buNone/>
            </a:pPr>
            <a:r>
              <a:rPr lang="es-AR" sz="1200" b="0" i="0" u="none" strike="noStrike">
                <a:solidFill>
                  <a:schemeClr val="dk1"/>
                </a:solidFill>
                <a:latin typeface="Arial"/>
                <a:ea typeface="Arial"/>
                <a:cs typeface="Arial"/>
                <a:sym typeface="Arial"/>
              </a:rPr>
              <a:t>Así, el desempeño en el puesto está en función de todas aquellas variables que lo condicionan notoriamente. La </a:t>
            </a:r>
            <a:r>
              <a:rPr lang="es-AR" sz="1200" b="0" i="1" u="none" strike="noStrike">
                <a:solidFill>
                  <a:schemeClr val="dk1"/>
                </a:solidFill>
                <a:latin typeface="Arial"/>
                <a:ea typeface="Arial"/>
                <a:cs typeface="Arial"/>
                <a:sym typeface="Arial"/>
              </a:rPr>
              <a:t>evaluación del desempeño </a:t>
            </a:r>
            <a:r>
              <a:rPr lang="es-AR" sz="1200" b="0" i="0" u="none" strike="noStrike">
                <a:solidFill>
                  <a:schemeClr val="dk1"/>
                </a:solidFill>
                <a:latin typeface="Arial"/>
                <a:ea typeface="Arial"/>
                <a:cs typeface="Arial"/>
                <a:sym typeface="Arial"/>
              </a:rPr>
              <a:t>es una apreciación sistemática de cómo cada persona se desempeña en un puesto y de su potencial de desarrollo futuro. Toda </a:t>
            </a:r>
            <a:r>
              <a:rPr lang="es-AR" sz="1200" b="0" i="1" u="none" strike="noStrike">
                <a:solidFill>
                  <a:schemeClr val="dk1"/>
                </a:solidFill>
                <a:latin typeface="Arial"/>
                <a:ea typeface="Arial"/>
                <a:cs typeface="Arial"/>
                <a:sym typeface="Arial"/>
              </a:rPr>
              <a:t>evaluación </a:t>
            </a:r>
            <a:r>
              <a:rPr lang="es-AR" sz="1200" b="0" i="0" u="none" strike="noStrike">
                <a:solidFill>
                  <a:schemeClr val="dk1"/>
                </a:solidFill>
                <a:latin typeface="Arial"/>
                <a:ea typeface="Arial"/>
                <a:cs typeface="Arial"/>
                <a:sym typeface="Arial"/>
              </a:rPr>
              <a:t>es un proceso para estimular o juzgar el valor, la excelencia y las cualidades de una persona. (Chiavenato) </a:t>
            </a:r>
            <a:endParaRPr/>
          </a:p>
          <a:p>
            <a:pPr marL="0" lvl="0" indent="0" algn="l" rtl="0">
              <a:lnSpc>
                <a:spcPct val="90000"/>
              </a:lnSpc>
              <a:spcBef>
                <a:spcPts val="0"/>
              </a:spcBef>
              <a:spcAft>
                <a:spcPts val="0"/>
              </a:spcAft>
              <a:buSzPts val="1400"/>
              <a:buNone/>
            </a:pPr>
            <a:r>
              <a:rPr lang="es-AR" sz="1200" b="0" i="0" u="none" strike="noStrike">
                <a:solidFill>
                  <a:schemeClr val="dk1"/>
                </a:solidFill>
                <a:latin typeface="Arial"/>
                <a:ea typeface="Arial"/>
                <a:cs typeface="Arial"/>
                <a:sym typeface="Arial"/>
              </a:rPr>
              <a:t>En resumen, los objetivos fundamentales de la evaluación del desempeño se pueden presentar en tres fases:</a:t>
            </a:r>
            <a:endParaRPr/>
          </a:p>
          <a:p>
            <a:pPr marL="0" lvl="0" indent="0" algn="l" rtl="0">
              <a:lnSpc>
                <a:spcPct val="90000"/>
              </a:lnSpc>
              <a:spcBef>
                <a:spcPts val="0"/>
              </a:spcBef>
              <a:spcAft>
                <a:spcPts val="0"/>
              </a:spcAft>
              <a:buSzPts val="1400"/>
              <a:buNone/>
            </a:pPr>
            <a:r>
              <a:rPr lang="es-AR" sz="1200" b="0" i="0" u="none" strike="noStrike">
                <a:solidFill>
                  <a:schemeClr val="dk1"/>
                </a:solidFill>
                <a:latin typeface="Arial"/>
                <a:ea typeface="Arial"/>
                <a:cs typeface="Arial"/>
                <a:sym typeface="Arial"/>
              </a:rPr>
              <a:t>1. Permitir condiciones de medición del potencial humano a efecto de determinar su plena utilización.</a:t>
            </a:r>
            <a:endParaRPr/>
          </a:p>
          <a:p>
            <a:pPr marL="0" lvl="0" indent="0" algn="l" rtl="0">
              <a:lnSpc>
                <a:spcPct val="90000"/>
              </a:lnSpc>
              <a:spcBef>
                <a:spcPts val="0"/>
              </a:spcBef>
              <a:spcAft>
                <a:spcPts val="0"/>
              </a:spcAft>
              <a:buSzPts val="1400"/>
              <a:buNone/>
            </a:pPr>
            <a:r>
              <a:rPr lang="es-AR" sz="1200" b="0" i="0" u="none" strike="noStrike">
                <a:solidFill>
                  <a:schemeClr val="dk1"/>
                </a:solidFill>
                <a:latin typeface="Arial"/>
                <a:ea typeface="Arial"/>
                <a:cs typeface="Arial"/>
                <a:sym typeface="Arial"/>
              </a:rPr>
              <a:t>2. Permitir que los </a:t>
            </a:r>
            <a:r>
              <a:rPr lang="es-AR" sz="1200" b="0" i="1" u="none" strike="noStrike">
                <a:solidFill>
                  <a:schemeClr val="dk1"/>
                </a:solidFill>
                <a:latin typeface="Arial"/>
                <a:ea typeface="Arial"/>
                <a:cs typeface="Arial"/>
                <a:sym typeface="Arial"/>
              </a:rPr>
              <a:t>recursos humanos </a:t>
            </a:r>
            <a:r>
              <a:rPr lang="es-AR" sz="1200" b="0" i="0" u="none" strike="noStrike">
                <a:solidFill>
                  <a:schemeClr val="dk1"/>
                </a:solidFill>
                <a:latin typeface="Arial"/>
                <a:ea typeface="Arial"/>
                <a:cs typeface="Arial"/>
                <a:sym typeface="Arial"/>
              </a:rPr>
              <a:t>sean tratados como una importante ventaja competitiva de la organización, cuya productividad puede ser desarrollada dependiendo, obviamente, de la forma de la administración.</a:t>
            </a:r>
            <a:endParaRPr/>
          </a:p>
          <a:p>
            <a:pPr marL="0" lvl="0" indent="0" algn="l" rtl="0">
              <a:lnSpc>
                <a:spcPct val="90000"/>
              </a:lnSpc>
              <a:spcBef>
                <a:spcPts val="0"/>
              </a:spcBef>
              <a:spcAft>
                <a:spcPts val="0"/>
              </a:spcAft>
              <a:buSzPts val="1400"/>
              <a:buNone/>
            </a:pPr>
            <a:r>
              <a:rPr lang="es-AR" sz="1200" b="0" i="0" u="none" strike="noStrike">
                <a:solidFill>
                  <a:schemeClr val="dk1"/>
                </a:solidFill>
                <a:latin typeface="Arial"/>
                <a:ea typeface="Arial"/>
                <a:cs typeface="Arial"/>
                <a:sym typeface="Arial"/>
              </a:rPr>
              <a:t>3. Ofrecer oportunidades de crecimiento y condiciones de participación efectiva a todos los miembros de la organización, con la consideración de los objetivos de la organización, de una parte, y los objetivos de los individuos, de la otra.</a:t>
            </a:r>
            <a:endParaRPr/>
          </a:p>
        </p:txBody>
      </p:sp>
      <p:sp>
        <p:nvSpPr>
          <p:cNvPr id="473" name="Google Shape;473;p23:notes"/>
          <p:cNvSpPr txBox="1">
            <a:spLocks noGrp="1"/>
          </p:cNvSpPr>
          <p:nvPr>
            <p:ph type="ftr" idx="11"/>
          </p:nvPr>
        </p:nvSpPr>
        <p:spPr>
          <a:xfrm>
            <a:off x="0" y="9119474"/>
            <a:ext cx="3169920" cy="480060"/>
          </a:xfrm>
          <a:prstGeom prst="rect">
            <a:avLst/>
          </a:prstGeom>
          <a:noFill/>
          <a:ln>
            <a:noFill/>
          </a:ln>
        </p:spPr>
        <p:txBody>
          <a:bodyPr spcFirstLastPara="1" wrap="square" lIns="180000" tIns="36000" rIns="72000" bIns="180000" anchor="b" anchorCtr="0">
            <a:noAutofit/>
          </a:bodyPr>
          <a:lstStyle/>
          <a:p>
            <a:pPr marL="0" lvl="0" indent="0" algn="l" rtl="0">
              <a:lnSpc>
                <a:spcPct val="100000"/>
              </a:lnSpc>
              <a:spcBef>
                <a:spcPts val="0"/>
              </a:spcBef>
              <a:spcAft>
                <a:spcPts val="0"/>
              </a:spcAft>
              <a:buSzPts val="1400"/>
              <a:buNone/>
            </a:pPr>
            <a:r>
              <a:rPr lang="es-AR"/>
              <a:t>© 2010 Capgemini. All rights reserved.</a:t>
            </a:r>
            <a:endParaRPr/>
          </a:p>
        </p:txBody>
      </p:sp>
      <p:sp>
        <p:nvSpPr>
          <p:cNvPr id="474" name="Google Shape;474;p23:notes"/>
          <p:cNvSpPr txBox="1">
            <a:spLocks noGrp="1"/>
          </p:cNvSpPr>
          <p:nvPr>
            <p:ph type="sldNum" idx="12"/>
          </p:nvPr>
        </p:nvSpPr>
        <p:spPr>
          <a:xfrm>
            <a:off x="4143587" y="9119474"/>
            <a:ext cx="3169920" cy="480060"/>
          </a:xfrm>
          <a:prstGeom prst="rect">
            <a:avLst/>
          </a:prstGeom>
          <a:noFill/>
          <a:ln>
            <a:noFill/>
          </a:ln>
        </p:spPr>
        <p:txBody>
          <a:bodyPr spcFirstLastPara="1" wrap="square" lIns="72000" tIns="36000" rIns="180000" bIns="180000" anchor="b" anchorCtr="0">
            <a:noAutofit/>
          </a:bodyPr>
          <a:lstStyle/>
          <a:p>
            <a:pPr marL="0" lvl="0" indent="0" algn="r" rtl="0">
              <a:lnSpc>
                <a:spcPct val="100000"/>
              </a:lnSpc>
              <a:spcBef>
                <a:spcPts val="0"/>
              </a:spcBef>
              <a:spcAft>
                <a:spcPts val="0"/>
              </a:spcAft>
              <a:buSzPts val="1400"/>
              <a:buNone/>
            </a:pPr>
            <a:fld id="{00000000-1234-1234-1234-123412341234}" type="slidenum">
              <a:rPr lang="es-AR"/>
              <a:t>24</a:t>
            </a:fld>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92"/>
        <p:cNvGrpSpPr/>
        <p:nvPr/>
      </p:nvGrpSpPr>
      <p:grpSpPr>
        <a:xfrm>
          <a:off x="0" y="0"/>
          <a:ext cx="0" cy="0"/>
          <a:chOff x="0" y="0"/>
          <a:chExt cx="0" cy="0"/>
        </a:xfrm>
      </p:grpSpPr>
      <p:sp>
        <p:nvSpPr>
          <p:cNvPr id="493" name="Google Shape;493;p65:notes"/>
          <p:cNvSpPr>
            <a:spLocks noGrp="1" noRot="1" noChangeAspect="1"/>
          </p:cNvSpPr>
          <p:nvPr>
            <p:ph type="sldImg" idx="2"/>
          </p:nvPr>
        </p:nvSpPr>
        <p:spPr>
          <a:xfrm>
            <a:off x="884238" y="600075"/>
            <a:ext cx="5546725" cy="3840163"/>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494" name="Google Shape;494;p65:notes"/>
          <p:cNvSpPr txBox="1">
            <a:spLocks noGrp="1"/>
          </p:cNvSpPr>
          <p:nvPr>
            <p:ph type="body" idx="1"/>
          </p:nvPr>
        </p:nvSpPr>
        <p:spPr>
          <a:xfrm>
            <a:off x="228576" y="4560570"/>
            <a:ext cx="6858048" cy="4440585"/>
          </a:xfrm>
          <a:prstGeom prst="rect">
            <a:avLst/>
          </a:prstGeom>
          <a:noFill/>
          <a:ln>
            <a:noFill/>
          </a:ln>
        </p:spPr>
        <p:txBody>
          <a:bodyPr spcFirstLastPara="1" wrap="square" lIns="91425" tIns="45700" rIns="91425" bIns="45700" anchor="t" anchorCtr="0">
            <a:normAutofit/>
          </a:bodyPr>
          <a:lstStyle/>
          <a:p>
            <a:pPr marL="457200" marR="0" lvl="0" indent="-228600" algn="l" rtl="0">
              <a:lnSpc>
                <a:spcPct val="100000"/>
              </a:lnSpc>
              <a:spcBef>
                <a:spcPts val="0"/>
              </a:spcBef>
              <a:spcAft>
                <a:spcPts val="0"/>
              </a:spcAft>
              <a:buSzPts val="1400"/>
              <a:buNone/>
            </a:pPr>
            <a:endParaRPr/>
          </a:p>
        </p:txBody>
      </p:sp>
      <p:sp>
        <p:nvSpPr>
          <p:cNvPr id="495" name="Google Shape;495;p65:notes"/>
          <p:cNvSpPr txBox="1">
            <a:spLocks noGrp="1"/>
          </p:cNvSpPr>
          <p:nvPr>
            <p:ph type="sldNum" idx="12"/>
          </p:nvPr>
        </p:nvSpPr>
        <p:spPr>
          <a:xfrm>
            <a:off x="4143587" y="9119474"/>
            <a:ext cx="3169920" cy="480060"/>
          </a:xfrm>
          <a:prstGeom prst="rect">
            <a:avLst/>
          </a:prstGeom>
          <a:noFill/>
          <a:ln>
            <a:noFill/>
          </a:ln>
        </p:spPr>
        <p:txBody>
          <a:bodyPr spcFirstLastPara="1" wrap="square" lIns="72000" tIns="36000" rIns="180000" bIns="180000" anchor="b" anchorCtr="0">
            <a:noAutofit/>
          </a:bodyPr>
          <a:lstStyle/>
          <a:p>
            <a:pPr marL="0" marR="0" lvl="0" indent="0" algn="r" rtl="0">
              <a:lnSpc>
                <a:spcPct val="100000"/>
              </a:lnSpc>
              <a:spcBef>
                <a:spcPts val="0"/>
              </a:spcBef>
              <a:spcAft>
                <a:spcPts val="0"/>
              </a:spcAft>
              <a:buClr>
                <a:srgbClr val="000000"/>
              </a:buClr>
              <a:buSzPts val="800"/>
              <a:buFont typeface="Arial"/>
              <a:buNone/>
            </a:pPr>
            <a:fld id="{00000000-1234-1234-1234-123412341234}" type="slidenum">
              <a:rPr lang="es-AR" sz="800" b="1" i="0" u="none" strike="noStrike" cap="none">
                <a:solidFill>
                  <a:schemeClr val="dk1"/>
                </a:solidFill>
                <a:latin typeface="Arial"/>
                <a:ea typeface="Arial"/>
                <a:cs typeface="Arial"/>
                <a:sym typeface="Arial"/>
              </a:rPr>
              <a:t>25</a:t>
            </a:fld>
            <a:endParaRPr sz="800" b="1" i="0" u="none" strike="noStrike" cap="none">
              <a:solidFill>
                <a:schemeClr val="dk1"/>
              </a:solidFill>
              <a:latin typeface="Arial"/>
              <a:ea typeface="Arial"/>
              <a:cs typeface="Arial"/>
              <a:sym typeface="Arial"/>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matchingName="Cover-People">
  <p:cSld name="Cover-People">
    <p:spTree>
      <p:nvGrpSpPr>
        <p:cNvPr id="1" name="Shape 14"/>
        <p:cNvGrpSpPr/>
        <p:nvPr/>
      </p:nvGrpSpPr>
      <p:grpSpPr>
        <a:xfrm>
          <a:off x="0" y="0"/>
          <a:ext cx="0" cy="0"/>
          <a:chOff x="0" y="0"/>
          <a:chExt cx="0" cy="0"/>
        </a:xfrm>
      </p:grpSpPr>
      <p:sp>
        <p:nvSpPr>
          <p:cNvPr id="15" name="Google Shape;15;p50"/>
          <p:cNvSpPr/>
          <p:nvPr/>
        </p:nvSpPr>
        <p:spPr>
          <a:xfrm>
            <a:off x="-7943" y="6286500"/>
            <a:ext cx="9907200" cy="17463"/>
          </a:xfrm>
          <a:prstGeom prst="rect">
            <a:avLst/>
          </a:prstGeom>
          <a:gradFill>
            <a:gsLst>
              <a:gs pos="0">
                <a:srgbClr val="E5E6E8"/>
              </a:gs>
              <a:gs pos="100000">
                <a:schemeClr val="dk2"/>
              </a:gs>
            </a:gsLst>
            <a:lin ang="0" scaled="0"/>
          </a:gradFill>
          <a:ln>
            <a:noFill/>
          </a:ln>
        </p:spPr>
        <p:txBody>
          <a:bodyPr spcFirstLastPara="1" wrap="square" lIns="91425" tIns="45700" rIns="91425" bIns="45700" anchor="ctr" anchorCtr="0">
            <a:noAutofit/>
          </a:bodyPr>
          <a:lstStyle/>
          <a:p>
            <a:pPr marL="0" marR="0" lvl="0" indent="0" algn="ctr" rtl="0">
              <a:lnSpc>
                <a:spcPct val="85000"/>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p:txBody>
      </p:sp>
      <p:sp>
        <p:nvSpPr>
          <p:cNvPr id="16" name="Google Shape;16;p50"/>
          <p:cNvSpPr/>
          <p:nvPr/>
        </p:nvSpPr>
        <p:spPr>
          <a:xfrm>
            <a:off x="-24978" y="1196959"/>
            <a:ext cx="9907200" cy="17463"/>
          </a:xfrm>
          <a:prstGeom prst="rect">
            <a:avLst/>
          </a:prstGeom>
          <a:gradFill>
            <a:gsLst>
              <a:gs pos="0">
                <a:srgbClr val="E5E6E8"/>
              </a:gs>
              <a:gs pos="100000">
                <a:schemeClr val="dk2"/>
              </a:gs>
            </a:gsLst>
            <a:lin ang="0" scaled="0"/>
          </a:gradFill>
          <a:ln>
            <a:noFill/>
          </a:ln>
        </p:spPr>
        <p:txBody>
          <a:bodyPr spcFirstLastPara="1" wrap="square" lIns="91425" tIns="45700" rIns="91425" bIns="45700" anchor="ctr" anchorCtr="0">
            <a:noAutofit/>
          </a:bodyPr>
          <a:lstStyle/>
          <a:p>
            <a:pPr marL="0" marR="0" lvl="0" indent="0" algn="ctr" rtl="0">
              <a:lnSpc>
                <a:spcPct val="85000"/>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2_Diapositiva de título">
  <p:cSld name="2_Diapositiva de título">
    <p:spTree>
      <p:nvGrpSpPr>
        <p:cNvPr id="1" name="Shape 17"/>
        <p:cNvGrpSpPr/>
        <p:nvPr/>
      </p:nvGrpSpPr>
      <p:grpSpPr>
        <a:xfrm>
          <a:off x="0" y="0"/>
          <a:ext cx="0" cy="0"/>
          <a:chOff x="0" y="0"/>
          <a:chExt cx="0" cy="0"/>
        </a:xfrm>
      </p:grpSpPr>
      <p:sp>
        <p:nvSpPr>
          <p:cNvPr id="18" name="Google Shape;18;p51"/>
          <p:cNvSpPr/>
          <p:nvPr/>
        </p:nvSpPr>
        <p:spPr>
          <a:xfrm>
            <a:off x="-24978" y="1196959"/>
            <a:ext cx="9907200" cy="17463"/>
          </a:xfrm>
          <a:prstGeom prst="rect">
            <a:avLst/>
          </a:prstGeom>
          <a:gradFill>
            <a:gsLst>
              <a:gs pos="0">
                <a:srgbClr val="E5E6E8"/>
              </a:gs>
              <a:gs pos="100000">
                <a:schemeClr val="dk2"/>
              </a:gs>
            </a:gsLst>
            <a:lin ang="0" scaled="0"/>
          </a:gradFill>
          <a:ln>
            <a:noFill/>
          </a:ln>
        </p:spPr>
        <p:txBody>
          <a:bodyPr spcFirstLastPara="1" wrap="square" lIns="91425" tIns="45700" rIns="91425" bIns="45700" anchor="ctr" anchorCtr="0">
            <a:noAutofit/>
          </a:bodyPr>
          <a:lstStyle/>
          <a:p>
            <a:pPr marL="0" marR="0" lvl="0" indent="0" algn="ctr" rtl="0">
              <a:lnSpc>
                <a:spcPct val="85000"/>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matchingName="Slide">
  <p:cSld name="Slide">
    <p:spTree>
      <p:nvGrpSpPr>
        <p:cNvPr id="1" name="Shape 19"/>
        <p:cNvGrpSpPr/>
        <p:nvPr/>
      </p:nvGrpSpPr>
      <p:grpSpPr>
        <a:xfrm>
          <a:off x="0" y="0"/>
          <a:ext cx="0" cy="0"/>
          <a:chOff x="0" y="0"/>
          <a:chExt cx="0" cy="0"/>
        </a:xfrm>
      </p:grpSpPr>
      <p:sp>
        <p:nvSpPr>
          <p:cNvPr id="20" name="Google Shape;20;p66"/>
          <p:cNvSpPr/>
          <p:nvPr/>
        </p:nvSpPr>
        <p:spPr>
          <a:xfrm>
            <a:off x="600" y="1091668"/>
            <a:ext cx="9924236" cy="45719"/>
          </a:xfrm>
          <a:prstGeom prst="rect">
            <a:avLst/>
          </a:prstGeom>
          <a:gradFill>
            <a:gsLst>
              <a:gs pos="0">
                <a:srgbClr val="E5E6E8"/>
              </a:gs>
              <a:gs pos="100000">
                <a:schemeClr val="dk2"/>
              </a:gs>
            </a:gsLst>
            <a:lin ang="0" scaled="0"/>
          </a:gradFill>
          <a:ln>
            <a:noFill/>
          </a:ln>
        </p:spPr>
        <p:txBody>
          <a:bodyPr spcFirstLastPara="1" wrap="square" lIns="91425" tIns="45700" rIns="91425" bIns="45700" anchor="ctr" anchorCtr="0">
            <a:noAutofit/>
          </a:bodyPr>
          <a:lstStyle/>
          <a:p>
            <a:pPr marL="0" marR="0" lvl="0" indent="0" algn="ctr" rtl="0">
              <a:lnSpc>
                <a:spcPct val="85000"/>
              </a:lnSpc>
              <a:spcBef>
                <a:spcPts val="0"/>
              </a:spcBef>
              <a:spcAft>
                <a:spcPts val="0"/>
              </a:spcAft>
              <a:buClr>
                <a:srgbClr val="000000"/>
              </a:buClr>
              <a:buSzPts val="1660"/>
              <a:buFont typeface="Arial"/>
              <a:buNone/>
            </a:pPr>
            <a:endParaRPr sz="1660" b="0" i="0" u="none" strike="noStrike" cap="none">
              <a:solidFill>
                <a:schemeClr val="dk1"/>
              </a:solidFill>
              <a:latin typeface="Calibri"/>
              <a:ea typeface="Calibri"/>
              <a:cs typeface="Calibri"/>
              <a:sym typeface="Calibri"/>
            </a:endParaRPr>
          </a:p>
        </p:txBody>
      </p:sp>
      <p:pic>
        <p:nvPicPr>
          <p:cNvPr id="21" name="Google Shape;21;p66" descr="Image result for utn frba"/>
          <p:cNvPicPr preferRelativeResize="0"/>
          <p:nvPr/>
        </p:nvPicPr>
        <p:blipFill rotWithShape="1">
          <a:blip r:embed="rId2">
            <a:alphaModFix/>
          </a:blip>
          <a:srcRect/>
          <a:stretch/>
        </p:blipFill>
        <p:spPr>
          <a:xfrm>
            <a:off x="7003961" y="64396"/>
            <a:ext cx="2828933" cy="952745"/>
          </a:xfrm>
          <a:prstGeom prst="rect">
            <a:avLst/>
          </a:prstGeom>
          <a:noFill/>
          <a:ln>
            <a:noFill/>
          </a:ln>
        </p:spPr>
      </p:pic>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Diapositiva de título" type="title">
  <p:cSld name="TITLE">
    <p:spTree>
      <p:nvGrpSpPr>
        <p:cNvPr id="1" name="Shape 22"/>
        <p:cNvGrpSpPr/>
        <p:nvPr/>
      </p:nvGrpSpPr>
      <p:grpSpPr>
        <a:xfrm>
          <a:off x="0" y="0"/>
          <a:ext cx="0" cy="0"/>
          <a:chOff x="0" y="0"/>
          <a:chExt cx="0" cy="0"/>
        </a:xfrm>
      </p:grpSpPr>
      <p:sp>
        <p:nvSpPr>
          <p:cNvPr id="23" name="Google Shape;23;p52"/>
          <p:cNvSpPr txBox="1">
            <a:spLocks noGrp="1"/>
          </p:cNvSpPr>
          <p:nvPr>
            <p:ph type="ctrTitle"/>
          </p:nvPr>
        </p:nvSpPr>
        <p:spPr>
          <a:xfrm>
            <a:off x="1238250" y="1122363"/>
            <a:ext cx="7429500" cy="2387600"/>
          </a:xfrm>
          <a:prstGeom prst="rect">
            <a:avLst/>
          </a:prstGeom>
          <a:noFill/>
          <a:ln>
            <a:noFill/>
          </a:ln>
        </p:spPr>
        <p:txBody>
          <a:bodyPr spcFirstLastPara="1" wrap="square" lIns="91425" tIns="45700" rIns="91425" bIns="45700" anchor="b" anchorCtr="0">
            <a:normAutofit/>
          </a:bodyPr>
          <a:lstStyle>
            <a:lvl1pPr lvl="0" algn="ctr">
              <a:lnSpc>
                <a:spcPct val="90000"/>
              </a:lnSpc>
              <a:spcBef>
                <a:spcPts val="0"/>
              </a:spcBef>
              <a:spcAft>
                <a:spcPts val="0"/>
              </a:spcAft>
              <a:buClr>
                <a:schemeClr val="dk1"/>
              </a:buClr>
              <a:buSzPts val="4875"/>
              <a:buFont typeface="Calibri"/>
              <a:buNone/>
              <a:defRPr sz="4875"/>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4" name="Google Shape;24;p52"/>
          <p:cNvSpPr txBox="1">
            <a:spLocks noGrp="1"/>
          </p:cNvSpPr>
          <p:nvPr>
            <p:ph type="subTitle" idx="1"/>
          </p:nvPr>
        </p:nvSpPr>
        <p:spPr>
          <a:xfrm>
            <a:off x="1238250" y="3602038"/>
            <a:ext cx="7429500" cy="1655762"/>
          </a:xfrm>
          <a:prstGeom prst="rect">
            <a:avLst/>
          </a:prstGeom>
          <a:noFill/>
          <a:ln>
            <a:noFill/>
          </a:ln>
        </p:spPr>
        <p:txBody>
          <a:bodyPr spcFirstLastPara="1" wrap="square" lIns="91425" tIns="45700" rIns="91425" bIns="45700" anchor="t" anchorCtr="0">
            <a:normAutofit/>
          </a:bodyPr>
          <a:lstStyle>
            <a:lvl1pPr lvl="0" algn="ctr">
              <a:lnSpc>
                <a:spcPct val="90000"/>
              </a:lnSpc>
              <a:spcBef>
                <a:spcPts val="813"/>
              </a:spcBef>
              <a:spcAft>
                <a:spcPts val="0"/>
              </a:spcAft>
              <a:buClr>
                <a:schemeClr val="dk1"/>
              </a:buClr>
              <a:buSzPts val="1950"/>
              <a:buNone/>
              <a:defRPr sz="1950"/>
            </a:lvl1pPr>
            <a:lvl2pPr lvl="1" algn="ctr">
              <a:lnSpc>
                <a:spcPct val="90000"/>
              </a:lnSpc>
              <a:spcBef>
                <a:spcPts val="406"/>
              </a:spcBef>
              <a:spcAft>
                <a:spcPts val="0"/>
              </a:spcAft>
              <a:buClr>
                <a:schemeClr val="dk1"/>
              </a:buClr>
              <a:buSzPts val="1625"/>
              <a:buNone/>
              <a:defRPr sz="1625"/>
            </a:lvl2pPr>
            <a:lvl3pPr lvl="2" algn="ctr">
              <a:lnSpc>
                <a:spcPct val="90000"/>
              </a:lnSpc>
              <a:spcBef>
                <a:spcPts val="406"/>
              </a:spcBef>
              <a:spcAft>
                <a:spcPts val="0"/>
              </a:spcAft>
              <a:buClr>
                <a:schemeClr val="dk1"/>
              </a:buClr>
              <a:buSzPts val="1463"/>
              <a:buNone/>
              <a:defRPr sz="1463"/>
            </a:lvl3pPr>
            <a:lvl4pPr lvl="3" algn="ctr">
              <a:lnSpc>
                <a:spcPct val="90000"/>
              </a:lnSpc>
              <a:spcBef>
                <a:spcPts val="406"/>
              </a:spcBef>
              <a:spcAft>
                <a:spcPts val="0"/>
              </a:spcAft>
              <a:buClr>
                <a:schemeClr val="dk1"/>
              </a:buClr>
              <a:buSzPts val="1300"/>
              <a:buNone/>
              <a:defRPr sz="1300"/>
            </a:lvl4pPr>
            <a:lvl5pPr lvl="4" algn="ctr">
              <a:lnSpc>
                <a:spcPct val="90000"/>
              </a:lnSpc>
              <a:spcBef>
                <a:spcPts val="406"/>
              </a:spcBef>
              <a:spcAft>
                <a:spcPts val="0"/>
              </a:spcAft>
              <a:buClr>
                <a:schemeClr val="dk1"/>
              </a:buClr>
              <a:buSzPts val="1300"/>
              <a:buNone/>
              <a:defRPr sz="1300"/>
            </a:lvl5pPr>
            <a:lvl6pPr lvl="5" algn="ctr">
              <a:lnSpc>
                <a:spcPct val="90000"/>
              </a:lnSpc>
              <a:spcBef>
                <a:spcPts val="406"/>
              </a:spcBef>
              <a:spcAft>
                <a:spcPts val="0"/>
              </a:spcAft>
              <a:buClr>
                <a:schemeClr val="dk1"/>
              </a:buClr>
              <a:buSzPts val="1300"/>
              <a:buNone/>
              <a:defRPr sz="1300"/>
            </a:lvl6pPr>
            <a:lvl7pPr lvl="6" algn="ctr">
              <a:lnSpc>
                <a:spcPct val="90000"/>
              </a:lnSpc>
              <a:spcBef>
                <a:spcPts val="406"/>
              </a:spcBef>
              <a:spcAft>
                <a:spcPts val="0"/>
              </a:spcAft>
              <a:buClr>
                <a:schemeClr val="dk1"/>
              </a:buClr>
              <a:buSzPts val="1300"/>
              <a:buNone/>
              <a:defRPr sz="1300"/>
            </a:lvl7pPr>
            <a:lvl8pPr lvl="7" algn="ctr">
              <a:lnSpc>
                <a:spcPct val="90000"/>
              </a:lnSpc>
              <a:spcBef>
                <a:spcPts val="406"/>
              </a:spcBef>
              <a:spcAft>
                <a:spcPts val="0"/>
              </a:spcAft>
              <a:buClr>
                <a:schemeClr val="dk1"/>
              </a:buClr>
              <a:buSzPts val="1300"/>
              <a:buNone/>
              <a:defRPr sz="1300"/>
            </a:lvl8pPr>
            <a:lvl9pPr lvl="8" algn="ctr">
              <a:lnSpc>
                <a:spcPct val="90000"/>
              </a:lnSpc>
              <a:spcBef>
                <a:spcPts val="406"/>
              </a:spcBef>
              <a:spcAft>
                <a:spcPts val="0"/>
              </a:spcAft>
              <a:buClr>
                <a:schemeClr val="dk1"/>
              </a:buClr>
              <a:buSzPts val="1300"/>
              <a:buNone/>
              <a:defRPr sz="1300"/>
            </a:lvl9pPr>
          </a:lstStyle>
          <a:p>
            <a:endParaRPr/>
          </a:p>
        </p:txBody>
      </p:sp>
      <p:sp>
        <p:nvSpPr>
          <p:cNvPr id="25" name="Google Shape;25;p52"/>
          <p:cNvSpPr txBox="1">
            <a:spLocks noGrp="1"/>
          </p:cNvSpPr>
          <p:nvPr>
            <p:ph type="dt" idx="10"/>
          </p:nvPr>
        </p:nvSpPr>
        <p:spPr>
          <a:xfrm>
            <a:off x="681038" y="6356351"/>
            <a:ext cx="222885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6" name="Google Shape;26;p52"/>
          <p:cNvSpPr txBox="1">
            <a:spLocks noGrp="1"/>
          </p:cNvSpPr>
          <p:nvPr>
            <p:ph type="ftr" idx="11"/>
          </p:nvPr>
        </p:nvSpPr>
        <p:spPr>
          <a:xfrm>
            <a:off x="3281363" y="6356351"/>
            <a:ext cx="3343275"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7" name="Google Shape;27;p52"/>
          <p:cNvSpPr txBox="1">
            <a:spLocks noGrp="1"/>
          </p:cNvSpPr>
          <p:nvPr>
            <p:ph type="sldNum" idx="12"/>
          </p:nvPr>
        </p:nvSpPr>
        <p:spPr>
          <a:xfrm>
            <a:off x="6996113" y="6356351"/>
            <a:ext cx="222885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975"/>
              <a:buFont typeface="Arial"/>
              <a:buNone/>
              <a:defRPr sz="975"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975"/>
              <a:buFont typeface="Arial"/>
              <a:buNone/>
              <a:defRPr sz="975"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975"/>
              <a:buFont typeface="Arial"/>
              <a:buNone/>
              <a:defRPr sz="975"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975"/>
              <a:buFont typeface="Arial"/>
              <a:buNone/>
              <a:defRPr sz="975"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975"/>
              <a:buFont typeface="Arial"/>
              <a:buNone/>
              <a:defRPr sz="975"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975"/>
              <a:buFont typeface="Arial"/>
              <a:buNone/>
              <a:defRPr sz="975"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975"/>
              <a:buFont typeface="Arial"/>
              <a:buNone/>
              <a:defRPr sz="975"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975"/>
              <a:buFont typeface="Arial"/>
              <a:buNone/>
              <a:defRPr sz="975"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975"/>
              <a:buFont typeface="Arial"/>
              <a:buNone/>
              <a:defRPr sz="975"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s-AR"/>
              <a:t>‹#›</a:t>
            </a:fld>
            <a:endParaRPr>
              <a:solidFill>
                <a:srgbClr val="FFFFFF"/>
              </a:solidFill>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ítulo y objetos" type="obj">
  <p:cSld name="OBJECT">
    <p:spTree>
      <p:nvGrpSpPr>
        <p:cNvPr id="1" name="Shape 28"/>
        <p:cNvGrpSpPr/>
        <p:nvPr/>
      </p:nvGrpSpPr>
      <p:grpSpPr>
        <a:xfrm>
          <a:off x="0" y="0"/>
          <a:ext cx="0" cy="0"/>
          <a:chOff x="0" y="0"/>
          <a:chExt cx="0" cy="0"/>
        </a:xfrm>
      </p:grpSpPr>
      <p:sp>
        <p:nvSpPr>
          <p:cNvPr id="29" name="Google Shape;29;p53"/>
          <p:cNvSpPr txBox="1">
            <a:spLocks noGrp="1"/>
          </p:cNvSpPr>
          <p:nvPr>
            <p:ph type="title"/>
          </p:nvPr>
        </p:nvSpPr>
        <p:spPr>
          <a:xfrm>
            <a:off x="681038" y="365126"/>
            <a:ext cx="8543925"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0" name="Google Shape;30;p53"/>
          <p:cNvSpPr txBox="1">
            <a:spLocks noGrp="1"/>
          </p:cNvSpPr>
          <p:nvPr>
            <p:ph type="body" idx="1"/>
          </p:nvPr>
        </p:nvSpPr>
        <p:spPr>
          <a:xfrm>
            <a:off x="681038" y="1825625"/>
            <a:ext cx="8543925"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813"/>
              </a:spcBef>
              <a:spcAft>
                <a:spcPts val="0"/>
              </a:spcAft>
              <a:buClr>
                <a:schemeClr val="dk1"/>
              </a:buClr>
              <a:buSzPts val="1800"/>
              <a:buChar char="•"/>
              <a:defRPr/>
            </a:lvl1pPr>
            <a:lvl2pPr marL="914400" lvl="1" indent="-342900" algn="l">
              <a:lnSpc>
                <a:spcPct val="90000"/>
              </a:lnSpc>
              <a:spcBef>
                <a:spcPts val="406"/>
              </a:spcBef>
              <a:spcAft>
                <a:spcPts val="0"/>
              </a:spcAft>
              <a:buClr>
                <a:schemeClr val="dk1"/>
              </a:buClr>
              <a:buSzPts val="1800"/>
              <a:buChar char="•"/>
              <a:defRPr/>
            </a:lvl2pPr>
            <a:lvl3pPr marL="1371600" lvl="2" indent="-342900" algn="l">
              <a:lnSpc>
                <a:spcPct val="90000"/>
              </a:lnSpc>
              <a:spcBef>
                <a:spcPts val="406"/>
              </a:spcBef>
              <a:spcAft>
                <a:spcPts val="0"/>
              </a:spcAft>
              <a:buClr>
                <a:schemeClr val="dk1"/>
              </a:buClr>
              <a:buSzPts val="1800"/>
              <a:buChar char="•"/>
              <a:defRPr/>
            </a:lvl3pPr>
            <a:lvl4pPr marL="1828800" lvl="3" indent="-342900" algn="l">
              <a:lnSpc>
                <a:spcPct val="90000"/>
              </a:lnSpc>
              <a:spcBef>
                <a:spcPts val="406"/>
              </a:spcBef>
              <a:spcAft>
                <a:spcPts val="0"/>
              </a:spcAft>
              <a:buClr>
                <a:schemeClr val="dk1"/>
              </a:buClr>
              <a:buSzPts val="1800"/>
              <a:buChar char="•"/>
              <a:defRPr/>
            </a:lvl4pPr>
            <a:lvl5pPr marL="2286000" lvl="4" indent="-342900" algn="l">
              <a:lnSpc>
                <a:spcPct val="90000"/>
              </a:lnSpc>
              <a:spcBef>
                <a:spcPts val="406"/>
              </a:spcBef>
              <a:spcAft>
                <a:spcPts val="0"/>
              </a:spcAft>
              <a:buClr>
                <a:schemeClr val="dk1"/>
              </a:buClr>
              <a:buSzPts val="1800"/>
              <a:buChar char="•"/>
              <a:defRPr/>
            </a:lvl5pPr>
            <a:lvl6pPr marL="2743200" lvl="5" indent="-342900" algn="l">
              <a:lnSpc>
                <a:spcPct val="90000"/>
              </a:lnSpc>
              <a:spcBef>
                <a:spcPts val="406"/>
              </a:spcBef>
              <a:spcAft>
                <a:spcPts val="0"/>
              </a:spcAft>
              <a:buClr>
                <a:schemeClr val="dk1"/>
              </a:buClr>
              <a:buSzPts val="1800"/>
              <a:buChar char="•"/>
              <a:defRPr/>
            </a:lvl6pPr>
            <a:lvl7pPr marL="3200400" lvl="6" indent="-342900" algn="l">
              <a:lnSpc>
                <a:spcPct val="90000"/>
              </a:lnSpc>
              <a:spcBef>
                <a:spcPts val="406"/>
              </a:spcBef>
              <a:spcAft>
                <a:spcPts val="0"/>
              </a:spcAft>
              <a:buClr>
                <a:schemeClr val="dk1"/>
              </a:buClr>
              <a:buSzPts val="1800"/>
              <a:buChar char="•"/>
              <a:defRPr/>
            </a:lvl7pPr>
            <a:lvl8pPr marL="3657600" lvl="7" indent="-342900" algn="l">
              <a:lnSpc>
                <a:spcPct val="90000"/>
              </a:lnSpc>
              <a:spcBef>
                <a:spcPts val="406"/>
              </a:spcBef>
              <a:spcAft>
                <a:spcPts val="0"/>
              </a:spcAft>
              <a:buClr>
                <a:schemeClr val="dk1"/>
              </a:buClr>
              <a:buSzPts val="1800"/>
              <a:buChar char="•"/>
              <a:defRPr/>
            </a:lvl8pPr>
            <a:lvl9pPr marL="4114800" lvl="8" indent="-342900" algn="l">
              <a:lnSpc>
                <a:spcPct val="90000"/>
              </a:lnSpc>
              <a:spcBef>
                <a:spcPts val="406"/>
              </a:spcBef>
              <a:spcAft>
                <a:spcPts val="0"/>
              </a:spcAft>
              <a:buClr>
                <a:schemeClr val="dk1"/>
              </a:buClr>
              <a:buSzPts val="1800"/>
              <a:buChar char="•"/>
              <a:defRPr/>
            </a:lvl9pPr>
          </a:lstStyle>
          <a:p>
            <a:endParaRPr/>
          </a:p>
        </p:txBody>
      </p:sp>
      <p:sp>
        <p:nvSpPr>
          <p:cNvPr id="31" name="Google Shape;31;p53"/>
          <p:cNvSpPr txBox="1">
            <a:spLocks noGrp="1"/>
          </p:cNvSpPr>
          <p:nvPr>
            <p:ph type="dt" idx="10"/>
          </p:nvPr>
        </p:nvSpPr>
        <p:spPr>
          <a:xfrm>
            <a:off x="681038" y="6356351"/>
            <a:ext cx="222885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2" name="Google Shape;32;p53"/>
          <p:cNvSpPr txBox="1">
            <a:spLocks noGrp="1"/>
          </p:cNvSpPr>
          <p:nvPr>
            <p:ph type="ftr" idx="11"/>
          </p:nvPr>
        </p:nvSpPr>
        <p:spPr>
          <a:xfrm>
            <a:off x="3281363" y="6356351"/>
            <a:ext cx="3343275"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3" name="Google Shape;33;p53"/>
          <p:cNvSpPr txBox="1">
            <a:spLocks noGrp="1"/>
          </p:cNvSpPr>
          <p:nvPr>
            <p:ph type="sldNum" idx="12"/>
          </p:nvPr>
        </p:nvSpPr>
        <p:spPr>
          <a:xfrm>
            <a:off x="6996113" y="6356351"/>
            <a:ext cx="222885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975"/>
              <a:buFont typeface="Arial"/>
              <a:buNone/>
              <a:defRPr sz="975"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975"/>
              <a:buFont typeface="Arial"/>
              <a:buNone/>
              <a:defRPr sz="975"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975"/>
              <a:buFont typeface="Arial"/>
              <a:buNone/>
              <a:defRPr sz="975"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975"/>
              <a:buFont typeface="Arial"/>
              <a:buNone/>
              <a:defRPr sz="975"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975"/>
              <a:buFont typeface="Arial"/>
              <a:buNone/>
              <a:defRPr sz="975"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975"/>
              <a:buFont typeface="Arial"/>
              <a:buNone/>
              <a:defRPr sz="975"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975"/>
              <a:buFont typeface="Arial"/>
              <a:buNone/>
              <a:defRPr sz="975"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975"/>
              <a:buFont typeface="Arial"/>
              <a:buNone/>
              <a:defRPr sz="975"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975"/>
              <a:buFont typeface="Arial"/>
              <a:buNone/>
              <a:defRPr sz="975"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s-AR"/>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Encabezado de sección" type="secHead">
  <p:cSld name="SECTION_HEADER">
    <p:spTree>
      <p:nvGrpSpPr>
        <p:cNvPr id="1" name="Shape 34"/>
        <p:cNvGrpSpPr/>
        <p:nvPr/>
      </p:nvGrpSpPr>
      <p:grpSpPr>
        <a:xfrm>
          <a:off x="0" y="0"/>
          <a:ext cx="0" cy="0"/>
          <a:chOff x="0" y="0"/>
          <a:chExt cx="0" cy="0"/>
        </a:xfrm>
      </p:grpSpPr>
      <p:sp>
        <p:nvSpPr>
          <p:cNvPr id="35" name="Google Shape;35;p54"/>
          <p:cNvSpPr txBox="1">
            <a:spLocks noGrp="1"/>
          </p:cNvSpPr>
          <p:nvPr>
            <p:ph type="title"/>
          </p:nvPr>
        </p:nvSpPr>
        <p:spPr>
          <a:xfrm>
            <a:off x="675878" y="1709739"/>
            <a:ext cx="8543925" cy="2852737"/>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4875"/>
              <a:buFont typeface="Calibri"/>
              <a:buNone/>
              <a:defRPr sz="4875"/>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6" name="Google Shape;36;p54"/>
          <p:cNvSpPr txBox="1">
            <a:spLocks noGrp="1"/>
          </p:cNvSpPr>
          <p:nvPr>
            <p:ph type="body" idx="1"/>
          </p:nvPr>
        </p:nvSpPr>
        <p:spPr>
          <a:xfrm>
            <a:off x="675878" y="4589464"/>
            <a:ext cx="8543925" cy="1500187"/>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813"/>
              </a:spcBef>
              <a:spcAft>
                <a:spcPts val="0"/>
              </a:spcAft>
              <a:buClr>
                <a:srgbClr val="888888"/>
              </a:buClr>
              <a:buSzPts val="1950"/>
              <a:buNone/>
              <a:defRPr sz="1950">
                <a:solidFill>
                  <a:srgbClr val="888888"/>
                </a:solidFill>
              </a:defRPr>
            </a:lvl1pPr>
            <a:lvl2pPr marL="914400" lvl="1" indent="-228600" algn="l">
              <a:lnSpc>
                <a:spcPct val="90000"/>
              </a:lnSpc>
              <a:spcBef>
                <a:spcPts val="406"/>
              </a:spcBef>
              <a:spcAft>
                <a:spcPts val="0"/>
              </a:spcAft>
              <a:buClr>
                <a:srgbClr val="888888"/>
              </a:buClr>
              <a:buSzPts val="1625"/>
              <a:buNone/>
              <a:defRPr sz="1625">
                <a:solidFill>
                  <a:srgbClr val="888888"/>
                </a:solidFill>
              </a:defRPr>
            </a:lvl2pPr>
            <a:lvl3pPr marL="1371600" lvl="2" indent="-228600" algn="l">
              <a:lnSpc>
                <a:spcPct val="90000"/>
              </a:lnSpc>
              <a:spcBef>
                <a:spcPts val="406"/>
              </a:spcBef>
              <a:spcAft>
                <a:spcPts val="0"/>
              </a:spcAft>
              <a:buClr>
                <a:srgbClr val="888888"/>
              </a:buClr>
              <a:buSzPts val="1463"/>
              <a:buNone/>
              <a:defRPr sz="1463">
                <a:solidFill>
                  <a:srgbClr val="888888"/>
                </a:solidFill>
              </a:defRPr>
            </a:lvl3pPr>
            <a:lvl4pPr marL="1828800" lvl="3" indent="-228600" algn="l">
              <a:lnSpc>
                <a:spcPct val="90000"/>
              </a:lnSpc>
              <a:spcBef>
                <a:spcPts val="406"/>
              </a:spcBef>
              <a:spcAft>
                <a:spcPts val="0"/>
              </a:spcAft>
              <a:buClr>
                <a:srgbClr val="888888"/>
              </a:buClr>
              <a:buSzPts val="1300"/>
              <a:buNone/>
              <a:defRPr sz="1300">
                <a:solidFill>
                  <a:srgbClr val="888888"/>
                </a:solidFill>
              </a:defRPr>
            </a:lvl4pPr>
            <a:lvl5pPr marL="2286000" lvl="4" indent="-228600" algn="l">
              <a:lnSpc>
                <a:spcPct val="90000"/>
              </a:lnSpc>
              <a:spcBef>
                <a:spcPts val="406"/>
              </a:spcBef>
              <a:spcAft>
                <a:spcPts val="0"/>
              </a:spcAft>
              <a:buClr>
                <a:srgbClr val="888888"/>
              </a:buClr>
              <a:buSzPts val="1300"/>
              <a:buNone/>
              <a:defRPr sz="1300">
                <a:solidFill>
                  <a:srgbClr val="888888"/>
                </a:solidFill>
              </a:defRPr>
            </a:lvl5pPr>
            <a:lvl6pPr marL="2743200" lvl="5" indent="-228600" algn="l">
              <a:lnSpc>
                <a:spcPct val="90000"/>
              </a:lnSpc>
              <a:spcBef>
                <a:spcPts val="406"/>
              </a:spcBef>
              <a:spcAft>
                <a:spcPts val="0"/>
              </a:spcAft>
              <a:buClr>
                <a:srgbClr val="888888"/>
              </a:buClr>
              <a:buSzPts val="1300"/>
              <a:buNone/>
              <a:defRPr sz="1300">
                <a:solidFill>
                  <a:srgbClr val="888888"/>
                </a:solidFill>
              </a:defRPr>
            </a:lvl6pPr>
            <a:lvl7pPr marL="3200400" lvl="6" indent="-228600" algn="l">
              <a:lnSpc>
                <a:spcPct val="90000"/>
              </a:lnSpc>
              <a:spcBef>
                <a:spcPts val="406"/>
              </a:spcBef>
              <a:spcAft>
                <a:spcPts val="0"/>
              </a:spcAft>
              <a:buClr>
                <a:srgbClr val="888888"/>
              </a:buClr>
              <a:buSzPts val="1300"/>
              <a:buNone/>
              <a:defRPr sz="1300">
                <a:solidFill>
                  <a:srgbClr val="888888"/>
                </a:solidFill>
              </a:defRPr>
            </a:lvl7pPr>
            <a:lvl8pPr marL="3657600" lvl="7" indent="-228600" algn="l">
              <a:lnSpc>
                <a:spcPct val="90000"/>
              </a:lnSpc>
              <a:spcBef>
                <a:spcPts val="406"/>
              </a:spcBef>
              <a:spcAft>
                <a:spcPts val="0"/>
              </a:spcAft>
              <a:buClr>
                <a:srgbClr val="888888"/>
              </a:buClr>
              <a:buSzPts val="1300"/>
              <a:buNone/>
              <a:defRPr sz="1300">
                <a:solidFill>
                  <a:srgbClr val="888888"/>
                </a:solidFill>
              </a:defRPr>
            </a:lvl8pPr>
            <a:lvl9pPr marL="4114800" lvl="8" indent="-228600" algn="l">
              <a:lnSpc>
                <a:spcPct val="90000"/>
              </a:lnSpc>
              <a:spcBef>
                <a:spcPts val="406"/>
              </a:spcBef>
              <a:spcAft>
                <a:spcPts val="0"/>
              </a:spcAft>
              <a:buClr>
                <a:srgbClr val="888888"/>
              </a:buClr>
              <a:buSzPts val="1300"/>
              <a:buNone/>
              <a:defRPr sz="1300">
                <a:solidFill>
                  <a:srgbClr val="888888"/>
                </a:solidFill>
              </a:defRPr>
            </a:lvl9pPr>
          </a:lstStyle>
          <a:p>
            <a:endParaRPr/>
          </a:p>
        </p:txBody>
      </p:sp>
      <p:sp>
        <p:nvSpPr>
          <p:cNvPr id="37" name="Google Shape;37;p54"/>
          <p:cNvSpPr txBox="1">
            <a:spLocks noGrp="1"/>
          </p:cNvSpPr>
          <p:nvPr>
            <p:ph type="dt" idx="10"/>
          </p:nvPr>
        </p:nvSpPr>
        <p:spPr>
          <a:xfrm>
            <a:off x="681038" y="6356351"/>
            <a:ext cx="222885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8" name="Google Shape;38;p54"/>
          <p:cNvSpPr txBox="1">
            <a:spLocks noGrp="1"/>
          </p:cNvSpPr>
          <p:nvPr>
            <p:ph type="ftr" idx="11"/>
          </p:nvPr>
        </p:nvSpPr>
        <p:spPr>
          <a:xfrm>
            <a:off x="3281363" y="6356351"/>
            <a:ext cx="3343275"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9" name="Google Shape;39;p54"/>
          <p:cNvSpPr txBox="1">
            <a:spLocks noGrp="1"/>
          </p:cNvSpPr>
          <p:nvPr>
            <p:ph type="sldNum" idx="12"/>
          </p:nvPr>
        </p:nvSpPr>
        <p:spPr>
          <a:xfrm>
            <a:off x="6996113" y="6356351"/>
            <a:ext cx="222885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975"/>
              <a:buFont typeface="Arial"/>
              <a:buNone/>
              <a:defRPr sz="975"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975"/>
              <a:buFont typeface="Arial"/>
              <a:buNone/>
              <a:defRPr sz="975"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975"/>
              <a:buFont typeface="Arial"/>
              <a:buNone/>
              <a:defRPr sz="975"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975"/>
              <a:buFont typeface="Arial"/>
              <a:buNone/>
              <a:defRPr sz="975"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975"/>
              <a:buFont typeface="Arial"/>
              <a:buNone/>
              <a:defRPr sz="975"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975"/>
              <a:buFont typeface="Arial"/>
              <a:buNone/>
              <a:defRPr sz="975"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975"/>
              <a:buFont typeface="Arial"/>
              <a:buNone/>
              <a:defRPr sz="975"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975"/>
              <a:buFont typeface="Arial"/>
              <a:buNone/>
              <a:defRPr sz="975"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975"/>
              <a:buFont typeface="Arial"/>
              <a:buNone/>
              <a:defRPr sz="975"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s-AR"/>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Dos objetos" type="twoObj">
  <p:cSld name="TWO_OBJECTS">
    <p:spTree>
      <p:nvGrpSpPr>
        <p:cNvPr id="1" name="Shape 40"/>
        <p:cNvGrpSpPr/>
        <p:nvPr/>
      </p:nvGrpSpPr>
      <p:grpSpPr>
        <a:xfrm>
          <a:off x="0" y="0"/>
          <a:ext cx="0" cy="0"/>
          <a:chOff x="0" y="0"/>
          <a:chExt cx="0" cy="0"/>
        </a:xfrm>
      </p:grpSpPr>
      <p:sp>
        <p:nvSpPr>
          <p:cNvPr id="41" name="Google Shape;41;p55"/>
          <p:cNvSpPr txBox="1">
            <a:spLocks noGrp="1"/>
          </p:cNvSpPr>
          <p:nvPr>
            <p:ph type="title"/>
          </p:nvPr>
        </p:nvSpPr>
        <p:spPr>
          <a:xfrm>
            <a:off x="681038" y="365126"/>
            <a:ext cx="8543925"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2" name="Google Shape;42;p55"/>
          <p:cNvSpPr txBox="1">
            <a:spLocks noGrp="1"/>
          </p:cNvSpPr>
          <p:nvPr>
            <p:ph type="body" idx="1"/>
          </p:nvPr>
        </p:nvSpPr>
        <p:spPr>
          <a:xfrm>
            <a:off x="681038" y="1825625"/>
            <a:ext cx="421005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813"/>
              </a:spcBef>
              <a:spcAft>
                <a:spcPts val="0"/>
              </a:spcAft>
              <a:buClr>
                <a:schemeClr val="dk1"/>
              </a:buClr>
              <a:buSzPts val="1800"/>
              <a:buChar char="•"/>
              <a:defRPr/>
            </a:lvl1pPr>
            <a:lvl2pPr marL="914400" lvl="1" indent="-342900" algn="l">
              <a:lnSpc>
                <a:spcPct val="90000"/>
              </a:lnSpc>
              <a:spcBef>
                <a:spcPts val="406"/>
              </a:spcBef>
              <a:spcAft>
                <a:spcPts val="0"/>
              </a:spcAft>
              <a:buClr>
                <a:schemeClr val="dk1"/>
              </a:buClr>
              <a:buSzPts val="1800"/>
              <a:buChar char="•"/>
              <a:defRPr/>
            </a:lvl2pPr>
            <a:lvl3pPr marL="1371600" lvl="2" indent="-342900" algn="l">
              <a:lnSpc>
                <a:spcPct val="90000"/>
              </a:lnSpc>
              <a:spcBef>
                <a:spcPts val="406"/>
              </a:spcBef>
              <a:spcAft>
                <a:spcPts val="0"/>
              </a:spcAft>
              <a:buClr>
                <a:schemeClr val="dk1"/>
              </a:buClr>
              <a:buSzPts val="1800"/>
              <a:buChar char="•"/>
              <a:defRPr/>
            </a:lvl3pPr>
            <a:lvl4pPr marL="1828800" lvl="3" indent="-342900" algn="l">
              <a:lnSpc>
                <a:spcPct val="90000"/>
              </a:lnSpc>
              <a:spcBef>
                <a:spcPts val="406"/>
              </a:spcBef>
              <a:spcAft>
                <a:spcPts val="0"/>
              </a:spcAft>
              <a:buClr>
                <a:schemeClr val="dk1"/>
              </a:buClr>
              <a:buSzPts val="1800"/>
              <a:buChar char="•"/>
              <a:defRPr/>
            </a:lvl4pPr>
            <a:lvl5pPr marL="2286000" lvl="4" indent="-342900" algn="l">
              <a:lnSpc>
                <a:spcPct val="90000"/>
              </a:lnSpc>
              <a:spcBef>
                <a:spcPts val="406"/>
              </a:spcBef>
              <a:spcAft>
                <a:spcPts val="0"/>
              </a:spcAft>
              <a:buClr>
                <a:schemeClr val="dk1"/>
              </a:buClr>
              <a:buSzPts val="1800"/>
              <a:buChar char="•"/>
              <a:defRPr/>
            </a:lvl5pPr>
            <a:lvl6pPr marL="2743200" lvl="5" indent="-342900" algn="l">
              <a:lnSpc>
                <a:spcPct val="90000"/>
              </a:lnSpc>
              <a:spcBef>
                <a:spcPts val="406"/>
              </a:spcBef>
              <a:spcAft>
                <a:spcPts val="0"/>
              </a:spcAft>
              <a:buClr>
                <a:schemeClr val="dk1"/>
              </a:buClr>
              <a:buSzPts val="1800"/>
              <a:buChar char="•"/>
              <a:defRPr/>
            </a:lvl6pPr>
            <a:lvl7pPr marL="3200400" lvl="6" indent="-342900" algn="l">
              <a:lnSpc>
                <a:spcPct val="90000"/>
              </a:lnSpc>
              <a:spcBef>
                <a:spcPts val="406"/>
              </a:spcBef>
              <a:spcAft>
                <a:spcPts val="0"/>
              </a:spcAft>
              <a:buClr>
                <a:schemeClr val="dk1"/>
              </a:buClr>
              <a:buSzPts val="1800"/>
              <a:buChar char="•"/>
              <a:defRPr/>
            </a:lvl7pPr>
            <a:lvl8pPr marL="3657600" lvl="7" indent="-342900" algn="l">
              <a:lnSpc>
                <a:spcPct val="90000"/>
              </a:lnSpc>
              <a:spcBef>
                <a:spcPts val="406"/>
              </a:spcBef>
              <a:spcAft>
                <a:spcPts val="0"/>
              </a:spcAft>
              <a:buClr>
                <a:schemeClr val="dk1"/>
              </a:buClr>
              <a:buSzPts val="1800"/>
              <a:buChar char="•"/>
              <a:defRPr/>
            </a:lvl8pPr>
            <a:lvl9pPr marL="4114800" lvl="8" indent="-342900" algn="l">
              <a:lnSpc>
                <a:spcPct val="90000"/>
              </a:lnSpc>
              <a:spcBef>
                <a:spcPts val="406"/>
              </a:spcBef>
              <a:spcAft>
                <a:spcPts val="0"/>
              </a:spcAft>
              <a:buClr>
                <a:schemeClr val="dk1"/>
              </a:buClr>
              <a:buSzPts val="1800"/>
              <a:buChar char="•"/>
              <a:defRPr/>
            </a:lvl9pPr>
          </a:lstStyle>
          <a:p>
            <a:endParaRPr/>
          </a:p>
        </p:txBody>
      </p:sp>
      <p:sp>
        <p:nvSpPr>
          <p:cNvPr id="43" name="Google Shape;43;p55"/>
          <p:cNvSpPr txBox="1">
            <a:spLocks noGrp="1"/>
          </p:cNvSpPr>
          <p:nvPr>
            <p:ph type="body" idx="2"/>
          </p:nvPr>
        </p:nvSpPr>
        <p:spPr>
          <a:xfrm>
            <a:off x="5014913" y="1825625"/>
            <a:ext cx="421005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813"/>
              </a:spcBef>
              <a:spcAft>
                <a:spcPts val="0"/>
              </a:spcAft>
              <a:buClr>
                <a:schemeClr val="dk1"/>
              </a:buClr>
              <a:buSzPts val="1800"/>
              <a:buChar char="•"/>
              <a:defRPr/>
            </a:lvl1pPr>
            <a:lvl2pPr marL="914400" lvl="1" indent="-342900" algn="l">
              <a:lnSpc>
                <a:spcPct val="90000"/>
              </a:lnSpc>
              <a:spcBef>
                <a:spcPts val="406"/>
              </a:spcBef>
              <a:spcAft>
                <a:spcPts val="0"/>
              </a:spcAft>
              <a:buClr>
                <a:schemeClr val="dk1"/>
              </a:buClr>
              <a:buSzPts val="1800"/>
              <a:buChar char="•"/>
              <a:defRPr/>
            </a:lvl2pPr>
            <a:lvl3pPr marL="1371600" lvl="2" indent="-342900" algn="l">
              <a:lnSpc>
                <a:spcPct val="90000"/>
              </a:lnSpc>
              <a:spcBef>
                <a:spcPts val="406"/>
              </a:spcBef>
              <a:spcAft>
                <a:spcPts val="0"/>
              </a:spcAft>
              <a:buClr>
                <a:schemeClr val="dk1"/>
              </a:buClr>
              <a:buSzPts val="1800"/>
              <a:buChar char="•"/>
              <a:defRPr/>
            </a:lvl3pPr>
            <a:lvl4pPr marL="1828800" lvl="3" indent="-342900" algn="l">
              <a:lnSpc>
                <a:spcPct val="90000"/>
              </a:lnSpc>
              <a:spcBef>
                <a:spcPts val="406"/>
              </a:spcBef>
              <a:spcAft>
                <a:spcPts val="0"/>
              </a:spcAft>
              <a:buClr>
                <a:schemeClr val="dk1"/>
              </a:buClr>
              <a:buSzPts val="1800"/>
              <a:buChar char="•"/>
              <a:defRPr/>
            </a:lvl4pPr>
            <a:lvl5pPr marL="2286000" lvl="4" indent="-342900" algn="l">
              <a:lnSpc>
                <a:spcPct val="90000"/>
              </a:lnSpc>
              <a:spcBef>
                <a:spcPts val="406"/>
              </a:spcBef>
              <a:spcAft>
                <a:spcPts val="0"/>
              </a:spcAft>
              <a:buClr>
                <a:schemeClr val="dk1"/>
              </a:buClr>
              <a:buSzPts val="1800"/>
              <a:buChar char="•"/>
              <a:defRPr/>
            </a:lvl5pPr>
            <a:lvl6pPr marL="2743200" lvl="5" indent="-342900" algn="l">
              <a:lnSpc>
                <a:spcPct val="90000"/>
              </a:lnSpc>
              <a:spcBef>
                <a:spcPts val="406"/>
              </a:spcBef>
              <a:spcAft>
                <a:spcPts val="0"/>
              </a:spcAft>
              <a:buClr>
                <a:schemeClr val="dk1"/>
              </a:buClr>
              <a:buSzPts val="1800"/>
              <a:buChar char="•"/>
              <a:defRPr/>
            </a:lvl6pPr>
            <a:lvl7pPr marL="3200400" lvl="6" indent="-342900" algn="l">
              <a:lnSpc>
                <a:spcPct val="90000"/>
              </a:lnSpc>
              <a:spcBef>
                <a:spcPts val="406"/>
              </a:spcBef>
              <a:spcAft>
                <a:spcPts val="0"/>
              </a:spcAft>
              <a:buClr>
                <a:schemeClr val="dk1"/>
              </a:buClr>
              <a:buSzPts val="1800"/>
              <a:buChar char="•"/>
              <a:defRPr/>
            </a:lvl7pPr>
            <a:lvl8pPr marL="3657600" lvl="7" indent="-342900" algn="l">
              <a:lnSpc>
                <a:spcPct val="90000"/>
              </a:lnSpc>
              <a:spcBef>
                <a:spcPts val="406"/>
              </a:spcBef>
              <a:spcAft>
                <a:spcPts val="0"/>
              </a:spcAft>
              <a:buClr>
                <a:schemeClr val="dk1"/>
              </a:buClr>
              <a:buSzPts val="1800"/>
              <a:buChar char="•"/>
              <a:defRPr/>
            </a:lvl8pPr>
            <a:lvl9pPr marL="4114800" lvl="8" indent="-342900" algn="l">
              <a:lnSpc>
                <a:spcPct val="90000"/>
              </a:lnSpc>
              <a:spcBef>
                <a:spcPts val="406"/>
              </a:spcBef>
              <a:spcAft>
                <a:spcPts val="0"/>
              </a:spcAft>
              <a:buClr>
                <a:schemeClr val="dk1"/>
              </a:buClr>
              <a:buSzPts val="1800"/>
              <a:buChar char="•"/>
              <a:defRPr/>
            </a:lvl9pPr>
          </a:lstStyle>
          <a:p>
            <a:endParaRPr/>
          </a:p>
        </p:txBody>
      </p:sp>
      <p:sp>
        <p:nvSpPr>
          <p:cNvPr id="44" name="Google Shape;44;p55"/>
          <p:cNvSpPr txBox="1">
            <a:spLocks noGrp="1"/>
          </p:cNvSpPr>
          <p:nvPr>
            <p:ph type="dt" idx="10"/>
          </p:nvPr>
        </p:nvSpPr>
        <p:spPr>
          <a:xfrm>
            <a:off x="681038" y="6356351"/>
            <a:ext cx="222885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5" name="Google Shape;45;p55"/>
          <p:cNvSpPr txBox="1">
            <a:spLocks noGrp="1"/>
          </p:cNvSpPr>
          <p:nvPr>
            <p:ph type="ftr" idx="11"/>
          </p:nvPr>
        </p:nvSpPr>
        <p:spPr>
          <a:xfrm>
            <a:off x="3281363" y="6356351"/>
            <a:ext cx="3343275"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6" name="Google Shape;46;p55"/>
          <p:cNvSpPr txBox="1">
            <a:spLocks noGrp="1"/>
          </p:cNvSpPr>
          <p:nvPr>
            <p:ph type="sldNum" idx="12"/>
          </p:nvPr>
        </p:nvSpPr>
        <p:spPr>
          <a:xfrm>
            <a:off x="6996113" y="6356351"/>
            <a:ext cx="222885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975"/>
              <a:buFont typeface="Arial"/>
              <a:buNone/>
              <a:defRPr sz="975"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975"/>
              <a:buFont typeface="Arial"/>
              <a:buNone/>
              <a:defRPr sz="975"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975"/>
              <a:buFont typeface="Arial"/>
              <a:buNone/>
              <a:defRPr sz="975"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975"/>
              <a:buFont typeface="Arial"/>
              <a:buNone/>
              <a:defRPr sz="975"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975"/>
              <a:buFont typeface="Arial"/>
              <a:buNone/>
              <a:defRPr sz="975"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975"/>
              <a:buFont typeface="Arial"/>
              <a:buNone/>
              <a:defRPr sz="975"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975"/>
              <a:buFont typeface="Arial"/>
              <a:buNone/>
              <a:defRPr sz="975"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975"/>
              <a:buFont typeface="Arial"/>
              <a:buNone/>
              <a:defRPr sz="975"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975"/>
              <a:buFont typeface="Arial"/>
              <a:buNone/>
              <a:defRPr sz="975"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s-AR"/>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Comparación" type="twoTxTwoObj">
  <p:cSld name="TWO_OBJECTS_WITH_TEXT">
    <p:spTree>
      <p:nvGrpSpPr>
        <p:cNvPr id="1" name="Shape 47"/>
        <p:cNvGrpSpPr/>
        <p:nvPr/>
      </p:nvGrpSpPr>
      <p:grpSpPr>
        <a:xfrm>
          <a:off x="0" y="0"/>
          <a:ext cx="0" cy="0"/>
          <a:chOff x="0" y="0"/>
          <a:chExt cx="0" cy="0"/>
        </a:xfrm>
      </p:grpSpPr>
      <p:sp>
        <p:nvSpPr>
          <p:cNvPr id="48" name="Google Shape;48;p56"/>
          <p:cNvSpPr txBox="1">
            <a:spLocks noGrp="1"/>
          </p:cNvSpPr>
          <p:nvPr>
            <p:ph type="title"/>
          </p:nvPr>
        </p:nvSpPr>
        <p:spPr>
          <a:xfrm>
            <a:off x="682328" y="365126"/>
            <a:ext cx="8543925"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9" name="Google Shape;49;p56"/>
          <p:cNvSpPr txBox="1">
            <a:spLocks noGrp="1"/>
          </p:cNvSpPr>
          <p:nvPr>
            <p:ph type="body" idx="1"/>
          </p:nvPr>
        </p:nvSpPr>
        <p:spPr>
          <a:xfrm>
            <a:off x="682328" y="1681163"/>
            <a:ext cx="4190702"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813"/>
              </a:spcBef>
              <a:spcAft>
                <a:spcPts val="0"/>
              </a:spcAft>
              <a:buClr>
                <a:schemeClr val="dk1"/>
              </a:buClr>
              <a:buSzPts val="1950"/>
              <a:buNone/>
              <a:defRPr sz="1950" b="1"/>
            </a:lvl1pPr>
            <a:lvl2pPr marL="914400" lvl="1" indent="-228600" algn="l">
              <a:lnSpc>
                <a:spcPct val="90000"/>
              </a:lnSpc>
              <a:spcBef>
                <a:spcPts val="406"/>
              </a:spcBef>
              <a:spcAft>
                <a:spcPts val="0"/>
              </a:spcAft>
              <a:buClr>
                <a:schemeClr val="dk1"/>
              </a:buClr>
              <a:buSzPts val="1625"/>
              <a:buNone/>
              <a:defRPr sz="1625" b="1"/>
            </a:lvl2pPr>
            <a:lvl3pPr marL="1371600" lvl="2" indent="-228600" algn="l">
              <a:lnSpc>
                <a:spcPct val="90000"/>
              </a:lnSpc>
              <a:spcBef>
                <a:spcPts val="406"/>
              </a:spcBef>
              <a:spcAft>
                <a:spcPts val="0"/>
              </a:spcAft>
              <a:buClr>
                <a:schemeClr val="dk1"/>
              </a:buClr>
              <a:buSzPts val="1463"/>
              <a:buNone/>
              <a:defRPr sz="1463" b="1"/>
            </a:lvl3pPr>
            <a:lvl4pPr marL="1828800" lvl="3" indent="-228600" algn="l">
              <a:lnSpc>
                <a:spcPct val="90000"/>
              </a:lnSpc>
              <a:spcBef>
                <a:spcPts val="406"/>
              </a:spcBef>
              <a:spcAft>
                <a:spcPts val="0"/>
              </a:spcAft>
              <a:buClr>
                <a:schemeClr val="dk1"/>
              </a:buClr>
              <a:buSzPts val="1300"/>
              <a:buNone/>
              <a:defRPr sz="1300" b="1"/>
            </a:lvl4pPr>
            <a:lvl5pPr marL="2286000" lvl="4" indent="-228600" algn="l">
              <a:lnSpc>
                <a:spcPct val="90000"/>
              </a:lnSpc>
              <a:spcBef>
                <a:spcPts val="406"/>
              </a:spcBef>
              <a:spcAft>
                <a:spcPts val="0"/>
              </a:spcAft>
              <a:buClr>
                <a:schemeClr val="dk1"/>
              </a:buClr>
              <a:buSzPts val="1300"/>
              <a:buNone/>
              <a:defRPr sz="1300" b="1"/>
            </a:lvl5pPr>
            <a:lvl6pPr marL="2743200" lvl="5" indent="-228600" algn="l">
              <a:lnSpc>
                <a:spcPct val="90000"/>
              </a:lnSpc>
              <a:spcBef>
                <a:spcPts val="406"/>
              </a:spcBef>
              <a:spcAft>
                <a:spcPts val="0"/>
              </a:spcAft>
              <a:buClr>
                <a:schemeClr val="dk1"/>
              </a:buClr>
              <a:buSzPts val="1300"/>
              <a:buNone/>
              <a:defRPr sz="1300" b="1"/>
            </a:lvl6pPr>
            <a:lvl7pPr marL="3200400" lvl="6" indent="-228600" algn="l">
              <a:lnSpc>
                <a:spcPct val="90000"/>
              </a:lnSpc>
              <a:spcBef>
                <a:spcPts val="406"/>
              </a:spcBef>
              <a:spcAft>
                <a:spcPts val="0"/>
              </a:spcAft>
              <a:buClr>
                <a:schemeClr val="dk1"/>
              </a:buClr>
              <a:buSzPts val="1300"/>
              <a:buNone/>
              <a:defRPr sz="1300" b="1"/>
            </a:lvl7pPr>
            <a:lvl8pPr marL="3657600" lvl="7" indent="-228600" algn="l">
              <a:lnSpc>
                <a:spcPct val="90000"/>
              </a:lnSpc>
              <a:spcBef>
                <a:spcPts val="406"/>
              </a:spcBef>
              <a:spcAft>
                <a:spcPts val="0"/>
              </a:spcAft>
              <a:buClr>
                <a:schemeClr val="dk1"/>
              </a:buClr>
              <a:buSzPts val="1300"/>
              <a:buNone/>
              <a:defRPr sz="1300" b="1"/>
            </a:lvl8pPr>
            <a:lvl9pPr marL="4114800" lvl="8" indent="-228600" algn="l">
              <a:lnSpc>
                <a:spcPct val="90000"/>
              </a:lnSpc>
              <a:spcBef>
                <a:spcPts val="406"/>
              </a:spcBef>
              <a:spcAft>
                <a:spcPts val="0"/>
              </a:spcAft>
              <a:buClr>
                <a:schemeClr val="dk1"/>
              </a:buClr>
              <a:buSzPts val="1300"/>
              <a:buNone/>
              <a:defRPr sz="1300" b="1"/>
            </a:lvl9pPr>
          </a:lstStyle>
          <a:p>
            <a:endParaRPr/>
          </a:p>
        </p:txBody>
      </p:sp>
      <p:sp>
        <p:nvSpPr>
          <p:cNvPr id="50" name="Google Shape;50;p56"/>
          <p:cNvSpPr txBox="1">
            <a:spLocks noGrp="1"/>
          </p:cNvSpPr>
          <p:nvPr>
            <p:ph type="body" idx="2"/>
          </p:nvPr>
        </p:nvSpPr>
        <p:spPr>
          <a:xfrm>
            <a:off x="682328" y="2505075"/>
            <a:ext cx="4190702"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813"/>
              </a:spcBef>
              <a:spcAft>
                <a:spcPts val="0"/>
              </a:spcAft>
              <a:buClr>
                <a:schemeClr val="dk1"/>
              </a:buClr>
              <a:buSzPts val="1800"/>
              <a:buChar char="•"/>
              <a:defRPr/>
            </a:lvl1pPr>
            <a:lvl2pPr marL="914400" lvl="1" indent="-342900" algn="l">
              <a:lnSpc>
                <a:spcPct val="90000"/>
              </a:lnSpc>
              <a:spcBef>
                <a:spcPts val="406"/>
              </a:spcBef>
              <a:spcAft>
                <a:spcPts val="0"/>
              </a:spcAft>
              <a:buClr>
                <a:schemeClr val="dk1"/>
              </a:buClr>
              <a:buSzPts val="1800"/>
              <a:buChar char="•"/>
              <a:defRPr/>
            </a:lvl2pPr>
            <a:lvl3pPr marL="1371600" lvl="2" indent="-342900" algn="l">
              <a:lnSpc>
                <a:spcPct val="90000"/>
              </a:lnSpc>
              <a:spcBef>
                <a:spcPts val="406"/>
              </a:spcBef>
              <a:spcAft>
                <a:spcPts val="0"/>
              </a:spcAft>
              <a:buClr>
                <a:schemeClr val="dk1"/>
              </a:buClr>
              <a:buSzPts val="1800"/>
              <a:buChar char="•"/>
              <a:defRPr/>
            </a:lvl3pPr>
            <a:lvl4pPr marL="1828800" lvl="3" indent="-342900" algn="l">
              <a:lnSpc>
                <a:spcPct val="90000"/>
              </a:lnSpc>
              <a:spcBef>
                <a:spcPts val="406"/>
              </a:spcBef>
              <a:spcAft>
                <a:spcPts val="0"/>
              </a:spcAft>
              <a:buClr>
                <a:schemeClr val="dk1"/>
              </a:buClr>
              <a:buSzPts val="1800"/>
              <a:buChar char="•"/>
              <a:defRPr/>
            </a:lvl4pPr>
            <a:lvl5pPr marL="2286000" lvl="4" indent="-342900" algn="l">
              <a:lnSpc>
                <a:spcPct val="90000"/>
              </a:lnSpc>
              <a:spcBef>
                <a:spcPts val="406"/>
              </a:spcBef>
              <a:spcAft>
                <a:spcPts val="0"/>
              </a:spcAft>
              <a:buClr>
                <a:schemeClr val="dk1"/>
              </a:buClr>
              <a:buSzPts val="1800"/>
              <a:buChar char="•"/>
              <a:defRPr/>
            </a:lvl5pPr>
            <a:lvl6pPr marL="2743200" lvl="5" indent="-342900" algn="l">
              <a:lnSpc>
                <a:spcPct val="90000"/>
              </a:lnSpc>
              <a:spcBef>
                <a:spcPts val="406"/>
              </a:spcBef>
              <a:spcAft>
                <a:spcPts val="0"/>
              </a:spcAft>
              <a:buClr>
                <a:schemeClr val="dk1"/>
              </a:buClr>
              <a:buSzPts val="1800"/>
              <a:buChar char="•"/>
              <a:defRPr/>
            </a:lvl6pPr>
            <a:lvl7pPr marL="3200400" lvl="6" indent="-342900" algn="l">
              <a:lnSpc>
                <a:spcPct val="90000"/>
              </a:lnSpc>
              <a:spcBef>
                <a:spcPts val="406"/>
              </a:spcBef>
              <a:spcAft>
                <a:spcPts val="0"/>
              </a:spcAft>
              <a:buClr>
                <a:schemeClr val="dk1"/>
              </a:buClr>
              <a:buSzPts val="1800"/>
              <a:buChar char="•"/>
              <a:defRPr/>
            </a:lvl7pPr>
            <a:lvl8pPr marL="3657600" lvl="7" indent="-342900" algn="l">
              <a:lnSpc>
                <a:spcPct val="90000"/>
              </a:lnSpc>
              <a:spcBef>
                <a:spcPts val="406"/>
              </a:spcBef>
              <a:spcAft>
                <a:spcPts val="0"/>
              </a:spcAft>
              <a:buClr>
                <a:schemeClr val="dk1"/>
              </a:buClr>
              <a:buSzPts val="1800"/>
              <a:buChar char="•"/>
              <a:defRPr/>
            </a:lvl8pPr>
            <a:lvl9pPr marL="4114800" lvl="8" indent="-342900" algn="l">
              <a:lnSpc>
                <a:spcPct val="90000"/>
              </a:lnSpc>
              <a:spcBef>
                <a:spcPts val="406"/>
              </a:spcBef>
              <a:spcAft>
                <a:spcPts val="0"/>
              </a:spcAft>
              <a:buClr>
                <a:schemeClr val="dk1"/>
              </a:buClr>
              <a:buSzPts val="1800"/>
              <a:buChar char="•"/>
              <a:defRPr/>
            </a:lvl9pPr>
          </a:lstStyle>
          <a:p>
            <a:endParaRPr/>
          </a:p>
        </p:txBody>
      </p:sp>
      <p:sp>
        <p:nvSpPr>
          <p:cNvPr id="51" name="Google Shape;51;p56"/>
          <p:cNvSpPr txBox="1">
            <a:spLocks noGrp="1"/>
          </p:cNvSpPr>
          <p:nvPr>
            <p:ph type="body" idx="3"/>
          </p:nvPr>
        </p:nvSpPr>
        <p:spPr>
          <a:xfrm>
            <a:off x="5014913" y="1681163"/>
            <a:ext cx="4211340"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813"/>
              </a:spcBef>
              <a:spcAft>
                <a:spcPts val="0"/>
              </a:spcAft>
              <a:buClr>
                <a:schemeClr val="dk1"/>
              </a:buClr>
              <a:buSzPts val="1950"/>
              <a:buNone/>
              <a:defRPr sz="1950" b="1"/>
            </a:lvl1pPr>
            <a:lvl2pPr marL="914400" lvl="1" indent="-228600" algn="l">
              <a:lnSpc>
                <a:spcPct val="90000"/>
              </a:lnSpc>
              <a:spcBef>
                <a:spcPts val="406"/>
              </a:spcBef>
              <a:spcAft>
                <a:spcPts val="0"/>
              </a:spcAft>
              <a:buClr>
                <a:schemeClr val="dk1"/>
              </a:buClr>
              <a:buSzPts val="1625"/>
              <a:buNone/>
              <a:defRPr sz="1625" b="1"/>
            </a:lvl2pPr>
            <a:lvl3pPr marL="1371600" lvl="2" indent="-228600" algn="l">
              <a:lnSpc>
                <a:spcPct val="90000"/>
              </a:lnSpc>
              <a:spcBef>
                <a:spcPts val="406"/>
              </a:spcBef>
              <a:spcAft>
                <a:spcPts val="0"/>
              </a:spcAft>
              <a:buClr>
                <a:schemeClr val="dk1"/>
              </a:buClr>
              <a:buSzPts val="1463"/>
              <a:buNone/>
              <a:defRPr sz="1463" b="1"/>
            </a:lvl3pPr>
            <a:lvl4pPr marL="1828800" lvl="3" indent="-228600" algn="l">
              <a:lnSpc>
                <a:spcPct val="90000"/>
              </a:lnSpc>
              <a:spcBef>
                <a:spcPts val="406"/>
              </a:spcBef>
              <a:spcAft>
                <a:spcPts val="0"/>
              </a:spcAft>
              <a:buClr>
                <a:schemeClr val="dk1"/>
              </a:buClr>
              <a:buSzPts val="1300"/>
              <a:buNone/>
              <a:defRPr sz="1300" b="1"/>
            </a:lvl4pPr>
            <a:lvl5pPr marL="2286000" lvl="4" indent="-228600" algn="l">
              <a:lnSpc>
                <a:spcPct val="90000"/>
              </a:lnSpc>
              <a:spcBef>
                <a:spcPts val="406"/>
              </a:spcBef>
              <a:spcAft>
                <a:spcPts val="0"/>
              </a:spcAft>
              <a:buClr>
                <a:schemeClr val="dk1"/>
              </a:buClr>
              <a:buSzPts val="1300"/>
              <a:buNone/>
              <a:defRPr sz="1300" b="1"/>
            </a:lvl5pPr>
            <a:lvl6pPr marL="2743200" lvl="5" indent="-228600" algn="l">
              <a:lnSpc>
                <a:spcPct val="90000"/>
              </a:lnSpc>
              <a:spcBef>
                <a:spcPts val="406"/>
              </a:spcBef>
              <a:spcAft>
                <a:spcPts val="0"/>
              </a:spcAft>
              <a:buClr>
                <a:schemeClr val="dk1"/>
              </a:buClr>
              <a:buSzPts val="1300"/>
              <a:buNone/>
              <a:defRPr sz="1300" b="1"/>
            </a:lvl6pPr>
            <a:lvl7pPr marL="3200400" lvl="6" indent="-228600" algn="l">
              <a:lnSpc>
                <a:spcPct val="90000"/>
              </a:lnSpc>
              <a:spcBef>
                <a:spcPts val="406"/>
              </a:spcBef>
              <a:spcAft>
                <a:spcPts val="0"/>
              </a:spcAft>
              <a:buClr>
                <a:schemeClr val="dk1"/>
              </a:buClr>
              <a:buSzPts val="1300"/>
              <a:buNone/>
              <a:defRPr sz="1300" b="1"/>
            </a:lvl7pPr>
            <a:lvl8pPr marL="3657600" lvl="7" indent="-228600" algn="l">
              <a:lnSpc>
                <a:spcPct val="90000"/>
              </a:lnSpc>
              <a:spcBef>
                <a:spcPts val="406"/>
              </a:spcBef>
              <a:spcAft>
                <a:spcPts val="0"/>
              </a:spcAft>
              <a:buClr>
                <a:schemeClr val="dk1"/>
              </a:buClr>
              <a:buSzPts val="1300"/>
              <a:buNone/>
              <a:defRPr sz="1300" b="1"/>
            </a:lvl8pPr>
            <a:lvl9pPr marL="4114800" lvl="8" indent="-228600" algn="l">
              <a:lnSpc>
                <a:spcPct val="90000"/>
              </a:lnSpc>
              <a:spcBef>
                <a:spcPts val="406"/>
              </a:spcBef>
              <a:spcAft>
                <a:spcPts val="0"/>
              </a:spcAft>
              <a:buClr>
                <a:schemeClr val="dk1"/>
              </a:buClr>
              <a:buSzPts val="1300"/>
              <a:buNone/>
              <a:defRPr sz="1300" b="1"/>
            </a:lvl9pPr>
          </a:lstStyle>
          <a:p>
            <a:endParaRPr/>
          </a:p>
        </p:txBody>
      </p:sp>
      <p:sp>
        <p:nvSpPr>
          <p:cNvPr id="52" name="Google Shape;52;p56"/>
          <p:cNvSpPr txBox="1">
            <a:spLocks noGrp="1"/>
          </p:cNvSpPr>
          <p:nvPr>
            <p:ph type="body" idx="4"/>
          </p:nvPr>
        </p:nvSpPr>
        <p:spPr>
          <a:xfrm>
            <a:off x="5014913" y="2505075"/>
            <a:ext cx="4211340"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813"/>
              </a:spcBef>
              <a:spcAft>
                <a:spcPts val="0"/>
              </a:spcAft>
              <a:buClr>
                <a:schemeClr val="dk1"/>
              </a:buClr>
              <a:buSzPts val="1800"/>
              <a:buChar char="•"/>
              <a:defRPr/>
            </a:lvl1pPr>
            <a:lvl2pPr marL="914400" lvl="1" indent="-342900" algn="l">
              <a:lnSpc>
                <a:spcPct val="90000"/>
              </a:lnSpc>
              <a:spcBef>
                <a:spcPts val="406"/>
              </a:spcBef>
              <a:spcAft>
                <a:spcPts val="0"/>
              </a:spcAft>
              <a:buClr>
                <a:schemeClr val="dk1"/>
              </a:buClr>
              <a:buSzPts val="1800"/>
              <a:buChar char="•"/>
              <a:defRPr/>
            </a:lvl2pPr>
            <a:lvl3pPr marL="1371600" lvl="2" indent="-342900" algn="l">
              <a:lnSpc>
                <a:spcPct val="90000"/>
              </a:lnSpc>
              <a:spcBef>
                <a:spcPts val="406"/>
              </a:spcBef>
              <a:spcAft>
                <a:spcPts val="0"/>
              </a:spcAft>
              <a:buClr>
                <a:schemeClr val="dk1"/>
              </a:buClr>
              <a:buSzPts val="1800"/>
              <a:buChar char="•"/>
              <a:defRPr/>
            </a:lvl3pPr>
            <a:lvl4pPr marL="1828800" lvl="3" indent="-342900" algn="l">
              <a:lnSpc>
                <a:spcPct val="90000"/>
              </a:lnSpc>
              <a:spcBef>
                <a:spcPts val="406"/>
              </a:spcBef>
              <a:spcAft>
                <a:spcPts val="0"/>
              </a:spcAft>
              <a:buClr>
                <a:schemeClr val="dk1"/>
              </a:buClr>
              <a:buSzPts val="1800"/>
              <a:buChar char="•"/>
              <a:defRPr/>
            </a:lvl4pPr>
            <a:lvl5pPr marL="2286000" lvl="4" indent="-342900" algn="l">
              <a:lnSpc>
                <a:spcPct val="90000"/>
              </a:lnSpc>
              <a:spcBef>
                <a:spcPts val="406"/>
              </a:spcBef>
              <a:spcAft>
                <a:spcPts val="0"/>
              </a:spcAft>
              <a:buClr>
                <a:schemeClr val="dk1"/>
              </a:buClr>
              <a:buSzPts val="1800"/>
              <a:buChar char="•"/>
              <a:defRPr/>
            </a:lvl5pPr>
            <a:lvl6pPr marL="2743200" lvl="5" indent="-342900" algn="l">
              <a:lnSpc>
                <a:spcPct val="90000"/>
              </a:lnSpc>
              <a:spcBef>
                <a:spcPts val="406"/>
              </a:spcBef>
              <a:spcAft>
                <a:spcPts val="0"/>
              </a:spcAft>
              <a:buClr>
                <a:schemeClr val="dk1"/>
              </a:buClr>
              <a:buSzPts val="1800"/>
              <a:buChar char="•"/>
              <a:defRPr/>
            </a:lvl6pPr>
            <a:lvl7pPr marL="3200400" lvl="6" indent="-342900" algn="l">
              <a:lnSpc>
                <a:spcPct val="90000"/>
              </a:lnSpc>
              <a:spcBef>
                <a:spcPts val="406"/>
              </a:spcBef>
              <a:spcAft>
                <a:spcPts val="0"/>
              </a:spcAft>
              <a:buClr>
                <a:schemeClr val="dk1"/>
              </a:buClr>
              <a:buSzPts val="1800"/>
              <a:buChar char="•"/>
              <a:defRPr/>
            </a:lvl7pPr>
            <a:lvl8pPr marL="3657600" lvl="7" indent="-342900" algn="l">
              <a:lnSpc>
                <a:spcPct val="90000"/>
              </a:lnSpc>
              <a:spcBef>
                <a:spcPts val="406"/>
              </a:spcBef>
              <a:spcAft>
                <a:spcPts val="0"/>
              </a:spcAft>
              <a:buClr>
                <a:schemeClr val="dk1"/>
              </a:buClr>
              <a:buSzPts val="1800"/>
              <a:buChar char="•"/>
              <a:defRPr/>
            </a:lvl8pPr>
            <a:lvl9pPr marL="4114800" lvl="8" indent="-342900" algn="l">
              <a:lnSpc>
                <a:spcPct val="90000"/>
              </a:lnSpc>
              <a:spcBef>
                <a:spcPts val="406"/>
              </a:spcBef>
              <a:spcAft>
                <a:spcPts val="0"/>
              </a:spcAft>
              <a:buClr>
                <a:schemeClr val="dk1"/>
              </a:buClr>
              <a:buSzPts val="1800"/>
              <a:buChar char="•"/>
              <a:defRPr/>
            </a:lvl9pPr>
          </a:lstStyle>
          <a:p>
            <a:endParaRPr/>
          </a:p>
        </p:txBody>
      </p:sp>
      <p:sp>
        <p:nvSpPr>
          <p:cNvPr id="53" name="Google Shape;53;p56"/>
          <p:cNvSpPr txBox="1">
            <a:spLocks noGrp="1"/>
          </p:cNvSpPr>
          <p:nvPr>
            <p:ph type="dt" idx="10"/>
          </p:nvPr>
        </p:nvSpPr>
        <p:spPr>
          <a:xfrm>
            <a:off x="681038" y="6356351"/>
            <a:ext cx="222885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4" name="Google Shape;54;p56"/>
          <p:cNvSpPr txBox="1">
            <a:spLocks noGrp="1"/>
          </p:cNvSpPr>
          <p:nvPr>
            <p:ph type="ftr" idx="11"/>
          </p:nvPr>
        </p:nvSpPr>
        <p:spPr>
          <a:xfrm>
            <a:off x="3281363" y="6356351"/>
            <a:ext cx="3343275"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5" name="Google Shape;55;p56"/>
          <p:cNvSpPr txBox="1">
            <a:spLocks noGrp="1"/>
          </p:cNvSpPr>
          <p:nvPr>
            <p:ph type="sldNum" idx="12"/>
          </p:nvPr>
        </p:nvSpPr>
        <p:spPr>
          <a:xfrm>
            <a:off x="6996113" y="6356351"/>
            <a:ext cx="222885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975"/>
              <a:buFont typeface="Arial"/>
              <a:buNone/>
              <a:defRPr sz="975"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975"/>
              <a:buFont typeface="Arial"/>
              <a:buNone/>
              <a:defRPr sz="975"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975"/>
              <a:buFont typeface="Arial"/>
              <a:buNone/>
              <a:defRPr sz="975"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975"/>
              <a:buFont typeface="Arial"/>
              <a:buNone/>
              <a:defRPr sz="975"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975"/>
              <a:buFont typeface="Arial"/>
              <a:buNone/>
              <a:defRPr sz="975"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975"/>
              <a:buFont typeface="Arial"/>
              <a:buNone/>
              <a:defRPr sz="975"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975"/>
              <a:buFont typeface="Arial"/>
              <a:buNone/>
              <a:defRPr sz="975"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975"/>
              <a:buFont typeface="Arial"/>
              <a:buNone/>
              <a:defRPr sz="975"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975"/>
              <a:buFont typeface="Arial"/>
              <a:buNone/>
              <a:defRPr sz="975"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s-AR"/>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Solo el título" type="titleOnly">
  <p:cSld name="TITLE_ONLY">
    <p:spTree>
      <p:nvGrpSpPr>
        <p:cNvPr id="1" name="Shape 56"/>
        <p:cNvGrpSpPr/>
        <p:nvPr/>
      </p:nvGrpSpPr>
      <p:grpSpPr>
        <a:xfrm>
          <a:off x="0" y="0"/>
          <a:ext cx="0" cy="0"/>
          <a:chOff x="0" y="0"/>
          <a:chExt cx="0" cy="0"/>
        </a:xfrm>
      </p:grpSpPr>
      <p:sp>
        <p:nvSpPr>
          <p:cNvPr id="57" name="Google Shape;57;p57"/>
          <p:cNvSpPr txBox="1">
            <a:spLocks noGrp="1"/>
          </p:cNvSpPr>
          <p:nvPr>
            <p:ph type="title"/>
          </p:nvPr>
        </p:nvSpPr>
        <p:spPr>
          <a:xfrm>
            <a:off x="681038" y="365126"/>
            <a:ext cx="8543925"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8" name="Google Shape;58;p57"/>
          <p:cNvSpPr txBox="1">
            <a:spLocks noGrp="1"/>
          </p:cNvSpPr>
          <p:nvPr>
            <p:ph type="dt" idx="10"/>
          </p:nvPr>
        </p:nvSpPr>
        <p:spPr>
          <a:xfrm>
            <a:off x="681038" y="6356351"/>
            <a:ext cx="222885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9" name="Google Shape;59;p57"/>
          <p:cNvSpPr txBox="1">
            <a:spLocks noGrp="1"/>
          </p:cNvSpPr>
          <p:nvPr>
            <p:ph type="ftr" idx="11"/>
          </p:nvPr>
        </p:nvSpPr>
        <p:spPr>
          <a:xfrm>
            <a:off x="3281363" y="6356351"/>
            <a:ext cx="3343275"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0" name="Google Shape;60;p57"/>
          <p:cNvSpPr txBox="1">
            <a:spLocks noGrp="1"/>
          </p:cNvSpPr>
          <p:nvPr>
            <p:ph type="sldNum" idx="12"/>
          </p:nvPr>
        </p:nvSpPr>
        <p:spPr>
          <a:xfrm>
            <a:off x="6996113" y="6356351"/>
            <a:ext cx="222885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975"/>
              <a:buFont typeface="Arial"/>
              <a:buNone/>
              <a:defRPr sz="975"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975"/>
              <a:buFont typeface="Arial"/>
              <a:buNone/>
              <a:defRPr sz="975"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975"/>
              <a:buFont typeface="Arial"/>
              <a:buNone/>
              <a:defRPr sz="975"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975"/>
              <a:buFont typeface="Arial"/>
              <a:buNone/>
              <a:defRPr sz="975"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975"/>
              <a:buFont typeface="Arial"/>
              <a:buNone/>
              <a:defRPr sz="975"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975"/>
              <a:buFont typeface="Arial"/>
              <a:buNone/>
              <a:defRPr sz="975"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975"/>
              <a:buFont typeface="Arial"/>
              <a:buNone/>
              <a:defRPr sz="975"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975"/>
              <a:buFont typeface="Arial"/>
              <a:buNone/>
              <a:defRPr sz="975"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975"/>
              <a:buFont typeface="Arial"/>
              <a:buNone/>
              <a:defRPr sz="975"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s-AR"/>
              <a:t>‹#›</a:t>
            </a:fld>
            <a:endParaRPr sz="1000">
              <a:solidFill>
                <a:schemeClr val="dk1"/>
              </a:solidFill>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En blanco" type="blank">
  <p:cSld name="BLANK">
    <p:spTree>
      <p:nvGrpSpPr>
        <p:cNvPr id="1" name="Shape 61"/>
        <p:cNvGrpSpPr/>
        <p:nvPr/>
      </p:nvGrpSpPr>
      <p:grpSpPr>
        <a:xfrm>
          <a:off x="0" y="0"/>
          <a:ext cx="0" cy="0"/>
          <a:chOff x="0" y="0"/>
          <a:chExt cx="0" cy="0"/>
        </a:xfrm>
      </p:grpSpPr>
      <p:sp>
        <p:nvSpPr>
          <p:cNvPr id="62" name="Google Shape;62;p58"/>
          <p:cNvSpPr txBox="1">
            <a:spLocks noGrp="1"/>
          </p:cNvSpPr>
          <p:nvPr>
            <p:ph type="dt" idx="10"/>
          </p:nvPr>
        </p:nvSpPr>
        <p:spPr>
          <a:xfrm>
            <a:off x="681038" y="6356351"/>
            <a:ext cx="222885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3" name="Google Shape;63;p58"/>
          <p:cNvSpPr txBox="1">
            <a:spLocks noGrp="1"/>
          </p:cNvSpPr>
          <p:nvPr>
            <p:ph type="ftr" idx="11"/>
          </p:nvPr>
        </p:nvSpPr>
        <p:spPr>
          <a:xfrm>
            <a:off x="3281363" y="6356351"/>
            <a:ext cx="3343275"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4" name="Google Shape;64;p58"/>
          <p:cNvSpPr txBox="1">
            <a:spLocks noGrp="1"/>
          </p:cNvSpPr>
          <p:nvPr>
            <p:ph type="sldNum" idx="12"/>
          </p:nvPr>
        </p:nvSpPr>
        <p:spPr>
          <a:xfrm>
            <a:off x="6996113" y="6356351"/>
            <a:ext cx="222885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975"/>
              <a:buFont typeface="Arial"/>
              <a:buNone/>
              <a:defRPr sz="975"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975"/>
              <a:buFont typeface="Arial"/>
              <a:buNone/>
              <a:defRPr sz="975"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975"/>
              <a:buFont typeface="Arial"/>
              <a:buNone/>
              <a:defRPr sz="975"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975"/>
              <a:buFont typeface="Arial"/>
              <a:buNone/>
              <a:defRPr sz="975"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975"/>
              <a:buFont typeface="Arial"/>
              <a:buNone/>
              <a:defRPr sz="975"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975"/>
              <a:buFont typeface="Arial"/>
              <a:buNone/>
              <a:defRPr sz="975"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975"/>
              <a:buFont typeface="Arial"/>
              <a:buNone/>
              <a:defRPr sz="975"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975"/>
              <a:buFont typeface="Arial"/>
              <a:buNone/>
              <a:defRPr sz="975"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975"/>
              <a:buFont typeface="Arial"/>
              <a:buNone/>
              <a:defRPr sz="975"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s-AR"/>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Contenido con título" type="objTx">
  <p:cSld name="OBJECT_WITH_CAPTION_TEXT">
    <p:spTree>
      <p:nvGrpSpPr>
        <p:cNvPr id="1" name="Shape 65"/>
        <p:cNvGrpSpPr/>
        <p:nvPr/>
      </p:nvGrpSpPr>
      <p:grpSpPr>
        <a:xfrm>
          <a:off x="0" y="0"/>
          <a:ext cx="0" cy="0"/>
          <a:chOff x="0" y="0"/>
          <a:chExt cx="0" cy="0"/>
        </a:xfrm>
      </p:grpSpPr>
      <p:sp>
        <p:nvSpPr>
          <p:cNvPr id="66" name="Google Shape;66;p59"/>
          <p:cNvSpPr txBox="1">
            <a:spLocks noGrp="1"/>
          </p:cNvSpPr>
          <p:nvPr>
            <p:ph type="title"/>
          </p:nvPr>
        </p:nvSpPr>
        <p:spPr>
          <a:xfrm>
            <a:off x="682328" y="457200"/>
            <a:ext cx="3194943"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2600"/>
              <a:buFont typeface="Calibri"/>
              <a:buNone/>
              <a:defRPr sz="26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7" name="Google Shape;67;p59"/>
          <p:cNvSpPr txBox="1">
            <a:spLocks noGrp="1"/>
          </p:cNvSpPr>
          <p:nvPr>
            <p:ph type="body" idx="1"/>
          </p:nvPr>
        </p:nvSpPr>
        <p:spPr>
          <a:xfrm>
            <a:off x="4211340" y="987426"/>
            <a:ext cx="5014913" cy="4873625"/>
          </a:xfrm>
          <a:prstGeom prst="rect">
            <a:avLst/>
          </a:prstGeom>
          <a:noFill/>
          <a:ln>
            <a:noFill/>
          </a:ln>
        </p:spPr>
        <p:txBody>
          <a:bodyPr spcFirstLastPara="1" wrap="square" lIns="91425" tIns="45700" rIns="91425" bIns="45700" anchor="t" anchorCtr="0">
            <a:normAutofit/>
          </a:bodyPr>
          <a:lstStyle>
            <a:lvl1pPr marL="457200" lvl="0" indent="-393700" algn="l">
              <a:lnSpc>
                <a:spcPct val="90000"/>
              </a:lnSpc>
              <a:spcBef>
                <a:spcPts val="813"/>
              </a:spcBef>
              <a:spcAft>
                <a:spcPts val="0"/>
              </a:spcAft>
              <a:buClr>
                <a:schemeClr val="dk1"/>
              </a:buClr>
              <a:buSzPts val="2600"/>
              <a:buChar char="•"/>
              <a:defRPr sz="2600"/>
            </a:lvl1pPr>
            <a:lvl2pPr marL="914400" lvl="1" indent="-373062" algn="l">
              <a:lnSpc>
                <a:spcPct val="90000"/>
              </a:lnSpc>
              <a:spcBef>
                <a:spcPts val="406"/>
              </a:spcBef>
              <a:spcAft>
                <a:spcPts val="0"/>
              </a:spcAft>
              <a:buClr>
                <a:schemeClr val="dk1"/>
              </a:buClr>
              <a:buSzPts val="2275"/>
              <a:buChar char="•"/>
              <a:defRPr sz="2275"/>
            </a:lvl2pPr>
            <a:lvl3pPr marL="1371600" lvl="2" indent="-352425" algn="l">
              <a:lnSpc>
                <a:spcPct val="90000"/>
              </a:lnSpc>
              <a:spcBef>
                <a:spcPts val="406"/>
              </a:spcBef>
              <a:spcAft>
                <a:spcPts val="0"/>
              </a:spcAft>
              <a:buClr>
                <a:schemeClr val="dk1"/>
              </a:buClr>
              <a:buSzPts val="1950"/>
              <a:buChar char="•"/>
              <a:defRPr sz="1950"/>
            </a:lvl3pPr>
            <a:lvl4pPr marL="1828800" lvl="3" indent="-331787" algn="l">
              <a:lnSpc>
                <a:spcPct val="90000"/>
              </a:lnSpc>
              <a:spcBef>
                <a:spcPts val="406"/>
              </a:spcBef>
              <a:spcAft>
                <a:spcPts val="0"/>
              </a:spcAft>
              <a:buClr>
                <a:schemeClr val="dk1"/>
              </a:buClr>
              <a:buSzPts val="1625"/>
              <a:buChar char="•"/>
              <a:defRPr sz="1625"/>
            </a:lvl4pPr>
            <a:lvl5pPr marL="2286000" lvl="4" indent="-331787" algn="l">
              <a:lnSpc>
                <a:spcPct val="90000"/>
              </a:lnSpc>
              <a:spcBef>
                <a:spcPts val="406"/>
              </a:spcBef>
              <a:spcAft>
                <a:spcPts val="0"/>
              </a:spcAft>
              <a:buClr>
                <a:schemeClr val="dk1"/>
              </a:buClr>
              <a:buSzPts val="1625"/>
              <a:buChar char="•"/>
              <a:defRPr sz="1625"/>
            </a:lvl5pPr>
            <a:lvl6pPr marL="2743200" lvl="5" indent="-331787" algn="l">
              <a:lnSpc>
                <a:spcPct val="90000"/>
              </a:lnSpc>
              <a:spcBef>
                <a:spcPts val="406"/>
              </a:spcBef>
              <a:spcAft>
                <a:spcPts val="0"/>
              </a:spcAft>
              <a:buClr>
                <a:schemeClr val="dk1"/>
              </a:buClr>
              <a:buSzPts val="1625"/>
              <a:buChar char="•"/>
              <a:defRPr sz="1625"/>
            </a:lvl6pPr>
            <a:lvl7pPr marL="3200400" lvl="6" indent="-331787" algn="l">
              <a:lnSpc>
                <a:spcPct val="90000"/>
              </a:lnSpc>
              <a:spcBef>
                <a:spcPts val="406"/>
              </a:spcBef>
              <a:spcAft>
                <a:spcPts val="0"/>
              </a:spcAft>
              <a:buClr>
                <a:schemeClr val="dk1"/>
              </a:buClr>
              <a:buSzPts val="1625"/>
              <a:buChar char="•"/>
              <a:defRPr sz="1625"/>
            </a:lvl7pPr>
            <a:lvl8pPr marL="3657600" lvl="7" indent="-331787" algn="l">
              <a:lnSpc>
                <a:spcPct val="90000"/>
              </a:lnSpc>
              <a:spcBef>
                <a:spcPts val="406"/>
              </a:spcBef>
              <a:spcAft>
                <a:spcPts val="0"/>
              </a:spcAft>
              <a:buClr>
                <a:schemeClr val="dk1"/>
              </a:buClr>
              <a:buSzPts val="1625"/>
              <a:buChar char="•"/>
              <a:defRPr sz="1625"/>
            </a:lvl8pPr>
            <a:lvl9pPr marL="4114800" lvl="8" indent="-331787" algn="l">
              <a:lnSpc>
                <a:spcPct val="90000"/>
              </a:lnSpc>
              <a:spcBef>
                <a:spcPts val="406"/>
              </a:spcBef>
              <a:spcAft>
                <a:spcPts val="0"/>
              </a:spcAft>
              <a:buClr>
                <a:schemeClr val="dk1"/>
              </a:buClr>
              <a:buSzPts val="1625"/>
              <a:buChar char="•"/>
              <a:defRPr sz="1625"/>
            </a:lvl9pPr>
          </a:lstStyle>
          <a:p>
            <a:endParaRPr/>
          </a:p>
        </p:txBody>
      </p:sp>
      <p:sp>
        <p:nvSpPr>
          <p:cNvPr id="68" name="Google Shape;68;p59"/>
          <p:cNvSpPr txBox="1">
            <a:spLocks noGrp="1"/>
          </p:cNvSpPr>
          <p:nvPr>
            <p:ph type="body" idx="2"/>
          </p:nvPr>
        </p:nvSpPr>
        <p:spPr>
          <a:xfrm>
            <a:off x="682328" y="2057400"/>
            <a:ext cx="3194943"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813"/>
              </a:spcBef>
              <a:spcAft>
                <a:spcPts val="0"/>
              </a:spcAft>
              <a:buClr>
                <a:schemeClr val="dk1"/>
              </a:buClr>
              <a:buSzPts val="1300"/>
              <a:buNone/>
              <a:defRPr sz="1300"/>
            </a:lvl1pPr>
            <a:lvl2pPr marL="914400" lvl="1" indent="-228600" algn="l">
              <a:lnSpc>
                <a:spcPct val="90000"/>
              </a:lnSpc>
              <a:spcBef>
                <a:spcPts val="406"/>
              </a:spcBef>
              <a:spcAft>
                <a:spcPts val="0"/>
              </a:spcAft>
              <a:buClr>
                <a:schemeClr val="dk1"/>
              </a:buClr>
              <a:buSzPts val="1138"/>
              <a:buNone/>
              <a:defRPr sz="1138"/>
            </a:lvl2pPr>
            <a:lvl3pPr marL="1371600" lvl="2" indent="-228600" algn="l">
              <a:lnSpc>
                <a:spcPct val="90000"/>
              </a:lnSpc>
              <a:spcBef>
                <a:spcPts val="406"/>
              </a:spcBef>
              <a:spcAft>
                <a:spcPts val="0"/>
              </a:spcAft>
              <a:buClr>
                <a:schemeClr val="dk1"/>
              </a:buClr>
              <a:buSzPts val="975"/>
              <a:buNone/>
              <a:defRPr sz="975"/>
            </a:lvl3pPr>
            <a:lvl4pPr marL="1828800" lvl="3" indent="-228600" algn="l">
              <a:lnSpc>
                <a:spcPct val="90000"/>
              </a:lnSpc>
              <a:spcBef>
                <a:spcPts val="406"/>
              </a:spcBef>
              <a:spcAft>
                <a:spcPts val="0"/>
              </a:spcAft>
              <a:buClr>
                <a:schemeClr val="dk1"/>
              </a:buClr>
              <a:buSzPts val="813"/>
              <a:buNone/>
              <a:defRPr sz="813"/>
            </a:lvl4pPr>
            <a:lvl5pPr marL="2286000" lvl="4" indent="-228600" algn="l">
              <a:lnSpc>
                <a:spcPct val="90000"/>
              </a:lnSpc>
              <a:spcBef>
                <a:spcPts val="406"/>
              </a:spcBef>
              <a:spcAft>
                <a:spcPts val="0"/>
              </a:spcAft>
              <a:buClr>
                <a:schemeClr val="dk1"/>
              </a:buClr>
              <a:buSzPts val="813"/>
              <a:buNone/>
              <a:defRPr sz="813"/>
            </a:lvl5pPr>
            <a:lvl6pPr marL="2743200" lvl="5" indent="-228600" algn="l">
              <a:lnSpc>
                <a:spcPct val="90000"/>
              </a:lnSpc>
              <a:spcBef>
                <a:spcPts val="406"/>
              </a:spcBef>
              <a:spcAft>
                <a:spcPts val="0"/>
              </a:spcAft>
              <a:buClr>
                <a:schemeClr val="dk1"/>
              </a:buClr>
              <a:buSzPts val="813"/>
              <a:buNone/>
              <a:defRPr sz="813"/>
            </a:lvl6pPr>
            <a:lvl7pPr marL="3200400" lvl="6" indent="-228600" algn="l">
              <a:lnSpc>
                <a:spcPct val="90000"/>
              </a:lnSpc>
              <a:spcBef>
                <a:spcPts val="406"/>
              </a:spcBef>
              <a:spcAft>
                <a:spcPts val="0"/>
              </a:spcAft>
              <a:buClr>
                <a:schemeClr val="dk1"/>
              </a:buClr>
              <a:buSzPts val="813"/>
              <a:buNone/>
              <a:defRPr sz="813"/>
            </a:lvl7pPr>
            <a:lvl8pPr marL="3657600" lvl="7" indent="-228600" algn="l">
              <a:lnSpc>
                <a:spcPct val="90000"/>
              </a:lnSpc>
              <a:spcBef>
                <a:spcPts val="406"/>
              </a:spcBef>
              <a:spcAft>
                <a:spcPts val="0"/>
              </a:spcAft>
              <a:buClr>
                <a:schemeClr val="dk1"/>
              </a:buClr>
              <a:buSzPts val="813"/>
              <a:buNone/>
              <a:defRPr sz="813"/>
            </a:lvl8pPr>
            <a:lvl9pPr marL="4114800" lvl="8" indent="-228600" algn="l">
              <a:lnSpc>
                <a:spcPct val="90000"/>
              </a:lnSpc>
              <a:spcBef>
                <a:spcPts val="406"/>
              </a:spcBef>
              <a:spcAft>
                <a:spcPts val="0"/>
              </a:spcAft>
              <a:buClr>
                <a:schemeClr val="dk1"/>
              </a:buClr>
              <a:buSzPts val="813"/>
              <a:buNone/>
              <a:defRPr sz="813"/>
            </a:lvl9pPr>
          </a:lstStyle>
          <a:p>
            <a:endParaRPr/>
          </a:p>
        </p:txBody>
      </p:sp>
      <p:sp>
        <p:nvSpPr>
          <p:cNvPr id="69" name="Google Shape;69;p59"/>
          <p:cNvSpPr txBox="1">
            <a:spLocks noGrp="1"/>
          </p:cNvSpPr>
          <p:nvPr>
            <p:ph type="dt" idx="10"/>
          </p:nvPr>
        </p:nvSpPr>
        <p:spPr>
          <a:xfrm>
            <a:off x="681038" y="6356351"/>
            <a:ext cx="222885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0" name="Google Shape;70;p59"/>
          <p:cNvSpPr txBox="1">
            <a:spLocks noGrp="1"/>
          </p:cNvSpPr>
          <p:nvPr>
            <p:ph type="ftr" idx="11"/>
          </p:nvPr>
        </p:nvSpPr>
        <p:spPr>
          <a:xfrm>
            <a:off x="3281363" y="6356351"/>
            <a:ext cx="3343275"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1" name="Google Shape;71;p59"/>
          <p:cNvSpPr txBox="1">
            <a:spLocks noGrp="1"/>
          </p:cNvSpPr>
          <p:nvPr>
            <p:ph type="sldNum" idx="12"/>
          </p:nvPr>
        </p:nvSpPr>
        <p:spPr>
          <a:xfrm>
            <a:off x="6996113" y="6356351"/>
            <a:ext cx="222885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975"/>
              <a:buFont typeface="Arial"/>
              <a:buNone/>
              <a:defRPr sz="975"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975"/>
              <a:buFont typeface="Arial"/>
              <a:buNone/>
              <a:defRPr sz="975"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975"/>
              <a:buFont typeface="Arial"/>
              <a:buNone/>
              <a:defRPr sz="975"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975"/>
              <a:buFont typeface="Arial"/>
              <a:buNone/>
              <a:defRPr sz="975"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975"/>
              <a:buFont typeface="Arial"/>
              <a:buNone/>
              <a:defRPr sz="975"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975"/>
              <a:buFont typeface="Arial"/>
              <a:buNone/>
              <a:defRPr sz="975"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975"/>
              <a:buFont typeface="Arial"/>
              <a:buNone/>
              <a:defRPr sz="975"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975"/>
              <a:buFont typeface="Arial"/>
              <a:buNone/>
              <a:defRPr sz="975"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975"/>
              <a:buFont typeface="Arial"/>
              <a:buNone/>
              <a:defRPr sz="975"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s-AR"/>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Imagen con título" type="picTx">
  <p:cSld name="PICTURE_WITH_CAPTION_TEXT">
    <p:spTree>
      <p:nvGrpSpPr>
        <p:cNvPr id="1" name="Shape 72"/>
        <p:cNvGrpSpPr/>
        <p:nvPr/>
      </p:nvGrpSpPr>
      <p:grpSpPr>
        <a:xfrm>
          <a:off x="0" y="0"/>
          <a:ext cx="0" cy="0"/>
          <a:chOff x="0" y="0"/>
          <a:chExt cx="0" cy="0"/>
        </a:xfrm>
      </p:grpSpPr>
      <p:sp>
        <p:nvSpPr>
          <p:cNvPr id="73" name="Google Shape;73;p60"/>
          <p:cNvSpPr txBox="1">
            <a:spLocks noGrp="1"/>
          </p:cNvSpPr>
          <p:nvPr>
            <p:ph type="title"/>
          </p:nvPr>
        </p:nvSpPr>
        <p:spPr>
          <a:xfrm>
            <a:off x="682328" y="457200"/>
            <a:ext cx="3194943"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2600"/>
              <a:buFont typeface="Calibri"/>
              <a:buNone/>
              <a:defRPr sz="26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4" name="Google Shape;74;p60"/>
          <p:cNvSpPr>
            <a:spLocks noGrp="1"/>
          </p:cNvSpPr>
          <p:nvPr>
            <p:ph type="pic" idx="2"/>
          </p:nvPr>
        </p:nvSpPr>
        <p:spPr>
          <a:xfrm>
            <a:off x="4211340" y="987426"/>
            <a:ext cx="5014913" cy="4873625"/>
          </a:xfrm>
          <a:prstGeom prst="rect">
            <a:avLst/>
          </a:prstGeom>
          <a:noFill/>
          <a:ln>
            <a:noFill/>
          </a:ln>
        </p:spPr>
      </p:sp>
      <p:sp>
        <p:nvSpPr>
          <p:cNvPr id="75" name="Google Shape;75;p60"/>
          <p:cNvSpPr txBox="1">
            <a:spLocks noGrp="1"/>
          </p:cNvSpPr>
          <p:nvPr>
            <p:ph type="body" idx="1"/>
          </p:nvPr>
        </p:nvSpPr>
        <p:spPr>
          <a:xfrm>
            <a:off x="682328" y="2057400"/>
            <a:ext cx="3194943"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813"/>
              </a:spcBef>
              <a:spcAft>
                <a:spcPts val="0"/>
              </a:spcAft>
              <a:buClr>
                <a:schemeClr val="dk1"/>
              </a:buClr>
              <a:buSzPts val="1300"/>
              <a:buNone/>
              <a:defRPr sz="1300"/>
            </a:lvl1pPr>
            <a:lvl2pPr marL="914400" lvl="1" indent="-228600" algn="l">
              <a:lnSpc>
                <a:spcPct val="90000"/>
              </a:lnSpc>
              <a:spcBef>
                <a:spcPts val="406"/>
              </a:spcBef>
              <a:spcAft>
                <a:spcPts val="0"/>
              </a:spcAft>
              <a:buClr>
                <a:schemeClr val="dk1"/>
              </a:buClr>
              <a:buSzPts val="1138"/>
              <a:buNone/>
              <a:defRPr sz="1138"/>
            </a:lvl2pPr>
            <a:lvl3pPr marL="1371600" lvl="2" indent="-228600" algn="l">
              <a:lnSpc>
                <a:spcPct val="90000"/>
              </a:lnSpc>
              <a:spcBef>
                <a:spcPts val="406"/>
              </a:spcBef>
              <a:spcAft>
                <a:spcPts val="0"/>
              </a:spcAft>
              <a:buClr>
                <a:schemeClr val="dk1"/>
              </a:buClr>
              <a:buSzPts val="975"/>
              <a:buNone/>
              <a:defRPr sz="975"/>
            </a:lvl3pPr>
            <a:lvl4pPr marL="1828800" lvl="3" indent="-228600" algn="l">
              <a:lnSpc>
                <a:spcPct val="90000"/>
              </a:lnSpc>
              <a:spcBef>
                <a:spcPts val="406"/>
              </a:spcBef>
              <a:spcAft>
                <a:spcPts val="0"/>
              </a:spcAft>
              <a:buClr>
                <a:schemeClr val="dk1"/>
              </a:buClr>
              <a:buSzPts val="813"/>
              <a:buNone/>
              <a:defRPr sz="813"/>
            </a:lvl4pPr>
            <a:lvl5pPr marL="2286000" lvl="4" indent="-228600" algn="l">
              <a:lnSpc>
                <a:spcPct val="90000"/>
              </a:lnSpc>
              <a:spcBef>
                <a:spcPts val="406"/>
              </a:spcBef>
              <a:spcAft>
                <a:spcPts val="0"/>
              </a:spcAft>
              <a:buClr>
                <a:schemeClr val="dk1"/>
              </a:buClr>
              <a:buSzPts val="813"/>
              <a:buNone/>
              <a:defRPr sz="813"/>
            </a:lvl5pPr>
            <a:lvl6pPr marL="2743200" lvl="5" indent="-228600" algn="l">
              <a:lnSpc>
                <a:spcPct val="90000"/>
              </a:lnSpc>
              <a:spcBef>
                <a:spcPts val="406"/>
              </a:spcBef>
              <a:spcAft>
                <a:spcPts val="0"/>
              </a:spcAft>
              <a:buClr>
                <a:schemeClr val="dk1"/>
              </a:buClr>
              <a:buSzPts val="813"/>
              <a:buNone/>
              <a:defRPr sz="813"/>
            </a:lvl6pPr>
            <a:lvl7pPr marL="3200400" lvl="6" indent="-228600" algn="l">
              <a:lnSpc>
                <a:spcPct val="90000"/>
              </a:lnSpc>
              <a:spcBef>
                <a:spcPts val="406"/>
              </a:spcBef>
              <a:spcAft>
                <a:spcPts val="0"/>
              </a:spcAft>
              <a:buClr>
                <a:schemeClr val="dk1"/>
              </a:buClr>
              <a:buSzPts val="813"/>
              <a:buNone/>
              <a:defRPr sz="813"/>
            </a:lvl7pPr>
            <a:lvl8pPr marL="3657600" lvl="7" indent="-228600" algn="l">
              <a:lnSpc>
                <a:spcPct val="90000"/>
              </a:lnSpc>
              <a:spcBef>
                <a:spcPts val="406"/>
              </a:spcBef>
              <a:spcAft>
                <a:spcPts val="0"/>
              </a:spcAft>
              <a:buClr>
                <a:schemeClr val="dk1"/>
              </a:buClr>
              <a:buSzPts val="813"/>
              <a:buNone/>
              <a:defRPr sz="813"/>
            </a:lvl8pPr>
            <a:lvl9pPr marL="4114800" lvl="8" indent="-228600" algn="l">
              <a:lnSpc>
                <a:spcPct val="90000"/>
              </a:lnSpc>
              <a:spcBef>
                <a:spcPts val="406"/>
              </a:spcBef>
              <a:spcAft>
                <a:spcPts val="0"/>
              </a:spcAft>
              <a:buClr>
                <a:schemeClr val="dk1"/>
              </a:buClr>
              <a:buSzPts val="813"/>
              <a:buNone/>
              <a:defRPr sz="813"/>
            </a:lvl9pPr>
          </a:lstStyle>
          <a:p>
            <a:endParaRPr/>
          </a:p>
        </p:txBody>
      </p:sp>
      <p:sp>
        <p:nvSpPr>
          <p:cNvPr id="76" name="Google Shape;76;p60"/>
          <p:cNvSpPr txBox="1">
            <a:spLocks noGrp="1"/>
          </p:cNvSpPr>
          <p:nvPr>
            <p:ph type="dt" idx="10"/>
          </p:nvPr>
        </p:nvSpPr>
        <p:spPr>
          <a:xfrm>
            <a:off x="681038" y="6356351"/>
            <a:ext cx="222885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7" name="Google Shape;77;p60"/>
          <p:cNvSpPr txBox="1">
            <a:spLocks noGrp="1"/>
          </p:cNvSpPr>
          <p:nvPr>
            <p:ph type="ftr" idx="11"/>
          </p:nvPr>
        </p:nvSpPr>
        <p:spPr>
          <a:xfrm>
            <a:off x="3281363" y="6356351"/>
            <a:ext cx="3343275"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8" name="Google Shape;78;p60"/>
          <p:cNvSpPr txBox="1">
            <a:spLocks noGrp="1"/>
          </p:cNvSpPr>
          <p:nvPr>
            <p:ph type="sldNum" idx="12"/>
          </p:nvPr>
        </p:nvSpPr>
        <p:spPr>
          <a:xfrm>
            <a:off x="6996113" y="6356351"/>
            <a:ext cx="222885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975"/>
              <a:buFont typeface="Arial"/>
              <a:buNone/>
              <a:defRPr sz="975"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975"/>
              <a:buFont typeface="Arial"/>
              <a:buNone/>
              <a:defRPr sz="975"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975"/>
              <a:buFont typeface="Arial"/>
              <a:buNone/>
              <a:defRPr sz="975"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975"/>
              <a:buFont typeface="Arial"/>
              <a:buNone/>
              <a:defRPr sz="975"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975"/>
              <a:buFont typeface="Arial"/>
              <a:buNone/>
              <a:defRPr sz="975"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975"/>
              <a:buFont typeface="Arial"/>
              <a:buNone/>
              <a:defRPr sz="975"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975"/>
              <a:buFont typeface="Arial"/>
              <a:buNone/>
              <a:defRPr sz="975"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975"/>
              <a:buFont typeface="Arial"/>
              <a:buNone/>
              <a:defRPr sz="975"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975"/>
              <a:buFont typeface="Arial"/>
              <a:buNone/>
              <a:defRPr sz="975"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s-AR"/>
              <a:t>‹#›</a:t>
            </a:fld>
            <a:endParaRPr>
              <a:solidFill>
                <a:schemeClr val="dk1"/>
              </a:solidFill>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Título y texto vertical" type="vertTx">
  <p:cSld name="VERTICAL_TEXT">
    <p:spTree>
      <p:nvGrpSpPr>
        <p:cNvPr id="1" name="Shape 79"/>
        <p:cNvGrpSpPr/>
        <p:nvPr/>
      </p:nvGrpSpPr>
      <p:grpSpPr>
        <a:xfrm>
          <a:off x="0" y="0"/>
          <a:ext cx="0" cy="0"/>
          <a:chOff x="0" y="0"/>
          <a:chExt cx="0" cy="0"/>
        </a:xfrm>
      </p:grpSpPr>
      <p:sp>
        <p:nvSpPr>
          <p:cNvPr id="80" name="Google Shape;80;p61"/>
          <p:cNvSpPr txBox="1">
            <a:spLocks noGrp="1"/>
          </p:cNvSpPr>
          <p:nvPr>
            <p:ph type="title"/>
          </p:nvPr>
        </p:nvSpPr>
        <p:spPr>
          <a:xfrm>
            <a:off x="681038" y="365126"/>
            <a:ext cx="8543925"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81" name="Google Shape;81;p61"/>
          <p:cNvSpPr txBox="1">
            <a:spLocks noGrp="1"/>
          </p:cNvSpPr>
          <p:nvPr>
            <p:ph type="body" idx="1"/>
          </p:nvPr>
        </p:nvSpPr>
        <p:spPr>
          <a:xfrm rot="5400000">
            <a:off x="2777332" y="-270669"/>
            <a:ext cx="4351338" cy="8543925"/>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813"/>
              </a:spcBef>
              <a:spcAft>
                <a:spcPts val="0"/>
              </a:spcAft>
              <a:buClr>
                <a:schemeClr val="dk1"/>
              </a:buClr>
              <a:buSzPts val="1800"/>
              <a:buChar char="•"/>
              <a:defRPr/>
            </a:lvl1pPr>
            <a:lvl2pPr marL="914400" lvl="1" indent="-342900" algn="l">
              <a:lnSpc>
                <a:spcPct val="90000"/>
              </a:lnSpc>
              <a:spcBef>
                <a:spcPts val="406"/>
              </a:spcBef>
              <a:spcAft>
                <a:spcPts val="0"/>
              </a:spcAft>
              <a:buClr>
                <a:schemeClr val="dk1"/>
              </a:buClr>
              <a:buSzPts val="1800"/>
              <a:buChar char="•"/>
              <a:defRPr/>
            </a:lvl2pPr>
            <a:lvl3pPr marL="1371600" lvl="2" indent="-342900" algn="l">
              <a:lnSpc>
                <a:spcPct val="90000"/>
              </a:lnSpc>
              <a:spcBef>
                <a:spcPts val="406"/>
              </a:spcBef>
              <a:spcAft>
                <a:spcPts val="0"/>
              </a:spcAft>
              <a:buClr>
                <a:schemeClr val="dk1"/>
              </a:buClr>
              <a:buSzPts val="1800"/>
              <a:buChar char="•"/>
              <a:defRPr/>
            </a:lvl3pPr>
            <a:lvl4pPr marL="1828800" lvl="3" indent="-342900" algn="l">
              <a:lnSpc>
                <a:spcPct val="90000"/>
              </a:lnSpc>
              <a:spcBef>
                <a:spcPts val="406"/>
              </a:spcBef>
              <a:spcAft>
                <a:spcPts val="0"/>
              </a:spcAft>
              <a:buClr>
                <a:schemeClr val="dk1"/>
              </a:buClr>
              <a:buSzPts val="1800"/>
              <a:buChar char="•"/>
              <a:defRPr/>
            </a:lvl4pPr>
            <a:lvl5pPr marL="2286000" lvl="4" indent="-342900" algn="l">
              <a:lnSpc>
                <a:spcPct val="90000"/>
              </a:lnSpc>
              <a:spcBef>
                <a:spcPts val="406"/>
              </a:spcBef>
              <a:spcAft>
                <a:spcPts val="0"/>
              </a:spcAft>
              <a:buClr>
                <a:schemeClr val="dk1"/>
              </a:buClr>
              <a:buSzPts val="1800"/>
              <a:buChar char="•"/>
              <a:defRPr/>
            </a:lvl5pPr>
            <a:lvl6pPr marL="2743200" lvl="5" indent="-342900" algn="l">
              <a:lnSpc>
                <a:spcPct val="90000"/>
              </a:lnSpc>
              <a:spcBef>
                <a:spcPts val="406"/>
              </a:spcBef>
              <a:spcAft>
                <a:spcPts val="0"/>
              </a:spcAft>
              <a:buClr>
                <a:schemeClr val="dk1"/>
              </a:buClr>
              <a:buSzPts val="1800"/>
              <a:buChar char="•"/>
              <a:defRPr/>
            </a:lvl6pPr>
            <a:lvl7pPr marL="3200400" lvl="6" indent="-342900" algn="l">
              <a:lnSpc>
                <a:spcPct val="90000"/>
              </a:lnSpc>
              <a:spcBef>
                <a:spcPts val="406"/>
              </a:spcBef>
              <a:spcAft>
                <a:spcPts val="0"/>
              </a:spcAft>
              <a:buClr>
                <a:schemeClr val="dk1"/>
              </a:buClr>
              <a:buSzPts val="1800"/>
              <a:buChar char="•"/>
              <a:defRPr/>
            </a:lvl7pPr>
            <a:lvl8pPr marL="3657600" lvl="7" indent="-342900" algn="l">
              <a:lnSpc>
                <a:spcPct val="90000"/>
              </a:lnSpc>
              <a:spcBef>
                <a:spcPts val="406"/>
              </a:spcBef>
              <a:spcAft>
                <a:spcPts val="0"/>
              </a:spcAft>
              <a:buClr>
                <a:schemeClr val="dk1"/>
              </a:buClr>
              <a:buSzPts val="1800"/>
              <a:buChar char="•"/>
              <a:defRPr/>
            </a:lvl8pPr>
            <a:lvl9pPr marL="4114800" lvl="8" indent="-342900" algn="l">
              <a:lnSpc>
                <a:spcPct val="90000"/>
              </a:lnSpc>
              <a:spcBef>
                <a:spcPts val="406"/>
              </a:spcBef>
              <a:spcAft>
                <a:spcPts val="0"/>
              </a:spcAft>
              <a:buClr>
                <a:schemeClr val="dk1"/>
              </a:buClr>
              <a:buSzPts val="1800"/>
              <a:buChar char="•"/>
              <a:defRPr/>
            </a:lvl9pPr>
          </a:lstStyle>
          <a:p>
            <a:endParaRPr/>
          </a:p>
        </p:txBody>
      </p:sp>
      <p:sp>
        <p:nvSpPr>
          <p:cNvPr id="82" name="Google Shape;82;p61"/>
          <p:cNvSpPr txBox="1">
            <a:spLocks noGrp="1"/>
          </p:cNvSpPr>
          <p:nvPr>
            <p:ph type="dt" idx="10"/>
          </p:nvPr>
        </p:nvSpPr>
        <p:spPr>
          <a:xfrm>
            <a:off x="681038" y="6356351"/>
            <a:ext cx="222885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83" name="Google Shape;83;p61"/>
          <p:cNvSpPr txBox="1">
            <a:spLocks noGrp="1"/>
          </p:cNvSpPr>
          <p:nvPr>
            <p:ph type="ftr" idx="11"/>
          </p:nvPr>
        </p:nvSpPr>
        <p:spPr>
          <a:xfrm>
            <a:off x="3281363" y="6356351"/>
            <a:ext cx="3343275"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84" name="Google Shape;84;p61"/>
          <p:cNvSpPr txBox="1">
            <a:spLocks noGrp="1"/>
          </p:cNvSpPr>
          <p:nvPr>
            <p:ph type="sldNum" idx="12"/>
          </p:nvPr>
        </p:nvSpPr>
        <p:spPr>
          <a:xfrm>
            <a:off x="6996113" y="6356351"/>
            <a:ext cx="222885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975"/>
              <a:buFont typeface="Arial"/>
              <a:buNone/>
              <a:defRPr sz="975"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975"/>
              <a:buFont typeface="Arial"/>
              <a:buNone/>
              <a:defRPr sz="975"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975"/>
              <a:buFont typeface="Arial"/>
              <a:buNone/>
              <a:defRPr sz="975"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975"/>
              <a:buFont typeface="Arial"/>
              <a:buNone/>
              <a:defRPr sz="975"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975"/>
              <a:buFont typeface="Arial"/>
              <a:buNone/>
              <a:defRPr sz="975"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975"/>
              <a:buFont typeface="Arial"/>
              <a:buNone/>
              <a:defRPr sz="975"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975"/>
              <a:buFont typeface="Arial"/>
              <a:buNone/>
              <a:defRPr sz="975"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975"/>
              <a:buFont typeface="Arial"/>
              <a:buNone/>
              <a:defRPr sz="975"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975"/>
              <a:buFont typeface="Arial"/>
              <a:buNone/>
              <a:defRPr sz="975"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s-AR"/>
              <a:t>‹#›</a:t>
            </a:fld>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Título vertical y texto" type="vertTitleAndTx">
  <p:cSld name="VERTICAL_TITLE_AND_VERTICAL_TEXT">
    <p:spTree>
      <p:nvGrpSpPr>
        <p:cNvPr id="1" name="Shape 85"/>
        <p:cNvGrpSpPr/>
        <p:nvPr/>
      </p:nvGrpSpPr>
      <p:grpSpPr>
        <a:xfrm>
          <a:off x="0" y="0"/>
          <a:ext cx="0" cy="0"/>
          <a:chOff x="0" y="0"/>
          <a:chExt cx="0" cy="0"/>
        </a:xfrm>
      </p:grpSpPr>
      <p:sp>
        <p:nvSpPr>
          <p:cNvPr id="86" name="Google Shape;86;p62"/>
          <p:cNvSpPr txBox="1">
            <a:spLocks noGrp="1"/>
          </p:cNvSpPr>
          <p:nvPr>
            <p:ph type="title"/>
          </p:nvPr>
        </p:nvSpPr>
        <p:spPr>
          <a:xfrm rot="5400000">
            <a:off x="5251052" y="2203053"/>
            <a:ext cx="5811838" cy="2135981"/>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87" name="Google Shape;87;p62"/>
          <p:cNvSpPr txBox="1">
            <a:spLocks noGrp="1"/>
          </p:cNvSpPr>
          <p:nvPr>
            <p:ph type="body" idx="1"/>
          </p:nvPr>
        </p:nvSpPr>
        <p:spPr>
          <a:xfrm rot="5400000">
            <a:off x="917178" y="128985"/>
            <a:ext cx="5811838" cy="6284119"/>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813"/>
              </a:spcBef>
              <a:spcAft>
                <a:spcPts val="0"/>
              </a:spcAft>
              <a:buClr>
                <a:schemeClr val="dk1"/>
              </a:buClr>
              <a:buSzPts val="1800"/>
              <a:buChar char="•"/>
              <a:defRPr/>
            </a:lvl1pPr>
            <a:lvl2pPr marL="914400" lvl="1" indent="-342900" algn="l">
              <a:lnSpc>
                <a:spcPct val="90000"/>
              </a:lnSpc>
              <a:spcBef>
                <a:spcPts val="406"/>
              </a:spcBef>
              <a:spcAft>
                <a:spcPts val="0"/>
              </a:spcAft>
              <a:buClr>
                <a:schemeClr val="dk1"/>
              </a:buClr>
              <a:buSzPts val="1800"/>
              <a:buChar char="•"/>
              <a:defRPr/>
            </a:lvl2pPr>
            <a:lvl3pPr marL="1371600" lvl="2" indent="-342900" algn="l">
              <a:lnSpc>
                <a:spcPct val="90000"/>
              </a:lnSpc>
              <a:spcBef>
                <a:spcPts val="406"/>
              </a:spcBef>
              <a:spcAft>
                <a:spcPts val="0"/>
              </a:spcAft>
              <a:buClr>
                <a:schemeClr val="dk1"/>
              </a:buClr>
              <a:buSzPts val="1800"/>
              <a:buChar char="•"/>
              <a:defRPr/>
            </a:lvl3pPr>
            <a:lvl4pPr marL="1828800" lvl="3" indent="-342900" algn="l">
              <a:lnSpc>
                <a:spcPct val="90000"/>
              </a:lnSpc>
              <a:spcBef>
                <a:spcPts val="406"/>
              </a:spcBef>
              <a:spcAft>
                <a:spcPts val="0"/>
              </a:spcAft>
              <a:buClr>
                <a:schemeClr val="dk1"/>
              </a:buClr>
              <a:buSzPts val="1800"/>
              <a:buChar char="•"/>
              <a:defRPr/>
            </a:lvl4pPr>
            <a:lvl5pPr marL="2286000" lvl="4" indent="-342900" algn="l">
              <a:lnSpc>
                <a:spcPct val="90000"/>
              </a:lnSpc>
              <a:spcBef>
                <a:spcPts val="406"/>
              </a:spcBef>
              <a:spcAft>
                <a:spcPts val="0"/>
              </a:spcAft>
              <a:buClr>
                <a:schemeClr val="dk1"/>
              </a:buClr>
              <a:buSzPts val="1800"/>
              <a:buChar char="•"/>
              <a:defRPr/>
            </a:lvl5pPr>
            <a:lvl6pPr marL="2743200" lvl="5" indent="-342900" algn="l">
              <a:lnSpc>
                <a:spcPct val="90000"/>
              </a:lnSpc>
              <a:spcBef>
                <a:spcPts val="406"/>
              </a:spcBef>
              <a:spcAft>
                <a:spcPts val="0"/>
              </a:spcAft>
              <a:buClr>
                <a:schemeClr val="dk1"/>
              </a:buClr>
              <a:buSzPts val="1800"/>
              <a:buChar char="•"/>
              <a:defRPr/>
            </a:lvl6pPr>
            <a:lvl7pPr marL="3200400" lvl="6" indent="-342900" algn="l">
              <a:lnSpc>
                <a:spcPct val="90000"/>
              </a:lnSpc>
              <a:spcBef>
                <a:spcPts val="406"/>
              </a:spcBef>
              <a:spcAft>
                <a:spcPts val="0"/>
              </a:spcAft>
              <a:buClr>
                <a:schemeClr val="dk1"/>
              </a:buClr>
              <a:buSzPts val="1800"/>
              <a:buChar char="•"/>
              <a:defRPr/>
            </a:lvl7pPr>
            <a:lvl8pPr marL="3657600" lvl="7" indent="-342900" algn="l">
              <a:lnSpc>
                <a:spcPct val="90000"/>
              </a:lnSpc>
              <a:spcBef>
                <a:spcPts val="406"/>
              </a:spcBef>
              <a:spcAft>
                <a:spcPts val="0"/>
              </a:spcAft>
              <a:buClr>
                <a:schemeClr val="dk1"/>
              </a:buClr>
              <a:buSzPts val="1800"/>
              <a:buChar char="•"/>
              <a:defRPr/>
            </a:lvl8pPr>
            <a:lvl9pPr marL="4114800" lvl="8" indent="-342900" algn="l">
              <a:lnSpc>
                <a:spcPct val="90000"/>
              </a:lnSpc>
              <a:spcBef>
                <a:spcPts val="406"/>
              </a:spcBef>
              <a:spcAft>
                <a:spcPts val="0"/>
              </a:spcAft>
              <a:buClr>
                <a:schemeClr val="dk1"/>
              </a:buClr>
              <a:buSzPts val="1800"/>
              <a:buChar char="•"/>
              <a:defRPr/>
            </a:lvl9pPr>
          </a:lstStyle>
          <a:p>
            <a:endParaRPr/>
          </a:p>
        </p:txBody>
      </p:sp>
      <p:sp>
        <p:nvSpPr>
          <p:cNvPr id="88" name="Google Shape;88;p62"/>
          <p:cNvSpPr txBox="1">
            <a:spLocks noGrp="1"/>
          </p:cNvSpPr>
          <p:nvPr>
            <p:ph type="dt" idx="10"/>
          </p:nvPr>
        </p:nvSpPr>
        <p:spPr>
          <a:xfrm>
            <a:off x="681038" y="6356351"/>
            <a:ext cx="222885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89" name="Google Shape;89;p62"/>
          <p:cNvSpPr txBox="1">
            <a:spLocks noGrp="1"/>
          </p:cNvSpPr>
          <p:nvPr>
            <p:ph type="ftr" idx="11"/>
          </p:nvPr>
        </p:nvSpPr>
        <p:spPr>
          <a:xfrm>
            <a:off x="3281363" y="6356351"/>
            <a:ext cx="3343275"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90" name="Google Shape;90;p62"/>
          <p:cNvSpPr txBox="1">
            <a:spLocks noGrp="1"/>
          </p:cNvSpPr>
          <p:nvPr>
            <p:ph type="sldNum" idx="12"/>
          </p:nvPr>
        </p:nvSpPr>
        <p:spPr>
          <a:xfrm>
            <a:off x="6996113" y="6356351"/>
            <a:ext cx="222885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975"/>
              <a:buFont typeface="Arial"/>
              <a:buNone/>
              <a:defRPr sz="975"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975"/>
              <a:buFont typeface="Arial"/>
              <a:buNone/>
              <a:defRPr sz="975"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975"/>
              <a:buFont typeface="Arial"/>
              <a:buNone/>
              <a:defRPr sz="975"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975"/>
              <a:buFont typeface="Arial"/>
              <a:buNone/>
              <a:defRPr sz="975"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975"/>
              <a:buFont typeface="Arial"/>
              <a:buNone/>
              <a:defRPr sz="975"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975"/>
              <a:buFont typeface="Arial"/>
              <a:buNone/>
              <a:defRPr sz="975"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975"/>
              <a:buFont typeface="Arial"/>
              <a:buNone/>
              <a:defRPr sz="975"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975"/>
              <a:buFont typeface="Arial"/>
              <a:buNone/>
              <a:defRPr sz="975"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975"/>
              <a:buFont typeface="Arial"/>
              <a:buNone/>
              <a:defRPr sz="975"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s-AR"/>
              <a:t>‹#›</a:t>
            </a:fld>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showMasterSp="0" matchingName="Contacts Info">
  <p:cSld name="Contacts Info">
    <p:spTree>
      <p:nvGrpSpPr>
        <p:cNvPr id="1" name="Shape 91"/>
        <p:cNvGrpSpPr/>
        <p:nvPr/>
      </p:nvGrpSpPr>
      <p:grpSpPr>
        <a:xfrm>
          <a:off x="0" y="0"/>
          <a:ext cx="0" cy="0"/>
          <a:chOff x="0" y="0"/>
          <a:chExt cx="0" cy="0"/>
        </a:xfrm>
      </p:grpSpPr>
      <p:sp>
        <p:nvSpPr>
          <p:cNvPr id="92" name="Google Shape;92;p63"/>
          <p:cNvSpPr txBox="1">
            <a:spLocks noGrp="1"/>
          </p:cNvSpPr>
          <p:nvPr>
            <p:ph type="sldNum" idx="12"/>
          </p:nvPr>
        </p:nvSpPr>
        <p:spPr>
          <a:xfrm>
            <a:off x="9648000" y="6732000"/>
            <a:ext cx="252000" cy="104775"/>
          </a:xfrm>
          <a:prstGeom prst="rect">
            <a:avLst/>
          </a:prstGeom>
          <a:noFill/>
          <a:ln>
            <a:noFill/>
          </a:ln>
        </p:spPr>
        <p:txBody>
          <a:bodyPr spcFirstLastPara="1" wrap="square" lIns="36000" tIns="0" rIns="36000" bIns="0" anchor="ctr" anchorCtr="0">
            <a:spAutoFit/>
          </a:bodyPr>
          <a:lstStyle>
            <a:lvl1pPr marL="0" marR="0" lvl="0" indent="0" algn="r">
              <a:lnSpc>
                <a:spcPct val="85000"/>
              </a:lnSpc>
              <a:spcBef>
                <a:spcPts val="0"/>
              </a:spcBef>
              <a:spcAft>
                <a:spcPts val="0"/>
              </a:spcAft>
              <a:buClr>
                <a:srgbClr val="000000"/>
              </a:buClr>
              <a:buSzPts val="800"/>
              <a:buFont typeface="Arial"/>
              <a:buNone/>
              <a:defRPr sz="800" b="0" i="0" u="none" strike="noStrike" cap="none">
                <a:solidFill>
                  <a:srgbClr val="000000"/>
                </a:solidFill>
                <a:latin typeface="Arial"/>
                <a:ea typeface="Arial"/>
                <a:cs typeface="Arial"/>
                <a:sym typeface="Arial"/>
              </a:defRPr>
            </a:lvl1pPr>
            <a:lvl2pPr marL="0" marR="0" lvl="1" indent="0" algn="r">
              <a:lnSpc>
                <a:spcPct val="85000"/>
              </a:lnSpc>
              <a:spcBef>
                <a:spcPts val="0"/>
              </a:spcBef>
              <a:spcAft>
                <a:spcPts val="0"/>
              </a:spcAft>
              <a:buClr>
                <a:srgbClr val="000000"/>
              </a:buClr>
              <a:buSzPts val="800"/>
              <a:buFont typeface="Arial"/>
              <a:buNone/>
              <a:defRPr sz="800" b="0" i="0" u="none" strike="noStrike" cap="none">
                <a:solidFill>
                  <a:srgbClr val="000000"/>
                </a:solidFill>
                <a:latin typeface="Arial"/>
                <a:ea typeface="Arial"/>
                <a:cs typeface="Arial"/>
                <a:sym typeface="Arial"/>
              </a:defRPr>
            </a:lvl2pPr>
            <a:lvl3pPr marL="0" marR="0" lvl="2" indent="0" algn="r">
              <a:lnSpc>
                <a:spcPct val="85000"/>
              </a:lnSpc>
              <a:spcBef>
                <a:spcPts val="0"/>
              </a:spcBef>
              <a:spcAft>
                <a:spcPts val="0"/>
              </a:spcAft>
              <a:buClr>
                <a:srgbClr val="000000"/>
              </a:buClr>
              <a:buSzPts val="800"/>
              <a:buFont typeface="Arial"/>
              <a:buNone/>
              <a:defRPr sz="800" b="0" i="0" u="none" strike="noStrike" cap="none">
                <a:solidFill>
                  <a:srgbClr val="000000"/>
                </a:solidFill>
                <a:latin typeface="Arial"/>
                <a:ea typeface="Arial"/>
                <a:cs typeface="Arial"/>
                <a:sym typeface="Arial"/>
              </a:defRPr>
            </a:lvl3pPr>
            <a:lvl4pPr marL="0" marR="0" lvl="3" indent="0" algn="r">
              <a:lnSpc>
                <a:spcPct val="85000"/>
              </a:lnSpc>
              <a:spcBef>
                <a:spcPts val="0"/>
              </a:spcBef>
              <a:spcAft>
                <a:spcPts val="0"/>
              </a:spcAft>
              <a:buClr>
                <a:srgbClr val="000000"/>
              </a:buClr>
              <a:buSzPts val="800"/>
              <a:buFont typeface="Arial"/>
              <a:buNone/>
              <a:defRPr sz="800" b="0" i="0" u="none" strike="noStrike" cap="none">
                <a:solidFill>
                  <a:srgbClr val="000000"/>
                </a:solidFill>
                <a:latin typeface="Arial"/>
                <a:ea typeface="Arial"/>
                <a:cs typeface="Arial"/>
                <a:sym typeface="Arial"/>
              </a:defRPr>
            </a:lvl4pPr>
            <a:lvl5pPr marL="0" marR="0" lvl="4" indent="0" algn="r">
              <a:lnSpc>
                <a:spcPct val="85000"/>
              </a:lnSpc>
              <a:spcBef>
                <a:spcPts val="0"/>
              </a:spcBef>
              <a:spcAft>
                <a:spcPts val="0"/>
              </a:spcAft>
              <a:buClr>
                <a:srgbClr val="000000"/>
              </a:buClr>
              <a:buSzPts val="800"/>
              <a:buFont typeface="Arial"/>
              <a:buNone/>
              <a:defRPr sz="800" b="0" i="0" u="none" strike="noStrike" cap="none">
                <a:solidFill>
                  <a:srgbClr val="000000"/>
                </a:solidFill>
                <a:latin typeface="Arial"/>
                <a:ea typeface="Arial"/>
                <a:cs typeface="Arial"/>
                <a:sym typeface="Arial"/>
              </a:defRPr>
            </a:lvl5pPr>
            <a:lvl6pPr marL="0" marR="0" lvl="5" indent="0" algn="r">
              <a:lnSpc>
                <a:spcPct val="85000"/>
              </a:lnSpc>
              <a:spcBef>
                <a:spcPts val="0"/>
              </a:spcBef>
              <a:spcAft>
                <a:spcPts val="0"/>
              </a:spcAft>
              <a:buClr>
                <a:srgbClr val="000000"/>
              </a:buClr>
              <a:buSzPts val="800"/>
              <a:buFont typeface="Arial"/>
              <a:buNone/>
              <a:defRPr sz="800" b="0" i="0" u="none" strike="noStrike" cap="none">
                <a:solidFill>
                  <a:srgbClr val="000000"/>
                </a:solidFill>
                <a:latin typeface="Arial"/>
                <a:ea typeface="Arial"/>
                <a:cs typeface="Arial"/>
                <a:sym typeface="Arial"/>
              </a:defRPr>
            </a:lvl6pPr>
            <a:lvl7pPr marL="0" marR="0" lvl="6" indent="0" algn="r">
              <a:lnSpc>
                <a:spcPct val="85000"/>
              </a:lnSpc>
              <a:spcBef>
                <a:spcPts val="0"/>
              </a:spcBef>
              <a:spcAft>
                <a:spcPts val="0"/>
              </a:spcAft>
              <a:buClr>
                <a:srgbClr val="000000"/>
              </a:buClr>
              <a:buSzPts val="800"/>
              <a:buFont typeface="Arial"/>
              <a:buNone/>
              <a:defRPr sz="800" b="0" i="0" u="none" strike="noStrike" cap="none">
                <a:solidFill>
                  <a:srgbClr val="000000"/>
                </a:solidFill>
                <a:latin typeface="Arial"/>
                <a:ea typeface="Arial"/>
                <a:cs typeface="Arial"/>
                <a:sym typeface="Arial"/>
              </a:defRPr>
            </a:lvl7pPr>
            <a:lvl8pPr marL="0" marR="0" lvl="7" indent="0" algn="r">
              <a:lnSpc>
                <a:spcPct val="85000"/>
              </a:lnSpc>
              <a:spcBef>
                <a:spcPts val="0"/>
              </a:spcBef>
              <a:spcAft>
                <a:spcPts val="0"/>
              </a:spcAft>
              <a:buClr>
                <a:srgbClr val="000000"/>
              </a:buClr>
              <a:buSzPts val="800"/>
              <a:buFont typeface="Arial"/>
              <a:buNone/>
              <a:defRPr sz="800" b="0" i="0" u="none" strike="noStrike" cap="none">
                <a:solidFill>
                  <a:srgbClr val="000000"/>
                </a:solidFill>
                <a:latin typeface="Arial"/>
                <a:ea typeface="Arial"/>
                <a:cs typeface="Arial"/>
                <a:sym typeface="Arial"/>
              </a:defRPr>
            </a:lvl8pPr>
            <a:lvl9pPr marL="0" marR="0" lvl="8" indent="0" algn="r">
              <a:lnSpc>
                <a:spcPct val="85000"/>
              </a:lnSpc>
              <a:spcBef>
                <a:spcPts val="0"/>
              </a:spcBef>
              <a:spcAft>
                <a:spcPts val="0"/>
              </a:spcAft>
              <a:buClr>
                <a:srgbClr val="000000"/>
              </a:buClr>
              <a:buSzPts val="800"/>
              <a:buFont typeface="Arial"/>
              <a:buNone/>
              <a:defRPr sz="800" b="0" i="0" u="none" strike="noStrike" cap="none">
                <a:solidFill>
                  <a:srgbClr val="000000"/>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s-AR"/>
              <a:t>‹#›</a:t>
            </a:fld>
            <a:endParaRPr/>
          </a:p>
        </p:txBody>
      </p:sp>
      <p:pic>
        <p:nvPicPr>
          <p:cNvPr id="93" name="Google Shape;93;p63" descr="images (1).jpg"/>
          <p:cNvPicPr preferRelativeResize="0"/>
          <p:nvPr/>
        </p:nvPicPr>
        <p:blipFill rotWithShape="1">
          <a:blip r:embed="rId2">
            <a:alphaModFix/>
          </a:blip>
          <a:srcRect t="47743" r="60368" b="19890"/>
          <a:stretch/>
        </p:blipFill>
        <p:spPr>
          <a:xfrm>
            <a:off x="6357982" y="2571744"/>
            <a:ext cx="3524240" cy="4286255"/>
          </a:xfrm>
          <a:prstGeom prst="rect">
            <a:avLst/>
          </a:prstGeom>
          <a:noFill/>
          <a:ln>
            <a:noFill/>
          </a:ln>
        </p:spPr>
      </p:pic>
      <p:pic>
        <p:nvPicPr>
          <p:cNvPr id="94" name="Google Shape;94;p63" descr="images (1).jpg"/>
          <p:cNvPicPr preferRelativeResize="0"/>
          <p:nvPr/>
        </p:nvPicPr>
        <p:blipFill rotWithShape="1">
          <a:blip r:embed="rId2">
            <a:alphaModFix/>
          </a:blip>
          <a:srcRect l="58789" r="-998" b="67294"/>
          <a:stretch/>
        </p:blipFill>
        <p:spPr>
          <a:xfrm>
            <a:off x="0" y="0"/>
            <a:ext cx="2724146" cy="3143248"/>
          </a:xfrm>
          <a:prstGeom prst="rect">
            <a:avLst/>
          </a:prstGeom>
          <a:noFill/>
          <a:ln>
            <a:noFill/>
          </a:ln>
        </p:spPr>
      </p:pic>
      <p:sp>
        <p:nvSpPr>
          <p:cNvPr id="95" name="Google Shape;95;p63"/>
          <p:cNvSpPr/>
          <p:nvPr/>
        </p:nvSpPr>
        <p:spPr>
          <a:xfrm rot="10800000" flipH="1">
            <a:off x="3309926" y="1214422"/>
            <a:ext cx="6572296" cy="45719"/>
          </a:xfrm>
          <a:prstGeom prst="rect">
            <a:avLst/>
          </a:prstGeom>
          <a:gradFill>
            <a:gsLst>
              <a:gs pos="0">
                <a:srgbClr val="E5E6E8"/>
              </a:gs>
              <a:gs pos="100000">
                <a:schemeClr val="dk2"/>
              </a:gs>
            </a:gsLst>
            <a:lin ang="0" scaled="0"/>
          </a:gradFill>
          <a:ln>
            <a:noFill/>
          </a:ln>
        </p:spPr>
        <p:txBody>
          <a:bodyPr spcFirstLastPara="1" wrap="square" lIns="91425" tIns="45700" rIns="91425" bIns="45700" anchor="ctr" anchorCtr="0">
            <a:noAutofit/>
          </a:bodyPr>
          <a:lstStyle/>
          <a:p>
            <a:pPr marL="0" marR="0" lvl="0" indent="0" algn="ctr" rtl="0">
              <a:lnSpc>
                <a:spcPct val="85000"/>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p:txBody>
      </p:sp>
      <p:sp>
        <p:nvSpPr>
          <p:cNvPr id="96" name="Google Shape;96;p63"/>
          <p:cNvSpPr/>
          <p:nvPr/>
        </p:nvSpPr>
        <p:spPr>
          <a:xfrm flipH="1">
            <a:off x="0" y="5715016"/>
            <a:ext cx="5524504" cy="45719"/>
          </a:xfrm>
          <a:prstGeom prst="rect">
            <a:avLst/>
          </a:prstGeom>
          <a:gradFill>
            <a:gsLst>
              <a:gs pos="0">
                <a:srgbClr val="E5E6E8"/>
              </a:gs>
              <a:gs pos="100000">
                <a:schemeClr val="dk2"/>
              </a:gs>
            </a:gsLst>
            <a:lin ang="0" scaled="0"/>
          </a:gradFill>
          <a:ln>
            <a:noFill/>
          </a:ln>
        </p:spPr>
        <p:txBody>
          <a:bodyPr spcFirstLastPara="1" wrap="square" lIns="91425" tIns="45700" rIns="91425" bIns="45700" anchor="ctr" anchorCtr="0">
            <a:noAutofit/>
          </a:bodyPr>
          <a:lstStyle/>
          <a:p>
            <a:pPr marL="0" marR="0" lvl="0" indent="0" algn="ctr" rtl="0">
              <a:lnSpc>
                <a:spcPct val="85000"/>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6" Type="http://schemas.openxmlformats.org/officeDocument/2006/relationships/theme" Target="../theme/theme1.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8"/>
        <p:cNvGrpSpPr/>
        <p:nvPr/>
      </p:nvGrpSpPr>
      <p:grpSpPr>
        <a:xfrm>
          <a:off x="0" y="0"/>
          <a:ext cx="0" cy="0"/>
          <a:chOff x="0" y="0"/>
          <a:chExt cx="0" cy="0"/>
        </a:xfrm>
      </p:grpSpPr>
      <p:sp>
        <p:nvSpPr>
          <p:cNvPr id="9" name="Google Shape;9;p49"/>
          <p:cNvSpPr txBox="1">
            <a:spLocks noGrp="1"/>
          </p:cNvSpPr>
          <p:nvPr>
            <p:ph type="title"/>
          </p:nvPr>
        </p:nvSpPr>
        <p:spPr>
          <a:xfrm>
            <a:off x="681038" y="365126"/>
            <a:ext cx="8543925" cy="1325563"/>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dk1"/>
              </a:buClr>
              <a:buSzPts val="3575"/>
              <a:buFont typeface="Calibri"/>
              <a:buNone/>
              <a:defRPr sz="3575"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endParaRPr/>
          </a:p>
        </p:txBody>
      </p:sp>
      <p:sp>
        <p:nvSpPr>
          <p:cNvPr id="10" name="Google Shape;10;p49"/>
          <p:cNvSpPr txBox="1">
            <a:spLocks noGrp="1"/>
          </p:cNvSpPr>
          <p:nvPr>
            <p:ph type="body" idx="1"/>
          </p:nvPr>
        </p:nvSpPr>
        <p:spPr>
          <a:xfrm>
            <a:off x="681038" y="1825625"/>
            <a:ext cx="8543925" cy="4351338"/>
          </a:xfrm>
          <a:prstGeom prst="rect">
            <a:avLst/>
          </a:prstGeom>
          <a:noFill/>
          <a:ln>
            <a:noFill/>
          </a:ln>
        </p:spPr>
        <p:txBody>
          <a:bodyPr spcFirstLastPara="1" wrap="square" lIns="91425" tIns="45700" rIns="91425" bIns="45700" anchor="t" anchorCtr="0">
            <a:normAutofit/>
          </a:bodyPr>
          <a:lstStyle>
            <a:lvl1pPr marL="457200" marR="0" lvl="0" indent="-373062" algn="l" rtl="0">
              <a:lnSpc>
                <a:spcPct val="90000"/>
              </a:lnSpc>
              <a:spcBef>
                <a:spcPts val="813"/>
              </a:spcBef>
              <a:spcAft>
                <a:spcPts val="0"/>
              </a:spcAft>
              <a:buClr>
                <a:schemeClr val="dk1"/>
              </a:buClr>
              <a:buSzPts val="2275"/>
              <a:buFont typeface="Arial"/>
              <a:buChar char="•"/>
              <a:defRPr sz="2275" b="0" i="0" u="none" strike="noStrike" cap="none">
                <a:solidFill>
                  <a:schemeClr val="dk1"/>
                </a:solidFill>
                <a:latin typeface="Calibri"/>
                <a:ea typeface="Calibri"/>
                <a:cs typeface="Calibri"/>
                <a:sym typeface="Calibri"/>
              </a:defRPr>
            </a:lvl1pPr>
            <a:lvl2pPr marL="914400" marR="0" lvl="1" indent="-352425" algn="l" rtl="0">
              <a:lnSpc>
                <a:spcPct val="90000"/>
              </a:lnSpc>
              <a:spcBef>
                <a:spcPts val="406"/>
              </a:spcBef>
              <a:spcAft>
                <a:spcPts val="0"/>
              </a:spcAft>
              <a:buClr>
                <a:schemeClr val="dk1"/>
              </a:buClr>
              <a:buSzPts val="1950"/>
              <a:buFont typeface="Arial"/>
              <a:buChar char="•"/>
              <a:defRPr sz="1950" b="0" i="0" u="none" strike="noStrike" cap="none">
                <a:solidFill>
                  <a:schemeClr val="dk1"/>
                </a:solidFill>
                <a:latin typeface="Calibri"/>
                <a:ea typeface="Calibri"/>
                <a:cs typeface="Calibri"/>
                <a:sym typeface="Calibri"/>
              </a:defRPr>
            </a:lvl2pPr>
            <a:lvl3pPr marL="1371600" marR="0" lvl="2" indent="-331787" algn="l" rtl="0">
              <a:lnSpc>
                <a:spcPct val="90000"/>
              </a:lnSpc>
              <a:spcBef>
                <a:spcPts val="406"/>
              </a:spcBef>
              <a:spcAft>
                <a:spcPts val="0"/>
              </a:spcAft>
              <a:buClr>
                <a:schemeClr val="dk1"/>
              </a:buClr>
              <a:buSzPts val="1625"/>
              <a:buFont typeface="Arial"/>
              <a:buChar char="•"/>
              <a:defRPr sz="1625" b="0" i="0" u="none" strike="noStrike" cap="none">
                <a:solidFill>
                  <a:schemeClr val="dk1"/>
                </a:solidFill>
                <a:latin typeface="Calibri"/>
                <a:ea typeface="Calibri"/>
                <a:cs typeface="Calibri"/>
                <a:sym typeface="Calibri"/>
              </a:defRPr>
            </a:lvl3pPr>
            <a:lvl4pPr marL="1828800" marR="0" lvl="3" indent="-321500" algn="l" rtl="0">
              <a:lnSpc>
                <a:spcPct val="90000"/>
              </a:lnSpc>
              <a:spcBef>
                <a:spcPts val="406"/>
              </a:spcBef>
              <a:spcAft>
                <a:spcPts val="0"/>
              </a:spcAft>
              <a:buClr>
                <a:schemeClr val="dk1"/>
              </a:buClr>
              <a:buSzPts val="1463"/>
              <a:buFont typeface="Arial"/>
              <a:buChar char="•"/>
              <a:defRPr sz="1463" b="0" i="0" u="none" strike="noStrike" cap="none">
                <a:solidFill>
                  <a:schemeClr val="dk1"/>
                </a:solidFill>
                <a:latin typeface="Calibri"/>
                <a:ea typeface="Calibri"/>
                <a:cs typeface="Calibri"/>
                <a:sym typeface="Calibri"/>
              </a:defRPr>
            </a:lvl4pPr>
            <a:lvl5pPr marL="2286000" marR="0" lvl="4" indent="-321500" algn="l" rtl="0">
              <a:lnSpc>
                <a:spcPct val="90000"/>
              </a:lnSpc>
              <a:spcBef>
                <a:spcPts val="406"/>
              </a:spcBef>
              <a:spcAft>
                <a:spcPts val="0"/>
              </a:spcAft>
              <a:buClr>
                <a:schemeClr val="dk1"/>
              </a:buClr>
              <a:buSzPts val="1463"/>
              <a:buFont typeface="Arial"/>
              <a:buChar char="•"/>
              <a:defRPr sz="1463" b="0" i="0" u="none" strike="noStrike" cap="none">
                <a:solidFill>
                  <a:schemeClr val="dk1"/>
                </a:solidFill>
                <a:latin typeface="Calibri"/>
                <a:ea typeface="Calibri"/>
                <a:cs typeface="Calibri"/>
                <a:sym typeface="Calibri"/>
              </a:defRPr>
            </a:lvl5pPr>
            <a:lvl6pPr marL="2743200" marR="0" lvl="5" indent="-321500" algn="l" rtl="0">
              <a:lnSpc>
                <a:spcPct val="90000"/>
              </a:lnSpc>
              <a:spcBef>
                <a:spcPts val="406"/>
              </a:spcBef>
              <a:spcAft>
                <a:spcPts val="0"/>
              </a:spcAft>
              <a:buClr>
                <a:schemeClr val="dk1"/>
              </a:buClr>
              <a:buSzPts val="1463"/>
              <a:buFont typeface="Arial"/>
              <a:buChar char="•"/>
              <a:defRPr sz="1463" b="0" i="0" u="none" strike="noStrike" cap="none">
                <a:solidFill>
                  <a:schemeClr val="dk1"/>
                </a:solidFill>
                <a:latin typeface="Calibri"/>
                <a:ea typeface="Calibri"/>
                <a:cs typeface="Calibri"/>
                <a:sym typeface="Calibri"/>
              </a:defRPr>
            </a:lvl6pPr>
            <a:lvl7pPr marL="3200400" marR="0" lvl="6" indent="-321500" algn="l" rtl="0">
              <a:lnSpc>
                <a:spcPct val="90000"/>
              </a:lnSpc>
              <a:spcBef>
                <a:spcPts val="406"/>
              </a:spcBef>
              <a:spcAft>
                <a:spcPts val="0"/>
              </a:spcAft>
              <a:buClr>
                <a:schemeClr val="dk1"/>
              </a:buClr>
              <a:buSzPts val="1463"/>
              <a:buFont typeface="Arial"/>
              <a:buChar char="•"/>
              <a:defRPr sz="1463" b="0" i="0" u="none" strike="noStrike" cap="none">
                <a:solidFill>
                  <a:schemeClr val="dk1"/>
                </a:solidFill>
                <a:latin typeface="Calibri"/>
                <a:ea typeface="Calibri"/>
                <a:cs typeface="Calibri"/>
                <a:sym typeface="Calibri"/>
              </a:defRPr>
            </a:lvl7pPr>
            <a:lvl8pPr marL="3657600" marR="0" lvl="7" indent="-321500" algn="l" rtl="0">
              <a:lnSpc>
                <a:spcPct val="90000"/>
              </a:lnSpc>
              <a:spcBef>
                <a:spcPts val="406"/>
              </a:spcBef>
              <a:spcAft>
                <a:spcPts val="0"/>
              </a:spcAft>
              <a:buClr>
                <a:schemeClr val="dk1"/>
              </a:buClr>
              <a:buSzPts val="1463"/>
              <a:buFont typeface="Arial"/>
              <a:buChar char="•"/>
              <a:defRPr sz="1463" b="0" i="0" u="none" strike="noStrike" cap="none">
                <a:solidFill>
                  <a:schemeClr val="dk1"/>
                </a:solidFill>
                <a:latin typeface="Calibri"/>
                <a:ea typeface="Calibri"/>
                <a:cs typeface="Calibri"/>
                <a:sym typeface="Calibri"/>
              </a:defRPr>
            </a:lvl8pPr>
            <a:lvl9pPr marL="4114800" marR="0" lvl="8" indent="-321500" algn="l" rtl="0">
              <a:lnSpc>
                <a:spcPct val="90000"/>
              </a:lnSpc>
              <a:spcBef>
                <a:spcPts val="406"/>
              </a:spcBef>
              <a:spcAft>
                <a:spcPts val="0"/>
              </a:spcAft>
              <a:buClr>
                <a:schemeClr val="dk1"/>
              </a:buClr>
              <a:buSzPts val="1463"/>
              <a:buFont typeface="Arial"/>
              <a:buChar char="•"/>
              <a:defRPr sz="1463" b="0" i="0" u="none" strike="noStrike" cap="none">
                <a:solidFill>
                  <a:schemeClr val="dk1"/>
                </a:solidFill>
                <a:latin typeface="Calibri"/>
                <a:ea typeface="Calibri"/>
                <a:cs typeface="Calibri"/>
                <a:sym typeface="Calibri"/>
              </a:defRPr>
            </a:lvl9pPr>
          </a:lstStyle>
          <a:p>
            <a:endParaRPr/>
          </a:p>
        </p:txBody>
      </p:sp>
      <p:sp>
        <p:nvSpPr>
          <p:cNvPr id="11" name="Google Shape;11;p49"/>
          <p:cNvSpPr txBox="1">
            <a:spLocks noGrp="1"/>
          </p:cNvSpPr>
          <p:nvPr>
            <p:ph type="dt" idx="10"/>
          </p:nvPr>
        </p:nvSpPr>
        <p:spPr>
          <a:xfrm>
            <a:off x="681038" y="6356351"/>
            <a:ext cx="2228850" cy="365125"/>
          </a:xfrm>
          <a:prstGeom prst="rect">
            <a:avLst/>
          </a:prstGeom>
          <a:noFill/>
          <a:ln>
            <a:noFill/>
          </a:ln>
        </p:spPr>
        <p:txBody>
          <a:bodyPr spcFirstLastPara="1" wrap="square" lIns="91425" tIns="45700" rIns="91425" bIns="45700" anchor="ctr" anchorCtr="0">
            <a:noAutofit/>
          </a:bodyPr>
          <a:lstStyle>
            <a:lvl1pPr marR="0" lvl="0" algn="l" rtl="0">
              <a:lnSpc>
                <a:spcPct val="100000"/>
              </a:lnSpc>
              <a:spcBef>
                <a:spcPts val="0"/>
              </a:spcBef>
              <a:spcAft>
                <a:spcPts val="0"/>
              </a:spcAft>
              <a:buClr>
                <a:srgbClr val="000000"/>
              </a:buClr>
              <a:buSzPts val="1400"/>
              <a:buFont typeface="Arial"/>
              <a:buNone/>
              <a:defRPr sz="975" b="0" i="0" u="none" strike="noStrike" cap="none">
                <a:solidFill>
                  <a:srgbClr val="888888"/>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12" name="Google Shape;12;p49"/>
          <p:cNvSpPr txBox="1">
            <a:spLocks noGrp="1"/>
          </p:cNvSpPr>
          <p:nvPr>
            <p:ph type="ftr" idx="11"/>
          </p:nvPr>
        </p:nvSpPr>
        <p:spPr>
          <a:xfrm>
            <a:off x="3281363" y="6356351"/>
            <a:ext cx="3343275" cy="365125"/>
          </a:xfrm>
          <a:prstGeom prst="rect">
            <a:avLst/>
          </a:prstGeom>
          <a:noFill/>
          <a:ln>
            <a:noFill/>
          </a:ln>
        </p:spPr>
        <p:txBody>
          <a:bodyPr spcFirstLastPara="1" wrap="square" lIns="91425" tIns="45700" rIns="91425" bIns="45700" anchor="ctr" anchorCtr="0">
            <a:noAutofit/>
          </a:bodyPr>
          <a:lstStyle>
            <a:lvl1pPr marR="0" lvl="0" algn="ctr" rtl="0">
              <a:lnSpc>
                <a:spcPct val="100000"/>
              </a:lnSpc>
              <a:spcBef>
                <a:spcPts val="0"/>
              </a:spcBef>
              <a:spcAft>
                <a:spcPts val="0"/>
              </a:spcAft>
              <a:buClr>
                <a:srgbClr val="000000"/>
              </a:buClr>
              <a:buSzPts val="1400"/>
              <a:buFont typeface="Arial"/>
              <a:buNone/>
              <a:defRPr sz="975" b="0" i="0" u="none" strike="noStrike" cap="none">
                <a:solidFill>
                  <a:srgbClr val="888888"/>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13" name="Google Shape;13;p49"/>
          <p:cNvSpPr txBox="1">
            <a:spLocks noGrp="1"/>
          </p:cNvSpPr>
          <p:nvPr>
            <p:ph type="sldNum" idx="12"/>
          </p:nvPr>
        </p:nvSpPr>
        <p:spPr>
          <a:xfrm>
            <a:off x="6996113" y="6356351"/>
            <a:ext cx="2228850" cy="365125"/>
          </a:xfrm>
          <a:prstGeom prst="rect">
            <a:avLst/>
          </a:prstGeom>
          <a:noFill/>
          <a:ln>
            <a:noFill/>
          </a:ln>
        </p:spPr>
        <p:txBody>
          <a:bodyPr spcFirstLastPara="1" wrap="square" lIns="91425" tIns="45700" rIns="91425" bIns="45700" anchor="ctr" anchorCtr="0">
            <a:noAutofit/>
          </a:bodyPr>
          <a:lstStyle>
            <a:lvl1pPr marL="0" marR="0" lvl="0" indent="0" algn="r" rtl="0">
              <a:lnSpc>
                <a:spcPct val="100000"/>
              </a:lnSpc>
              <a:spcBef>
                <a:spcPts val="0"/>
              </a:spcBef>
              <a:spcAft>
                <a:spcPts val="0"/>
              </a:spcAft>
              <a:buClr>
                <a:srgbClr val="000000"/>
              </a:buClr>
              <a:buSzPts val="975"/>
              <a:buFont typeface="Arial"/>
              <a:buNone/>
              <a:defRPr sz="975" b="0" i="0" u="none" strike="noStrike" cap="none">
                <a:solidFill>
                  <a:srgbClr val="888888"/>
                </a:solidFill>
                <a:latin typeface="Calibri"/>
                <a:ea typeface="Calibri"/>
                <a:cs typeface="Calibri"/>
                <a:sym typeface="Calibri"/>
              </a:defRPr>
            </a:lvl1pPr>
            <a:lvl2pPr marL="0" marR="0" lvl="1" indent="0" algn="r" rtl="0">
              <a:lnSpc>
                <a:spcPct val="100000"/>
              </a:lnSpc>
              <a:spcBef>
                <a:spcPts val="0"/>
              </a:spcBef>
              <a:spcAft>
                <a:spcPts val="0"/>
              </a:spcAft>
              <a:buClr>
                <a:srgbClr val="000000"/>
              </a:buClr>
              <a:buSzPts val="975"/>
              <a:buFont typeface="Arial"/>
              <a:buNone/>
              <a:defRPr sz="975" b="0" i="0" u="none" strike="noStrike" cap="none">
                <a:solidFill>
                  <a:srgbClr val="888888"/>
                </a:solidFill>
                <a:latin typeface="Calibri"/>
                <a:ea typeface="Calibri"/>
                <a:cs typeface="Calibri"/>
                <a:sym typeface="Calibri"/>
              </a:defRPr>
            </a:lvl2pPr>
            <a:lvl3pPr marL="0" marR="0" lvl="2" indent="0" algn="r" rtl="0">
              <a:lnSpc>
                <a:spcPct val="100000"/>
              </a:lnSpc>
              <a:spcBef>
                <a:spcPts val="0"/>
              </a:spcBef>
              <a:spcAft>
                <a:spcPts val="0"/>
              </a:spcAft>
              <a:buClr>
                <a:srgbClr val="000000"/>
              </a:buClr>
              <a:buSzPts val="975"/>
              <a:buFont typeface="Arial"/>
              <a:buNone/>
              <a:defRPr sz="975" b="0" i="0" u="none" strike="noStrike" cap="none">
                <a:solidFill>
                  <a:srgbClr val="888888"/>
                </a:solidFill>
                <a:latin typeface="Calibri"/>
                <a:ea typeface="Calibri"/>
                <a:cs typeface="Calibri"/>
                <a:sym typeface="Calibri"/>
              </a:defRPr>
            </a:lvl3pPr>
            <a:lvl4pPr marL="0" marR="0" lvl="3" indent="0" algn="r" rtl="0">
              <a:lnSpc>
                <a:spcPct val="100000"/>
              </a:lnSpc>
              <a:spcBef>
                <a:spcPts val="0"/>
              </a:spcBef>
              <a:spcAft>
                <a:spcPts val="0"/>
              </a:spcAft>
              <a:buClr>
                <a:srgbClr val="000000"/>
              </a:buClr>
              <a:buSzPts val="975"/>
              <a:buFont typeface="Arial"/>
              <a:buNone/>
              <a:defRPr sz="975" b="0" i="0" u="none" strike="noStrike" cap="none">
                <a:solidFill>
                  <a:srgbClr val="888888"/>
                </a:solidFill>
                <a:latin typeface="Calibri"/>
                <a:ea typeface="Calibri"/>
                <a:cs typeface="Calibri"/>
                <a:sym typeface="Calibri"/>
              </a:defRPr>
            </a:lvl4pPr>
            <a:lvl5pPr marL="0" marR="0" lvl="4" indent="0" algn="r" rtl="0">
              <a:lnSpc>
                <a:spcPct val="100000"/>
              </a:lnSpc>
              <a:spcBef>
                <a:spcPts val="0"/>
              </a:spcBef>
              <a:spcAft>
                <a:spcPts val="0"/>
              </a:spcAft>
              <a:buClr>
                <a:srgbClr val="000000"/>
              </a:buClr>
              <a:buSzPts val="975"/>
              <a:buFont typeface="Arial"/>
              <a:buNone/>
              <a:defRPr sz="975" b="0" i="0" u="none" strike="noStrike" cap="none">
                <a:solidFill>
                  <a:srgbClr val="888888"/>
                </a:solidFill>
                <a:latin typeface="Calibri"/>
                <a:ea typeface="Calibri"/>
                <a:cs typeface="Calibri"/>
                <a:sym typeface="Calibri"/>
              </a:defRPr>
            </a:lvl5pPr>
            <a:lvl6pPr marL="0" marR="0" lvl="5" indent="0" algn="r" rtl="0">
              <a:lnSpc>
                <a:spcPct val="100000"/>
              </a:lnSpc>
              <a:spcBef>
                <a:spcPts val="0"/>
              </a:spcBef>
              <a:spcAft>
                <a:spcPts val="0"/>
              </a:spcAft>
              <a:buClr>
                <a:srgbClr val="000000"/>
              </a:buClr>
              <a:buSzPts val="975"/>
              <a:buFont typeface="Arial"/>
              <a:buNone/>
              <a:defRPr sz="975" b="0" i="0" u="none" strike="noStrike" cap="none">
                <a:solidFill>
                  <a:srgbClr val="888888"/>
                </a:solidFill>
                <a:latin typeface="Calibri"/>
                <a:ea typeface="Calibri"/>
                <a:cs typeface="Calibri"/>
                <a:sym typeface="Calibri"/>
              </a:defRPr>
            </a:lvl6pPr>
            <a:lvl7pPr marL="0" marR="0" lvl="6" indent="0" algn="r" rtl="0">
              <a:lnSpc>
                <a:spcPct val="100000"/>
              </a:lnSpc>
              <a:spcBef>
                <a:spcPts val="0"/>
              </a:spcBef>
              <a:spcAft>
                <a:spcPts val="0"/>
              </a:spcAft>
              <a:buClr>
                <a:srgbClr val="000000"/>
              </a:buClr>
              <a:buSzPts val="975"/>
              <a:buFont typeface="Arial"/>
              <a:buNone/>
              <a:defRPr sz="975" b="0" i="0" u="none" strike="noStrike" cap="none">
                <a:solidFill>
                  <a:srgbClr val="888888"/>
                </a:solidFill>
                <a:latin typeface="Calibri"/>
                <a:ea typeface="Calibri"/>
                <a:cs typeface="Calibri"/>
                <a:sym typeface="Calibri"/>
              </a:defRPr>
            </a:lvl7pPr>
            <a:lvl8pPr marL="0" marR="0" lvl="7" indent="0" algn="r" rtl="0">
              <a:lnSpc>
                <a:spcPct val="100000"/>
              </a:lnSpc>
              <a:spcBef>
                <a:spcPts val="0"/>
              </a:spcBef>
              <a:spcAft>
                <a:spcPts val="0"/>
              </a:spcAft>
              <a:buClr>
                <a:srgbClr val="000000"/>
              </a:buClr>
              <a:buSzPts val="975"/>
              <a:buFont typeface="Arial"/>
              <a:buNone/>
              <a:defRPr sz="975" b="0" i="0" u="none" strike="noStrike" cap="none">
                <a:solidFill>
                  <a:srgbClr val="888888"/>
                </a:solidFill>
                <a:latin typeface="Calibri"/>
                <a:ea typeface="Calibri"/>
                <a:cs typeface="Calibri"/>
                <a:sym typeface="Calibri"/>
              </a:defRPr>
            </a:lvl8pPr>
            <a:lvl9pPr marL="0" marR="0" lvl="8" indent="0" algn="r" rtl="0">
              <a:lnSpc>
                <a:spcPct val="100000"/>
              </a:lnSpc>
              <a:spcBef>
                <a:spcPts val="0"/>
              </a:spcBef>
              <a:spcAft>
                <a:spcPts val="0"/>
              </a:spcAft>
              <a:buClr>
                <a:srgbClr val="000000"/>
              </a:buClr>
              <a:buSzPts val="975"/>
              <a:buFont typeface="Arial"/>
              <a:buNone/>
              <a:defRPr sz="975"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s-AR"/>
              <a:t>‹#›</a:t>
            </a:fld>
            <a:endParaRPr sz="1000">
              <a:solidFill>
                <a:schemeClr val="dk1"/>
              </a:solidFill>
            </a:endParaRPr>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Ls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4.xml"/><Relationship Id="rId1" Type="http://schemas.openxmlformats.org/officeDocument/2006/relationships/slideLayout" Target="../slideLayouts/slideLayout2.xml"/><Relationship Id="rId4" Type="http://schemas.openxmlformats.org/officeDocument/2006/relationships/image" Target="../media/image4.png"/></Relationships>
</file>

<file path=ppt/slides/_rels/slide5.xml.rels><?xml version="1.0" encoding="UTF-8" standalone="yes"?>
<Relationships xmlns="http://schemas.openxmlformats.org/package/2006/relationships"><Relationship Id="rId3" Type="http://schemas.openxmlformats.org/officeDocument/2006/relationships/image" Target="../media/image7.jpg"/><Relationship Id="rId2" Type="http://schemas.openxmlformats.org/officeDocument/2006/relationships/notesSlide" Target="../notesSlides/notesSlide5.xml"/><Relationship Id="rId1" Type="http://schemas.openxmlformats.org/officeDocument/2006/relationships/slideLayout" Target="../slideLayouts/slideLayout2.xml"/><Relationship Id="rId5" Type="http://schemas.openxmlformats.org/officeDocument/2006/relationships/image" Target="../media/image4.png"/><Relationship Id="rId4" Type="http://schemas.openxmlformats.org/officeDocument/2006/relationships/image" Target="../media/image8.jpg"/></Relationships>
</file>

<file path=ppt/slides/_rels/slide6.xml.rels><?xml version="1.0" encoding="UTF-8" standalone="yes"?>
<Relationships xmlns="http://schemas.openxmlformats.org/package/2006/relationships"><Relationship Id="rId3" Type="http://schemas.openxmlformats.org/officeDocument/2006/relationships/image" Target="../media/image9.jpg"/><Relationship Id="rId2" Type="http://schemas.openxmlformats.org/officeDocument/2006/relationships/notesSlide" Target="../notesSlides/notesSlide6.xml"/><Relationship Id="rId1" Type="http://schemas.openxmlformats.org/officeDocument/2006/relationships/slideLayout" Target="../slideLayouts/slideLayout2.xml"/><Relationship Id="rId6" Type="http://schemas.openxmlformats.org/officeDocument/2006/relationships/image" Target="../media/image4.png"/><Relationship Id="rId5" Type="http://schemas.openxmlformats.org/officeDocument/2006/relationships/image" Target="../media/image11.png"/><Relationship Id="rId4" Type="http://schemas.openxmlformats.org/officeDocument/2006/relationships/image" Target="../media/image10.png"/></Relationships>
</file>

<file path=ppt/slides/_rels/slide7.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7.xml"/><Relationship Id="rId1" Type="http://schemas.openxmlformats.org/officeDocument/2006/relationships/slideLayout" Target="../slideLayouts/slideLayout2.xml"/><Relationship Id="rId5" Type="http://schemas.openxmlformats.org/officeDocument/2006/relationships/image" Target="../media/image4.png"/><Relationship Id="rId4" Type="http://schemas.openxmlformats.org/officeDocument/2006/relationships/image" Target="../media/image13.png"/></Relationships>
</file>

<file path=ppt/slides/_rels/slide8.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8.xml"/><Relationship Id="rId1" Type="http://schemas.openxmlformats.org/officeDocument/2006/relationships/slideLayout" Target="../slideLayouts/slideLayout2.xml"/><Relationship Id="rId4" Type="http://schemas.openxmlformats.org/officeDocument/2006/relationships/image" Target="../media/image4.png"/></Relationships>
</file>

<file path=ppt/slides/_rels/slide9.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9.xml"/><Relationship Id="rId1" Type="http://schemas.openxmlformats.org/officeDocument/2006/relationships/slideLayout" Target="../slideLayouts/slideLayout2.xml"/><Relationship Id="rId5" Type="http://schemas.openxmlformats.org/officeDocument/2006/relationships/image" Target="../media/image4.png"/><Relationship Id="rId4" Type="http://schemas.openxmlformats.org/officeDocument/2006/relationships/image" Target="../media/image15.png"/></Relationships>
</file>

<file path=ppt/slides/_rels/slide10.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0.xml"/><Relationship Id="rId1" Type="http://schemas.openxmlformats.org/officeDocument/2006/relationships/slideLayout" Target="../slideLayouts/slideLayout2.xml"/><Relationship Id="rId5" Type="http://schemas.openxmlformats.org/officeDocument/2006/relationships/image" Target="../media/image4.png"/><Relationship Id="rId4" Type="http://schemas.openxmlformats.org/officeDocument/2006/relationships/image" Target="../media/image15.png"/></Relationships>
</file>

<file path=ppt/slides/_rels/slide11.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11.xml"/><Relationship Id="rId1" Type="http://schemas.openxmlformats.org/officeDocument/2006/relationships/slideLayout" Target="../slideLayouts/slideLayout2.xml"/><Relationship Id="rId4" Type="http://schemas.openxmlformats.org/officeDocument/2006/relationships/image" Target="../media/image4.png"/></Relationships>
</file>

<file path=ppt/slides/_rels/slide1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2.xml"/><Relationship Id="rId1" Type="http://schemas.openxmlformats.org/officeDocument/2006/relationships/slideLayout" Target="../slideLayouts/slideLayout2.xml"/><Relationship Id="rId4" Type="http://schemas.openxmlformats.org/officeDocument/2006/relationships/image" Target="../media/image17.png"/></Relationships>
</file>

<file path=ppt/slides/_rels/slide1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3.xml"/><Relationship Id="rId1" Type="http://schemas.openxmlformats.org/officeDocument/2006/relationships/slideLayout" Target="../slideLayouts/slideLayout2.xml"/><Relationship Id="rId4" Type="http://schemas.openxmlformats.org/officeDocument/2006/relationships/image" Target="../media/image18.jpg"/></Relationships>
</file>

<file path=ppt/slides/_rels/slide1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4.xml"/><Relationship Id="rId1" Type="http://schemas.openxmlformats.org/officeDocument/2006/relationships/slideLayout" Target="../slideLayouts/slideLayout2.xml"/><Relationship Id="rId4" Type="http://schemas.openxmlformats.org/officeDocument/2006/relationships/image" Target="../media/image19.png"/></Relationships>
</file>

<file path=ppt/slides/_rels/slide1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5.xml"/><Relationship Id="rId1" Type="http://schemas.openxmlformats.org/officeDocument/2006/relationships/slideLayout" Target="../slideLayouts/slideLayout2.xml"/><Relationship Id="rId4" Type="http://schemas.openxmlformats.org/officeDocument/2006/relationships/image" Target="../media/image10.png"/></Relationships>
</file>

<file path=ppt/slides/_rels/slide1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6.xml"/><Relationship Id="rId1" Type="http://schemas.openxmlformats.org/officeDocument/2006/relationships/slideLayout" Target="../slideLayouts/slideLayout2.xml"/><Relationship Id="rId5" Type="http://schemas.openxmlformats.org/officeDocument/2006/relationships/image" Target="../media/image20.jpg"/><Relationship Id="rId4" Type="http://schemas.openxmlformats.org/officeDocument/2006/relationships/image" Target="../media/image10.png"/></Relationships>
</file>

<file path=ppt/slides/_rels/slide1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7.xml"/><Relationship Id="rId1" Type="http://schemas.openxmlformats.org/officeDocument/2006/relationships/slideLayout" Target="../slideLayouts/slideLayout2.xml"/><Relationship Id="rId5" Type="http://schemas.openxmlformats.org/officeDocument/2006/relationships/image" Target="../media/image22.png"/><Relationship Id="rId4" Type="http://schemas.openxmlformats.org/officeDocument/2006/relationships/image" Target="../media/image21.png"/></Relationships>
</file>

<file path=ppt/slides/_rels/slide18.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8.xml"/><Relationship Id="rId1" Type="http://schemas.openxmlformats.org/officeDocument/2006/relationships/slideLayout" Target="../slideLayouts/slideLayout2.xml"/><Relationship Id="rId5" Type="http://schemas.openxmlformats.org/officeDocument/2006/relationships/image" Target="../media/image23.png"/><Relationship Id="rId4" Type="http://schemas.openxmlformats.org/officeDocument/2006/relationships/image" Target="../media/image21.png"/></Relationships>
</file>

<file path=ppt/slides/_rels/slide19.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9.xml"/><Relationship Id="rId1" Type="http://schemas.openxmlformats.org/officeDocument/2006/relationships/slideLayout" Target="../slideLayouts/slideLayout2.xml"/><Relationship Id="rId6" Type="http://schemas.openxmlformats.org/officeDocument/2006/relationships/image" Target="../media/image25.jpg"/><Relationship Id="rId5" Type="http://schemas.openxmlformats.org/officeDocument/2006/relationships/image" Target="../media/image24.png"/><Relationship Id="rId4" Type="http://schemas.openxmlformats.org/officeDocument/2006/relationships/image" Target="../media/image21.png"/></Relationships>
</file>

<file path=ppt/slides/_rels/slide20.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20.xml"/><Relationship Id="rId1" Type="http://schemas.openxmlformats.org/officeDocument/2006/relationships/slideLayout" Target="../slideLayouts/slideLayout2.xml"/><Relationship Id="rId4" Type="http://schemas.openxmlformats.org/officeDocument/2006/relationships/image" Target="../media/image26.png"/></Relationships>
</file>

<file path=ppt/slides/_rels/slide2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21.xml"/><Relationship Id="rId1" Type="http://schemas.openxmlformats.org/officeDocument/2006/relationships/slideLayout" Target="../slideLayouts/slideLayout2.xml"/><Relationship Id="rId4" Type="http://schemas.openxmlformats.org/officeDocument/2006/relationships/image" Target="../media/image27.png"/></Relationships>
</file>

<file path=ppt/slides/_rels/slide2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23.xml"/><Relationship Id="rId1" Type="http://schemas.openxmlformats.org/officeDocument/2006/relationships/slideLayout" Target="../slideLayouts/slideLayout2.xml"/><Relationship Id="rId6" Type="http://schemas.openxmlformats.org/officeDocument/2006/relationships/image" Target="../media/image4.png"/><Relationship Id="rId5" Type="http://schemas.openxmlformats.org/officeDocument/2006/relationships/image" Target="../media/image30.png"/><Relationship Id="rId4" Type="http://schemas.openxmlformats.org/officeDocument/2006/relationships/image" Target="../media/image29.png"/></Relationships>
</file>

<file path=ppt/slides/_rels/slide24.xml.rels><?xml version="1.0" encoding="UTF-8" standalone="yes"?>
<Relationships xmlns="http://schemas.openxmlformats.org/package/2006/relationships"><Relationship Id="rId3" Type="http://schemas.openxmlformats.org/officeDocument/2006/relationships/image" Target="../media/image31.png"/><Relationship Id="rId7" Type="http://schemas.openxmlformats.org/officeDocument/2006/relationships/image" Target="../media/image4.png"/><Relationship Id="rId2" Type="http://schemas.openxmlformats.org/officeDocument/2006/relationships/notesSlide" Target="../notesSlides/notesSlide24.xml"/><Relationship Id="rId1" Type="http://schemas.openxmlformats.org/officeDocument/2006/relationships/slideLayout" Target="../slideLayouts/slideLayout2.xml"/><Relationship Id="rId6" Type="http://schemas.openxmlformats.org/officeDocument/2006/relationships/image" Target="../media/image34.png"/><Relationship Id="rId5" Type="http://schemas.openxmlformats.org/officeDocument/2006/relationships/image" Target="../media/image33.png"/><Relationship Id="rId4" Type="http://schemas.openxmlformats.org/officeDocument/2006/relationships/image" Target="../media/image32.png"/></Relationships>
</file>

<file path=ppt/slides/_rels/slide25.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notesSlide" Target="../notesSlides/notesSlide25.xml"/><Relationship Id="rId1" Type="http://schemas.openxmlformats.org/officeDocument/2006/relationships/slideLayout" Target="../slideLayouts/slideLayout3.xml"/><Relationship Id="rId5" Type="http://schemas.openxmlformats.org/officeDocument/2006/relationships/image" Target="../media/image37.png"/><Relationship Id="rId4" Type="http://schemas.openxmlformats.org/officeDocument/2006/relationships/image" Target="../media/image36.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100"/>
        <p:cNvGrpSpPr/>
        <p:nvPr/>
      </p:nvGrpSpPr>
      <p:grpSpPr>
        <a:xfrm>
          <a:off x="0" y="0"/>
          <a:ext cx="0" cy="0"/>
          <a:chOff x="0" y="0"/>
          <a:chExt cx="0" cy="0"/>
        </a:xfrm>
      </p:grpSpPr>
      <p:sp>
        <p:nvSpPr>
          <p:cNvPr id="101" name="Google Shape;101;p1" descr="https://encrypted-tbn2.gstatic.com/images?q=tbn:ANd9GcRcyGsKQFbNE159vcUw6iMcDisELRoVKzvai6d3iJrA-_BtH5dgBw"/>
          <p:cNvSpPr/>
          <p:nvPr/>
        </p:nvSpPr>
        <p:spPr>
          <a:xfrm>
            <a:off x="155575" y="-144463"/>
            <a:ext cx="304800" cy="304801"/>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p:txBody>
      </p:sp>
      <p:pic>
        <p:nvPicPr>
          <p:cNvPr id="102" name="Google Shape;102;p1" descr="images.jpg"/>
          <p:cNvPicPr preferRelativeResize="0"/>
          <p:nvPr/>
        </p:nvPicPr>
        <p:blipFill rotWithShape="1">
          <a:blip r:embed="rId3">
            <a:alphaModFix/>
          </a:blip>
          <a:srcRect l="11057" t="16025" r="10335" b="11856"/>
          <a:stretch/>
        </p:blipFill>
        <p:spPr>
          <a:xfrm>
            <a:off x="2381232" y="1968455"/>
            <a:ext cx="4633512" cy="1530335"/>
          </a:xfrm>
          <a:prstGeom prst="rect">
            <a:avLst/>
          </a:prstGeom>
          <a:noFill/>
          <a:ln>
            <a:noFill/>
          </a:ln>
        </p:spPr>
      </p:pic>
      <p:sp>
        <p:nvSpPr>
          <p:cNvPr id="103" name="Google Shape;103;p1"/>
          <p:cNvSpPr txBox="1"/>
          <p:nvPr/>
        </p:nvSpPr>
        <p:spPr>
          <a:xfrm>
            <a:off x="2381232" y="3998856"/>
            <a:ext cx="6143700" cy="1200600"/>
          </a:xfrm>
          <a:prstGeom prst="rect">
            <a:avLst/>
          </a:prstGeom>
          <a:noFill/>
          <a:ln>
            <a:noFill/>
          </a:ln>
        </p:spPr>
        <p:txBody>
          <a:bodyPr spcFirstLastPara="1" wrap="square" lIns="91425" tIns="45700" rIns="91425" bIns="45700" anchor="t" anchorCtr="0">
            <a:spAutoFit/>
          </a:bodyPr>
          <a:lstStyle/>
          <a:p>
            <a:pPr marL="0" marR="0" lvl="0" indent="0" algn="l" rtl="0">
              <a:lnSpc>
                <a:spcPct val="150000"/>
              </a:lnSpc>
              <a:spcBef>
                <a:spcPts val="0"/>
              </a:spcBef>
              <a:spcAft>
                <a:spcPts val="0"/>
              </a:spcAft>
              <a:buClr>
                <a:srgbClr val="000000"/>
              </a:buClr>
              <a:buSzPts val="1800"/>
              <a:buFont typeface="Arial"/>
              <a:buNone/>
            </a:pPr>
            <a:r>
              <a:rPr lang="es-AR" sz="1800" b="1">
                <a:solidFill>
                  <a:schemeClr val="dk1"/>
                </a:solidFill>
                <a:latin typeface="Calibri"/>
                <a:ea typeface="Calibri"/>
                <a:cs typeface="Calibri"/>
                <a:sym typeface="Calibri"/>
              </a:rPr>
              <a:t>INGENIERÍA</a:t>
            </a:r>
            <a:r>
              <a:rPr lang="es-AR" sz="1800" b="1" i="0" u="none" strike="noStrike" cap="none">
                <a:solidFill>
                  <a:schemeClr val="dk1"/>
                </a:solidFill>
                <a:latin typeface="Calibri"/>
                <a:ea typeface="Calibri"/>
                <a:cs typeface="Calibri"/>
                <a:sym typeface="Calibri"/>
              </a:rPr>
              <a:t> INDUSTRIAL</a:t>
            </a:r>
            <a:endParaRPr sz="1400" b="0" i="0" u="none" strike="noStrike" cap="none">
              <a:solidFill>
                <a:srgbClr val="000000"/>
              </a:solidFill>
              <a:latin typeface="Arial"/>
              <a:ea typeface="Arial"/>
              <a:cs typeface="Arial"/>
              <a:sym typeface="Arial"/>
            </a:endParaRPr>
          </a:p>
          <a:p>
            <a:pPr marL="0" marR="0" lvl="0" indent="0" algn="l" rtl="0">
              <a:lnSpc>
                <a:spcPct val="150000"/>
              </a:lnSpc>
              <a:spcBef>
                <a:spcPts val="0"/>
              </a:spcBef>
              <a:spcAft>
                <a:spcPts val="0"/>
              </a:spcAft>
              <a:buClr>
                <a:srgbClr val="000000"/>
              </a:buClr>
              <a:buSzPts val="1800"/>
              <a:buFont typeface="Arial"/>
              <a:buNone/>
            </a:pPr>
            <a:r>
              <a:rPr lang="es-AR" sz="1800" b="1">
                <a:solidFill>
                  <a:schemeClr val="dk1"/>
                </a:solidFill>
                <a:latin typeface="Calibri"/>
                <a:ea typeface="Calibri"/>
                <a:cs typeface="Calibri"/>
                <a:sym typeface="Calibri"/>
              </a:rPr>
              <a:t>CÁTEDRA</a:t>
            </a:r>
            <a:r>
              <a:rPr lang="es-AR" sz="1800" b="1" i="0" u="none" strike="noStrike" cap="none">
                <a:solidFill>
                  <a:schemeClr val="dk1"/>
                </a:solidFill>
                <a:latin typeface="Calibri"/>
                <a:ea typeface="Calibri"/>
                <a:cs typeface="Calibri"/>
                <a:sym typeface="Calibri"/>
              </a:rPr>
              <a:t> RELACIONES INDUSTRIALES</a:t>
            </a:r>
            <a:endParaRPr sz="1400" b="0" i="0" u="none" strike="noStrike" cap="none">
              <a:solidFill>
                <a:srgbClr val="000000"/>
              </a:solidFill>
              <a:latin typeface="Arial"/>
              <a:ea typeface="Arial"/>
              <a:cs typeface="Arial"/>
              <a:sym typeface="Arial"/>
            </a:endParaRPr>
          </a:p>
          <a:p>
            <a:pPr marL="0" marR="0" lvl="0" indent="0" algn="l" rtl="0">
              <a:lnSpc>
                <a:spcPct val="150000"/>
              </a:lnSpc>
              <a:spcBef>
                <a:spcPts val="0"/>
              </a:spcBef>
              <a:spcAft>
                <a:spcPts val="0"/>
              </a:spcAft>
              <a:buClr>
                <a:srgbClr val="000000"/>
              </a:buClr>
              <a:buSzPts val="1800"/>
              <a:buFont typeface="Arial"/>
              <a:buNone/>
            </a:pPr>
            <a:r>
              <a:rPr lang="es-AR" sz="1800" b="1">
                <a:solidFill>
                  <a:schemeClr val="dk1"/>
                </a:solidFill>
                <a:latin typeface="Calibri"/>
                <a:ea typeface="Calibri"/>
                <a:cs typeface="Calibri"/>
                <a:sym typeface="Calibri"/>
              </a:rPr>
              <a:t>Clase 16</a:t>
            </a:r>
            <a:r>
              <a:rPr lang="es-AR" sz="1800" b="1" i="0" u="none" strike="noStrike" cap="none">
                <a:solidFill>
                  <a:schemeClr val="dk1"/>
                </a:solidFill>
                <a:latin typeface="Calibri"/>
                <a:ea typeface="Calibri"/>
                <a:cs typeface="Calibri"/>
                <a:sym typeface="Calibri"/>
              </a:rPr>
              <a:t>– Gestión del Desempeño </a:t>
            </a:r>
            <a:endParaRPr sz="1400" b="0" i="0" u="none" strike="noStrike" cap="none">
              <a:solidFill>
                <a:srgbClr val="000000"/>
              </a:solidFill>
              <a:latin typeface="Arial"/>
              <a:ea typeface="Arial"/>
              <a:cs typeface="Arial"/>
              <a:sym typeface="Arial"/>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109"/>
        <p:cNvGrpSpPr/>
        <p:nvPr/>
      </p:nvGrpSpPr>
      <p:grpSpPr>
        <a:xfrm>
          <a:off x="0" y="0"/>
          <a:ext cx="0" cy="0"/>
          <a:chOff x="0" y="0"/>
          <a:chExt cx="0" cy="0"/>
        </a:xfrm>
      </p:grpSpPr>
      <p:sp>
        <p:nvSpPr>
          <p:cNvPr id="110" name="Google Shape;110;p2"/>
          <p:cNvSpPr/>
          <p:nvPr/>
        </p:nvSpPr>
        <p:spPr>
          <a:xfrm>
            <a:off x="1494906" y="2127726"/>
            <a:ext cx="6194398" cy="428628"/>
          </a:xfrm>
          <a:prstGeom prst="roundRect">
            <a:avLst>
              <a:gd name="adj" fmla="val 16667"/>
            </a:avLst>
          </a:prstGeom>
          <a:solidFill>
            <a:srgbClr val="F2F2F2"/>
          </a:solidFill>
          <a:ln>
            <a:noFill/>
          </a:ln>
          <a:effectLst>
            <a:outerShdw blurRad="149987" dist="250190" dir="8460000" algn="ctr">
              <a:srgbClr val="000000">
                <a:alpha val="27450"/>
              </a:srgbClr>
            </a:outerShdw>
          </a:effectLst>
        </p:spPr>
        <p:txBody>
          <a:bodyPr spcFirstLastPara="1" wrap="square" lIns="91425" tIns="45700" rIns="91425" bIns="45700" anchor="ctr" anchorCtr="0">
            <a:noAutofit/>
          </a:bodyPr>
          <a:lstStyle/>
          <a:p>
            <a:pPr marL="0" marR="0" lvl="0" indent="361950" algn="l" rtl="0">
              <a:lnSpc>
                <a:spcPct val="100000"/>
              </a:lnSpc>
              <a:spcBef>
                <a:spcPts val="0"/>
              </a:spcBef>
              <a:spcAft>
                <a:spcPts val="0"/>
              </a:spcAft>
              <a:buClr>
                <a:srgbClr val="000000"/>
              </a:buClr>
              <a:buSzPts val="1800"/>
              <a:buFont typeface="Arial"/>
              <a:buNone/>
            </a:pPr>
            <a:r>
              <a:rPr lang="es-AR" sz="1800" b="0" i="0" u="none" strike="noStrike" cap="none">
                <a:solidFill>
                  <a:srgbClr val="002060"/>
                </a:solidFill>
                <a:latin typeface="Calibri"/>
                <a:ea typeface="Calibri"/>
                <a:cs typeface="Calibri"/>
                <a:sym typeface="Calibri"/>
              </a:rPr>
              <a:t>Gestión del Talento</a:t>
            </a:r>
            <a:endParaRPr sz="1400" b="0" i="0" u="none" strike="noStrike" cap="none">
              <a:solidFill>
                <a:srgbClr val="000000"/>
              </a:solidFill>
              <a:latin typeface="Arial"/>
              <a:ea typeface="Arial"/>
              <a:cs typeface="Arial"/>
              <a:sym typeface="Arial"/>
            </a:endParaRPr>
          </a:p>
        </p:txBody>
      </p:sp>
      <p:sp>
        <p:nvSpPr>
          <p:cNvPr id="111" name="Google Shape;111;p2"/>
          <p:cNvSpPr/>
          <p:nvPr/>
        </p:nvSpPr>
        <p:spPr>
          <a:xfrm>
            <a:off x="1280592" y="2127726"/>
            <a:ext cx="571504" cy="428628"/>
          </a:xfrm>
          <a:prstGeom prst="ellipse">
            <a:avLst/>
          </a:prstGeom>
          <a:gradFill>
            <a:gsLst>
              <a:gs pos="0">
                <a:srgbClr val="D1D1D1"/>
              </a:gs>
              <a:gs pos="50000">
                <a:srgbClr val="C7C7C7"/>
              </a:gs>
              <a:gs pos="100000">
                <a:srgbClr val="C0C0C0"/>
              </a:gs>
            </a:gsLst>
            <a:lin ang="5400000" scaled="0"/>
          </a:gradFill>
          <a:ln w="9525" cap="flat" cmpd="sng">
            <a:solidFill>
              <a:schemeClr val="accent3"/>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BF9000"/>
              </a:solidFill>
              <a:latin typeface="Calibri"/>
              <a:ea typeface="Calibri"/>
              <a:cs typeface="Calibri"/>
              <a:sym typeface="Calibri"/>
            </a:endParaRPr>
          </a:p>
        </p:txBody>
      </p:sp>
      <p:sp>
        <p:nvSpPr>
          <p:cNvPr id="112" name="Google Shape;112;p2"/>
          <p:cNvSpPr/>
          <p:nvPr/>
        </p:nvSpPr>
        <p:spPr>
          <a:xfrm>
            <a:off x="2072680" y="2770668"/>
            <a:ext cx="5616624" cy="416150"/>
          </a:xfrm>
          <a:prstGeom prst="roundRect">
            <a:avLst>
              <a:gd name="adj" fmla="val 16667"/>
            </a:avLst>
          </a:prstGeom>
          <a:solidFill>
            <a:srgbClr val="F2F2F2"/>
          </a:solidFill>
          <a:ln>
            <a:noFill/>
          </a:ln>
          <a:effectLst>
            <a:outerShdw blurRad="149987" dist="250190" dir="8460000" algn="ctr">
              <a:srgbClr val="000000">
                <a:alpha val="27450"/>
              </a:srgbClr>
            </a:outerShdw>
          </a:effectLst>
        </p:spPr>
        <p:txBody>
          <a:bodyPr spcFirstLastPara="1" wrap="square" lIns="91425" tIns="45700" rIns="91425" bIns="45700" anchor="ctr" anchorCtr="0">
            <a:noAutofit/>
          </a:bodyPr>
          <a:lstStyle/>
          <a:p>
            <a:pPr marL="0" marR="0" lvl="0" indent="361950" algn="l" rtl="0">
              <a:lnSpc>
                <a:spcPct val="100000"/>
              </a:lnSpc>
              <a:spcBef>
                <a:spcPts val="0"/>
              </a:spcBef>
              <a:spcAft>
                <a:spcPts val="0"/>
              </a:spcAft>
              <a:buClr>
                <a:srgbClr val="000000"/>
              </a:buClr>
              <a:buSzPts val="1800"/>
              <a:buFont typeface="Arial"/>
              <a:buNone/>
            </a:pPr>
            <a:r>
              <a:rPr lang="es-AR" sz="1800" b="0" i="0" u="none" strike="noStrike" cap="none">
                <a:solidFill>
                  <a:srgbClr val="002060"/>
                </a:solidFill>
                <a:latin typeface="Calibri"/>
                <a:ea typeface="Calibri"/>
                <a:cs typeface="Calibri"/>
                <a:sym typeface="Calibri"/>
              </a:rPr>
              <a:t>Identificación del Talento</a:t>
            </a:r>
            <a:endParaRPr sz="1400" b="0" i="0" u="none" strike="noStrike" cap="none">
              <a:solidFill>
                <a:srgbClr val="000000"/>
              </a:solidFill>
              <a:latin typeface="Arial"/>
              <a:ea typeface="Arial"/>
              <a:cs typeface="Arial"/>
              <a:sym typeface="Arial"/>
            </a:endParaRPr>
          </a:p>
        </p:txBody>
      </p:sp>
      <p:sp>
        <p:nvSpPr>
          <p:cNvPr id="113" name="Google Shape;113;p2"/>
          <p:cNvSpPr/>
          <p:nvPr/>
        </p:nvSpPr>
        <p:spPr>
          <a:xfrm>
            <a:off x="1717200" y="2770668"/>
            <a:ext cx="571504" cy="428628"/>
          </a:xfrm>
          <a:prstGeom prst="ellipse">
            <a:avLst/>
          </a:prstGeom>
          <a:gradFill>
            <a:gsLst>
              <a:gs pos="0">
                <a:srgbClr val="D1D1D1"/>
              </a:gs>
              <a:gs pos="50000">
                <a:srgbClr val="C7C7C7"/>
              </a:gs>
              <a:gs pos="100000">
                <a:srgbClr val="C0C0C0"/>
              </a:gs>
            </a:gsLst>
            <a:lin ang="5400000" scaled="0"/>
          </a:gradFill>
          <a:ln w="9525" cap="flat" cmpd="sng">
            <a:solidFill>
              <a:schemeClr val="accent3"/>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BF9000"/>
              </a:solidFill>
              <a:latin typeface="Calibri"/>
              <a:ea typeface="Calibri"/>
              <a:cs typeface="Calibri"/>
              <a:sym typeface="Calibri"/>
            </a:endParaRPr>
          </a:p>
        </p:txBody>
      </p:sp>
      <p:sp>
        <p:nvSpPr>
          <p:cNvPr id="114" name="Google Shape;114;p2"/>
          <p:cNvSpPr/>
          <p:nvPr/>
        </p:nvSpPr>
        <p:spPr>
          <a:xfrm>
            <a:off x="2072680" y="3429000"/>
            <a:ext cx="5616624" cy="504056"/>
          </a:xfrm>
          <a:prstGeom prst="roundRect">
            <a:avLst>
              <a:gd name="adj" fmla="val 16667"/>
            </a:avLst>
          </a:prstGeom>
          <a:solidFill>
            <a:srgbClr val="F2F2F2"/>
          </a:solidFill>
          <a:ln>
            <a:noFill/>
          </a:ln>
          <a:effectLst>
            <a:outerShdw blurRad="149987" dist="250190" dir="8460000" algn="ctr">
              <a:srgbClr val="000000">
                <a:alpha val="27450"/>
              </a:srgbClr>
            </a:outerShdw>
          </a:effectLst>
        </p:spPr>
        <p:txBody>
          <a:bodyPr spcFirstLastPara="1" wrap="square" lIns="91425" tIns="45700" rIns="91425" bIns="45700" anchor="ctr" anchorCtr="0">
            <a:noAutofit/>
          </a:bodyPr>
          <a:lstStyle/>
          <a:p>
            <a:pPr marL="0" marR="0" lvl="0" indent="361950" algn="l" rtl="0">
              <a:lnSpc>
                <a:spcPct val="100000"/>
              </a:lnSpc>
              <a:spcBef>
                <a:spcPts val="0"/>
              </a:spcBef>
              <a:spcAft>
                <a:spcPts val="0"/>
              </a:spcAft>
              <a:buClr>
                <a:srgbClr val="000000"/>
              </a:buClr>
              <a:buSzPts val="1800"/>
              <a:buFont typeface="Arial"/>
              <a:buNone/>
            </a:pPr>
            <a:r>
              <a:rPr lang="es-AR" sz="1800" b="0" i="0" u="none" strike="noStrike" cap="none">
                <a:solidFill>
                  <a:srgbClr val="002060"/>
                </a:solidFill>
                <a:latin typeface="Calibri"/>
                <a:ea typeface="Calibri"/>
                <a:cs typeface="Calibri"/>
                <a:sym typeface="Calibri"/>
              </a:rPr>
              <a:t> Desarrollo del Talento</a:t>
            </a:r>
            <a:endParaRPr sz="1400" b="0" i="0" u="none" strike="noStrike" cap="none">
              <a:solidFill>
                <a:srgbClr val="000000"/>
              </a:solidFill>
              <a:latin typeface="Arial"/>
              <a:ea typeface="Arial"/>
              <a:cs typeface="Arial"/>
              <a:sym typeface="Arial"/>
            </a:endParaRPr>
          </a:p>
        </p:txBody>
      </p:sp>
      <p:sp>
        <p:nvSpPr>
          <p:cNvPr id="115" name="Google Shape;115;p2"/>
          <p:cNvSpPr/>
          <p:nvPr/>
        </p:nvSpPr>
        <p:spPr>
          <a:xfrm>
            <a:off x="1717200" y="3413610"/>
            <a:ext cx="571504" cy="428628"/>
          </a:xfrm>
          <a:prstGeom prst="ellipse">
            <a:avLst/>
          </a:prstGeom>
          <a:gradFill>
            <a:gsLst>
              <a:gs pos="0">
                <a:srgbClr val="D1D1D1"/>
              </a:gs>
              <a:gs pos="50000">
                <a:srgbClr val="C7C7C7"/>
              </a:gs>
              <a:gs pos="100000">
                <a:srgbClr val="C0C0C0"/>
              </a:gs>
            </a:gsLst>
            <a:lin ang="5400000" scaled="0"/>
          </a:gradFill>
          <a:ln w="9525" cap="flat" cmpd="sng">
            <a:solidFill>
              <a:schemeClr val="accent3"/>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BF9000"/>
              </a:solidFill>
              <a:latin typeface="Calibri"/>
              <a:ea typeface="Calibri"/>
              <a:cs typeface="Calibri"/>
              <a:sym typeface="Calibri"/>
            </a:endParaRPr>
          </a:p>
        </p:txBody>
      </p:sp>
      <p:sp>
        <p:nvSpPr>
          <p:cNvPr id="116" name="Google Shape;116;p2"/>
          <p:cNvSpPr txBox="1"/>
          <p:nvPr/>
        </p:nvSpPr>
        <p:spPr>
          <a:xfrm>
            <a:off x="0" y="-24"/>
            <a:ext cx="9906000" cy="1188000"/>
          </a:xfrm>
          <a:prstGeom prst="rect">
            <a:avLst/>
          </a:prstGeom>
          <a:noFill/>
          <a:ln>
            <a:noFill/>
          </a:ln>
        </p:spPr>
        <p:txBody>
          <a:bodyPr spcFirstLastPara="1" wrap="square" lIns="72000" tIns="252000" rIns="72000" bIns="36000" anchor="ctr" anchorCtr="0">
            <a:noAutofit/>
          </a:bodyPr>
          <a:lstStyle/>
          <a:p>
            <a:pPr marL="714375" marR="0" lvl="0" indent="-714375" algn="l" rtl="0">
              <a:lnSpc>
                <a:spcPct val="90000"/>
              </a:lnSpc>
              <a:spcBef>
                <a:spcPts val="0"/>
              </a:spcBef>
              <a:spcAft>
                <a:spcPts val="0"/>
              </a:spcAft>
              <a:buClr>
                <a:srgbClr val="000000"/>
              </a:buClr>
              <a:buSzPts val="2400"/>
              <a:buFont typeface="Arial"/>
              <a:buNone/>
            </a:pPr>
            <a:r>
              <a:rPr lang="es-AR" sz="2400" b="1">
                <a:solidFill>
                  <a:srgbClr val="002060"/>
                </a:solidFill>
                <a:latin typeface="Calibri"/>
                <a:ea typeface="Calibri"/>
                <a:cs typeface="Calibri"/>
                <a:sym typeface="Calibri"/>
              </a:rPr>
              <a:t> </a:t>
            </a:r>
            <a:r>
              <a:rPr lang="es-AR" sz="2400" b="1" i="0" u="none" strike="noStrike" cap="none">
                <a:solidFill>
                  <a:srgbClr val="002060"/>
                </a:solidFill>
                <a:latin typeface="Calibri"/>
                <a:ea typeface="Calibri"/>
                <a:cs typeface="Calibri"/>
                <a:sym typeface="Calibri"/>
              </a:rPr>
              <a:t>Gestión del Desempeño y Gestión del Talento</a:t>
            </a:r>
            <a:endParaRPr sz="1400" b="0" i="0" u="none" strike="noStrike" cap="none">
              <a:solidFill>
                <a:srgbClr val="000000"/>
              </a:solidFill>
              <a:latin typeface="Arial"/>
              <a:ea typeface="Arial"/>
              <a:cs typeface="Arial"/>
              <a:sym typeface="Arial"/>
            </a:endParaRPr>
          </a:p>
        </p:txBody>
      </p:sp>
      <p:sp>
        <p:nvSpPr>
          <p:cNvPr id="117" name="Google Shape;117;p2"/>
          <p:cNvSpPr/>
          <p:nvPr/>
        </p:nvSpPr>
        <p:spPr>
          <a:xfrm>
            <a:off x="1494906" y="1484784"/>
            <a:ext cx="6194398" cy="428628"/>
          </a:xfrm>
          <a:prstGeom prst="roundRect">
            <a:avLst>
              <a:gd name="adj" fmla="val 16667"/>
            </a:avLst>
          </a:prstGeom>
          <a:solidFill>
            <a:srgbClr val="DBDADA"/>
          </a:solidFill>
          <a:ln>
            <a:noFill/>
          </a:ln>
          <a:effectLst>
            <a:outerShdw blurRad="149987" dist="250190" dir="8460000" algn="ctr">
              <a:srgbClr val="000000">
                <a:alpha val="27450"/>
              </a:srgbClr>
            </a:outerShdw>
          </a:effectLst>
        </p:spPr>
        <p:txBody>
          <a:bodyPr spcFirstLastPara="1" wrap="square" lIns="91425" tIns="45700" rIns="91425" bIns="45700" anchor="ctr" anchorCtr="0">
            <a:noAutofit/>
          </a:bodyPr>
          <a:lstStyle/>
          <a:p>
            <a:pPr marL="0" marR="0" lvl="0" indent="361950" algn="l" rtl="0">
              <a:lnSpc>
                <a:spcPct val="100000"/>
              </a:lnSpc>
              <a:spcBef>
                <a:spcPts val="0"/>
              </a:spcBef>
              <a:spcAft>
                <a:spcPts val="0"/>
              </a:spcAft>
              <a:buClr>
                <a:srgbClr val="000000"/>
              </a:buClr>
              <a:buSzPts val="1800"/>
              <a:buFont typeface="Arial"/>
              <a:buNone/>
            </a:pPr>
            <a:r>
              <a:rPr lang="es-AR" sz="1800" b="0" i="0" u="none" strike="noStrike" cap="none">
                <a:solidFill>
                  <a:srgbClr val="002060"/>
                </a:solidFill>
                <a:latin typeface="Calibri"/>
                <a:ea typeface="Calibri"/>
                <a:cs typeface="Calibri"/>
                <a:sym typeface="Calibri"/>
              </a:rPr>
              <a:t>Gestión del Desempeño</a:t>
            </a:r>
            <a:endParaRPr sz="1400" b="0" i="0" u="none" strike="noStrike" cap="none">
              <a:solidFill>
                <a:srgbClr val="000000"/>
              </a:solidFill>
              <a:latin typeface="Arial"/>
              <a:ea typeface="Arial"/>
              <a:cs typeface="Arial"/>
              <a:sym typeface="Arial"/>
            </a:endParaRPr>
          </a:p>
        </p:txBody>
      </p:sp>
      <p:sp>
        <p:nvSpPr>
          <p:cNvPr id="118" name="Google Shape;118;p2"/>
          <p:cNvSpPr/>
          <p:nvPr/>
        </p:nvSpPr>
        <p:spPr>
          <a:xfrm>
            <a:off x="1280592" y="1484784"/>
            <a:ext cx="571504" cy="428628"/>
          </a:xfrm>
          <a:prstGeom prst="ellipse">
            <a:avLst/>
          </a:prstGeom>
          <a:solidFill>
            <a:srgbClr val="8296B0"/>
          </a:solidFill>
          <a:ln>
            <a:noFill/>
          </a:ln>
          <a:effectLst>
            <a:outerShdw blurRad="44450" dist="27940" dir="5400000" algn="ctr">
              <a:srgbClr val="000000">
                <a:alpha val="31372"/>
              </a:srgbClr>
            </a:outerShdw>
          </a:effectLst>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BF9000"/>
              </a:solidFill>
              <a:latin typeface="Calibri"/>
              <a:ea typeface="Calibri"/>
              <a:cs typeface="Calibri"/>
              <a:sym typeface="Calibri"/>
            </a:endParaRPr>
          </a:p>
        </p:txBody>
      </p:sp>
      <p:sp>
        <p:nvSpPr>
          <p:cNvPr id="119" name="Google Shape;119;p2"/>
          <p:cNvSpPr/>
          <p:nvPr/>
        </p:nvSpPr>
        <p:spPr>
          <a:xfrm>
            <a:off x="252300" y="1484784"/>
            <a:ext cx="864096" cy="428628"/>
          </a:xfrm>
          <a:prstGeom prst="stripedRightArrow">
            <a:avLst>
              <a:gd name="adj1" fmla="val 50000"/>
              <a:gd name="adj2" fmla="val 50000"/>
            </a:avLst>
          </a:prstGeom>
          <a:solidFill>
            <a:schemeClr val="accent1"/>
          </a:solidFill>
          <a:ln w="19050" cap="flat" cmpd="sng">
            <a:solidFill>
              <a:schemeClr val="lt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120" name="Google Shape;120;p2"/>
          <p:cNvSpPr/>
          <p:nvPr/>
        </p:nvSpPr>
        <p:spPr>
          <a:xfrm>
            <a:off x="7487159" y="1371031"/>
            <a:ext cx="404290" cy="603883"/>
          </a:xfrm>
          <a:prstGeom prst="rightBracket">
            <a:avLst>
              <a:gd name="adj" fmla="val 8333"/>
            </a:avLst>
          </a:prstGeom>
          <a:noFill/>
          <a:ln w="38100" cap="flat" cmpd="sng">
            <a:solidFill>
              <a:srgbClr val="E4AB1C"/>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662"/>
              <a:buFont typeface="Arial"/>
              <a:buNone/>
            </a:pPr>
            <a:endParaRPr sz="1662" b="0" i="0" u="none" strike="noStrike" cap="none">
              <a:solidFill>
                <a:schemeClr val="dk1"/>
              </a:solidFill>
              <a:latin typeface="Calibri"/>
              <a:ea typeface="Calibri"/>
              <a:cs typeface="Calibri"/>
              <a:sym typeface="Calibri"/>
            </a:endParaRPr>
          </a:p>
        </p:txBody>
      </p:sp>
      <p:sp>
        <p:nvSpPr>
          <p:cNvPr id="121" name="Google Shape;121;p2"/>
          <p:cNvSpPr txBox="1"/>
          <p:nvPr/>
        </p:nvSpPr>
        <p:spPr>
          <a:xfrm>
            <a:off x="8093259" y="1523843"/>
            <a:ext cx="1128393" cy="603883"/>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662"/>
              <a:buFont typeface="Arial"/>
              <a:buNone/>
            </a:pPr>
            <a:r>
              <a:rPr lang="es-AR" sz="1662" b="1" i="0" u="none" strike="noStrike" cap="none">
                <a:solidFill>
                  <a:srgbClr val="002060"/>
                </a:solidFill>
                <a:latin typeface="Arial"/>
                <a:ea typeface="Arial"/>
                <a:cs typeface="Arial"/>
                <a:sym typeface="Arial"/>
              </a:rPr>
              <a:t>CLASE 1</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662"/>
              <a:buFont typeface="Arial"/>
              <a:buNone/>
            </a:pPr>
            <a:endParaRPr sz="1662" b="1" i="0" u="none" strike="noStrike" cap="none">
              <a:solidFill>
                <a:srgbClr val="002060"/>
              </a:solidFill>
              <a:latin typeface="Calibri"/>
              <a:ea typeface="Calibri"/>
              <a:cs typeface="Calibri"/>
              <a:sym typeface="Calibri"/>
            </a:endParaRPr>
          </a:p>
        </p:txBody>
      </p:sp>
      <p:sp>
        <p:nvSpPr>
          <p:cNvPr id="122" name="Google Shape;122;p2"/>
          <p:cNvSpPr/>
          <p:nvPr/>
        </p:nvSpPr>
        <p:spPr>
          <a:xfrm>
            <a:off x="7499328" y="2023497"/>
            <a:ext cx="391786" cy="2859589"/>
          </a:xfrm>
          <a:prstGeom prst="rightBracket">
            <a:avLst>
              <a:gd name="adj" fmla="val 0"/>
            </a:avLst>
          </a:prstGeom>
          <a:noFill/>
          <a:ln w="38100" cap="flat" cmpd="sng">
            <a:solidFill>
              <a:srgbClr val="E4AB1C"/>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662"/>
              <a:buFont typeface="Arial"/>
              <a:buNone/>
            </a:pPr>
            <a:endParaRPr sz="1662" b="0" i="0" u="none" strike="noStrike" cap="none">
              <a:solidFill>
                <a:schemeClr val="dk1"/>
              </a:solidFill>
              <a:latin typeface="Calibri"/>
              <a:ea typeface="Calibri"/>
              <a:cs typeface="Calibri"/>
              <a:sym typeface="Calibri"/>
            </a:endParaRPr>
          </a:p>
        </p:txBody>
      </p:sp>
      <p:sp>
        <p:nvSpPr>
          <p:cNvPr id="123" name="Google Shape;123;p2"/>
          <p:cNvSpPr txBox="1"/>
          <p:nvPr/>
        </p:nvSpPr>
        <p:spPr>
          <a:xfrm>
            <a:off x="8044784" y="3325982"/>
            <a:ext cx="1128393" cy="603883"/>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662"/>
              <a:buFont typeface="Arial"/>
              <a:buNone/>
            </a:pPr>
            <a:r>
              <a:rPr lang="es-AR" sz="1662" b="1" i="0" u="none" strike="noStrike" cap="none">
                <a:solidFill>
                  <a:srgbClr val="002060"/>
                </a:solidFill>
                <a:latin typeface="Arial"/>
                <a:ea typeface="Arial"/>
                <a:cs typeface="Arial"/>
                <a:sym typeface="Arial"/>
              </a:rPr>
              <a:t>CLASE 2</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662"/>
              <a:buFont typeface="Arial"/>
              <a:buNone/>
            </a:pPr>
            <a:endParaRPr sz="1662" b="1" i="0" u="none" strike="noStrike" cap="none">
              <a:solidFill>
                <a:srgbClr val="002060"/>
              </a:solidFill>
              <a:latin typeface="Calibri"/>
              <a:ea typeface="Calibri"/>
              <a:cs typeface="Calibri"/>
              <a:sym typeface="Calibri"/>
            </a:endParaRPr>
          </a:p>
        </p:txBody>
      </p:sp>
      <p:pic>
        <p:nvPicPr>
          <p:cNvPr id="124" name="Google Shape;124;p2" descr="Resultado de imagen para utn regional buenos aires ingenieria industrial"/>
          <p:cNvPicPr preferRelativeResize="0"/>
          <p:nvPr/>
        </p:nvPicPr>
        <p:blipFill rotWithShape="1">
          <a:blip r:embed="rId3">
            <a:alphaModFix/>
          </a:blip>
          <a:srcRect/>
          <a:stretch/>
        </p:blipFill>
        <p:spPr>
          <a:xfrm>
            <a:off x="7041232" y="0"/>
            <a:ext cx="2637692" cy="1011116"/>
          </a:xfrm>
          <a:prstGeom prst="rect">
            <a:avLst/>
          </a:prstGeom>
          <a:noFill/>
          <a:ln>
            <a:noFill/>
          </a:ln>
        </p:spPr>
      </p:pic>
      <p:sp>
        <p:nvSpPr>
          <p:cNvPr id="125" name="Google Shape;125;p2"/>
          <p:cNvSpPr/>
          <p:nvPr/>
        </p:nvSpPr>
        <p:spPr>
          <a:xfrm>
            <a:off x="2072680" y="4149080"/>
            <a:ext cx="5616624" cy="504056"/>
          </a:xfrm>
          <a:prstGeom prst="roundRect">
            <a:avLst>
              <a:gd name="adj" fmla="val 16667"/>
            </a:avLst>
          </a:prstGeom>
          <a:solidFill>
            <a:srgbClr val="F2F2F2"/>
          </a:solidFill>
          <a:ln>
            <a:noFill/>
          </a:ln>
          <a:effectLst>
            <a:outerShdw blurRad="149987" dist="250190" dir="8460000" algn="ctr">
              <a:srgbClr val="000000">
                <a:alpha val="27450"/>
              </a:srgbClr>
            </a:outerShdw>
          </a:effectLst>
        </p:spPr>
        <p:txBody>
          <a:bodyPr spcFirstLastPara="1" wrap="square" lIns="91425" tIns="45700" rIns="91425" bIns="45700" anchor="ctr" anchorCtr="0">
            <a:noAutofit/>
          </a:bodyPr>
          <a:lstStyle/>
          <a:p>
            <a:pPr marL="0" marR="0" lvl="0" indent="361950" algn="l" rtl="0">
              <a:lnSpc>
                <a:spcPct val="100000"/>
              </a:lnSpc>
              <a:spcBef>
                <a:spcPts val="0"/>
              </a:spcBef>
              <a:spcAft>
                <a:spcPts val="0"/>
              </a:spcAft>
              <a:buClr>
                <a:srgbClr val="000000"/>
              </a:buClr>
              <a:buSzPts val="1800"/>
              <a:buFont typeface="Arial"/>
              <a:buNone/>
            </a:pPr>
            <a:r>
              <a:rPr lang="es-AR" sz="1800" b="0" i="0" u="none" strike="noStrike" cap="none">
                <a:solidFill>
                  <a:srgbClr val="002060"/>
                </a:solidFill>
                <a:latin typeface="Calibri"/>
                <a:ea typeface="Calibri"/>
                <a:cs typeface="Calibri"/>
                <a:sym typeface="Calibri"/>
              </a:rPr>
              <a:t> Retención del talento</a:t>
            </a:r>
            <a:endParaRPr sz="1400" b="0" i="0" u="none" strike="noStrike" cap="none">
              <a:solidFill>
                <a:srgbClr val="000000"/>
              </a:solidFill>
              <a:latin typeface="Arial"/>
              <a:ea typeface="Arial"/>
              <a:cs typeface="Arial"/>
              <a:sym typeface="Arial"/>
            </a:endParaRPr>
          </a:p>
        </p:txBody>
      </p:sp>
      <p:sp>
        <p:nvSpPr>
          <p:cNvPr id="126" name="Google Shape;126;p2"/>
          <p:cNvSpPr/>
          <p:nvPr/>
        </p:nvSpPr>
        <p:spPr>
          <a:xfrm>
            <a:off x="1717200" y="4133690"/>
            <a:ext cx="571504" cy="428628"/>
          </a:xfrm>
          <a:prstGeom prst="ellipse">
            <a:avLst/>
          </a:prstGeom>
          <a:gradFill>
            <a:gsLst>
              <a:gs pos="0">
                <a:srgbClr val="D1D1D1"/>
              </a:gs>
              <a:gs pos="50000">
                <a:srgbClr val="C7C7C7"/>
              </a:gs>
              <a:gs pos="100000">
                <a:srgbClr val="C0C0C0"/>
              </a:gs>
            </a:gsLst>
            <a:lin ang="5400000" scaled="0"/>
          </a:gradFill>
          <a:ln w="9525" cap="flat" cmpd="sng">
            <a:solidFill>
              <a:schemeClr val="accent3"/>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BF9000"/>
              </a:solidFill>
              <a:latin typeface="Calibri"/>
              <a:ea typeface="Calibri"/>
              <a:cs typeface="Calibri"/>
              <a:sym typeface="Calibri"/>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31"/>
        <p:cNvGrpSpPr/>
        <p:nvPr/>
      </p:nvGrpSpPr>
      <p:grpSpPr>
        <a:xfrm>
          <a:off x="0" y="0"/>
          <a:ext cx="0" cy="0"/>
          <a:chOff x="0" y="0"/>
          <a:chExt cx="0" cy="0"/>
        </a:xfrm>
      </p:grpSpPr>
      <p:sp>
        <p:nvSpPr>
          <p:cNvPr id="132" name="Google Shape;132;p64"/>
          <p:cNvSpPr txBox="1"/>
          <p:nvPr/>
        </p:nvSpPr>
        <p:spPr>
          <a:xfrm>
            <a:off x="0" y="-24"/>
            <a:ext cx="9906000" cy="1188000"/>
          </a:xfrm>
          <a:prstGeom prst="rect">
            <a:avLst/>
          </a:prstGeom>
          <a:noFill/>
          <a:ln>
            <a:noFill/>
          </a:ln>
        </p:spPr>
        <p:txBody>
          <a:bodyPr spcFirstLastPara="1" wrap="square" lIns="72000" tIns="252000" rIns="72000" bIns="36000" anchor="ctr" anchorCtr="0">
            <a:noAutofit/>
          </a:bodyPr>
          <a:lstStyle/>
          <a:p>
            <a:pPr marL="0" marR="0" lvl="0" indent="0" algn="l" rtl="0">
              <a:lnSpc>
                <a:spcPct val="90000"/>
              </a:lnSpc>
              <a:spcBef>
                <a:spcPts val="0"/>
              </a:spcBef>
              <a:spcAft>
                <a:spcPts val="0"/>
              </a:spcAft>
              <a:buClr>
                <a:srgbClr val="000000"/>
              </a:buClr>
              <a:buSzPts val="2400"/>
              <a:buFont typeface="Arial"/>
              <a:buNone/>
            </a:pPr>
            <a:r>
              <a:rPr lang="es-AR" sz="2400" b="1">
                <a:solidFill>
                  <a:srgbClr val="002060"/>
                </a:solidFill>
                <a:latin typeface="Calibri"/>
                <a:ea typeface="Calibri"/>
                <a:cs typeface="Calibri"/>
                <a:sym typeface="Calibri"/>
              </a:rPr>
              <a:t> </a:t>
            </a:r>
            <a:r>
              <a:rPr lang="es-AR" sz="2400" b="1" i="0" u="none" strike="noStrike" cap="none">
                <a:solidFill>
                  <a:srgbClr val="002060"/>
                </a:solidFill>
                <a:latin typeface="Calibri"/>
                <a:ea typeface="Calibri"/>
                <a:cs typeface="Calibri"/>
                <a:sym typeface="Calibri"/>
              </a:rPr>
              <a:t>Gestión del Desempeño y Gestión del Talento</a:t>
            </a:r>
            <a:endParaRPr/>
          </a:p>
          <a:p>
            <a:pPr marL="714375" marR="0" lvl="0" indent="-714375" algn="l" rtl="0">
              <a:lnSpc>
                <a:spcPct val="90000"/>
              </a:lnSpc>
              <a:spcBef>
                <a:spcPts val="0"/>
              </a:spcBef>
              <a:spcAft>
                <a:spcPts val="0"/>
              </a:spcAft>
              <a:buClr>
                <a:srgbClr val="000000"/>
              </a:buClr>
              <a:buSzPts val="2400"/>
              <a:buFont typeface="Arial"/>
              <a:buNone/>
            </a:pPr>
            <a:r>
              <a:rPr lang="es-AR" sz="2400" b="1">
                <a:solidFill>
                  <a:srgbClr val="002060"/>
                </a:solidFill>
                <a:latin typeface="Calibri"/>
                <a:ea typeface="Calibri"/>
                <a:cs typeface="Calibri"/>
                <a:sym typeface="Calibri"/>
              </a:rPr>
              <a:t> </a:t>
            </a:r>
            <a:r>
              <a:rPr lang="es-AR" sz="2400" b="1" i="0" u="none" strike="noStrike" cap="none">
                <a:solidFill>
                  <a:srgbClr val="002060"/>
                </a:solidFill>
                <a:latin typeface="Calibri"/>
                <a:ea typeface="Calibri"/>
                <a:cs typeface="Calibri"/>
                <a:sym typeface="Calibri"/>
              </a:rPr>
              <a:t>Caso de aplicación</a:t>
            </a:r>
            <a:endParaRPr sz="1400" b="0" i="0" u="none" strike="noStrike" cap="none">
              <a:solidFill>
                <a:srgbClr val="000000"/>
              </a:solidFill>
              <a:latin typeface="Arial"/>
              <a:ea typeface="Arial"/>
              <a:cs typeface="Arial"/>
              <a:sym typeface="Arial"/>
            </a:endParaRPr>
          </a:p>
        </p:txBody>
      </p:sp>
      <p:pic>
        <p:nvPicPr>
          <p:cNvPr id="133" name="Google Shape;133;p64"/>
          <p:cNvPicPr preferRelativeResize="0"/>
          <p:nvPr/>
        </p:nvPicPr>
        <p:blipFill rotWithShape="1">
          <a:blip r:embed="rId3">
            <a:alphaModFix/>
          </a:blip>
          <a:srcRect/>
          <a:stretch/>
        </p:blipFill>
        <p:spPr>
          <a:xfrm>
            <a:off x="782015" y="1187976"/>
            <a:ext cx="8341970" cy="5336247"/>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39"/>
        <p:cNvGrpSpPr/>
        <p:nvPr/>
      </p:nvGrpSpPr>
      <p:grpSpPr>
        <a:xfrm>
          <a:off x="0" y="0"/>
          <a:ext cx="0" cy="0"/>
          <a:chOff x="0" y="0"/>
          <a:chExt cx="0" cy="0"/>
        </a:xfrm>
      </p:grpSpPr>
      <p:sp>
        <p:nvSpPr>
          <p:cNvPr id="140" name="Google Shape;140;p3"/>
          <p:cNvSpPr txBox="1"/>
          <p:nvPr/>
        </p:nvSpPr>
        <p:spPr>
          <a:xfrm>
            <a:off x="0" y="-24"/>
            <a:ext cx="9906000" cy="1188000"/>
          </a:xfrm>
          <a:prstGeom prst="rect">
            <a:avLst/>
          </a:prstGeom>
          <a:noFill/>
          <a:ln>
            <a:noFill/>
          </a:ln>
        </p:spPr>
        <p:txBody>
          <a:bodyPr spcFirstLastPara="1" wrap="square" lIns="72000" tIns="252000" rIns="72000" bIns="36000" anchor="ctr" anchorCtr="0">
            <a:noAutofit/>
          </a:bodyPr>
          <a:lstStyle/>
          <a:p>
            <a:pPr marL="0" marR="0" lvl="0" indent="0" algn="l" rtl="0">
              <a:lnSpc>
                <a:spcPct val="90000"/>
              </a:lnSpc>
              <a:spcBef>
                <a:spcPts val="0"/>
              </a:spcBef>
              <a:spcAft>
                <a:spcPts val="0"/>
              </a:spcAft>
              <a:buClr>
                <a:srgbClr val="000000"/>
              </a:buClr>
              <a:buSzPts val="2400"/>
              <a:buFont typeface="Arial"/>
              <a:buNone/>
            </a:pPr>
            <a:endParaRPr sz="1400" b="0" i="0" u="none" strike="noStrike" cap="none">
              <a:solidFill>
                <a:srgbClr val="000000"/>
              </a:solidFill>
              <a:latin typeface="Arial"/>
              <a:ea typeface="Arial"/>
              <a:cs typeface="Arial"/>
              <a:sym typeface="Arial"/>
            </a:endParaRPr>
          </a:p>
          <a:p>
            <a:pPr marL="714375" marR="0" lvl="0" indent="-714375" algn="l" rtl="0">
              <a:lnSpc>
                <a:spcPct val="90000"/>
              </a:lnSpc>
              <a:spcBef>
                <a:spcPts val="0"/>
              </a:spcBef>
              <a:spcAft>
                <a:spcPts val="0"/>
              </a:spcAft>
              <a:buClr>
                <a:srgbClr val="000000"/>
              </a:buClr>
              <a:buSzPts val="2400"/>
              <a:buFont typeface="Arial"/>
              <a:buNone/>
            </a:pPr>
            <a:r>
              <a:rPr lang="es-AR" sz="2400" b="1" i="0" u="none" strike="noStrike" cap="none">
                <a:solidFill>
                  <a:srgbClr val="002060"/>
                </a:solidFill>
                <a:latin typeface="Calibri"/>
                <a:ea typeface="Calibri"/>
                <a:cs typeface="Calibri"/>
                <a:sym typeface="Calibri"/>
              </a:rPr>
              <a:t>Gestión del Desempeño</a:t>
            </a:r>
            <a:endParaRPr sz="1400" b="0" i="0" u="none" strike="noStrike" cap="none">
              <a:solidFill>
                <a:srgbClr val="000000"/>
              </a:solidFill>
              <a:latin typeface="Arial"/>
              <a:ea typeface="Arial"/>
              <a:cs typeface="Arial"/>
              <a:sym typeface="Arial"/>
            </a:endParaRPr>
          </a:p>
        </p:txBody>
      </p:sp>
      <p:pic>
        <p:nvPicPr>
          <p:cNvPr id="141" name="Google Shape;141;p3"/>
          <p:cNvPicPr preferRelativeResize="0"/>
          <p:nvPr/>
        </p:nvPicPr>
        <p:blipFill rotWithShape="1">
          <a:blip r:embed="rId3">
            <a:alphaModFix/>
          </a:blip>
          <a:srcRect t="24142"/>
          <a:stretch/>
        </p:blipFill>
        <p:spPr>
          <a:xfrm>
            <a:off x="0" y="1844824"/>
            <a:ext cx="9906000" cy="3827677"/>
          </a:xfrm>
          <a:prstGeom prst="rect">
            <a:avLst/>
          </a:prstGeom>
          <a:noFill/>
          <a:ln>
            <a:noFill/>
          </a:ln>
        </p:spPr>
      </p:pic>
      <p:pic>
        <p:nvPicPr>
          <p:cNvPr id="142" name="Google Shape;142;p3" descr="Resultado de imagen para utn regional buenos aires ingenieria industrial"/>
          <p:cNvPicPr preferRelativeResize="0"/>
          <p:nvPr/>
        </p:nvPicPr>
        <p:blipFill rotWithShape="1">
          <a:blip r:embed="rId4">
            <a:alphaModFix/>
          </a:blip>
          <a:srcRect/>
          <a:stretch/>
        </p:blipFill>
        <p:spPr>
          <a:xfrm>
            <a:off x="7041232" y="0"/>
            <a:ext cx="2637692" cy="1011116"/>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48"/>
        <p:cNvGrpSpPr/>
        <p:nvPr/>
      </p:nvGrpSpPr>
      <p:grpSpPr>
        <a:xfrm>
          <a:off x="0" y="0"/>
          <a:ext cx="0" cy="0"/>
          <a:chOff x="0" y="0"/>
          <a:chExt cx="0" cy="0"/>
        </a:xfrm>
      </p:grpSpPr>
      <p:sp>
        <p:nvSpPr>
          <p:cNvPr id="149" name="Google Shape;149;p4"/>
          <p:cNvSpPr txBox="1"/>
          <p:nvPr/>
        </p:nvSpPr>
        <p:spPr>
          <a:xfrm>
            <a:off x="0" y="-24"/>
            <a:ext cx="9906000" cy="1188000"/>
          </a:xfrm>
          <a:prstGeom prst="rect">
            <a:avLst/>
          </a:prstGeom>
          <a:noFill/>
          <a:ln>
            <a:noFill/>
          </a:ln>
        </p:spPr>
        <p:txBody>
          <a:bodyPr spcFirstLastPara="1" wrap="square" lIns="72000" tIns="252000" rIns="72000" bIns="36000" anchor="ctr" anchorCtr="0">
            <a:noAutofit/>
          </a:bodyPr>
          <a:lstStyle/>
          <a:p>
            <a:pPr marL="714375" marR="0" lvl="0" indent="-714375" algn="l" rtl="0">
              <a:lnSpc>
                <a:spcPct val="90000"/>
              </a:lnSpc>
              <a:spcBef>
                <a:spcPts val="0"/>
              </a:spcBef>
              <a:spcAft>
                <a:spcPts val="0"/>
              </a:spcAft>
              <a:buClr>
                <a:srgbClr val="000000"/>
              </a:buClr>
              <a:buSzPts val="2400"/>
              <a:buFont typeface="Arial"/>
              <a:buNone/>
            </a:pPr>
            <a:endParaRPr sz="1400" b="0" i="0" u="none" strike="noStrike" cap="none">
              <a:solidFill>
                <a:srgbClr val="000000"/>
              </a:solidFill>
              <a:latin typeface="Arial"/>
              <a:ea typeface="Arial"/>
              <a:cs typeface="Arial"/>
              <a:sym typeface="Arial"/>
            </a:endParaRPr>
          </a:p>
          <a:p>
            <a:pPr marL="714375" marR="0" lvl="0" indent="-714375" algn="l" rtl="0">
              <a:lnSpc>
                <a:spcPct val="90000"/>
              </a:lnSpc>
              <a:spcBef>
                <a:spcPts val="0"/>
              </a:spcBef>
              <a:spcAft>
                <a:spcPts val="0"/>
              </a:spcAft>
              <a:buClr>
                <a:srgbClr val="000000"/>
              </a:buClr>
              <a:buSzPts val="2400"/>
              <a:buFont typeface="Arial"/>
              <a:buNone/>
            </a:pPr>
            <a:r>
              <a:rPr lang="es-AR" sz="2400" b="1" i="0" u="none" strike="noStrike" cap="none">
                <a:solidFill>
                  <a:srgbClr val="002060"/>
                </a:solidFill>
                <a:latin typeface="Calibri"/>
                <a:ea typeface="Calibri"/>
                <a:cs typeface="Calibri"/>
                <a:sym typeface="Calibri"/>
              </a:rPr>
              <a:t>Gestión del Desempeño</a:t>
            </a:r>
            <a:endParaRPr sz="1400" b="0" i="0" u="none" strike="noStrike" cap="none">
              <a:solidFill>
                <a:srgbClr val="000000"/>
              </a:solidFill>
              <a:latin typeface="Arial"/>
              <a:ea typeface="Arial"/>
              <a:cs typeface="Arial"/>
              <a:sym typeface="Arial"/>
            </a:endParaRPr>
          </a:p>
        </p:txBody>
      </p:sp>
      <p:sp>
        <p:nvSpPr>
          <p:cNvPr id="150" name="Google Shape;150;p4"/>
          <p:cNvSpPr txBox="1"/>
          <p:nvPr/>
        </p:nvSpPr>
        <p:spPr>
          <a:xfrm>
            <a:off x="0" y="1281652"/>
            <a:ext cx="2331744" cy="156966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600"/>
              <a:buFont typeface="Arial"/>
              <a:buNone/>
            </a:pPr>
            <a:r>
              <a:rPr lang="es-AR" sz="1600" b="0" i="0" u="none" strike="noStrike" cap="none">
                <a:solidFill>
                  <a:srgbClr val="002060"/>
                </a:solidFill>
                <a:latin typeface="Calibri"/>
                <a:ea typeface="Calibri"/>
                <a:cs typeface="Calibri"/>
                <a:sym typeface="Calibri"/>
              </a:rPr>
              <a:t>El proceso de gestión del desempeño es diferente en cada organización. Es uno de los </a:t>
            </a:r>
            <a:r>
              <a:rPr lang="es-AR" sz="1600" b="1" i="0" u="none" strike="noStrike" cap="none">
                <a:solidFill>
                  <a:srgbClr val="002060"/>
                </a:solidFill>
                <a:latin typeface="Calibri"/>
                <a:ea typeface="Calibri"/>
                <a:cs typeface="Calibri"/>
                <a:sym typeface="Calibri"/>
              </a:rPr>
              <a:t>sistemas</a:t>
            </a:r>
            <a:r>
              <a:rPr lang="es-AR" sz="1600" b="0" i="0" u="none" strike="noStrike" cap="none">
                <a:solidFill>
                  <a:srgbClr val="002060"/>
                </a:solidFill>
                <a:latin typeface="Calibri"/>
                <a:ea typeface="Calibri"/>
                <a:cs typeface="Calibri"/>
                <a:sym typeface="Calibri"/>
              </a:rPr>
              <a:t> que reflejan la Cultura Organizacional.</a:t>
            </a:r>
            <a:endParaRPr sz="1400" b="0" i="0" u="none" strike="noStrike" cap="none">
              <a:solidFill>
                <a:srgbClr val="000000"/>
              </a:solidFill>
              <a:latin typeface="Arial"/>
              <a:ea typeface="Arial"/>
              <a:cs typeface="Arial"/>
              <a:sym typeface="Arial"/>
            </a:endParaRPr>
          </a:p>
        </p:txBody>
      </p:sp>
      <p:pic>
        <p:nvPicPr>
          <p:cNvPr id="151" name="Google Shape;151;p4" descr="C:\Users\miolza\AppData\Local\Microsoft\Windows\Temporary Internet Files\Content.IE5\3YRXMI75\desempeño[1].jpg"/>
          <p:cNvPicPr preferRelativeResize="0"/>
          <p:nvPr/>
        </p:nvPicPr>
        <p:blipFill rotWithShape="1">
          <a:blip r:embed="rId3">
            <a:alphaModFix/>
          </a:blip>
          <a:srcRect/>
          <a:stretch/>
        </p:blipFill>
        <p:spPr>
          <a:xfrm>
            <a:off x="90079" y="2996952"/>
            <a:ext cx="1075793" cy="718269"/>
          </a:xfrm>
          <a:prstGeom prst="rect">
            <a:avLst/>
          </a:prstGeom>
          <a:noFill/>
          <a:ln>
            <a:noFill/>
          </a:ln>
        </p:spPr>
      </p:pic>
      <p:grpSp>
        <p:nvGrpSpPr>
          <p:cNvPr id="152" name="Google Shape;152;p4"/>
          <p:cNvGrpSpPr/>
          <p:nvPr/>
        </p:nvGrpSpPr>
        <p:grpSpPr>
          <a:xfrm>
            <a:off x="2767803" y="1895166"/>
            <a:ext cx="4222604" cy="4154744"/>
            <a:chOff x="1669117" y="1309"/>
            <a:chExt cx="4222604" cy="4154744"/>
          </a:xfrm>
        </p:grpSpPr>
        <p:sp>
          <p:nvSpPr>
            <p:cNvPr id="153" name="Google Shape;153;p4"/>
            <p:cNvSpPr/>
            <p:nvPr/>
          </p:nvSpPr>
          <p:spPr>
            <a:xfrm>
              <a:off x="1973445" y="542104"/>
              <a:ext cx="3613949" cy="3613949"/>
            </a:xfrm>
            <a:prstGeom prst="blockArc">
              <a:avLst>
                <a:gd name="adj1" fmla="val 9000000"/>
                <a:gd name="adj2" fmla="val 16200000"/>
                <a:gd name="adj3" fmla="val 4644"/>
              </a:avLst>
            </a:prstGeom>
            <a:solidFill>
              <a:srgbClr val="ABBADE"/>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54" name="Google Shape;154;p4"/>
            <p:cNvSpPr/>
            <p:nvPr/>
          </p:nvSpPr>
          <p:spPr>
            <a:xfrm>
              <a:off x="1973445" y="542104"/>
              <a:ext cx="3613949" cy="3613949"/>
            </a:xfrm>
            <a:prstGeom prst="blockArc">
              <a:avLst>
                <a:gd name="adj1" fmla="val 1800000"/>
                <a:gd name="adj2" fmla="val 9000000"/>
                <a:gd name="adj3" fmla="val 4644"/>
              </a:avLst>
            </a:prstGeom>
            <a:solidFill>
              <a:srgbClr val="ABBADE"/>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55" name="Google Shape;155;p4"/>
            <p:cNvSpPr/>
            <p:nvPr/>
          </p:nvSpPr>
          <p:spPr>
            <a:xfrm>
              <a:off x="1973445" y="542104"/>
              <a:ext cx="3613949" cy="3613949"/>
            </a:xfrm>
            <a:prstGeom prst="blockArc">
              <a:avLst>
                <a:gd name="adj1" fmla="val 16200000"/>
                <a:gd name="adj2" fmla="val 1800000"/>
                <a:gd name="adj3" fmla="val 4644"/>
              </a:avLst>
            </a:prstGeom>
            <a:solidFill>
              <a:srgbClr val="ABBADE"/>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56" name="Google Shape;156;p4"/>
            <p:cNvSpPr/>
            <p:nvPr/>
          </p:nvSpPr>
          <p:spPr>
            <a:xfrm>
              <a:off x="2947915" y="1516574"/>
              <a:ext cx="1665009" cy="1665009"/>
            </a:xfrm>
            <a:prstGeom prst="ellipse">
              <a:avLst/>
            </a:prstGeom>
            <a:solidFill>
              <a:srgbClr val="4372C3"/>
            </a:solidFill>
            <a:ln w="12700" cap="flat" cmpd="sng">
              <a:solidFill>
                <a:schemeClr val="lt1"/>
              </a:solidFill>
              <a:prstDash val="solid"/>
              <a:miter lim="800000"/>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57" name="Google Shape;157;p4"/>
            <p:cNvSpPr txBox="1"/>
            <p:nvPr/>
          </p:nvSpPr>
          <p:spPr>
            <a:xfrm>
              <a:off x="3191750" y="1760409"/>
              <a:ext cx="1177339" cy="1177339"/>
            </a:xfrm>
            <a:prstGeom prst="rect">
              <a:avLst/>
            </a:prstGeom>
            <a:noFill/>
            <a:ln>
              <a:noFill/>
            </a:ln>
          </p:spPr>
          <p:txBody>
            <a:bodyPr spcFirstLastPara="1" wrap="square" lIns="20300" tIns="20300" rIns="20300" bIns="20300" anchor="ctr" anchorCtr="0">
              <a:noAutofit/>
            </a:bodyPr>
            <a:lstStyle/>
            <a:p>
              <a:pPr marL="0" marR="0" lvl="0" indent="0" algn="ctr" rtl="0">
                <a:lnSpc>
                  <a:spcPct val="90000"/>
                </a:lnSpc>
                <a:spcBef>
                  <a:spcPts val="0"/>
                </a:spcBef>
                <a:spcAft>
                  <a:spcPts val="0"/>
                </a:spcAft>
                <a:buClr>
                  <a:schemeClr val="lt1"/>
                </a:buClr>
                <a:buSzPts val="1600"/>
                <a:buFont typeface="Calibri"/>
                <a:buNone/>
              </a:pPr>
              <a:r>
                <a:rPr lang="es-AR" sz="1600" b="1" i="0" u="none" strike="noStrike" cap="none">
                  <a:solidFill>
                    <a:schemeClr val="lt1"/>
                  </a:solidFill>
                  <a:latin typeface="Calibri"/>
                  <a:ea typeface="Calibri"/>
                  <a:cs typeface="Calibri"/>
                  <a:sym typeface="Calibri"/>
                </a:rPr>
                <a:t>Ciclo de gestión del desempeño</a:t>
              </a:r>
              <a:endParaRPr sz="1400" b="0" i="0" u="none" strike="noStrike" cap="none">
                <a:solidFill>
                  <a:srgbClr val="000000"/>
                </a:solidFill>
                <a:latin typeface="Arial"/>
                <a:ea typeface="Arial"/>
                <a:cs typeface="Arial"/>
                <a:sym typeface="Arial"/>
              </a:endParaRPr>
            </a:p>
          </p:txBody>
        </p:sp>
        <p:sp>
          <p:nvSpPr>
            <p:cNvPr id="158" name="Google Shape;158;p4"/>
            <p:cNvSpPr/>
            <p:nvPr/>
          </p:nvSpPr>
          <p:spPr>
            <a:xfrm>
              <a:off x="3197666" y="1309"/>
              <a:ext cx="1165506" cy="1165506"/>
            </a:xfrm>
            <a:prstGeom prst="flowChartAlternateProcess">
              <a:avLst/>
            </a:prstGeom>
            <a:solidFill>
              <a:srgbClr val="EDEDED"/>
            </a:solidFill>
            <a:ln w="12700" cap="flat" cmpd="sng">
              <a:solidFill>
                <a:srgbClr val="FFFFFF"/>
              </a:solidFill>
              <a:prstDash val="solid"/>
              <a:miter lim="800000"/>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59" name="Google Shape;159;p4"/>
            <p:cNvSpPr txBox="1"/>
            <p:nvPr/>
          </p:nvSpPr>
          <p:spPr>
            <a:xfrm>
              <a:off x="3254560" y="58203"/>
              <a:ext cx="1051718" cy="1051718"/>
            </a:xfrm>
            <a:prstGeom prst="rect">
              <a:avLst/>
            </a:prstGeom>
            <a:noFill/>
            <a:ln>
              <a:noFill/>
            </a:ln>
          </p:spPr>
          <p:txBody>
            <a:bodyPr spcFirstLastPara="1" wrap="square" lIns="17775" tIns="17775" rIns="17775" bIns="17775" anchor="ctr" anchorCtr="0">
              <a:noAutofit/>
            </a:bodyPr>
            <a:lstStyle/>
            <a:p>
              <a:pPr marL="0" marR="0" lvl="0" indent="0" algn="ctr" rtl="0">
                <a:lnSpc>
                  <a:spcPct val="90000"/>
                </a:lnSpc>
                <a:spcBef>
                  <a:spcPts val="0"/>
                </a:spcBef>
                <a:spcAft>
                  <a:spcPts val="0"/>
                </a:spcAft>
                <a:buClr>
                  <a:srgbClr val="002060"/>
                </a:buClr>
                <a:buSzPts val="1400"/>
                <a:buFont typeface="Calibri"/>
                <a:buNone/>
              </a:pPr>
              <a:r>
                <a:rPr lang="es-AR" sz="1400" b="1" i="0" u="none" strike="noStrike" cap="none">
                  <a:solidFill>
                    <a:srgbClr val="002060"/>
                  </a:solidFill>
                  <a:latin typeface="Calibri"/>
                  <a:ea typeface="Calibri"/>
                  <a:cs typeface="Calibri"/>
                  <a:sym typeface="Calibri"/>
                </a:rPr>
                <a:t>Planificación</a:t>
              </a:r>
              <a:endParaRPr sz="1400" b="0" i="0" u="none" strike="noStrike" cap="none">
                <a:solidFill>
                  <a:srgbClr val="000000"/>
                </a:solidFill>
                <a:latin typeface="Arial"/>
                <a:ea typeface="Arial"/>
                <a:cs typeface="Arial"/>
                <a:sym typeface="Arial"/>
              </a:endParaRPr>
            </a:p>
          </p:txBody>
        </p:sp>
        <p:sp>
          <p:nvSpPr>
            <p:cNvPr id="160" name="Google Shape;160;p4"/>
            <p:cNvSpPr/>
            <p:nvPr/>
          </p:nvSpPr>
          <p:spPr>
            <a:xfrm>
              <a:off x="4726215" y="2648833"/>
              <a:ext cx="1165506" cy="1165506"/>
            </a:xfrm>
            <a:prstGeom prst="flowChartAlternateProcess">
              <a:avLst/>
            </a:prstGeom>
            <a:solidFill>
              <a:srgbClr val="EDEDED"/>
            </a:solidFill>
            <a:ln w="12700" cap="flat" cmpd="sng">
              <a:solidFill>
                <a:srgbClr val="FFFFFF"/>
              </a:solidFill>
              <a:prstDash val="solid"/>
              <a:miter lim="800000"/>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61" name="Google Shape;161;p4"/>
            <p:cNvSpPr txBox="1"/>
            <p:nvPr/>
          </p:nvSpPr>
          <p:spPr>
            <a:xfrm>
              <a:off x="4783109" y="2705727"/>
              <a:ext cx="1051718" cy="1051718"/>
            </a:xfrm>
            <a:prstGeom prst="rect">
              <a:avLst/>
            </a:prstGeom>
            <a:noFill/>
            <a:ln>
              <a:noFill/>
            </a:ln>
          </p:spPr>
          <p:txBody>
            <a:bodyPr spcFirstLastPara="1" wrap="square" lIns="17775" tIns="17775" rIns="17775" bIns="17775" anchor="ctr" anchorCtr="0">
              <a:noAutofit/>
            </a:bodyPr>
            <a:lstStyle/>
            <a:p>
              <a:pPr marL="0" marR="0" lvl="0" indent="0" algn="ctr" rtl="0">
                <a:lnSpc>
                  <a:spcPct val="90000"/>
                </a:lnSpc>
                <a:spcBef>
                  <a:spcPts val="0"/>
                </a:spcBef>
                <a:spcAft>
                  <a:spcPts val="0"/>
                </a:spcAft>
                <a:buClr>
                  <a:srgbClr val="002060"/>
                </a:buClr>
                <a:buSzPts val="1400"/>
                <a:buFont typeface="Calibri"/>
                <a:buNone/>
              </a:pPr>
              <a:r>
                <a:rPr lang="es-AR" sz="1400" b="1" i="0" u="none" strike="noStrike" cap="none">
                  <a:solidFill>
                    <a:srgbClr val="002060"/>
                  </a:solidFill>
                  <a:latin typeface="Calibri"/>
                  <a:ea typeface="Calibri"/>
                  <a:cs typeface="Calibri"/>
                  <a:sym typeface="Calibri"/>
                </a:rPr>
                <a:t>Seguimiento</a:t>
              </a:r>
              <a:endParaRPr sz="1400" b="0" i="0" u="none" strike="noStrike" cap="none">
                <a:solidFill>
                  <a:srgbClr val="000000"/>
                </a:solidFill>
                <a:latin typeface="Arial"/>
                <a:ea typeface="Arial"/>
                <a:cs typeface="Arial"/>
                <a:sym typeface="Arial"/>
              </a:endParaRPr>
            </a:p>
          </p:txBody>
        </p:sp>
        <p:sp>
          <p:nvSpPr>
            <p:cNvPr id="162" name="Google Shape;162;p4"/>
            <p:cNvSpPr/>
            <p:nvPr/>
          </p:nvSpPr>
          <p:spPr>
            <a:xfrm>
              <a:off x="1669117" y="2648833"/>
              <a:ext cx="1165506" cy="1165506"/>
            </a:xfrm>
            <a:prstGeom prst="flowChartAlternateProcess">
              <a:avLst/>
            </a:prstGeom>
            <a:solidFill>
              <a:srgbClr val="EDEDED"/>
            </a:solidFill>
            <a:ln w="12700" cap="flat" cmpd="sng">
              <a:solidFill>
                <a:srgbClr val="FFFFFF"/>
              </a:solidFill>
              <a:prstDash val="solid"/>
              <a:miter lim="800000"/>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63" name="Google Shape;163;p4"/>
            <p:cNvSpPr txBox="1"/>
            <p:nvPr/>
          </p:nvSpPr>
          <p:spPr>
            <a:xfrm>
              <a:off x="1726011" y="2705727"/>
              <a:ext cx="1051718" cy="1051718"/>
            </a:xfrm>
            <a:prstGeom prst="rect">
              <a:avLst/>
            </a:prstGeom>
            <a:noFill/>
            <a:ln>
              <a:noFill/>
            </a:ln>
          </p:spPr>
          <p:txBody>
            <a:bodyPr spcFirstLastPara="1" wrap="square" lIns="17775" tIns="17775" rIns="17775" bIns="17775" anchor="ctr" anchorCtr="0">
              <a:noAutofit/>
            </a:bodyPr>
            <a:lstStyle/>
            <a:p>
              <a:pPr marL="0" marR="0" lvl="0" indent="0" algn="ctr" rtl="0">
                <a:lnSpc>
                  <a:spcPct val="90000"/>
                </a:lnSpc>
                <a:spcBef>
                  <a:spcPts val="0"/>
                </a:spcBef>
                <a:spcAft>
                  <a:spcPts val="0"/>
                </a:spcAft>
                <a:buClr>
                  <a:srgbClr val="002060"/>
                </a:buClr>
                <a:buSzPts val="1400"/>
                <a:buFont typeface="Calibri"/>
                <a:buNone/>
              </a:pPr>
              <a:r>
                <a:rPr lang="es-AR" sz="1400" b="1" i="0" u="none" strike="noStrike" cap="none">
                  <a:solidFill>
                    <a:srgbClr val="002060"/>
                  </a:solidFill>
                  <a:latin typeface="Calibri"/>
                  <a:ea typeface="Calibri"/>
                  <a:cs typeface="Calibri"/>
                  <a:sym typeface="Calibri"/>
                </a:rPr>
                <a:t>Evaluación</a:t>
              </a:r>
              <a:endParaRPr sz="1400" b="0" i="0" u="none" strike="noStrike" cap="none">
                <a:solidFill>
                  <a:srgbClr val="000000"/>
                </a:solidFill>
                <a:latin typeface="Arial"/>
                <a:ea typeface="Arial"/>
                <a:cs typeface="Arial"/>
                <a:sym typeface="Arial"/>
              </a:endParaRPr>
            </a:p>
          </p:txBody>
        </p:sp>
      </p:grpSp>
      <p:pic>
        <p:nvPicPr>
          <p:cNvPr id="164" name="Google Shape;164;p4" descr="La Pregunta Del Día - Home | Facebook"/>
          <p:cNvPicPr preferRelativeResize="0"/>
          <p:nvPr/>
        </p:nvPicPr>
        <p:blipFill rotWithShape="1">
          <a:blip r:embed="rId4">
            <a:alphaModFix/>
          </a:blip>
          <a:srcRect/>
          <a:stretch/>
        </p:blipFill>
        <p:spPr>
          <a:xfrm>
            <a:off x="7941371" y="1294818"/>
            <a:ext cx="1819635" cy="1819635"/>
          </a:xfrm>
          <a:prstGeom prst="rect">
            <a:avLst/>
          </a:prstGeom>
          <a:noFill/>
          <a:ln>
            <a:noFill/>
          </a:ln>
        </p:spPr>
      </p:pic>
      <p:sp>
        <p:nvSpPr>
          <p:cNvPr id="165" name="Google Shape;165;p4"/>
          <p:cNvSpPr txBox="1"/>
          <p:nvPr/>
        </p:nvSpPr>
        <p:spPr>
          <a:xfrm>
            <a:off x="7319153" y="3206558"/>
            <a:ext cx="2598695" cy="923330"/>
          </a:xfrm>
          <a:prstGeom prst="rect">
            <a:avLst/>
          </a:prstGeom>
          <a:noFill/>
          <a:ln>
            <a:noFill/>
          </a:ln>
        </p:spPr>
        <p:txBody>
          <a:bodyPr spcFirstLastPara="1" wrap="square" lIns="91425" tIns="45700" rIns="91425" bIns="45700" anchor="t" anchorCtr="0">
            <a:spAutoFit/>
          </a:bodyPr>
          <a:lstStyle/>
          <a:p>
            <a:pPr marL="0" marR="0" lvl="0" indent="0" algn="r" rtl="0">
              <a:lnSpc>
                <a:spcPct val="100000"/>
              </a:lnSpc>
              <a:spcBef>
                <a:spcPts val="0"/>
              </a:spcBef>
              <a:spcAft>
                <a:spcPts val="0"/>
              </a:spcAft>
              <a:buClr>
                <a:srgbClr val="000000"/>
              </a:buClr>
              <a:buSzPts val="1800"/>
              <a:buFont typeface="Arial"/>
              <a:buNone/>
            </a:pPr>
            <a:r>
              <a:rPr lang="es-AR" sz="1800" b="1" i="0" u="none" strike="noStrike" cap="none">
                <a:solidFill>
                  <a:srgbClr val="002060"/>
                </a:solidFill>
                <a:latin typeface="Calibri"/>
                <a:ea typeface="Calibri"/>
                <a:cs typeface="Calibri"/>
                <a:sym typeface="Calibri"/>
              </a:rPr>
              <a:t>¿La gestión del desempeño, se da sólo en empresas grandes?</a:t>
            </a:r>
            <a:endParaRPr sz="1400" b="0" i="0" u="none" strike="noStrike" cap="none">
              <a:solidFill>
                <a:srgbClr val="000000"/>
              </a:solidFill>
              <a:latin typeface="Arial"/>
              <a:ea typeface="Arial"/>
              <a:cs typeface="Arial"/>
              <a:sym typeface="Arial"/>
            </a:endParaRPr>
          </a:p>
        </p:txBody>
      </p:sp>
      <p:pic>
        <p:nvPicPr>
          <p:cNvPr id="166" name="Google Shape;166;p4" descr="Resultado de imagen para utn regional buenos aires ingenieria industrial"/>
          <p:cNvPicPr preferRelativeResize="0"/>
          <p:nvPr/>
        </p:nvPicPr>
        <p:blipFill rotWithShape="1">
          <a:blip r:embed="rId5">
            <a:alphaModFix/>
          </a:blip>
          <a:srcRect/>
          <a:stretch/>
        </p:blipFill>
        <p:spPr>
          <a:xfrm>
            <a:off x="7041232" y="0"/>
            <a:ext cx="2637692" cy="1011116"/>
          </a:xfrm>
          <a:prstGeom prst="rect">
            <a:avLst/>
          </a:prstGeom>
          <a:noFill/>
          <a:ln>
            <a:noFill/>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50"/>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51"/>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164"/>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16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72"/>
        <p:cNvGrpSpPr/>
        <p:nvPr/>
      </p:nvGrpSpPr>
      <p:grpSpPr>
        <a:xfrm>
          <a:off x="0" y="0"/>
          <a:ext cx="0" cy="0"/>
          <a:chOff x="0" y="0"/>
          <a:chExt cx="0" cy="0"/>
        </a:xfrm>
      </p:grpSpPr>
      <p:sp>
        <p:nvSpPr>
          <p:cNvPr id="173" name="Google Shape;173;p5"/>
          <p:cNvSpPr txBox="1"/>
          <p:nvPr/>
        </p:nvSpPr>
        <p:spPr>
          <a:xfrm>
            <a:off x="4589559" y="4005548"/>
            <a:ext cx="2492100" cy="1385400"/>
          </a:xfrm>
          <a:prstGeom prst="rect">
            <a:avLst/>
          </a:prstGeom>
          <a:noFill/>
          <a:ln>
            <a:noFill/>
          </a:ln>
        </p:spPr>
        <p:txBody>
          <a:bodyPr spcFirstLastPara="1" wrap="square" lIns="91425" tIns="45700" rIns="91425" bIns="45700" anchor="t" anchorCtr="0">
            <a:spAutoFit/>
          </a:bodyPr>
          <a:lstStyle/>
          <a:p>
            <a:pPr marL="285750" marR="0" lvl="0" indent="-285750" algn="l" rtl="0">
              <a:lnSpc>
                <a:spcPct val="100000"/>
              </a:lnSpc>
              <a:spcBef>
                <a:spcPts val="0"/>
              </a:spcBef>
              <a:spcAft>
                <a:spcPts val="0"/>
              </a:spcAft>
              <a:buClr>
                <a:srgbClr val="002060"/>
              </a:buClr>
              <a:buSzPts val="1400"/>
              <a:buFont typeface="Noto Sans Symbols"/>
              <a:buChar char="▪"/>
            </a:pPr>
            <a:r>
              <a:rPr lang="es-AR" sz="1400" b="0" i="0" u="none" strike="noStrike" cap="none">
                <a:solidFill>
                  <a:srgbClr val="002060"/>
                </a:solidFill>
                <a:latin typeface="Calibri"/>
                <a:ea typeface="Calibri"/>
                <a:cs typeface="Calibri"/>
                <a:sym typeface="Calibri"/>
              </a:rPr>
              <a:t>Se cascadean desde los Objetivos Compañía.</a:t>
            </a:r>
            <a:endParaRPr sz="1400" b="0" i="0" u="none" strike="noStrike" cap="none">
              <a:solidFill>
                <a:srgbClr val="000000"/>
              </a:solidFill>
              <a:latin typeface="Arial"/>
              <a:ea typeface="Arial"/>
              <a:cs typeface="Arial"/>
              <a:sym typeface="Arial"/>
            </a:endParaRPr>
          </a:p>
          <a:p>
            <a:pPr marL="285750" marR="0" lvl="0" indent="-285750" algn="l" rtl="0">
              <a:lnSpc>
                <a:spcPct val="100000"/>
              </a:lnSpc>
              <a:spcBef>
                <a:spcPts val="0"/>
              </a:spcBef>
              <a:spcAft>
                <a:spcPts val="0"/>
              </a:spcAft>
              <a:buClr>
                <a:srgbClr val="002060"/>
              </a:buClr>
              <a:buSzPts val="1400"/>
              <a:buFont typeface="Noto Sans Symbols"/>
              <a:buChar char="▪"/>
            </a:pPr>
            <a:r>
              <a:rPr lang="es-AR" sz="1400" b="0" i="0" u="none" strike="noStrike" cap="none">
                <a:solidFill>
                  <a:srgbClr val="002060"/>
                </a:solidFill>
                <a:latin typeface="Calibri"/>
                <a:ea typeface="Calibri"/>
                <a:cs typeface="Calibri"/>
                <a:sym typeface="Calibri"/>
              </a:rPr>
              <a:t>Se alinean objetivos entre las áreas.</a:t>
            </a:r>
            <a:endParaRPr sz="1400" b="0" i="0" u="none" strike="noStrike" cap="none">
              <a:solidFill>
                <a:srgbClr val="000000"/>
              </a:solidFill>
              <a:latin typeface="Arial"/>
              <a:ea typeface="Arial"/>
              <a:cs typeface="Arial"/>
              <a:sym typeface="Arial"/>
            </a:endParaRPr>
          </a:p>
          <a:p>
            <a:pPr marL="285750" marR="0" lvl="0" indent="-285750" algn="l" rtl="0">
              <a:lnSpc>
                <a:spcPct val="100000"/>
              </a:lnSpc>
              <a:spcBef>
                <a:spcPts val="0"/>
              </a:spcBef>
              <a:spcAft>
                <a:spcPts val="0"/>
              </a:spcAft>
              <a:buClr>
                <a:srgbClr val="002060"/>
              </a:buClr>
              <a:buSzPts val="1400"/>
              <a:buFont typeface="Noto Sans Symbols"/>
              <a:buChar char="▪"/>
            </a:pPr>
            <a:r>
              <a:rPr lang="es-AR" sz="1400" b="0" i="0" u="none" strike="noStrike" cap="none">
                <a:solidFill>
                  <a:srgbClr val="002060"/>
                </a:solidFill>
                <a:latin typeface="Calibri"/>
                <a:ea typeface="Calibri"/>
                <a:cs typeface="Calibri"/>
                <a:sym typeface="Calibri"/>
              </a:rPr>
              <a:t>Suelen redactarse con metodología SMART.</a:t>
            </a:r>
            <a:endParaRPr sz="1400" b="0" i="0" u="none" strike="noStrike" cap="none">
              <a:solidFill>
                <a:srgbClr val="000000"/>
              </a:solidFill>
              <a:latin typeface="Arial"/>
              <a:ea typeface="Arial"/>
              <a:cs typeface="Arial"/>
              <a:sym typeface="Arial"/>
            </a:endParaRPr>
          </a:p>
        </p:txBody>
      </p:sp>
      <p:pic>
        <p:nvPicPr>
          <p:cNvPr id="174" name="Google Shape;174;p5"/>
          <p:cNvPicPr preferRelativeResize="0"/>
          <p:nvPr/>
        </p:nvPicPr>
        <p:blipFill rotWithShape="1">
          <a:blip r:embed="rId3">
            <a:alphaModFix/>
          </a:blip>
          <a:srcRect/>
          <a:stretch/>
        </p:blipFill>
        <p:spPr>
          <a:xfrm>
            <a:off x="4542608" y="5901669"/>
            <a:ext cx="1019249" cy="678264"/>
          </a:xfrm>
          <a:prstGeom prst="rect">
            <a:avLst/>
          </a:prstGeom>
          <a:noFill/>
          <a:ln>
            <a:noFill/>
          </a:ln>
        </p:spPr>
      </p:pic>
      <p:sp>
        <p:nvSpPr>
          <p:cNvPr id="175" name="Google Shape;175;p5"/>
          <p:cNvSpPr txBox="1"/>
          <p:nvPr/>
        </p:nvSpPr>
        <p:spPr>
          <a:xfrm>
            <a:off x="0" y="-24"/>
            <a:ext cx="9906000" cy="1188000"/>
          </a:xfrm>
          <a:prstGeom prst="rect">
            <a:avLst/>
          </a:prstGeom>
          <a:noFill/>
          <a:ln>
            <a:noFill/>
          </a:ln>
        </p:spPr>
        <p:txBody>
          <a:bodyPr spcFirstLastPara="1" wrap="square" lIns="72000" tIns="252000" rIns="72000" bIns="36000" anchor="ctr" anchorCtr="0">
            <a:noAutofit/>
          </a:bodyPr>
          <a:lstStyle/>
          <a:p>
            <a:pPr marL="0" marR="0" lvl="0" indent="0" algn="l" rtl="0">
              <a:lnSpc>
                <a:spcPct val="90000"/>
              </a:lnSpc>
              <a:spcBef>
                <a:spcPts val="0"/>
              </a:spcBef>
              <a:spcAft>
                <a:spcPts val="0"/>
              </a:spcAft>
              <a:buClr>
                <a:srgbClr val="000000"/>
              </a:buClr>
              <a:buSzPts val="2400"/>
              <a:buFont typeface="Arial"/>
              <a:buNone/>
            </a:pPr>
            <a:endParaRPr sz="1400" b="0" i="0" u="none" strike="noStrike" cap="none">
              <a:solidFill>
                <a:srgbClr val="000000"/>
              </a:solidFill>
              <a:latin typeface="Arial"/>
              <a:ea typeface="Arial"/>
              <a:cs typeface="Arial"/>
              <a:sym typeface="Arial"/>
            </a:endParaRPr>
          </a:p>
          <a:p>
            <a:pPr marL="714375" marR="0" lvl="0" indent="-714375" algn="l" rtl="0">
              <a:lnSpc>
                <a:spcPct val="90000"/>
              </a:lnSpc>
              <a:spcBef>
                <a:spcPts val="0"/>
              </a:spcBef>
              <a:spcAft>
                <a:spcPts val="0"/>
              </a:spcAft>
              <a:buClr>
                <a:srgbClr val="000000"/>
              </a:buClr>
              <a:buSzPts val="2400"/>
              <a:buFont typeface="Arial"/>
              <a:buNone/>
            </a:pPr>
            <a:r>
              <a:rPr lang="es-AR" sz="2400" b="1" i="0" u="none" strike="noStrike" cap="none">
                <a:solidFill>
                  <a:srgbClr val="002060"/>
                </a:solidFill>
                <a:latin typeface="Calibri"/>
                <a:ea typeface="Calibri"/>
                <a:cs typeface="Calibri"/>
                <a:sym typeface="Calibri"/>
              </a:rPr>
              <a:t>Ciclo de Gestión del Desempeño: Planificación</a:t>
            </a:r>
            <a:endParaRPr sz="1400" b="0" i="0" u="none" strike="noStrike" cap="none">
              <a:solidFill>
                <a:srgbClr val="000000"/>
              </a:solidFill>
              <a:latin typeface="Arial"/>
              <a:ea typeface="Arial"/>
              <a:cs typeface="Arial"/>
              <a:sym typeface="Arial"/>
            </a:endParaRPr>
          </a:p>
        </p:txBody>
      </p:sp>
      <p:grpSp>
        <p:nvGrpSpPr>
          <p:cNvPr id="176" name="Google Shape;176;p5"/>
          <p:cNvGrpSpPr/>
          <p:nvPr/>
        </p:nvGrpSpPr>
        <p:grpSpPr>
          <a:xfrm>
            <a:off x="213405" y="1702117"/>
            <a:ext cx="4222604" cy="4154744"/>
            <a:chOff x="1669117" y="1309"/>
            <a:chExt cx="4222604" cy="4154744"/>
          </a:xfrm>
        </p:grpSpPr>
        <p:sp>
          <p:nvSpPr>
            <p:cNvPr id="177" name="Google Shape;177;p5"/>
            <p:cNvSpPr/>
            <p:nvPr/>
          </p:nvSpPr>
          <p:spPr>
            <a:xfrm>
              <a:off x="1973445" y="542104"/>
              <a:ext cx="3613949" cy="3613949"/>
            </a:xfrm>
            <a:prstGeom prst="blockArc">
              <a:avLst>
                <a:gd name="adj1" fmla="val 9000000"/>
                <a:gd name="adj2" fmla="val 16200000"/>
                <a:gd name="adj3" fmla="val 4644"/>
              </a:avLst>
            </a:prstGeom>
            <a:solidFill>
              <a:srgbClr val="ABBADE"/>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78" name="Google Shape;178;p5"/>
            <p:cNvSpPr/>
            <p:nvPr/>
          </p:nvSpPr>
          <p:spPr>
            <a:xfrm>
              <a:off x="1973445" y="542104"/>
              <a:ext cx="3613949" cy="3613949"/>
            </a:xfrm>
            <a:prstGeom prst="blockArc">
              <a:avLst>
                <a:gd name="adj1" fmla="val 1800000"/>
                <a:gd name="adj2" fmla="val 9000000"/>
                <a:gd name="adj3" fmla="val 4644"/>
              </a:avLst>
            </a:prstGeom>
            <a:solidFill>
              <a:srgbClr val="ABBADE"/>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79" name="Google Shape;179;p5"/>
            <p:cNvSpPr/>
            <p:nvPr/>
          </p:nvSpPr>
          <p:spPr>
            <a:xfrm>
              <a:off x="1973445" y="542104"/>
              <a:ext cx="3613949" cy="3613949"/>
            </a:xfrm>
            <a:prstGeom prst="blockArc">
              <a:avLst>
                <a:gd name="adj1" fmla="val 16200000"/>
                <a:gd name="adj2" fmla="val 1800000"/>
                <a:gd name="adj3" fmla="val 4644"/>
              </a:avLst>
            </a:prstGeom>
            <a:solidFill>
              <a:srgbClr val="ABBADE"/>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80" name="Google Shape;180;p5"/>
            <p:cNvSpPr/>
            <p:nvPr/>
          </p:nvSpPr>
          <p:spPr>
            <a:xfrm>
              <a:off x="2947915" y="1516574"/>
              <a:ext cx="1665009" cy="1665009"/>
            </a:xfrm>
            <a:prstGeom prst="ellipse">
              <a:avLst/>
            </a:prstGeom>
            <a:solidFill>
              <a:srgbClr val="4372C3"/>
            </a:solidFill>
            <a:ln w="12700" cap="flat" cmpd="sng">
              <a:solidFill>
                <a:schemeClr val="lt1"/>
              </a:solidFill>
              <a:prstDash val="solid"/>
              <a:miter lim="800000"/>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81" name="Google Shape;181;p5"/>
            <p:cNvSpPr txBox="1"/>
            <p:nvPr/>
          </p:nvSpPr>
          <p:spPr>
            <a:xfrm>
              <a:off x="3191750" y="1760409"/>
              <a:ext cx="1177339" cy="1177339"/>
            </a:xfrm>
            <a:prstGeom prst="rect">
              <a:avLst/>
            </a:prstGeom>
            <a:noFill/>
            <a:ln>
              <a:noFill/>
            </a:ln>
          </p:spPr>
          <p:txBody>
            <a:bodyPr spcFirstLastPara="1" wrap="square" lIns="20300" tIns="20300" rIns="20300" bIns="20300" anchor="ctr" anchorCtr="0">
              <a:noAutofit/>
            </a:bodyPr>
            <a:lstStyle/>
            <a:p>
              <a:pPr marL="0" marR="0" lvl="0" indent="0" algn="ctr" rtl="0">
                <a:lnSpc>
                  <a:spcPct val="90000"/>
                </a:lnSpc>
                <a:spcBef>
                  <a:spcPts val="0"/>
                </a:spcBef>
                <a:spcAft>
                  <a:spcPts val="0"/>
                </a:spcAft>
                <a:buClr>
                  <a:schemeClr val="lt1"/>
                </a:buClr>
                <a:buSzPts val="1600"/>
                <a:buFont typeface="Calibri"/>
                <a:buNone/>
              </a:pPr>
              <a:r>
                <a:rPr lang="es-AR" sz="1600" b="1" i="0" u="none" strike="noStrike" cap="none">
                  <a:solidFill>
                    <a:schemeClr val="lt1"/>
                  </a:solidFill>
                  <a:latin typeface="Calibri"/>
                  <a:ea typeface="Calibri"/>
                  <a:cs typeface="Calibri"/>
                  <a:sym typeface="Calibri"/>
                </a:rPr>
                <a:t>Ciclo de gestión del desempeño</a:t>
              </a:r>
              <a:endParaRPr sz="1400" b="0" i="0" u="none" strike="noStrike" cap="none">
                <a:solidFill>
                  <a:srgbClr val="000000"/>
                </a:solidFill>
                <a:latin typeface="Arial"/>
                <a:ea typeface="Arial"/>
                <a:cs typeface="Arial"/>
                <a:sym typeface="Arial"/>
              </a:endParaRPr>
            </a:p>
          </p:txBody>
        </p:sp>
        <p:sp>
          <p:nvSpPr>
            <p:cNvPr id="182" name="Google Shape;182;p5"/>
            <p:cNvSpPr/>
            <p:nvPr/>
          </p:nvSpPr>
          <p:spPr>
            <a:xfrm>
              <a:off x="3197666" y="1309"/>
              <a:ext cx="1165506" cy="1165506"/>
            </a:xfrm>
            <a:prstGeom prst="flowChartAlternateProcess">
              <a:avLst/>
            </a:prstGeom>
            <a:solidFill>
              <a:srgbClr val="FFFF99"/>
            </a:solidFill>
            <a:ln w="12700" cap="flat" cmpd="sng">
              <a:solidFill>
                <a:srgbClr val="FFFFFF"/>
              </a:solidFill>
              <a:prstDash val="solid"/>
              <a:miter lim="800000"/>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83" name="Google Shape;183;p5"/>
            <p:cNvSpPr txBox="1"/>
            <p:nvPr/>
          </p:nvSpPr>
          <p:spPr>
            <a:xfrm>
              <a:off x="3254560" y="58203"/>
              <a:ext cx="1051718" cy="1051718"/>
            </a:xfrm>
            <a:prstGeom prst="rect">
              <a:avLst/>
            </a:prstGeom>
            <a:noFill/>
            <a:ln>
              <a:noFill/>
            </a:ln>
          </p:spPr>
          <p:txBody>
            <a:bodyPr spcFirstLastPara="1" wrap="square" lIns="17775" tIns="17775" rIns="17775" bIns="17775" anchor="ctr" anchorCtr="0">
              <a:noAutofit/>
            </a:bodyPr>
            <a:lstStyle/>
            <a:p>
              <a:pPr marL="0" marR="0" lvl="0" indent="0" algn="ctr" rtl="0">
                <a:lnSpc>
                  <a:spcPct val="90000"/>
                </a:lnSpc>
                <a:spcBef>
                  <a:spcPts val="0"/>
                </a:spcBef>
                <a:spcAft>
                  <a:spcPts val="0"/>
                </a:spcAft>
                <a:buClr>
                  <a:srgbClr val="002060"/>
                </a:buClr>
                <a:buSzPts val="1400"/>
                <a:buFont typeface="Calibri"/>
                <a:buNone/>
              </a:pPr>
              <a:r>
                <a:rPr lang="es-AR" sz="1400" b="1" i="0" u="none" strike="noStrike" cap="none">
                  <a:solidFill>
                    <a:srgbClr val="002060"/>
                  </a:solidFill>
                  <a:latin typeface="Calibri"/>
                  <a:ea typeface="Calibri"/>
                  <a:cs typeface="Calibri"/>
                  <a:sym typeface="Calibri"/>
                </a:rPr>
                <a:t>Planificación</a:t>
              </a:r>
              <a:endParaRPr sz="1400" b="0" i="0" u="none" strike="noStrike" cap="none">
                <a:solidFill>
                  <a:srgbClr val="000000"/>
                </a:solidFill>
                <a:latin typeface="Arial"/>
                <a:ea typeface="Arial"/>
                <a:cs typeface="Arial"/>
                <a:sym typeface="Arial"/>
              </a:endParaRPr>
            </a:p>
          </p:txBody>
        </p:sp>
        <p:sp>
          <p:nvSpPr>
            <p:cNvPr id="184" name="Google Shape;184;p5"/>
            <p:cNvSpPr/>
            <p:nvPr/>
          </p:nvSpPr>
          <p:spPr>
            <a:xfrm>
              <a:off x="4726215" y="2648833"/>
              <a:ext cx="1165506" cy="1165506"/>
            </a:xfrm>
            <a:prstGeom prst="flowChartAlternateProcess">
              <a:avLst/>
            </a:prstGeom>
            <a:solidFill>
              <a:srgbClr val="EDEDED"/>
            </a:solidFill>
            <a:ln w="12700" cap="flat" cmpd="sng">
              <a:solidFill>
                <a:srgbClr val="FFFFFF"/>
              </a:solidFill>
              <a:prstDash val="solid"/>
              <a:miter lim="800000"/>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85" name="Google Shape;185;p5"/>
            <p:cNvSpPr txBox="1"/>
            <p:nvPr/>
          </p:nvSpPr>
          <p:spPr>
            <a:xfrm>
              <a:off x="4783109" y="2705727"/>
              <a:ext cx="1051718" cy="1051718"/>
            </a:xfrm>
            <a:prstGeom prst="rect">
              <a:avLst/>
            </a:prstGeom>
            <a:noFill/>
            <a:ln>
              <a:noFill/>
            </a:ln>
          </p:spPr>
          <p:txBody>
            <a:bodyPr spcFirstLastPara="1" wrap="square" lIns="17775" tIns="17775" rIns="17775" bIns="17775" anchor="ctr" anchorCtr="0">
              <a:noAutofit/>
            </a:bodyPr>
            <a:lstStyle/>
            <a:p>
              <a:pPr marL="0" marR="0" lvl="0" indent="0" algn="ctr" rtl="0">
                <a:lnSpc>
                  <a:spcPct val="90000"/>
                </a:lnSpc>
                <a:spcBef>
                  <a:spcPts val="0"/>
                </a:spcBef>
                <a:spcAft>
                  <a:spcPts val="0"/>
                </a:spcAft>
                <a:buClr>
                  <a:srgbClr val="7F7F7F"/>
                </a:buClr>
                <a:buSzPts val="1400"/>
                <a:buFont typeface="Calibri"/>
                <a:buNone/>
              </a:pPr>
              <a:r>
                <a:rPr lang="es-AR" sz="1400" b="1" i="0" u="none" strike="noStrike" cap="none">
                  <a:solidFill>
                    <a:srgbClr val="7F7F7F"/>
                  </a:solidFill>
                  <a:latin typeface="Calibri"/>
                  <a:ea typeface="Calibri"/>
                  <a:cs typeface="Calibri"/>
                  <a:sym typeface="Calibri"/>
                </a:rPr>
                <a:t>Seguimiento</a:t>
              </a:r>
              <a:endParaRPr sz="1400" b="0" i="0" u="none" strike="noStrike" cap="none">
                <a:solidFill>
                  <a:srgbClr val="000000"/>
                </a:solidFill>
                <a:latin typeface="Arial"/>
                <a:ea typeface="Arial"/>
                <a:cs typeface="Arial"/>
                <a:sym typeface="Arial"/>
              </a:endParaRPr>
            </a:p>
          </p:txBody>
        </p:sp>
        <p:sp>
          <p:nvSpPr>
            <p:cNvPr id="186" name="Google Shape;186;p5"/>
            <p:cNvSpPr/>
            <p:nvPr/>
          </p:nvSpPr>
          <p:spPr>
            <a:xfrm>
              <a:off x="1669117" y="2648833"/>
              <a:ext cx="1165506" cy="1165506"/>
            </a:xfrm>
            <a:prstGeom prst="flowChartAlternateProcess">
              <a:avLst/>
            </a:prstGeom>
            <a:solidFill>
              <a:srgbClr val="EDEDED"/>
            </a:solidFill>
            <a:ln w="12700" cap="flat" cmpd="sng">
              <a:solidFill>
                <a:srgbClr val="FFFFFF"/>
              </a:solidFill>
              <a:prstDash val="solid"/>
              <a:miter lim="800000"/>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87" name="Google Shape;187;p5"/>
            <p:cNvSpPr txBox="1"/>
            <p:nvPr/>
          </p:nvSpPr>
          <p:spPr>
            <a:xfrm>
              <a:off x="1726011" y="2705727"/>
              <a:ext cx="1051718" cy="1051718"/>
            </a:xfrm>
            <a:prstGeom prst="rect">
              <a:avLst/>
            </a:prstGeom>
            <a:noFill/>
            <a:ln>
              <a:noFill/>
            </a:ln>
          </p:spPr>
          <p:txBody>
            <a:bodyPr spcFirstLastPara="1" wrap="square" lIns="17775" tIns="17775" rIns="17775" bIns="17775" anchor="ctr" anchorCtr="0">
              <a:noAutofit/>
            </a:bodyPr>
            <a:lstStyle/>
            <a:p>
              <a:pPr marL="0" marR="0" lvl="0" indent="0" algn="ctr" rtl="0">
                <a:lnSpc>
                  <a:spcPct val="90000"/>
                </a:lnSpc>
                <a:spcBef>
                  <a:spcPts val="0"/>
                </a:spcBef>
                <a:spcAft>
                  <a:spcPts val="0"/>
                </a:spcAft>
                <a:buClr>
                  <a:srgbClr val="7F7F7F"/>
                </a:buClr>
                <a:buSzPts val="1400"/>
                <a:buFont typeface="Calibri"/>
                <a:buNone/>
              </a:pPr>
              <a:r>
                <a:rPr lang="es-AR" sz="1400" b="1" i="0" u="none" strike="noStrike" cap="none">
                  <a:solidFill>
                    <a:srgbClr val="7F7F7F"/>
                  </a:solidFill>
                  <a:latin typeface="Calibri"/>
                  <a:ea typeface="Calibri"/>
                  <a:cs typeface="Calibri"/>
                  <a:sym typeface="Calibri"/>
                </a:rPr>
                <a:t>Evaluación</a:t>
              </a:r>
              <a:endParaRPr sz="1400" b="0" i="0" u="none" strike="noStrike" cap="none">
                <a:solidFill>
                  <a:srgbClr val="000000"/>
                </a:solidFill>
                <a:latin typeface="Arial"/>
                <a:ea typeface="Arial"/>
                <a:cs typeface="Arial"/>
                <a:sym typeface="Arial"/>
              </a:endParaRPr>
            </a:p>
          </p:txBody>
        </p:sp>
      </p:grpSp>
      <p:pic>
        <p:nvPicPr>
          <p:cNvPr id="188" name="Google Shape;188;p5"/>
          <p:cNvPicPr preferRelativeResize="0"/>
          <p:nvPr/>
        </p:nvPicPr>
        <p:blipFill rotWithShape="1">
          <a:blip r:embed="rId4">
            <a:alphaModFix/>
          </a:blip>
          <a:srcRect/>
          <a:stretch/>
        </p:blipFill>
        <p:spPr>
          <a:xfrm rot="5400000">
            <a:off x="3037847" y="1315301"/>
            <a:ext cx="1526049" cy="1526049"/>
          </a:xfrm>
          <a:prstGeom prst="rect">
            <a:avLst/>
          </a:prstGeom>
          <a:noFill/>
          <a:ln>
            <a:noFill/>
          </a:ln>
        </p:spPr>
      </p:pic>
      <p:sp>
        <p:nvSpPr>
          <p:cNvPr id="189" name="Google Shape;189;p5"/>
          <p:cNvSpPr/>
          <p:nvPr/>
        </p:nvSpPr>
        <p:spPr>
          <a:xfrm>
            <a:off x="5313040" y="2422049"/>
            <a:ext cx="1080120" cy="466601"/>
          </a:xfrm>
          <a:prstGeom prst="roundRect">
            <a:avLst>
              <a:gd name="adj" fmla="val 16667"/>
            </a:avLst>
          </a:prstGeom>
          <a:solidFill>
            <a:schemeClr val="accent5"/>
          </a:solidFill>
          <a:ln w="12700" cap="flat" cmpd="sng">
            <a:solidFill>
              <a:srgbClr val="42719B"/>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r>
              <a:rPr lang="es-AR" sz="1800" b="1" i="0" u="none" strike="noStrike" cap="none">
                <a:solidFill>
                  <a:schemeClr val="lt1"/>
                </a:solidFill>
                <a:latin typeface="Calibri"/>
                <a:ea typeface="Calibri"/>
                <a:cs typeface="Calibri"/>
                <a:sym typeface="Calibri"/>
              </a:rPr>
              <a:t>QUÉ</a:t>
            </a:r>
            <a:endParaRPr sz="1400" b="0" i="0" u="none" strike="noStrike" cap="none">
              <a:solidFill>
                <a:srgbClr val="000000"/>
              </a:solidFill>
              <a:latin typeface="Arial"/>
              <a:ea typeface="Arial"/>
              <a:cs typeface="Arial"/>
              <a:sym typeface="Arial"/>
            </a:endParaRPr>
          </a:p>
        </p:txBody>
      </p:sp>
      <p:sp>
        <p:nvSpPr>
          <p:cNvPr id="190" name="Google Shape;190;p5"/>
          <p:cNvSpPr txBox="1"/>
          <p:nvPr/>
        </p:nvSpPr>
        <p:spPr>
          <a:xfrm>
            <a:off x="4542608" y="1823773"/>
            <a:ext cx="4896544" cy="338554"/>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2060"/>
              </a:buClr>
              <a:buSzPts val="1600"/>
              <a:buFont typeface="Noto Sans Symbols"/>
              <a:buNone/>
            </a:pPr>
            <a:r>
              <a:rPr lang="es-AR" sz="1600" b="0" i="0" u="none" strike="noStrike" cap="none">
                <a:solidFill>
                  <a:srgbClr val="002060"/>
                </a:solidFill>
                <a:latin typeface="Calibri"/>
                <a:ea typeface="Calibri"/>
                <a:cs typeface="Calibri"/>
                <a:sym typeface="Calibri"/>
              </a:rPr>
              <a:t>Se establecen los objetivos para el ciclo en curso</a:t>
            </a:r>
            <a:endParaRPr sz="1400" b="0" i="0" u="none" strike="noStrike" cap="none">
              <a:solidFill>
                <a:srgbClr val="000000"/>
              </a:solidFill>
              <a:latin typeface="Arial"/>
              <a:ea typeface="Arial"/>
              <a:cs typeface="Arial"/>
              <a:sym typeface="Arial"/>
            </a:endParaRPr>
          </a:p>
        </p:txBody>
      </p:sp>
      <p:sp>
        <p:nvSpPr>
          <p:cNvPr id="191" name="Google Shape;191;p5"/>
          <p:cNvSpPr/>
          <p:nvPr/>
        </p:nvSpPr>
        <p:spPr>
          <a:xfrm>
            <a:off x="7689304" y="2407706"/>
            <a:ext cx="1080120" cy="466601"/>
          </a:xfrm>
          <a:prstGeom prst="roundRect">
            <a:avLst>
              <a:gd name="adj" fmla="val 16667"/>
            </a:avLst>
          </a:prstGeom>
          <a:solidFill>
            <a:srgbClr val="7030A0"/>
          </a:solidFill>
          <a:ln w="12700" cap="flat" cmpd="sng">
            <a:solidFill>
              <a:srgbClr val="42719B"/>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r>
              <a:rPr lang="es-AR" sz="1800" b="1" i="0" u="none" strike="noStrike" cap="none">
                <a:solidFill>
                  <a:schemeClr val="lt1"/>
                </a:solidFill>
                <a:latin typeface="Calibri"/>
                <a:ea typeface="Calibri"/>
                <a:cs typeface="Calibri"/>
                <a:sym typeface="Calibri"/>
              </a:rPr>
              <a:t>CÓMO</a:t>
            </a:r>
            <a:endParaRPr sz="1400" b="0" i="0" u="none" strike="noStrike" cap="none">
              <a:solidFill>
                <a:srgbClr val="000000"/>
              </a:solidFill>
              <a:latin typeface="Arial"/>
              <a:ea typeface="Arial"/>
              <a:cs typeface="Arial"/>
              <a:sym typeface="Arial"/>
            </a:endParaRPr>
          </a:p>
        </p:txBody>
      </p:sp>
      <p:sp>
        <p:nvSpPr>
          <p:cNvPr id="192" name="Google Shape;192;p5"/>
          <p:cNvSpPr txBox="1"/>
          <p:nvPr/>
        </p:nvSpPr>
        <p:spPr>
          <a:xfrm>
            <a:off x="4815088" y="2948751"/>
            <a:ext cx="2175792" cy="707886"/>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2060"/>
              </a:buClr>
              <a:buSzPts val="2400"/>
              <a:buFont typeface="Noto Sans Symbols"/>
              <a:buNone/>
            </a:pPr>
            <a:r>
              <a:rPr lang="es-AR" sz="2400" b="1" i="0" u="none" strike="noStrike" cap="none">
                <a:solidFill>
                  <a:srgbClr val="002060"/>
                </a:solidFill>
                <a:latin typeface="Calibri"/>
                <a:ea typeface="Calibri"/>
                <a:cs typeface="Calibri"/>
                <a:sym typeface="Calibri"/>
              </a:rPr>
              <a:t>OBJETIVOS</a:t>
            </a:r>
            <a:endParaRPr sz="1400" b="0" i="0" u="none" strike="noStrike" cap="none">
              <a:solidFill>
                <a:srgbClr val="000000"/>
              </a:solidFill>
              <a:latin typeface="Arial"/>
              <a:ea typeface="Arial"/>
              <a:cs typeface="Arial"/>
              <a:sym typeface="Arial"/>
            </a:endParaRPr>
          </a:p>
          <a:p>
            <a:pPr marL="0" marR="0" lvl="0" indent="0" algn="ctr" rtl="0">
              <a:lnSpc>
                <a:spcPct val="100000"/>
              </a:lnSpc>
              <a:spcBef>
                <a:spcPts val="0"/>
              </a:spcBef>
              <a:spcAft>
                <a:spcPts val="0"/>
              </a:spcAft>
              <a:buClr>
                <a:srgbClr val="FF0000"/>
              </a:buClr>
              <a:buSzPts val="1600"/>
              <a:buFont typeface="Noto Sans Symbols"/>
              <a:buNone/>
            </a:pPr>
            <a:r>
              <a:rPr lang="es-AR" sz="1600" b="0" i="0" u="none" strike="noStrike" cap="none">
                <a:solidFill>
                  <a:srgbClr val="FF0000"/>
                </a:solidFill>
                <a:latin typeface="Calibri"/>
                <a:ea typeface="Calibri"/>
                <a:cs typeface="Calibri"/>
                <a:sym typeface="Calibri"/>
              </a:rPr>
              <a:t>Lo que deseamos lograr</a:t>
            </a:r>
            <a:endParaRPr sz="1400" b="0" i="0" u="none" strike="noStrike" cap="none">
              <a:solidFill>
                <a:srgbClr val="000000"/>
              </a:solidFill>
              <a:latin typeface="Arial"/>
              <a:ea typeface="Arial"/>
              <a:cs typeface="Arial"/>
              <a:sym typeface="Arial"/>
            </a:endParaRPr>
          </a:p>
        </p:txBody>
      </p:sp>
      <p:sp>
        <p:nvSpPr>
          <p:cNvPr id="193" name="Google Shape;193;p5"/>
          <p:cNvSpPr txBox="1"/>
          <p:nvPr/>
        </p:nvSpPr>
        <p:spPr>
          <a:xfrm>
            <a:off x="7141468" y="2948751"/>
            <a:ext cx="2492052" cy="1200329"/>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2060"/>
              </a:buClr>
              <a:buSzPts val="2400"/>
              <a:buFont typeface="Noto Sans Symbols"/>
              <a:buNone/>
            </a:pPr>
            <a:r>
              <a:rPr lang="es-AR" sz="2400" b="1" i="0" u="none" strike="noStrike" cap="none">
                <a:solidFill>
                  <a:srgbClr val="002060"/>
                </a:solidFill>
                <a:latin typeface="Calibri"/>
                <a:ea typeface="Calibri"/>
                <a:cs typeface="Calibri"/>
                <a:sym typeface="Calibri"/>
              </a:rPr>
              <a:t>COMPETENCIAS</a:t>
            </a:r>
            <a:endParaRPr sz="1400" b="0" i="0" u="none" strike="noStrike" cap="none">
              <a:solidFill>
                <a:srgbClr val="000000"/>
              </a:solidFill>
              <a:latin typeface="Arial"/>
              <a:ea typeface="Arial"/>
              <a:cs typeface="Arial"/>
              <a:sym typeface="Arial"/>
            </a:endParaRPr>
          </a:p>
          <a:p>
            <a:pPr marL="0" marR="0" lvl="0" indent="0" algn="ctr" rtl="0">
              <a:lnSpc>
                <a:spcPct val="100000"/>
              </a:lnSpc>
              <a:spcBef>
                <a:spcPts val="0"/>
              </a:spcBef>
              <a:spcAft>
                <a:spcPts val="0"/>
              </a:spcAft>
              <a:buClr>
                <a:srgbClr val="FF0000"/>
              </a:buClr>
              <a:buSzPts val="1600"/>
              <a:buFont typeface="Noto Sans Symbols"/>
              <a:buNone/>
            </a:pPr>
            <a:r>
              <a:rPr lang="es-AR" sz="1600" b="0" i="0" u="none" strike="noStrike" cap="none">
                <a:solidFill>
                  <a:srgbClr val="FF0000"/>
                </a:solidFill>
                <a:latin typeface="Calibri"/>
                <a:ea typeface="Calibri"/>
                <a:cs typeface="Calibri"/>
                <a:sym typeface="Calibri"/>
              </a:rPr>
              <a:t>Cómo lo vamos a lograr</a:t>
            </a:r>
            <a:endParaRPr sz="1400" b="0" i="0" u="none" strike="noStrike" cap="none">
              <a:solidFill>
                <a:srgbClr val="000000"/>
              </a:solidFill>
              <a:latin typeface="Arial"/>
              <a:ea typeface="Arial"/>
              <a:cs typeface="Arial"/>
              <a:sym typeface="Arial"/>
            </a:endParaRPr>
          </a:p>
          <a:p>
            <a:pPr marL="0" marR="0" lvl="0" indent="0" algn="ctr" rtl="0">
              <a:lnSpc>
                <a:spcPct val="100000"/>
              </a:lnSpc>
              <a:spcBef>
                <a:spcPts val="0"/>
              </a:spcBef>
              <a:spcAft>
                <a:spcPts val="0"/>
              </a:spcAft>
              <a:buClr>
                <a:srgbClr val="FF0000"/>
              </a:buClr>
              <a:buSzPts val="1600"/>
              <a:buFont typeface="Noto Sans Symbols"/>
              <a:buNone/>
            </a:pPr>
            <a:r>
              <a:rPr lang="es-AR" sz="1600" b="0" i="0" u="none" strike="noStrike" cap="none">
                <a:solidFill>
                  <a:srgbClr val="FF0000"/>
                </a:solidFill>
                <a:latin typeface="Calibri"/>
                <a:ea typeface="Calibri"/>
                <a:cs typeface="Calibri"/>
                <a:sym typeface="Calibri"/>
              </a:rPr>
              <a:t>Conocimientos, habilidades y actitudes.</a:t>
            </a:r>
            <a:endParaRPr sz="1400" b="0" i="0" u="none" strike="noStrike" cap="none">
              <a:solidFill>
                <a:srgbClr val="000000"/>
              </a:solidFill>
              <a:latin typeface="Arial"/>
              <a:ea typeface="Arial"/>
              <a:cs typeface="Arial"/>
              <a:sym typeface="Arial"/>
            </a:endParaRPr>
          </a:p>
        </p:txBody>
      </p:sp>
      <p:pic>
        <p:nvPicPr>
          <p:cNvPr id="194" name="Google Shape;194;p5" descr="Agregar"/>
          <p:cNvPicPr preferRelativeResize="0"/>
          <p:nvPr/>
        </p:nvPicPr>
        <p:blipFill rotWithShape="1">
          <a:blip r:embed="rId5">
            <a:alphaModFix/>
          </a:blip>
          <a:srcRect/>
          <a:stretch/>
        </p:blipFill>
        <p:spPr>
          <a:xfrm>
            <a:off x="6716075" y="2311833"/>
            <a:ext cx="648282" cy="648282"/>
          </a:xfrm>
          <a:prstGeom prst="rect">
            <a:avLst/>
          </a:prstGeom>
          <a:noFill/>
          <a:ln>
            <a:noFill/>
          </a:ln>
        </p:spPr>
      </p:pic>
      <p:sp>
        <p:nvSpPr>
          <p:cNvPr id="195" name="Google Shape;195;p5"/>
          <p:cNvSpPr txBox="1"/>
          <p:nvPr/>
        </p:nvSpPr>
        <p:spPr>
          <a:xfrm>
            <a:off x="7141467" y="4223524"/>
            <a:ext cx="2492053" cy="1384995"/>
          </a:xfrm>
          <a:prstGeom prst="rect">
            <a:avLst/>
          </a:prstGeom>
          <a:noFill/>
          <a:ln>
            <a:noFill/>
          </a:ln>
        </p:spPr>
        <p:txBody>
          <a:bodyPr spcFirstLastPara="1" wrap="square" lIns="91425" tIns="45700" rIns="91425" bIns="45700" anchor="t" anchorCtr="0">
            <a:spAutoFit/>
          </a:bodyPr>
          <a:lstStyle/>
          <a:p>
            <a:pPr marL="285750" marR="0" lvl="0" indent="-285750" algn="l" rtl="0">
              <a:lnSpc>
                <a:spcPct val="100000"/>
              </a:lnSpc>
              <a:spcBef>
                <a:spcPts val="0"/>
              </a:spcBef>
              <a:spcAft>
                <a:spcPts val="0"/>
              </a:spcAft>
              <a:buClr>
                <a:srgbClr val="002060"/>
              </a:buClr>
              <a:buSzPts val="1400"/>
              <a:buFont typeface="Noto Sans Symbols"/>
              <a:buChar char="▪"/>
            </a:pPr>
            <a:r>
              <a:rPr lang="es-AR" sz="1400" b="0" i="0" u="none" strike="noStrike" cap="none">
                <a:solidFill>
                  <a:srgbClr val="002060"/>
                </a:solidFill>
                <a:latin typeface="Calibri"/>
                <a:ea typeface="Calibri"/>
                <a:cs typeface="Calibri"/>
                <a:sym typeface="Calibri"/>
              </a:rPr>
              <a:t>Pueden dividirse en Competencias Genéricas y Competencias de Liderazgo.</a:t>
            </a:r>
            <a:endParaRPr sz="1400" b="0" i="0" u="none" strike="noStrike" cap="none">
              <a:solidFill>
                <a:srgbClr val="000000"/>
              </a:solidFill>
              <a:latin typeface="Arial"/>
              <a:ea typeface="Arial"/>
              <a:cs typeface="Arial"/>
              <a:sym typeface="Arial"/>
            </a:endParaRPr>
          </a:p>
          <a:p>
            <a:pPr marL="285750" marR="0" lvl="0" indent="-285750" algn="l" rtl="0">
              <a:lnSpc>
                <a:spcPct val="100000"/>
              </a:lnSpc>
              <a:spcBef>
                <a:spcPts val="0"/>
              </a:spcBef>
              <a:spcAft>
                <a:spcPts val="0"/>
              </a:spcAft>
              <a:buClr>
                <a:srgbClr val="002060"/>
              </a:buClr>
              <a:buSzPts val="1400"/>
              <a:buFont typeface="Noto Sans Symbols"/>
              <a:buChar char="▪"/>
            </a:pPr>
            <a:r>
              <a:rPr lang="es-AR" sz="1400" b="0" i="0" u="none" strike="noStrike" cap="none">
                <a:solidFill>
                  <a:srgbClr val="002060"/>
                </a:solidFill>
                <a:latin typeface="Calibri"/>
                <a:ea typeface="Calibri"/>
                <a:cs typeface="Calibri"/>
                <a:sym typeface="Calibri"/>
              </a:rPr>
              <a:t>Se identifican a través de comportamientos observables.</a:t>
            </a:r>
            <a:endParaRPr sz="1400" b="0" i="0" u="none" strike="noStrike" cap="none">
              <a:solidFill>
                <a:srgbClr val="000000"/>
              </a:solidFill>
              <a:latin typeface="Arial"/>
              <a:ea typeface="Arial"/>
              <a:cs typeface="Arial"/>
              <a:sym typeface="Arial"/>
            </a:endParaRPr>
          </a:p>
        </p:txBody>
      </p:sp>
      <p:pic>
        <p:nvPicPr>
          <p:cNvPr id="196" name="Google Shape;196;p5" descr="Resultado de imagen para utn regional buenos aires ingenieria industrial"/>
          <p:cNvPicPr preferRelativeResize="0"/>
          <p:nvPr/>
        </p:nvPicPr>
        <p:blipFill rotWithShape="1">
          <a:blip r:embed="rId6">
            <a:alphaModFix/>
          </a:blip>
          <a:srcRect/>
          <a:stretch/>
        </p:blipFill>
        <p:spPr>
          <a:xfrm>
            <a:off x="7041232" y="41620"/>
            <a:ext cx="2637692" cy="1011116"/>
          </a:xfrm>
          <a:prstGeom prst="rect">
            <a:avLst/>
          </a:prstGeom>
          <a:noFill/>
          <a:ln>
            <a:noFill/>
          </a:ln>
        </p:spPr>
      </p:pic>
      <p:pic>
        <p:nvPicPr>
          <p:cNvPr id="197" name="Google Shape;197;p5" descr="Resultado de imagen para utn regional buenos aires ingenieria industrial"/>
          <p:cNvPicPr preferRelativeResize="0"/>
          <p:nvPr/>
        </p:nvPicPr>
        <p:blipFill rotWithShape="1">
          <a:blip r:embed="rId6">
            <a:alphaModFix/>
          </a:blip>
          <a:srcRect/>
          <a:stretch/>
        </p:blipFill>
        <p:spPr>
          <a:xfrm>
            <a:off x="7041232" y="41620"/>
            <a:ext cx="2637692" cy="1011116"/>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203"/>
        <p:cNvGrpSpPr/>
        <p:nvPr/>
      </p:nvGrpSpPr>
      <p:grpSpPr>
        <a:xfrm>
          <a:off x="0" y="0"/>
          <a:ext cx="0" cy="0"/>
          <a:chOff x="0" y="0"/>
          <a:chExt cx="0" cy="0"/>
        </a:xfrm>
      </p:grpSpPr>
      <p:sp>
        <p:nvSpPr>
          <p:cNvPr id="204" name="Google Shape;204;p6"/>
          <p:cNvSpPr txBox="1"/>
          <p:nvPr/>
        </p:nvSpPr>
        <p:spPr>
          <a:xfrm>
            <a:off x="0" y="-24"/>
            <a:ext cx="9906000" cy="1188000"/>
          </a:xfrm>
          <a:prstGeom prst="rect">
            <a:avLst/>
          </a:prstGeom>
          <a:noFill/>
          <a:ln>
            <a:noFill/>
          </a:ln>
        </p:spPr>
        <p:txBody>
          <a:bodyPr spcFirstLastPara="1" wrap="square" lIns="72000" tIns="252000" rIns="72000" bIns="36000" anchor="ctr" anchorCtr="0">
            <a:noAutofit/>
          </a:bodyPr>
          <a:lstStyle/>
          <a:p>
            <a:pPr marL="0" marR="0" lvl="0" indent="0" algn="l" rtl="0">
              <a:lnSpc>
                <a:spcPct val="90000"/>
              </a:lnSpc>
              <a:spcBef>
                <a:spcPts val="0"/>
              </a:spcBef>
              <a:spcAft>
                <a:spcPts val="0"/>
              </a:spcAft>
              <a:buClr>
                <a:srgbClr val="000000"/>
              </a:buClr>
              <a:buSzPts val="2400"/>
              <a:buFont typeface="Arial"/>
              <a:buNone/>
            </a:pPr>
            <a:endParaRPr sz="1400" b="0" i="0" u="none" strike="noStrike" cap="none">
              <a:solidFill>
                <a:srgbClr val="000000"/>
              </a:solidFill>
              <a:latin typeface="Arial"/>
              <a:ea typeface="Arial"/>
              <a:cs typeface="Arial"/>
              <a:sym typeface="Arial"/>
            </a:endParaRPr>
          </a:p>
          <a:p>
            <a:pPr marL="714375" marR="0" lvl="0" indent="-714375" algn="l" rtl="0">
              <a:lnSpc>
                <a:spcPct val="90000"/>
              </a:lnSpc>
              <a:spcBef>
                <a:spcPts val="0"/>
              </a:spcBef>
              <a:spcAft>
                <a:spcPts val="0"/>
              </a:spcAft>
              <a:buClr>
                <a:srgbClr val="000000"/>
              </a:buClr>
              <a:buSzPts val="2400"/>
              <a:buFont typeface="Arial"/>
              <a:buNone/>
            </a:pPr>
            <a:r>
              <a:rPr lang="es-AR" sz="2400" b="1" i="0" u="none" strike="noStrike" cap="none">
                <a:solidFill>
                  <a:srgbClr val="002060"/>
                </a:solidFill>
                <a:latin typeface="Calibri"/>
                <a:ea typeface="Calibri"/>
                <a:cs typeface="Calibri"/>
                <a:sym typeface="Calibri"/>
              </a:rPr>
              <a:t>Ciclo de Gestión del Desempeño: Planificación</a:t>
            </a:r>
            <a:endParaRPr sz="1400" b="0" i="0" u="none" strike="noStrike" cap="none">
              <a:solidFill>
                <a:srgbClr val="000000"/>
              </a:solidFill>
              <a:latin typeface="Arial"/>
              <a:ea typeface="Arial"/>
              <a:cs typeface="Arial"/>
              <a:sym typeface="Arial"/>
            </a:endParaRPr>
          </a:p>
        </p:txBody>
      </p:sp>
      <p:pic>
        <p:nvPicPr>
          <p:cNvPr id="205" name="Google Shape;205;p6"/>
          <p:cNvPicPr preferRelativeResize="0"/>
          <p:nvPr/>
        </p:nvPicPr>
        <p:blipFill rotWithShape="1">
          <a:blip r:embed="rId3">
            <a:alphaModFix amt="26000"/>
          </a:blip>
          <a:srcRect/>
          <a:stretch/>
        </p:blipFill>
        <p:spPr>
          <a:xfrm>
            <a:off x="-3792026" y="1423485"/>
            <a:ext cx="7559695" cy="4395597"/>
          </a:xfrm>
          <a:prstGeom prst="rect">
            <a:avLst/>
          </a:prstGeom>
          <a:noFill/>
          <a:ln>
            <a:noFill/>
          </a:ln>
        </p:spPr>
      </p:pic>
      <p:sp>
        <p:nvSpPr>
          <p:cNvPr id="206" name="Google Shape;206;p6"/>
          <p:cNvSpPr txBox="1"/>
          <p:nvPr/>
        </p:nvSpPr>
        <p:spPr>
          <a:xfrm>
            <a:off x="-1383704" y="1633010"/>
            <a:ext cx="7758752" cy="52322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2800"/>
              <a:buFont typeface="Arial"/>
              <a:buNone/>
            </a:pPr>
            <a:r>
              <a:rPr lang="es-AR" sz="2800" b="1" i="0" u="none" strike="noStrike" cap="none">
                <a:solidFill>
                  <a:srgbClr val="002060"/>
                </a:solidFill>
                <a:latin typeface="Calibri"/>
                <a:ea typeface="Calibri"/>
                <a:cs typeface="Calibri"/>
                <a:sym typeface="Calibri"/>
              </a:rPr>
              <a:t>OBJETIVOS</a:t>
            </a:r>
            <a:endParaRPr sz="1400" b="0" i="0" u="none" strike="noStrike" cap="none">
              <a:solidFill>
                <a:srgbClr val="000000"/>
              </a:solidFill>
              <a:latin typeface="Arial"/>
              <a:ea typeface="Arial"/>
              <a:cs typeface="Arial"/>
              <a:sym typeface="Arial"/>
            </a:endParaRPr>
          </a:p>
        </p:txBody>
      </p:sp>
      <p:pic>
        <p:nvPicPr>
          <p:cNvPr id="207" name="Google Shape;207;p6"/>
          <p:cNvPicPr preferRelativeResize="0"/>
          <p:nvPr/>
        </p:nvPicPr>
        <p:blipFill rotWithShape="1">
          <a:blip r:embed="rId4">
            <a:alphaModFix/>
          </a:blip>
          <a:srcRect/>
          <a:stretch/>
        </p:blipFill>
        <p:spPr>
          <a:xfrm>
            <a:off x="4993467" y="1609583"/>
            <a:ext cx="514350" cy="457200"/>
          </a:xfrm>
          <a:prstGeom prst="rect">
            <a:avLst/>
          </a:prstGeom>
          <a:noFill/>
          <a:ln>
            <a:noFill/>
          </a:ln>
        </p:spPr>
      </p:pic>
      <p:sp>
        <p:nvSpPr>
          <p:cNvPr id="208" name="Google Shape;208;p6"/>
          <p:cNvSpPr txBox="1"/>
          <p:nvPr/>
        </p:nvSpPr>
        <p:spPr>
          <a:xfrm>
            <a:off x="4285879" y="1631264"/>
            <a:ext cx="7758752" cy="52322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2800"/>
              <a:buFont typeface="Arial"/>
              <a:buNone/>
            </a:pPr>
            <a:r>
              <a:rPr lang="es-AR" sz="2800" b="1" i="0" u="none" strike="noStrike" cap="none">
                <a:solidFill>
                  <a:srgbClr val="002060"/>
                </a:solidFill>
                <a:latin typeface="Calibri"/>
                <a:ea typeface="Calibri"/>
                <a:cs typeface="Calibri"/>
                <a:sym typeface="Calibri"/>
              </a:rPr>
              <a:t>FUNCIONES</a:t>
            </a:r>
            <a:endParaRPr sz="1400" b="0" i="0" u="none" strike="noStrike" cap="none">
              <a:solidFill>
                <a:srgbClr val="000000"/>
              </a:solidFill>
              <a:latin typeface="Arial"/>
              <a:ea typeface="Arial"/>
              <a:cs typeface="Arial"/>
              <a:sym typeface="Arial"/>
            </a:endParaRPr>
          </a:p>
        </p:txBody>
      </p:sp>
      <p:sp>
        <p:nvSpPr>
          <p:cNvPr id="209" name="Google Shape;209;p6"/>
          <p:cNvSpPr txBox="1"/>
          <p:nvPr/>
        </p:nvSpPr>
        <p:spPr>
          <a:xfrm>
            <a:off x="1067754" y="2252811"/>
            <a:ext cx="3671212" cy="353943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600"/>
              <a:buFont typeface="Arial"/>
              <a:buNone/>
            </a:pPr>
            <a:r>
              <a:rPr lang="es-AR" sz="1600" b="1" i="0" u="none" strike="noStrike" cap="none">
                <a:solidFill>
                  <a:srgbClr val="002060"/>
                </a:solidFill>
                <a:latin typeface="Calibri"/>
                <a:ea typeface="Calibri"/>
                <a:cs typeface="Calibri"/>
                <a:sym typeface="Calibri"/>
              </a:rPr>
              <a:t>Resultados específicos </a:t>
            </a:r>
            <a:r>
              <a:rPr lang="es-AR" sz="1600" b="0" i="0" u="none" strike="noStrike" cap="none">
                <a:solidFill>
                  <a:srgbClr val="002060"/>
                </a:solidFill>
                <a:latin typeface="Calibri"/>
                <a:ea typeface="Calibri"/>
                <a:cs typeface="Calibri"/>
                <a:sym typeface="Calibri"/>
              </a:rPr>
              <a:t>que permiten </a:t>
            </a:r>
            <a:r>
              <a:rPr lang="es-AR" sz="1600" b="1" i="0" u="none" strike="noStrike" cap="none">
                <a:solidFill>
                  <a:srgbClr val="002060"/>
                </a:solidFill>
                <a:latin typeface="Calibri"/>
                <a:ea typeface="Calibri"/>
                <a:cs typeface="Calibri"/>
                <a:sym typeface="Calibri"/>
              </a:rPr>
              <a:t>focalizar</a:t>
            </a:r>
            <a:r>
              <a:rPr lang="es-AR" sz="1600" b="0" i="0" u="none" strike="noStrike" cap="none">
                <a:solidFill>
                  <a:srgbClr val="002060"/>
                </a:solidFill>
                <a:latin typeface="Calibri"/>
                <a:ea typeface="Calibri"/>
                <a:cs typeface="Calibri"/>
                <a:sym typeface="Calibri"/>
              </a:rPr>
              <a:t> en los aspectos más significativos del trabajo en un </a:t>
            </a:r>
            <a:r>
              <a:rPr lang="es-AR" sz="1600" b="1" i="0" u="none" strike="noStrike" cap="none">
                <a:solidFill>
                  <a:srgbClr val="002060"/>
                </a:solidFill>
                <a:latin typeface="Calibri"/>
                <a:ea typeface="Calibri"/>
                <a:cs typeface="Calibri"/>
                <a:sym typeface="Calibri"/>
              </a:rPr>
              <a:t>período determinado. </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600"/>
              <a:buFont typeface="Arial"/>
              <a:buNone/>
            </a:pPr>
            <a:endParaRPr sz="1600" b="1" i="0" u="none" strike="noStrike" cap="none">
              <a:solidFill>
                <a:srgbClr val="002060"/>
              </a:solidFill>
              <a:latin typeface="Calibri"/>
              <a:ea typeface="Calibri"/>
              <a:cs typeface="Calibri"/>
              <a:sym typeface="Calibri"/>
            </a:endParaRPr>
          </a:p>
          <a:p>
            <a:pPr marL="0" marR="0" lvl="0" indent="0" algn="l" rtl="0">
              <a:lnSpc>
                <a:spcPct val="100000"/>
              </a:lnSpc>
              <a:spcBef>
                <a:spcPts val="0"/>
              </a:spcBef>
              <a:spcAft>
                <a:spcPts val="0"/>
              </a:spcAft>
              <a:buClr>
                <a:srgbClr val="000000"/>
              </a:buClr>
              <a:buSzPts val="1600"/>
              <a:buFont typeface="Arial"/>
              <a:buNone/>
            </a:pPr>
            <a:r>
              <a:rPr lang="es-AR" sz="1600" b="0" i="0" u="none" strike="noStrike" cap="none">
                <a:solidFill>
                  <a:srgbClr val="002060"/>
                </a:solidFill>
                <a:latin typeface="Calibri"/>
                <a:ea typeface="Calibri"/>
                <a:cs typeface="Calibri"/>
                <a:sym typeface="Calibri"/>
              </a:rPr>
              <a:t>Son desafiantes</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600"/>
              <a:buFont typeface="Arial"/>
              <a:buNone/>
            </a:pPr>
            <a:endParaRPr sz="1600" b="0" i="0" u="none" strike="noStrike" cap="none">
              <a:solidFill>
                <a:srgbClr val="002060"/>
              </a:solidFill>
              <a:latin typeface="Calibri"/>
              <a:ea typeface="Calibri"/>
              <a:cs typeface="Calibri"/>
              <a:sym typeface="Calibri"/>
            </a:endParaRPr>
          </a:p>
          <a:p>
            <a:pPr marL="0" marR="0" lvl="0" indent="0" algn="l" rtl="0">
              <a:lnSpc>
                <a:spcPct val="100000"/>
              </a:lnSpc>
              <a:spcBef>
                <a:spcPts val="0"/>
              </a:spcBef>
              <a:spcAft>
                <a:spcPts val="0"/>
              </a:spcAft>
              <a:buClr>
                <a:srgbClr val="000000"/>
              </a:buClr>
              <a:buSzPts val="1600"/>
              <a:buFont typeface="Arial"/>
              <a:buNone/>
            </a:pPr>
            <a:r>
              <a:rPr lang="es-AR" sz="1600" b="0" i="0" u="none" strike="noStrike" cap="none">
                <a:solidFill>
                  <a:srgbClr val="002060"/>
                </a:solidFill>
                <a:latin typeface="Calibri"/>
                <a:ea typeface="Calibri"/>
                <a:cs typeface="Calibri"/>
                <a:sym typeface="Calibri"/>
              </a:rPr>
              <a:t>Tienen un plazo de cumplimiento</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600"/>
              <a:buFont typeface="Arial"/>
              <a:buNone/>
            </a:pPr>
            <a:endParaRPr sz="1600" b="0" i="0" u="none" strike="noStrike" cap="none">
              <a:solidFill>
                <a:srgbClr val="002060"/>
              </a:solidFill>
              <a:latin typeface="Calibri"/>
              <a:ea typeface="Calibri"/>
              <a:cs typeface="Calibri"/>
              <a:sym typeface="Calibri"/>
            </a:endParaRPr>
          </a:p>
          <a:p>
            <a:pPr marL="0" marR="0" lvl="0" indent="0" algn="l" rtl="0">
              <a:lnSpc>
                <a:spcPct val="100000"/>
              </a:lnSpc>
              <a:spcBef>
                <a:spcPts val="0"/>
              </a:spcBef>
              <a:spcAft>
                <a:spcPts val="0"/>
              </a:spcAft>
              <a:buClr>
                <a:srgbClr val="000000"/>
              </a:buClr>
              <a:buSzPts val="1600"/>
              <a:buFont typeface="Arial"/>
              <a:buNone/>
            </a:pPr>
            <a:r>
              <a:rPr lang="es-AR" sz="1600" b="0" i="0" u="none" strike="noStrike" cap="none">
                <a:solidFill>
                  <a:srgbClr val="002060"/>
                </a:solidFill>
                <a:latin typeface="Calibri"/>
                <a:ea typeface="Calibri"/>
                <a:cs typeface="Calibri"/>
                <a:sym typeface="Calibri"/>
              </a:rPr>
              <a:t>Vinculados con tareas innovadoras o adicionales</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600"/>
              <a:buFont typeface="Arial"/>
              <a:buNone/>
            </a:pPr>
            <a:endParaRPr sz="1600" b="0" i="0" u="none" strike="noStrike" cap="none">
              <a:solidFill>
                <a:srgbClr val="002060"/>
              </a:solidFill>
              <a:latin typeface="Calibri"/>
              <a:ea typeface="Calibri"/>
              <a:cs typeface="Calibri"/>
              <a:sym typeface="Calibri"/>
            </a:endParaRPr>
          </a:p>
          <a:p>
            <a:pPr marL="0" marR="0" lvl="0" indent="0" algn="l" rtl="0">
              <a:lnSpc>
                <a:spcPct val="100000"/>
              </a:lnSpc>
              <a:spcBef>
                <a:spcPts val="0"/>
              </a:spcBef>
              <a:spcAft>
                <a:spcPts val="0"/>
              </a:spcAft>
              <a:buClr>
                <a:srgbClr val="000000"/>
              </a:buClr>
              <a:buSzPts val="1600"/>
              <a:buFont typeface="Arial"/>
              <a:buNone/>
            </a:pPr>
            <a:endParaRPr sz="1600" b="0" i="0" u="none" strike="noStrike" cap="none">
              <a:solidFill>
                <a:srgbClr val="002060"/>
              </a:solidFill>
              <a:latin typeface="Calibri"/>
              <a:ea typeface="Calibri"/>
              <a:cs typeface="Calibri"/>
              <a:sym typeface="Calibri"/>
            </a:endParaRPr>
          </a:p>
          <a:p>
            <a:pPr marL="0" marR="0" lvl="0" indent="0" algn="l" rtl="0">
              <a:lnSpc>
                <a:spcPct val="100000"/>
              </a:lnSpc>
              <a:spcBef>
                <a:spcPts val="0"/>
              </a:spcBef>
              <a:spcAft>
                <a:spcPts val="0"/>
              </a:spcAft>
              <a:buClr>
                <a:srgbClr val="000000"/>
              </a:buClr>
              <a:buSzPts val="1600"/>
              <a:buFont typeface="Arial"/>
              <a:buNone/>
            </a:pPr>
            <a:endParaRPr sz="1600" b="1" i="0" u="none" strike="noStrike" cap="none">
              <a:solidFill>
                <a:schemeClr val="dk1"/>
              </a:solidFill>
              <a:latin typeface="Calibri"/>
              <a:ea typeface="Calibri"/>
              <a:cs typeface="Calibri"/>
              <a:sym typeface="Calibri"/>
            </a:endParaRPr>
          </a:p>
        </p:txBody>
      </p:sp>
      <p:sp>
        <p:nvSpPr>
          <p:cNvPr id="210" name="Google Shape;210;p6"/>
          <p:cNvSpPr txBox="1"/>
          <p:nvPr/>
        </p:nvSpPr>
        <p:spPr>
          <a:xfrm>
            <a:off x="5673080" y="2252154"/>
            <a:ext cx="4512940" cy="3293209"/>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600"/>
              <a:buFont typeface="Arial"/>
              <a:buNone/>
            </a:pPr>
            <a:r>
              <a:rPr lang="es-AR" sz="1600" b="0" i="0" u="none" strike="noStrike" cap="none">
                <a:solidFill>
                  <a:srgbClr val="002060"/>
                </a:solidFill>
                <a:latin typeface="Calibri"/>
                <a:ea typeface="Calibri"/>
                <a:cs typeface="Calibri"/>
                <a:sym typeface="Calibri"/>
              </a:rPr>
              <a:t>Son las </a:t>
            </a:r>
            <a:r>
              <a:rPr lang="es-AR" sz="1600" b="1" i="0" u="none" strike="noStrike" cap="none">
                <a:solidFill>
                  <a:srgbClr val="002060"/>
                </a:solidFill>
                <a:latin typeface="Calibri"/>
                <a:ea typeface="Calibri"/>
                <a:cs typeface="Calibri"/>
                <a:sym typeface="Calibri"/>
              </a:rPr>
              <a:t>tareas y responsabilidades </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600"/>
              <a:buFont typeface="Arial"/>
              <a:buNone/>
            </a:pPr>
            <a:r>
              <a:rPr lang="es-AR" sz="1600" b="1" i="0" u="none" strike="noStrike" cap="none">
                <a:solidFill>
                  <a:srgbClr val="002060"/>
                </a:solidFill>
                <a:latin typeface="Calibri"/>
                <a:ea typeface="Calibri"/>
                <a:cs typeface="Calibri"/>
                <a:sym typeface="Calibri"/>
              </a:rPr>
              <a:t>habituales </a:t>
            </a:r>
            <a:r>
              <a:rPr lang="es-AR" sz="1600" b="0" i="0" u="none" strike="noStrike" cap="none">
                <a:solidFill>
                  <a:srgbClr val="002060"/>
                </a:solidFill>
                <a:latin typeface="Calibri"/>
                <a:ea typeface="Calibri"/>
                <a:cs typeface="Calibri"/>
                <a:sym typeface="Calibri"/>
              </a:rPr>
              <a:t>de una posición de trabajo. </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600"/>
              <a:buFont typeface="Arial"/>
              <a:buNone/>
            </a:pPr>
            <a:r>
              <a:rPr lang="es-AR" sz="1600" b="0" i="0" u="none" strike="noStrike" cap="none">
                <a:solidFill>
                  <a:srgbClr val="002060"/>
                </a:solidFill>
                <a:latin typeface="Calibri"/>
                <a:ea typeface="Calibri"/>
                <a:cs typeface="Calibri"/>
                <a:sym typeface="Calibri"/>
              </a:rPr>
              <a:t>La razón de ser del puesto</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600"/>
              <a:buFont typeface="Arial"/>
              <a:buNone/>
            </a:pPr>
            <a:endParaRPr sz="1600" b="0" i="0" u="none" strike="noStrike" cap="none">
              <a:solidFill>
                <a:srgbClr val="002060"/>
              </a:solidFill>
              <a:latin typeface="Calibri"/>
              <a:ea typeface="Calibri"/>
              <a:cs typeface="Calibri"/>
              <a:sym typeface="Calibri"/>
            </a:endParaRPr>
          </a:p>
          <a:p>
            <a:pPr marL="0" marR="0" lvl="0" indent="0" algn="l" rtl="0">
              <a:lnSpc>
                <a:spcPct val="100000"/>
              </a:lnSpc>
              <a:spcBef>
                <a:spcPts val="0"/>
              </a:spcBef>
              <a:spcAft>
                <a:spcPts val="0"/>
              </a:spcAft>
              <a:buClr>
                <a:srgbClr val="000000"/>
              </a:buClr>
              <a:buSzPts val="1600"/>
              <a:buFont typeface="Arial"/>
              <a:buNone/>
            </a:pPr>
            <a:r>
              <a:rPr lang="es-AR" sz="1600" b="0" i="0" u="none" strike="noStrike" cap="none">
                <a:solidFill>
                  <a:srgbClr val="002060"/>
                </a:solidFill>
                <a:latin typeface="Calibri"/>
                <a:ea typeface="Calibri"/>
                <a:cs typeface="Calibri"/>
                <a:sym typeface="Calibri"/>
              </a:rPr>
              <a:t>Representan el día a día</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600"/>
              <a:buFont typeface="Arial"/>
              <a:buNone/>
            </a:pPr>
            <a:endParaRPr sz="1600" b="0" i="0" u="none" strike="noStrike" cap="none">
              <a:solidFill>
                <a:srgbClr val="002060"/>
              </a:solidFill>
              <a:latin typeface="Calibri"/>
              <a:ea typeface="Calibri"/>
              <a:cs typeface="Calibri"/>
              <a:sym typeface="Calibri"/>
            </a:endParaRPr>
          </a:p>
          <a:p>
            <a:pPr marL="0" marR="0" lvl="0" indent="0" algn="l" rtl="0">
              <a:lnSpc>
                <a:spcPct val="100000"/>
              </a:lnSpc>
              <a:spcBef>
                <a:spcPts val="0"/>
              </a:spcBef>
              <a:spcAft>
                <a:spcPts val="0"/>
              </a:spcAft>
              <a:buClr>
                <a:srgbClr val="000000"/>
              </a:buClr>
              <a:buSzPts val="1600"/>
              <a:buFont typeface="Arial"/>
              <a:buNone/>
            </a:pPr>
            <a:r>
              <a:rPr lang="es-AR" sz="1600" b="0" i="0" u="none" strike="noStrike" cap="none">
                <a:solidFill>
                  <a:srgbClr val="002060"/>
                </a:solidFill>
                <a:latin typeface="Calibri"/>
                <a:ea typeface="Calibri"/>
                <a:cs typeface="Calibri"/>
                <a:sym typeface="Calibri"/>
              </a:rPr>
              <a:t>Su cumplimiento lleva al logro de los objetivos</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600"/>
              <a:buFont typeface="Arial"/>
              <a:buNone/>
            </a:pPr>
            <a:endParaRPr sz="1600" b="0" i="0" u="none" strike="noStrike" cap="none">
              <a:solidFill>
                <a:srgbClr val="002060"/>
              </a:solidFill>
              <a:latin typeface="Calibri"/>
              <a:ea typeface="Calibri"/>
              <a:cs typeface="Calibri"/>
              <a:sym typeface="Calibri"/>
            </a:endParaRPr>
          </a:p>
          <a:p>
            <a:pPr marL="0" marR="0" lvl="0" indent="0" algn="l" rtl="0">
              <a:lnSpc>
                <a:spcPct val="100000"/>
              </a:lnSpc>
              <a:spcBef>
                <a:spcPts val="0"/>
              </a:spcBef>
              <a:spcAft>
                <a:spcPts val="0"/>
              </a:spcAft>
              <a:buClr>
                <a:srgbClr val="000000"/>
              </a:buClr>
              <a:buSzPts val="1600"/>
              <a:buFont typeface="Arial"/>
              <a:buNone/>
            </a:pPr>
            <a:r>
              <a:rPr lang="es-AR" sz="1600" b="0" i="0" u="none" strike="noStrike" cap="none">
                <a:solidFill>
                  <a:srgbClr val="002060"/>
                </a:solidFill>
                <a:latin typeface="Calibri"/>
                <a:ea typeface="Calibri"/>
                <a:cs typeface="Calibri"/>
                <a:sym typeface="Calibri"/>
              </a:rPr>
              <a:t>Pueden tener un plazo, ser permanentes o circunstanciales</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600"/>
              <a:buFont typeface="Arial"/>
              <a:buNone/>
            </a:pPr>
            <a:endParaRPr sz="1600" b="0" i="0" u="none" strike="noStrike" cap="none">
              <a:solidFill>
                <a:srgbClr val="002060"/>
              </a:solidFill>
              <a:latin typeface="Calibri"/>
              <a:ea typeface="Calibri"/>
              <a:cs typeface="Calibri"/>
              <a:sym typeface="Calibri"/>
            </a:endParaRPr>
          </a:p>
          <a:p>
            <a:pPr marL="0" marR="0" lvl="0" indent="0" algn="l" rtl="0">
              <a:lnSpc>
                <a:spcPct val="100000"/>
              </a:lnSpc>
              <a:spcBef>
                <a:spcPts val="0"/>
              </a:spcBef>
              <a:spcAft>
                <a:spcPts val="0"/>
              </a:spcAft>
              <a:buClr>
                <a:srgbClr val="000000"/>
              </a:buClr>
              <a:buSzPts val="1600"/>
              <a:buFont typeface="Arial"/>
              <a:buNone/>
            </a:pPr>
            <a:endParaRPr sz="1600" b="0" i="0" u="none" strike="noStrike" cap="none">
              <a:solidFill>
                <a:srgbClr val="002060"/>
              </a:solidFill>
              <a:latin typeface="Calibri"/>
              <a:ea typeface="Calibri"/>
              <a:cs typeface="Calibri"/>
              <a:sym typeface="Calibri"/>
            </a:endParaRPr>
          </a:p>
          <a:p>
            <a:pPr marL="0" marR="0" lvl="0" indent="0" algn="l" rtl="0">
              <a:lnSpc>
                <a:spcPct val="100000"/>
              </a:lnSpc>
              <a:spcBef>
                <a:spcPts val="0"/>
              </a:spcBef>
              <a:spcAft>
                <a:spcPts val="0"/>
              </a:spcAft>
              <a:buClr>
                <a:srgbClr val="000000"/>
              </a:buClr>
              <a:buSzPts val="1600"/>
              <a:buFont typeface="Arial"/>
              <a:buNone/>
            </a:pPr>
            <a:endParaRPr sz="1600" b="0" i="0" u="none" strike="noStrike" cap="none">
              <a:solidFill>
                <a:schemeClr val="dk1"/>
              </a:solidFill>
              <a:latin typeface="Calibri"/>
              <a:ea typeface="Calibri"/>
              <a:cs typeface="Calibri"/>
              <a:sym typeface="Calibri"/>
            </a:endParaRPr>
          </a:p>
        </p:txBody>
      </p:sp>
      <p:sp>
        <p:nvSpPr>
          <p:cNvPr id="211" name="Google Shape;211;p6"/>
          <p:cNvSpPr/>
          <p:nvPr/>
        </p:nvSpPr>
        <p:spPr>
          <a:xfrm>
            <a:off x="-591616" y="5431344"/>
            <a:ext cx="5842258" cy="493160"/>
          </a:xfrm>
          <a:prstGeom prst="roundRect">
            <a:avLst>
              <a:gd name="adj" fmla="val 16667"/>
            </a:avLst>
          </a:prstGeom>
          <a:solidFill>
            <a:schemeClr val="accent1"/>
          </a:solidFill>
          <a:ln w="12700" cap="flat" cmpd="sng">
            <a:solidFill>
              <a:srgbClr val="31538F"/>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1" i="0" u="none" strike="noStrike" cap="none">
              <a:solidFill>
                <a:schemeClr val="lt1"/>
              </a:solidFill>
              <a:latin typeface="Calibri"/>
              <a:ea typeface="Calibri"/>
              <a:cs typeface="Calibri"/>
              <a:sym typeface="Calibri"/>
            </a:endParaRPr>
          </a:p>
        </p:txBody>
      </p:sp>
      <p:sp>
        <p:nvSpPr>
          <p:cNvPr id="212" name="Google Shape;212;p6"/>
          <p:cNvSpPr txBox="1"/>
          <p:nvPr/>
        </p:nvSpPr>
        <p:spPr>
          <a:xfrm>
            <a:off x="487865" y="5401284"/>
            <a:ext cx="4843837" cy="52322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400"/>
              <a:buFont typeface="Arial"/>
              <a:buNone/>
            </a:pPr>
            <a:r>
              <a:rPr lang="es-AR" sz="1400" b="1" i="0" u="none" strike="noStrike" cap="none">
                <a:solidFill>
                  <a:schemeClr val="lt1"/>
                </a:solidFill>
                <a:latin typeface="Calibri"/>
                <a:ea typeface="Calibri"/>
                <a:cs typeface="Calibri"/>
                <a:sym typeface="Calibri"/>
              </a:rPr>
              <a:t>Ej: Aumentar las ventas de la nueva línea de productos químicos en un 20% al 31/12/2020.</a:t>
            </a:r>
            <a:endParaRPr sz="1400" b="0" i="0" u="none" strike="noStrike" cap="none">
              <a:solidFill>
                <a:srgbClr val="000000"/>
              </a:solidFill>
              <a:latin typeface="Arial"/>
              <a:ea typeface="Arial"/>
              <a:cs typeface="Arial"/>
              <a:sym typeface="Arial"/>
            </a:endParaRPr>
          </a:p>
        </p:txBody>
      </p:sp>
      <p:sp>
        <p:nvSpPr>
          <p:cNvPr id="213" name="Google Shape;213;p6"/>
          <p:cNvSpPr/>
          <p:nvPr/>
        </p:nvSpPr>
        <p:spPr>
          <a:xfrm>
            <a:off x="5435418" y="5431344"/>
            <a:ext cx="4953000" cy="493160"/>
          </a:xfrm>
          <a:prstGeom prst="roundRect">
            <a:avLst>
              <a:gd name="adj" fmla="val 16667"/>
            </a:avLst>
          </a:prstGeom>
          <a:solidFill>
            <a:schemeClr val="accent1"/>
          </a:solidFill>
          <a:ln w="12700" cap="flat" cmpd="sng">
            <a:solidFill>
              <a:srgbClr val="31538F"/>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1" i="0" u="none" strike="noStrike" cap="none">
              <a:solidFill>
                <a:schemeClr val="lt1"/>
              </a:solidFill>
              <a:latin typeface="Calibri"/>
              <a:ea typeface="Calibri"/>
              <a:cs typeface="Calibri"/>
              <a:sym typeface="Calibri"/>
            </a:endParaRPr>
          </a:p>
        </p:txBody>
      </p:sp>
      <p:sp>
        <p:nvSpPr>
          <p:cNvPr id="214" name="Google Shape;214;p6"/>
          <p:cNvSpPr txBox="1"/>
          <p:nvPr/>
        </p:nvSpPr>
        <p:spPr>
          <a:xfrm>
            <a:off x="5435418" y="5416313"/>
            <a:ext cx="4843837" cy="52322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400"/>
              <a:buFont typeface="Arial"/>
              <a:buNone/>
            </a:pPr>
            <a:r>
              <a:rPr lang="es-AR" sz="1400" b="1" i="0" u="none" strike="noStrike" cap="none">
                <a:solidFill>
                  <a:schemeClr val="lt1"/>
                </a:solidFill>
                <a:latin typeface="Calibri"/>
                <a:ea typeface="Calibri"/>
                <a:cs typeface="Calibri"/>
                <a:sym typeface="Calibri"/>
              </a:rPr>
              <a:t>Ej: Mantener e incrementar la cartera de clientes de la compañía, asegurando un servicio de calidad.</a:t>
            </a:r>
            <a:endParaRPr sz="1400" b="0" i="0" u="none" strike="noStrike" cap="none">
              <a:solidFill>
                <a:srgbClr val="000000"/>
              </a:solidFill>
              <a:latin typeface="Arial"/>
              <a:ea typeface="Arial"/>
              <a:cs typeface="Arial"/>
              <a:sym typeface="Arial"/>
            </a:endParaRPr>
          </a:p>
        </p:txBody>
      </p:sp>
      <p:pic>
        <p:nvPicPr>
          <p:cNvPr id="215" name="Google Shape;215;p6" descr="Resultado de imagen para utn regional buenos aires ingenieria industrial"/>
          <p:cNvPicPr preferRelativeResize="0"/>
          <p:nvPr/>
        </p:nvPicPr>
        <p:blipFill rotWithShape="1">
          <a:blip r:embed="rId5">
            <a:alphaModFix/>
          </a:blip>
          <a:srcRect/>
          <a:stretch/>
        </p:blipFill>
        <p:spPr>
          <a:xfrm>
            <a:off x="7041232" y="0"/>
            <a:ext cx="2637692" cy="1011116"/>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221"/>
        <p:cNvGrpSpPr/>
        <p:nvPr/>
      </p:nvGrpSpPr>
      <p:grpSpPr>
        <a:xfrm>
          <a:off x="0" y="0"/>
          <a:ext cx="0" cy="0"/>
          <a:chOff x="0" y="0"/>
          <a:chExt cx="0" cy="0"/>
        </a:xfrm>
      </p:grpSpPr>
      <p:pic>
        <p:nvPicPr>
          <p:cNvPr id="222" name="Google Shape;222;p7"/>
          <p:cNvPicPr preferRelativeResize="0"/>
          <p:nvPr/>
        </p:nvPicPr>
        <p:blipFill rotWithShape="1">
          <a:blip r:embed="rId3">
            <a:alphaModFix/>
          </a:blip>
          <a:srcRect/>
          <a:stretch/>
        </p:blipFill>
        <p:spPr>
          <a:xfrm>
            <a:off x="1735012" y="1700808"/>
            <a:ext cx="6435975" cy="3168352"/>
          </a:xfrm>
          <a:prstGeom prst="rect">
            <a:avLst/>
          </a:prstGeom>
          <a:noFill/>
          <a:ln>
            <a:noFill/>
          </a:ln>
        </p:spPr>
      </p:pic>
      <p:sp>
        <p:nvSpPr>
          <p:cNvPr id="223" name="Google Shape;223;p7"/>
          <p:cNvSpPr txBox="1"/>
          <p:nvPr/>
        </p:nvSpPr>
        <p:spPr>
          <a:xfrm>
            <a:off x="0" y="-24"/>
            <a:ext cx="9906000" cy="1188000"/>
          </a:xfrm>
          <a:prstGeom prst="rect">
            <a:avLst/>
          </a:prstGeom>
          <a:noFill/>
          <a:ln>
            <a:noFill/>
          </a:ln>
        </p:spPr>
        <p:txBody>
          <a:bodyPr spcFirstLastPara="1" wrap="square" lIns="72000" tIns="252000" rIns="72000" bIns="36000" anchor="ctr" anchorCtr="0">
            <a:noAutofit/>
          </a:bodyPr>
          <a:lstStyle/>
          <a:p>
            <a:pPr marL="0" marR="0" lvl="0" indent="0" algn="l" rtl="0">
              <a:lnSpc>
                <a:spcPct val="90000"/>
              </a:lnSpc>
              <a:spcBef>
                <a:spcPts val="0"/>
              </a:spcBef>
              <a:spcAft>
                <a:spcPts val="0"/>
              </a:spcAft>
              <a:buClr>
                <a:srgbClr val="000000"/>
              </a:buClr>
              <a:buSzPts val="2400"/>
              <a:buFont typeface="Arial"/>
              <a:buNone/>
            </a:pPr>
            <a:endParaRPr sz="1400" b="0" i="0" u="none" strike="noStrike" cap="none">
              <a:solidFill>
                <a:srgbClr val="000000"/>
              </a:solidFill>
              <a:latin typeface="Arial"/>
              <a:ea typeface="Arial"/>
              <a:cs typeface="Arial"/>
              <a:sym typeface="Arial"/>
            </a:endParaRPr>
          </a:p>
          <a:p>
            <a:pPr marL="714375" marR="0" lvl="0" indent="-714375" algn="l" rtl="0">
              <a:lnSpc>
                <a:spcPct val="90000"/>
              </a:lnSpc>
              <a:spcBef>
                <a:spcPts val="0"/>
              </a:spcBef>
              <a:spcAft>
                <a:spcPts val="0"/>
              </a:spcAft>
              <a:buClr>
                <a:srgbClr val="000000"/>
              </a:buClr>
              <a:buSzPts val="2400"/>
              <a:buFont typeface="Arial"/>
              <a:buNone/>
            </a:pPr>
            <a:r>
              <a:rPr lang="es-AR" sz="2400" b="1" i="0" u="none" strike="noStrike" cap="none">
                <a:solidFill>
                  <a:srgbClr val="002060"/>
                </a:solidFill>
                <a:latin typeface="Calibri"/>
                <a:ea typeface="Calibri"/>
                <a:cs typeface="Calibri"/>
                <a:sym typeface="Calibri"/>
              </a:rPr>
              <a:t>Planificación – Redacción de Objetivos SMART</a:t>
            </a:r>
            <a:endParaRPr sz="1400" b="0" i="0" u="none" strike="noStrike" cap="none">
              <a:solidFill>
                <a:srgbClr val="000000"/>
              </a:solidFill>
              <a:latin typeface="Arial"/>
              <a:ea typeface="Arial"/>
              <a:cs typeface="Arial"/>
              <a:sym typeface="Arial"/>
            </a:endParaRPr>
          </a:p>
        </p:txBody>
      </p:sp>
      <p:pic>
        <p:nvPicPr>
          <p:cNvPr id="224" name="Google Shape;224;p7" descr="Resultado de imagen para utn regional buenos aires ingenieria industrial"/>
          <p:cNvPicPr preferRelativeResize="0"/>
          <p:nvPr/>
        </p:nvPicPr>
        <p:blipFill rotWithShape="1">
          <a:blip r:embed="rId4">
            <a:alphaModFix/>
          </a:blip>
          <a:srcRect/>
          <a:stretch/>
        </p:blipFill>
        <p:spPr>
          <a:xfrm>
            <a:off x="7041232" y="0"/>
            <a:ext cx="2637692" cy="1011116"/>
          </a:xfrm>
          <a:prstGeom prst="rect">
            <a:avLst/>
          </a:prstGeom>
          <a:noFill/>
          <a:ln>
            <a:noFill/>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222"/>
                                        </p:tgtEl>
                                        <p:attrNameLst>
                                          <p:attrName>style.visibility</p:attrName>
                                        </p:attrNameLst>
                                      </p:cBhvr>
                                      <p:to>
                                        <p:strVal val="visible"/>
                                      </p:to>
                                    </p:set>
                                    <p:animEffect transition="in" filter="fade">
                                      <p:cBhvr>
                                        <p:cTn id="7" dur="1500"/>
                                        <p:tgtEl>
                                          <p:spTgt spid="22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228"/>
        <p:cNvGrpSpPr/>
        <p:nvPr/>
      </p:nvGrpSpPr>
      <p:grpSpPr>
        <a:xfrm>
          <a:off x="0" y="0"/>
          <a:ext cx="0" cy="0"/>
          <a:chOff x="0" y="0"/>
          <a:chExt cx="0" cy="0"/>
        </a:xfrm>
      </p:grpSpPr>
      <p:graphicFrame>
        <p:nvGraphicFramePr>
          <p:cNvPr id="229" name="Google Shape;229;p8"/>
          <p:cNvGraphicFramePr/>
          <p:nvPr/>
        </p:nvGraphicFramePr>
        <p:xfrm>
          <a:off x="200474" y="2452212"/>
          <a:ext cx="3000000" cy="3000000"/>
        </p:xfrm>
        <a:graphic>
          <a:graphicData uri="http://schemas.openxmlformats.org/drawingml/2006/table">
            <a:tbl>
              <a:tblPr firstRow="1" bandRow="1">
                <a:noFill/>
                <a:tableStyleId>{61DB9517-9E5D-4F98-BFC5-E021F5AC449E}</a:tableStyleId>
              </a:tblPr>
              <a:tblGrid>
                <a:gridCol w="4248475">
                  <a:extLst>
                    <a:ext uri="{9D8B030D-6E8A-4147-A177-3AD203B41FA5}">
                      <a16:colId xmlns:a16="http://schemas.microsoft.com/office/drawing/2014/main" val="20000"/>
                    </a:ext>
                  </a:extLst>
                </a:gridCol>
                <a:gridCol w="1008100">
                  <a:extLst>
                    <a:ext uri="{9D8B030D-6E8A-4147-A177-3AD203B41FA5}">
                      <a16:colId xmlns:a16="http://schemas.microsoft.com/office/drawing/2014/main" val="20001"/>
                    </a:ext>
                  </a:extLst>
                </a:gridCol>
                <a:gridCol w="1008100">
                  <a:extLst>
                    <a:ext uri="{9D8B030D-6E8A-4147-A177-3AD203B41FA5}">
                      <a16:colId xmlns:a16="http://schemas.microsoft.com/office/drawing/2014/main" val="20002"/>
                    </a:ext>
                  </a:extLst>
                </a:gridCol>
                <a:gridCol w="1008100">
                  <a:extLst>
                    <a:ext uri="{9D8B030D-6E8A-4147-A177-3AD203B41FA5}">
                      <a16:colId xmlns:a16="http://schemas.microsoft.com/office/drawing/2014/main" val="20003"/>
                    </a:ext>
                  </a:extLst>
                </a:gridCol>
                <a:gridCol w="936100">
                  <a:extLst>
                    <a:ext uri="{9D8B030D-6E8A-4147-A177-3AD203B41FA5}">
                      <a16:colId xmlns:a16="http://schemas.microsoft.com/office/drawing/2014/main" val="20004"/>
                    </a:ext>
                  </a:extLst>
                </a:gridCol>
                <a:gridCol w="936100">
                  <a:extLst>
                    <a:ext uri="{9D8B030D-6E8A-4147-A177-3AD203B41FA5}">
                      <a16:colId xmlns:a16="http://schemas.microsoft.com/office/drawing/2014/main" val="20005"/>
                    </a:ext>
                  </a:extLst>
                </a:gridCol>
              </a:tblGrid>
              <a:tr h="365925">
                <a:tc>
                  <a:txBody>
                    <a:bodyPr/>
                    <a:lstStyle/>
                    <a:p>
                      <a:pPr marL="0" marR="0" lvl="0" indent="0" algn="l" rtl="0">
                        <a:lnSpc>
                          <a:spcPct val="100000"/>
                        </a:lnSpc>
                        <a:spcBef>
                          <a:spcPts val="0"/>
                        </a:spcBef>
                        <a:spcAft>
                          <a:spcPts val="0"/>
                        </a:spcAft>
                        <a:buClr>
                          <a:srgbClr val="002060"/>
                        </a:buClr>
                        <a:buSzPts val="1400"/>
                        <a:buFont typeface="Arial"/>
                        <a:buNone/>
                      </a:pPr>
                      <a:r>
                        <a:rPr lang="es-AR" sz="1400" b="1" u="none" strike="noStrike" cap="none">
                          <a:solidFill>
                            <a:srgbClr val="002060"/>
                          </a:solidFill>
                          <a:latin typeface="Arial"/>
                          <a:ea typeface="Arial"/>
                          <a:cs typeface="Arial"/>
                          <a:sym typeface="Arial"/>
                        </a:rPr>
                        <a:t>Participar del seminario de entrenamiento en presentaciones orales</a:t>
                      </a:r>
                      <a:endParaRPr sz="1400" u="none" strike="noStrike" cap="none"/>
                    </a:p>
                  </a:txBody>
                  <a:tcPr marL="91450" marR="91450" marT="45725" marB="45725">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463"/>
                        <a:buFont typeface="Arial"/>
                        <a:buNone/>
                      </a:pPr>
                      <a:endParaRPr sz="1463" u="none" strike="noStrike" cap="none"/>
                    </a:p>
                  </a:txBody>
                  <a:tcPr marL="91450" marR="91450" marT="45725" marB="45725">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463"/>
                        <a:buFont typeface="Arial"/>
                        <a:buNone/>
                      </a:pPr>
                      <a:endParaRPr sz="1463" u="none" strike="noStrike" cap="none"/>
                    </a:p>
                  </a:txBody>
                  <a:tcPr marL="91450" marR="91450" marT="45725" marB="45725">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463"/>
                        <a:buFont typeface="Arial"/>
                        <a:buNone/>
                      </a:pPr>
                      <a:endParaRPr sz="1463" u="none" strike="noStrike" cap="none"/>
                    </a:p>
                  </a:txBody>
                  <a:tcPr marL="91450" marR="91450" marT="45725" marB="45725">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463"/>
                        <a:buFont typeface="Arial"/>
                        <a:buNone/>
                      </a:pPr>
                      <a:endParaRPr sz="1463" u="none" strike="noStrike" cap="none"/>
                    </a:p>
                  </a:txBody>
                  <a:tcPr marL="91450" marR="91450" marT="45725" marB="45725">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463"/>
                        <a:buFont typeface="Arial"/>
                        <a:buNone/>
                      </a:pPr>
                      <a:endParaRPr sz="1463" u="none" strike="noStrike" cap="none"/>
                    </a:p>
                  </a:txBody>
                  <a:tcPr marL="91450" marR="91450" marT="45725" marB="45725">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extLst>
                  <a:ext uri="{0D108BD9-81ED-4DB2-BD59-A6C34878D82A}">
                    <a16:rowId xmlns:a16="http://schemas.microsoft.com/office/drawing/2014/main" val="10000"/>
                  </a:ext>
                </a:extLst>
              </a:tr>
              <a:tr h="365925">
                <a:tc>
                  <a:txBody>
                    <a:bodyPr/>
                    <a:lstStyle/>
                    <a:p>
                      <a:pPr marL="0" marR="0" lvl="0" indent="0" algn="l" rtl="0">
                        <a:lnSpc>
                          <a:spcPct val="100000"/>
                        </a:lnSpc>
                        <a:spcBef>
                          <a:spcPts val="0"/>
                        </a:spcBef>
                        <a:spcAft>
                          <a:spcPts val="0"/>
                        </a:spcAft>
                        <a:buClr>
                          <a:srgbClr val="002060"/>
                        </a:buClr>
                        <a:buSzPts val="1400"/>
                        <a:buFont typeface="Arial"/>
                        <a:buNone/>
                      </a:pPr>
                      <a:r>
                        <a:rPr lang="es-AR" sz="1400" b="1" u="none" strike="noStrike" cap="none">
                          <a:solidFill>
                            <a:srgbClr val="002060"/>
                          </a:solidFill>
                          <a:latin typeface="Arial"/>
                          <a:ea typeface="Arial"/>
                          <a:cs typeface="Arial"/>
                          <a:sym typeface="Arial"/>
                        </a:rPr>
                        <a:t>Reducir un 11% los costos del área lo antes posible.</a:t>
                      </a:r>
                      <a:endParaRPr sz="1400" u="none" strike="noStrike" cap="none"/>
                    </a:p>
                  </a:txBody>
                  <a:tcPr marL="91450" marR="91450" marT="45725" marB="45725">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463"/>
                        <a:buFont typeface="Arial"/>
                        <a:buNone/>
                      </a:pPr>
                      <a:endParaRPr sz="1463" u="none" strike="noStrike" cap="none"/>
                    </a:p>
                  </a:txBody>
                  <a:tcPr marL="91450" marR="91450" marT="45725" marB="45725">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463"/>
                        <a:buFont typeface="Arial"/>
                        <a:buNone/>
                      </a:pPr>
                      <a:endParaRPr sz="1463" u="none" strike="noStrike" cap="none"/>
                    </a:p>
                  </a:txBody>
                  <a:tcPr marL="91450" marR="91450" marT="45725" marB="45725">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463"/>
                        <a:buFont typeface="Arial"/>
                        <a:buNone/>
                      </a:pPr>
                      <a:endParaRPr sz="1463" u="none" strike="noStrike" cap="none"/>
                    </a:p>
                  </a:txBody>
                  <a:tcPr marL="91450" marR="91450" marT="45725" marB="45725">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463"/>
                        <a:buFont typeface="Arial"/>
                        <a:buNone/>
                      </a:pPr>
                      <a:endParaRPr sz="1463" u="none" strike="noStrike" cap="none"/>
                    </a:p>
                  </a:txBody>
                  <a:tcPr marL="91450" marR="91450" marT="45725" marB="45725">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463"/>
                        <a:buFont typeface="Arial"/>
                        <a:buNone/>
                      </a:pPr>
                      <a:endParaRPr sz="1463" u="none" strike="noStrike" cap="none"/>
                    </a:p>
                  </a:txBody>
                  <a:tcPr marL="91450" marR="91450" marT="45725" marB="45725">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extLst>
                  <a:ext uri="{0D108BD9-81ED-4DB2-BD59-A6C34878D82A}">
                    <a16:rowId xmlns:a16="http://schemas.microsoft.com/office/drawing/2014/main" val="10001"/>
                  </a:ext>
                </a:extLst>
              </a:tr>
              <a:tr h="365925">
                <a:tc>
                  <a:txBody>
                    <a:bodyPr/>
                    <a:lstStyle/>
                    <a:p>
                      <a:pPr marL="0" marR="0" lvl="0" indent="0" algn="l" rtl="0">
                        <a:lnSpc>
                          <a:spcPct val="100000"/>
                        </a:lnSpc>
                        <a:spcBef>
                          <a:spcPts val="0"/>
                        </a:spcBef>
                        <a:spcAft>
                          <a:spcPts val="0"/>
                        </a:spcAft>
                        <a:buClr>
                          <a:srgbClr val="002060"/>
                        </a:buClr>
                        <a:buSzPts val="1400"/>
                        <a:buFont typeface="Arial"/>
                        <a:buNone/>
                      </a:pPr>
                      <a:r>
                        <a:rPr lang="es-AR" sz="1400" b="1" u="none" strike="noStrike" cap="none">
                          <a:solidFill>
                            <a:srgbClr val="002060"/>
                          </a:solidFill>
                          <a:latin typeface="Arial"/>
                          <a:ea typeface="Arial"/>
                          <a:cs typeface="Arial"/>
                          <a:sym typeface="Arial"/>
                        </a:rPr>
                        <a:t>Esforzarse continuamente y tener espíritu de mejora continua al 31/12/20.</a:t>
                      </a:r>
                      <a:endParaRPr sz="1400" u="none" strike="noStrike" cap="none"/>
                    </a:p>
                  </a:txBody>
                  <a:tcPr marL="91450" marR="91450" marT="45725" marB="45725">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463"/>
                        <a:buFont typeface="Arial"/>
                        <a:buNone/>
                      </a:pPr>
                      <a:endParaRPr sz="1463" u="none" strike="noStrike" cap="none"/>
                    </a:p>
                  </a:txBody>
                  <a:tcPr marL="91450" marR="91450" marT="45725" marB="45725">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463"/>
                        <a:buFont typeface="Arial"/>
                        <a:buNone/>
                      </a:pPr>
                      <a:endParaRPr sz="1463" u="none" strike="noStrike" cap="none"/>
                    </a:p>
                  </a:txBody>
                  <a:tcPr marL="91450" marR="91450" marT="45725" marB="45725">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463"/>
                        <a:buFont typeface="Arial"/>
                        <a:buNone/>
                      </a:pPr>
                      <a:endParaRPr sz="1463" u="none" strike="noStrike" cap="none"/>
                    </a:p>
                  </a:txBody>
                  <a:tcPr marL="91450" marR="91450" marT="45725" marB="45725">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463"/>
                        <a:buFont typeface="Arial"/>
                        <a:buNone/>
                      </a:pPr>
                      <a:endParaRPr sz="1463" u="none" strike="noStrike" cap="none"/>
                    </a:p>
                  </a:txBody>
                  <a:tcPr marL="91450" marR="91450" marT="45725" marB="45725">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463"/>
                        <a:buFont typeface="Arial"/>
                        <a:buNone/>
                      </a:pPr>
                      <a:endParaRPr sz="1463" u="none" strike="noStrike" cap="none"/>
                    </a:p>
                  </a:txBody>
                  <a:tcPr marL="91450" marR="91450" marT="45725" marB="45725">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extLst>
                  <a:ext uri="{0D108BD9-81ED-4DB2-BD59-A6C34878D82A}">
                    <a16:rowId xmlns:a16="http://schemas.microsoft.com/office/drawing/2014/main" val="10002"/>
                  </a:ext>
                </a:extLst>
              </a:tr>
              <a:tr h="365925">
                <a:tc>
                  <a:txBody>
                    <a:bodyPr/>
                    <a:lstStyle/>
                    <a:p>
                      <a:pPr marL="0" marR="0" lvl="0" indent="0" algn="l" rtl="0">
                        <a:lnSpc>
                          <a:spcPct val="100000"/>
                        </a:lnSpc>
                        <a:spcBef>
                          <a:spcPts val="0"/>
                        </a:spcBef>
                        <a:spcAft>
                          <a:spcPts val="0"/>
                        </a:spcAft>
                        <a:buClr>
                          <a:srgbClr val="002060"/>
                        </a:buClr>
                        <a:buSzPts val="1400"/>
                        <a:buFont typeface="Arial"/>
                        <a:buNone/>
                      </a:pPr>
                      <a:r>
                        <a:rPr lang="es-AR" sz="1400" b="1" u="none" strike="noStrike" cap="none">
                          <a:solidFill>
                            <a:srgbClr val="002060"/>
                          </a:solidFill>
                          <a:latin typeface="Arial"/>
                          <a:ea typeface="Arial"/>
                          <a:cs typeface="Arial"/>
                          <a:sym typeface="Arial"/>
                        </a:rPr>
                        <a:t>Establecer un procedimiento para contabilizar la cantidad de veces que se riegan las plantas de la oficina al 31/12/2019.</a:t>
                      </a:r>
                      <a:endParaRPr sz="1400" u="none" strike="noStrike" cap="none"/>
                    </a:p>
                  </a:txBody>
                  <a:tcPr marL="91450" marR="91450" marT="45725" marB="45725">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463"/>
                        <a:buFont typeface="Arial"/>
                        <a:buNone/>
                      </a:pPr>
                      <a:endParaRPr sz="1463" u="none" strike="noStrike" cap="none"/>
                    </a:p>
                  </a:txBody>
                  <a:tcPr marL="91450" marR="91450" marT="45725" marB="45725">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463"/>
                        <a:buFont typeface="Arial"/>
                        <a:buNone/>
                      </a:pPr>
                      <a:endParaRPr sz="1463" u="none" strike="noStrike" cap="none"/>
                    </a:p>
                  </a:txBody>
                  <a:tcPr marL="91450" marR="91450" marT="45725" marB="45725">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463"/>
                        <a:buFont typeface="Arial"/>
                        <a:buNone/>
                      </a:pPr>
                      <a:endParaRPr sz="1463" u="none" strike="noStrike" cap="none"/>
                    </a:p>
                  </a:txBody>
                  <a:tcPr marL="91450" marR="91450" marT="45725" marB="45725">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463"/>
                        <a:buFont typeface="Arial"/>
                        <a:buNone/>
                      </a:pPr>
                      <a:endParaRPr sz="1463" u="none" strike="noStrike" cap="none"/>
                    </a:p>
                  </a:txBody>
                  <a:tcPr marL="91450" marR="91450" marT="45725" marB="45725">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463"/>
                        <a:buFont typeface="Arial"/>
                        <a:buNone/>
                      </a:pPr>
                      <a:endParaRPr sz="1463" u="none" strike="noStrike" cap="none"/>
                    </a:p>
                  </a:txBody>
                  <a:tcPr marL="91450" marR="91450" marT="45725" marB="45725">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extLst>
                  <a:ext uri="{0D108BD9-81ED-4DB2-BD59-A6C34878D82A}">
                    <a16:rowId xmlns:a16="http://schemas.microsoft.com/office/drawing/2014/main" val="10003"/>
                  </a:ext>
                </a:extLst>
              </a:tr>
              <a:tr h="365925">
                <a:tc>
                  <a:txBody>
                    <a:bodyPr/>
                    <a:lstStyle/>
                    <a:p>
                      <a:pPr marL="0" marR="0" lvl="0" indent="0" algn="l" rtl="0">
                        <a:lnSpc>
                          <a:spcPct val="100000"/>
                        </a:lnSpc>
                        <a:spcBef>
                          <a:spcPts val="0"/>
                        </a:spcBef>
                        <a:spcAft>
                          <a:spcPts val="0"/>
                        </a:spcAft>
                        <a:buClr>
                          <a:srgbClr val="002060"/>
                        </a:buClr>
                        <a:buSzPts val="1400"/>
                        <a:buFont typeface="Arial"/>
                        <a:buNone/>
                      </a:pPr>
                      <a:r>
                        <a:rPr lang="es-AR" sz="1400" b="1" u="none" strike="noStrike" cap="none">
                          <a:solidFill>
                            <a:srgbClr val="002060"/>
                          </a:solidFill>
                          <a:latin typeface="Arial"/>
                          <a:ea typeface="Arial"/>
                          <a:cs typeface="Arial"/>
                          <a:sym typeface="Arial"/>
                        </a:rPr>
                        <a:t>Tener reuniones con algunos clientes para hacer seguimiento de los servicios brindados antes del 5 de diciembre de 2020.</a:t>
                      </a:r>
                      <a:endParaRPr sz="1400" u="none" strike="noStrike" cap="none"/>
                    </a:p>
                  </a:txBody>
                  <a:tcPr marL="91450" marR="91450" marT="45725" marB="45725">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463"/>
                        <a:buFont typeface="Arial"/>
                        <a:buNone/>
                      </a:pPr>
                      <a:endParaRPr sz="1463" u="none" strike="noStrike" cap="none"/>
                    </a:p>
                  </a:txBody>
                  <a:tcPr marL="91450" marR="91450" marT="45725" marB="45725">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463"/>
                        <a:buFont typeface="Arial"/>
                        <a:buNone/>
                      </a:pPr>
                      <a:endParaRPr sz="1463" u="none" strike="noStrike" cap="none"/>
                    </a:p>
                  </a:txBody>
                  <a:tcPr marL="91450" marR="91450" marT="45725" marB="45725">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463"/>
                        <a:buFont typeface="Arial"/>
                        <a:buNone/>
                      </a:pPr>
                      <a:endParaRPr sz="1463" u="none" strike="noStrike" cap="none"/>
                    </a:p>
                  </a:txBody>
                  <a:tcPr marL="91450" marR="91450" marT="45725" marB="45725">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463"/>
                        <a:buFont typeface="Arial"/>
                        <a:buNone/>
                      </a:pPr>
                      <a:endParaRPr sz="1463" u="none" strike="noStrike" cap="none"/>
                    </a:p>
                  </a:txBody>
                  <a:tcPr marL="91450" marR="91450" marT="45725" marB="45725">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463"/>
                        <a:buFont typeface="Arial"/>
                        <a:buNone/>
                      </a:pPr>
                      <a:endParaRPr sz="1463" u="none" strike="noStrike" cap="none"/>
                    </a:p>
                  </a:txBody>
                  <a:tcPr marL="91450" marR="91450" marT="45725" marB="45725">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extLst>
                  <a:ext uri="{0D108BD9-81ED-4DB2-BD59-A6C34878D82A}">
                    <a16:rowId xmlns:a16="http://schemas.microsoft.com/office/drawing/2014/main" val="10004"/>
                  </a:ext>
                </a:extLst>
              </a:tr>
            </a:tbl>
          </a:graphicData>
        </a:graphic>
      </p:graphicFrame>
      <p:pic>
        <p:nvPicPr>
          <p:cNvPr id="230" name="Google Shape;230;p8"/>
          <p:cNvPicPr preferRelativeResize="0"/>
          <p:nvPr/>
        </p:nvPicPr>
        <p:blipFill rotWithShape="1">
          <a:blip r:embed="rId3">
            <a:alphaModFix/>
          </a:blip>
          <a:srcRect t="42160"/>
          <a:stretch/>
        </p:blipFill>
        <p:spPr>
          <a:xfrm>
            <a:off x="4376936" y="1248257"/>
            <a:ext cx="5112568" cy="1455737"/>
          </a:xfrm>
          <a:prstGeom prst="rect">
            <a:avLst/>
          </a:prstGeom>
          <a:noFill/>
          <a:ln>
            <a:noFill/>
          </a:ln>
        </p:spPr>
      </p:pic>
      <p:pic>
        <p:nvPicPr>
          <p:cNvPr id="231" name="Google Shape;231;p8" descr="C:\Users\miolza\AppData\Local\Microsoft\Windows\Temporary Internet Files\Content.IE5\3YRXMI75\1024px-Red_x.svg[1].png"/>
          <p:cNvPicPr preferRelativeResize="0"/>
          <p:nvPr/>
        </p:nvPicPr>
        <p:blipFill rotWithShape="1">
          <a:blip r:embed="rId4">
            <a:alphaModFix/>
          </a:blip>
          <a:srcRect/>
          <a:stretch/>
        </p:blipFill>
        <p:spPr>
          <a:xfrm>
            <a:off x="7761312" y="2564904"/>
            <a:ext cx="360040" cy="360040"/>
          </a:xfrm>
          <a:prstGeom prst="rect">
            <a:avLst/>
          </a:prstGeom>
          <a:noFill/>
          <a:ln>
            <a:noFill/>
          </a:ln>
        </p:spPr>
      </p:pic>
      <p:pic>
        <p:nvPicPr>
          <p:cNvPr id="232" name="Google Shape;232;p8" descr="C:\Users\miolza\AppData\Local\Microsoft\Windows\Temporary Internet Files\Content.IE5\3YRXMI75\1024px-Red_x.svg[1].png"/>
          <p:cNvPicPr preferRelativeResize="0"/>
          <p:nvPr/>
        </p:nvPicPr>
        <p:blipFill rotWithShape="1">
          <a:blip r:embed="rId4">
            <a:alphaModFix/>
          </a:blip>
          <a:srcRect/>
          <a:stretch/>
        </p:blipFill>
        <p:spPr>
          <a:xfrm>
            <a:off x="8697416" y="2564904"/>
            <a:ext cx="360040" cy="360040"/>
          </a:xfrm>
          <a:prstGeom prst="rect">
            <a:avLst/>
          </a:prstGeom>
          <a:noFill/>
          <a:ln>
            <a:noFill/>
          </a:ln>
        </p:spPr>
      </p:pic>
      <p:pic>
        <p:nvPicPr>
          <p:cNvPr id="233" name="Google Shape;233;p8" descr="C:\Users\miolza\AppData\Local\Microsoft\Windows\Temporary Internet Files\Content.IE5\3YRXMI75\1024px-Red_x.svg[1].png"/>
          <p:cNvPicPr preferRelativeResize="0"/>
          <p:nvPr/>
        </p:nvPicPr>
        <p:blipFill rotWithShape="1">
          <a:blip r:embed="rId4">
            <a:alphaModFix/>
          </a:blip>
          <a:srcRect/>
          <a:stretch/>
        </p:blipFill>
        <p:spPr>
          <a:xfrm>
            <a:off x="8697416" y="3068960"/>
            <a:ext cx="360040" cy="360040"/>
          </a:xfrm>
          <a:prstGeom prst="rect">
            <a:avLst/>
          </a:prstGeom>
          <a:noFill/>
          <a:ln>
            <a:noFill/>
          </a:ln>
        </p:spPr>
      </p:pic>
      <p:pic>
        <p:nvPicPr>
          <p:cNvPr id="234" name="Google Shape;234;p8" descr="C:\Users\miolza\AppData\Local\Microsoft\Windows\Temporary Internet Files\Content.IE5\3YRXMI75\1024px-Red_x.svg[1].png"/>
          <p:cNvPicPr preferRelativeResize="0"/>
          <p:nvPr/>
        </p:nvPicPr>
        <p:blipFill rotWithShape="1">
          <a:blip r:embed="rId4">
            <a:alphaModFix/>
          </a:blip>
          <a:srcRect/>
          <a:stretch/>
        </p:blipFill>
        <p:spPr>
          <a:xfrm>
            <a:off x="5745088" y="3573016"/>
            <a:ext cx="360040" cy="360040"/>
          </a:xfrm>
          <a:prstGeom prst="rect">
            <a:avLst/>
          </a:prstGeom>
          <a:noFill/>
          <a:ln>
            <a:noFill/>
          </a:ln>
        </p:spPr>
      </p:pic>
      <p:pic>
        <p:nvPicPr>
          <p:cNvPr id="235" name="Google Shape;235;p8" descr="C:\Users\miolza\AppData\Local\Microsoft\Windows\Temporary Internet Files\Content.IE5\3YRXMI75\1024px-Red_x.svg[1].png"/>
          <p:cNvPicPr preferRelativeResize="0"/>
          <p:nvPr/>
        </p:nvPicPr>
        <p:blipFill rotWithShape="1">
          <a:blip r:embed="rId4">
            <a:alphaModFix/>
          </a:blip>
          <a:srcRect/>
          <a:stretch/>
        </p:blipFill>
        <p:spPr>
          <a:xfrm>
            <a:off x="4736976" y="3573016"/>
            <a:ext cx="360040" cy="360040"/>
          </a:xfrm>
          <a:prstGeom prst="rect">
            <a:avLst/>
          </a:prstGeom>
          <a:noFill/>
          <a:ln>
            <a:noFill/>
          </a:ln>
        </p:spPr>
      </p:pic>
      <p:pic>
        <p:nvPicPr>
          <p:cNvPr id="236" name="Google Shape;236;p8" descr="C:\Users\miolza\AppData\Local\Microsoft\Windows\Temporary Internet Files\Content.IE5\3YRXMI75\1024px-Red_x.svg[1].png"/>
          <p:cNvPicPr preferRelativeResize="0"/>
          <p:nvPr/>
        </p:nvPicPr>
        <p:blipFill rotWithShape="1">
          <a:blip r:embed="rId4">
            <a:alphaModFix/>
          </a:blip>
          <a:srcRect/>
          <a:stretch/>
        </p:blipFill>
        <p:spPr>
          <a:xfrm>
            <a:off x="7761312" y="4221088"/>
            <a:ext cx="360040" cy="360040"/>
          </a:xfrm>
          <a:prstGeom prst="rect">
            <a:avLst/>
          </a:prstGeom>
          <a:noFill/>
          <a:ln>
            <a:noFill/>
          </a:ln>
        </p:spPr>
      </p:pic>
      <p:pic>
        <p:nvPicPr>
          <p:cNvPr id="237" name="Google Shape;237;p8" descr="C:\Users\miolza\AppData\Local\Microsoft\Windows\Temporary Internet Files\Content.IE5\3YRXMI75\1024px-Red_x.svg[1].png"/>
          <p:cNvPicPr preferRelativeResize="0"/>
          <p:nvPr/>
        </p:nvPicPr>
        <p:blipFill rotWithShape="1">
          <a:blip r:embed="rId4">
            <a:alphaModFix/>
          </a:blip>
          <a:srcRect/>
          <a:stretch/>
        </p:blipFill>
        <p:spPr>
          <a:xfrm>
            <a:off x="4736976" y="4941168"/>
            <a:ext cx="360040" cy="360040"/>
          </a:xfrm>
          <a:prstGeom prst="rect">
            <a:avLst/>
          </a:prstGeom>
          <a:noFill/>
          <a:ln>
            <a:noFill/>
          </a:ln>
        </p:spPr>
      </p:pic>
      <p:pic>
        <p:nvPicPr>
          <p:cNvPr id="238" name="Google Shape;238;p8" descr="C:\Users\miolza\AppData\Local\Microsoft\Windows\Temporary Internet Files\Content.IE5\3YRXMI75\1024px-Red_x.svg[1].png"/>
          <p:cNvPicPr preferRelativeResize="0"/>
          <p:nvPr/>
        </p:nvPicPr>
        <p:blipFill rotWithShape="1">
          <a:blip r:embed="rId4">
            <a:alphaModFix/>
          </a:blip>
          <a:srcRect/>
          <a:stretch/>
        </p:blipFill>
        <p:spPr>
          <a:xfrm>
            <a:off x="5745088" y="4941168"/>
            <a:ext cx="360040" cy="360040"/>
          </a:xfrm>
          <a:prstGeom prst="rect">
            <a:avLst/>
          </a:prstGeom>
          <a:noFill/>
          <a:ln>
            <a:noFill/>
          </a:ln>
        </p:spPr>
      </p:pic>
      <p:pic>
        <p:nvPicPr>
          <p:cNvPr id="239" name="Google Shape;239;p8" descr="C:\Users\miolza\AppData\Local\Microsoft\Windows\Temporary Internet Files\Content.IE5\3YRXMI75\1024px-Red_x.svg[1].png"/>
          <p:cNvPicPr preferRelativeResize="0"/>
          <p:nvPr/>
        </p:nvPicPr>
        <p:blipFill rotWithShape="1">
          <a:blip r:embed="rId4">
            <a:alphaModFix/>
          </a:blip>
          <a:srcRect/>
          <a:stretch/>
        </p:blipFill>
        <p:spPr>
          <a:xfrm>
            <a:off x="6753200" y="2564904"/>
            <a:ext cx="360040" cy="360040"/>
          </a:xfrm>
          <a:prstGeom prst="rect">
            <a:avLst/>
          </a:prstGeom>
          <a:noFill/>
          <a:ln>
            <a:noFill/>
          </a:ln>
        </p:spPr>
      </p:pic>
      <p:sp>
        <p:nvSpPr>
          <p:cNvPr id="240" name="Google Shape;240;p8"/>
          <p:cNvSpPr txBox="1"/>
          <p:nvPr/>
        </p:nvSpPr>
        <p:spPr>
          <a:xfrm>
            <a:off x="0" y="-24"/>
            <a:ext cx="9906000" cy="1188000"/>
          </a:xfrm>
          <a:prstGeom prst="rect">
            <a:avLst/>
          </a:prstGeom>
          <a:noFill/>
          <a:ln>
            <a:noFill/>
          </a:ln>
        </p:spPr>
        <p:txBody>
          <a:bodyPr spcFirstLastPara="1" wrap="square" lIns="72000" tIns="252000" rIns="72000" bIns="36000" anchor="ctr" anchorCtr="0">
            <a:noAutofit/>
          </a:bodyPr>
          <a:lstStyle/>
          <a:p>
            <a:pPr marL="714375" marR="0" lvl="0" indent="-714375" algn="l" rtl="0">
              <a:lnSpc>
                <a:spcPct val="90000"/>
              </a:lnSpc>
              <a:spcBef>
                <a:spcPts val="0"/>
              </a:spcBef>
              <a:spcAft>
                <a:spcPts val="0"/>
              </a:spcAft>
              <a:buClr>
                <a:srgbClr val="000000"/>
              </a:buClr>
              <a:buSzPts val="2400"/>
              <a:buFont typeface="Arial"/>
              <a:buNone/>
            </a:pPr>
            <a:endParaRPr sz="1400" b="0" i="0" u="none" strike="noStrike" cap="none">
              <a:solidFill>
                <a:srgbClr val="000000"/>
              </a:solidFill>
              <a:latin typeface="Arial"/>
              <a:ea typeface="Arial"/>
              <a:cs typeface="Arial"/>
              <a:sym typeface="Arial"/>
            </a:endParaRPr>
          </a:p>
          <a:p>
            <a:pPr marL="714375" marR="0" lvl="0" indent="-714375" algn="l" rtl="0">
              <a:lnSpc>
                <a:spcPct val="90000"/>
              </a:lnSpc>
              <a:spcBef>
                <a:spcPts val="0"/>
              </a:spcBef>
              <a:spcAft>
                <a:spcPts val="0"/>
              </a:spcAft>
              <a:buClr>
                <a:srgbClr val="000000"/>
              </a:buClr>
              <a:buSzPts val="2400"/>
              <a:buFont typeface="Arial"/>
              <a:buNone/>
            </a:pPr>
            <a:r>
              <a:rPr lang="es-AR" sz="2400" b="1" i="0" u="none" strike="noStrike" cap="none">
                <a:solidFill>
                  <a:srgbClr val="002060"/>
                </a:solidFill>
                <a:latin typeface="Calibri"/>
                <a:ea typeface="Calibri"/>
                <a:cs typeface="Calibri"/>
                <a:sym typeface="Calibri"/>
              </a:rPr>
              <a:t>Redacción de Objetivos SMART - Ejercicio</a:t>
            </a:r>
            <a:endParaRPr sz="1400" b="0" i="0" u="none" strike="noStrike" cap="none">
              <a:solidFill>
                <a:srgbClr val="000000"/>
              </a:solidFill>
              <a:latin typeface="Arial"/>
              <a:ea typeface="Arial"/>
              <a:cs typeface="Arial"/>
              <a:sym typeface="Arial"/>
            </a:endParaRPr>
          </a:p>
        </p:txBody>
      </p:sp>
      <p:pic>
        <p:nvPicPr>
          <p:cNvPr id="241" name="Google Shape;241;p8" descr="Resultado de imagen para utn regional buenos aires ingenieria industrial"/>
          <p:cNvPicPr preferRelativeResize="0"/>
          <p:nvPr/>
        </p:nvPicPr>
        <p:blipFill rotWithShape="1">
          <a:blip r:embed="rId5">
            <a:alphaModFix/>
          </a:blip>
          <a:srcRect/>
          <a:stretch/>
        </p:blipFill>
        <p:spPr>
          <a:xfrm>
            <a:off x="7041232" y="0"/>
            <a:ext cx="2637692" cy="1011116"/>
          </a:xfrm>
          <a:prstGeom prst="rect">
            <a:avLst/>
          </a:prstGeom>
          <a:noFill/>
          <a:ln>
            <a:noFill/>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39"/>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231"/>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232"/>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233"/>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235"/>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234"/>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nodeType="clickEffect">
                                  <p:stCondLst>
                                    <p:cond delay="0"/>
                                  </p:stCondLst>
                                  <p:childTnLst>
                                    <p:set>
                                      <p:cBhvr>
                                        <p:cTn id="24" dur="1" fill="hold">
                                          <p:stCondLst>
                                            <p:cond delay="0"/>
                                          </p:stCondLst>
                                        </p:cTn>
                                        <p:tgtEl>
                                          <p:spTgt spid="236"/>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nodeType="clickEffect">
                                  <p:stCondLst>
                                    <p:cond delay="0"/>
                                  </p:stCondLst>
                                  <p:childTnLst>
                                    <p:set>
                                      <p:cBhvr>
                                        <p:cTn id="28" dur="1" fill="hold">
                                          <p:stCondLst>
                                            <p:cond delay="0"/>
                                          </p:stCondLst>
                                        </p:cTn>
                                        <p:tgtEl>
                                          <p:spTgt spid="237"/>
                                        </p:tgtEl>
                                        <p:attrNameLst>
                                          <p:attrName>style.visibility</p:attrName>
                                        </p:attrNameLst>
                                      </p:cBhvr>
                                      <p:to>
                                        <p:strVal val="visible"/>
                                      </p:to>
                                    </p:set>
                                  </p:childTnLst>
                                </p:cTn>
                              </p:par>
                              <p:par>
                                <p:cTn id="29" presetID="1" presetClass="entr" presetSubtype="0" fill="hold" nodeType="withEffect">
                                  <p:stCondLst>
                                    <p:cond delay="0"/>
                                  </p:stCondLst>
                                  <p:childTnLst>
                                    <p:set>
                                      <p:cBhvr>
                                        <p:cTn id="30" dur="1" fill="hold">
                                          <p:stCondLst>
                                            <p:cond delay="0"/>
                                          </p:stCondLst>
                                        </p:cTn>
                                        <p:tgtEl>
                                          <p:spTgt spid="23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245"/>
        <p:cNvGrpSpPr/>
        <p:nvPr/>
      </p:nvGrpSpPr>
      <p:grpSpPr>
        <a:xfrm>
          <a:off x="0" y="0"/>
          <a:ext cx="0" cy="0"/>
          <a:chOff x="0" y="0"/>
          <a:chExt cx="0" cy="0"/>
        </a:xfrm>
      </p:grpSpPr>
      <p:graphicFrame>
        <p:nvGraphicFramePr>
          <p:cNvPr id="246" name="Google Shape;246;p9"/>
          <p:cNvGraphicFramePr/>
          <p:nvPr/>
        </p:nvGraphicFramePr>
        <p:xfrm>
          <a:off x="200474" y="2441010"/>
          <a:ext cx="3000000" cy="3000000"/>
        </p:xfrm>
        <a:graphic>
          <a:graphicData uri="http://schemas.openxmlformats.org/drawingml/2006/table">
            <a:tbl>
              <a:tblPr firstRow="1" bandRow="1">
                <a:noFill/>
                <a:tableStyleId>{61DB9517-9E5D-4F98-BFC5-E021F5AC449E}</a:tableStyleId>
              </a:tblPr>
              <a:tblGrid>
                <a:gridCol w="4248475">
                  <a:extLst>
                    <a:ext uri="{9D8B030D-6E8A-4147-A177-3AD203B41FA5}">
                      <a16:colId xmlns:a16="http://schemas.microsoft.com/office/drawing/2014/main" val="20000"/>
                    </a:ext>
                  </a:extLst>
                </a:gridCol>
                <a:gridCol w="1008100">
                  <a:extLst>
                    <a:ext uri="{9D8B030D-6E8A-4147-A177-3AD203B41FA5}">
                      <a16:colId xmlns:a16="http://schemas.microsoft.com/office/drawing/2014/main" val="20001"/>
                    </a:ext>
                  </a:extLst>
                </a:gridCol>
                <a:gridCol w="1008100">
                  <a:extLst>
                    <a:ext uri="{9D8B030D-6E8A-4147-A177-3AD203B41FA5}">
                      <a16:colId xmlns:a16="http://schemas.microsoft.com/office/drawing/2014/main" val="20002"/>
                    </a:ext>
                  </a:extLst>
                </a:gridCol>
                <a:gridCol w="1008100">
                  <a:extLst>
                    <a:ext uri="{9D8B030D-6E8A-4147-A177-3AD203B41FA5}">
                      <a16:colId xmlns:a16="http://schemas.microsoft.com/office/drawing/2014/main" val="20003"/>
                    </a:ext>
                  </a:extLst>
                </a:gridCol>
                <a:gridCol w="936100">
                  <a:extLst>
                    <a:ext uri="{9D8B030D-6E8A-4147-A177-3AD203B41FA5}">
                      <a16:colId xmlns:a16="http://schemas.microsoft.com/office/drawing/2014/main" val="20004"/>
                    </a:ext>
                  </a:extLst>
                </a:gridCol>
                <a:gridCol w="936100">
                  <a:extLst>
                    <a:ext uri="{9D8B030D-6E8A-4147-A177-3AD203B41FA5}">
                      <a16:colId xmlns:a16="http://schemas.microsoft.com/office/drawing/2014/main" val="20005"/>
                    </a:ext>
                  </a:extLst>
                </a:gridCol>
              </a:tblGrid>
              <a:tr h="365925">
                <a:tc>
                  <a:txBody>
                    <a:bodyPr/>
                    <a:lstStyle/>
                    <a:p>
                      <a:pPr marL="0" marR="0" lvl="0" indent="0" algn="l" rtl="0">
                        <a:lnSpc>
                          <a:spcPct val="100000"/>
                        </a:lnSpc>
                        <a:spcBef>
                          <a:spcPts val="0"/>
                        </a:spcBef>
                        <a:spcAft>
                          <a:spcPts val="0"/>
                        </a:spcAft>
                        <a:buClr>
                          <a:srgbClr val="002060"/>
                        </a:buClr>
                        <a:buSzPts val="1400"/>
                        <a:buFont typeface="Arial"/>
                        <a:buNone/>
                      </a:pPr>
                      <a:r>
                        <a:rPr lang="es-AR" sz="1400" b="1" u="none" strike="noStrike" cap="none">
                          <a:solidFill>
                            <a:srgbClr val="002060"/>
                          </a:solidFill>
                          <a:latin typeface="Arial"/>
                          <a:ea typeface="Arial"/>
                          <a:cs typeface="Arial"/>
                          <a:sym typeface="Arial"/>
                        </a:rPr>
                        <a:t>Adaptarse al cambio.</a:t>
                      </a:r>
                      <a:endParaRPr sz="1400" u="none" strike="noStrike" cap="none"/>
                    </a:p>
                    <a:p>
                      <a:pPr marL="0" marR="0" lvl="0" indent="0" algn="l" rtl="0">
                        <a:lnSpc>
                          <a:spcPct val="100000"/>
                        </a:lnSpc>
                        <a:spcBef>
                          <a:spcPts val="0"/>
                        </a:spcBef>
                        <a:spcAft>
                          <a:spcPts val="0"/>
                        </a:spcAft>
                        <a:buClr>
                          <a:schemeClr val="dk1"/>
                        </a:buClr>
                        <a:buSzPts val="1400"/>
                        <a:buFont typeface="Calibri"/>
                        <a:buNone/>
                      </a:pPr>
                      <a:endParaRPr sz="1400" b="1" u="none" strike="noStrike" cap="none">
                        <a:solidFill>
                          <a:srgbClr val="002060"/>
                        </a:solidFill>
                        <a:latin typeface="Arial"/>
                        <a:ea typeface="Arial"/>
                        <a:cs typeface="Arial"/>
                        <a:sym typeface="Arial"/>
                      </a:endParaRPr>
                    </a:p>
                  </a:txBody>
                  <a:tcPr marL="91450" marR="91450" marT="45725" marB="45725">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463"/>
                        <a:buFont typeface="Arial"/>
                        <a:buNone/>
                      </a:pPr>
                      <a:endParaRPr sz="1463" u="none" strike="noStrike" cap="none"/>
                    </a:p>
                  </a:txBody>
                  <a:tcPr marL="91450" marR="91450" marT="45725" marB="45725">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463"/>
                        <a:buFont typeface="Arial"/>
                        <a:buNone/>
                      </a:pPr>
                      <a:endParaRPr sz="1463" u="none" strike="noStrike" cap="none"/>
                    </a:p>
                  </a:txBody>
                  <a:tcPr marL="91450" marR="91450" marT="45725" marB="45725">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463"/>
                        <a:buFont typeface="Arial"/>
                        <a:buNone/>
                      </a:pPr>
                      <a:endParaRPr sz="1463" u="none" strike="noStrike" cap="none"/>
                    </a:p>
                  </a:txBody>
                  <a:tcPr marL="91450" marR="91450" marT="45725" marB="45725">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463"/>
                        <a:buFont typeface="Arial"/>
                        <a:buNone/>
                      </a:pPr>
                      <a:endParaRPr sz="1463" u="none" strike="noStrike" cap="none"/>
                    </a:p>
                  </a:txBody>
                  <a:tcPr marL="91450" marR="91450" marT="45725" marB="45725">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463"/>
                        <a:buFont typeface="Arial"/>
                        <a:buNone/>
                      </a:pPr>
                      <a:endParaRPr sz="1463" u="none" strike="noStrike" cap="none"/>
                    </a:p>
                  </a:txBody>
                  <a:tcPr marL="91450" marR="91450" marT="45725" marB="45725">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extLst>
                  <a:ext uri="{0D108BD9-81ED-4DB2-BD59-A6C34878D82A}">
                    <a16:rowId xmlns:a16="http://schemas.microsoft.com/office/drawing/2014/main" val="10000"/>
                  </a:ext>
                </a:extLst>
              </a:tr>
              <a:tr h="365925">
                <a:tc>
                  <a:txBody>
                    <a:bodyPr/>
                    <a:lstStyle/>
                    <a:p>
                      <a:pPr marL="0" marR="0" lvl="0" indent="0" algn="l" rtl="0">
                        <a:lnSpc>
                          <a:spcPct val="100000"/>
                        </a:lnSpc>
                        <a:spcBef>
                          <a:spcPts val="0"/>
                        </a:spcBef>
                        <a:spcAft>
                          <a:spcPts val="0"/>
                        </a:spcAft>
                        <a:buClr>
                          <a:srgbClr val="002060"/>
                        </a:buClr>
                        <a:buSzPts val="1400"/>
                        <a:buFont typeface="Arial"/>
                        <a:buNone/>
                      </a:pPr>
                      <a:r>
                        <a:rPr lang="es-AR" sz="1400" b="1" u="none" strike="noStrike" cap="none">
                          <a:solidFill>
                            <a:srgbClr val="002060"/>
                          </a:solidFill>
                          <a:latin typeface="Arial"/>
                          <a:ea typeface="Arial"/>
                          <a:cs typeface="Arial"/>
                          <a:sym typeface="Arial"/>
                        </a:rPr>
                        <a:t>Mejorar la integración con los compañeros de trabajo antes del verano 2018.</a:t>
                      </a:r>
                      <a:endParaRPr sz="1400" u="none" strike="noStrike" cap="none"/>
                    </a:p>
                  </a:txBody>
                  <a:tcPr marL="91450" marR="91450" marT="45725" marB="45725">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463"/>
                        <a:buFont typeface="Arial"/>
                        <a:buNone/>
                      </a:pPr>
                      <a:endParaRPr sz="1463" u="none" strike="noStrike" cap="none"/>
                    </a:p>
                  </a:txBody>
                  <a:tcPr marL="91450" marR="91450" marT="45725" marB="45725">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463"/>
                        <a:buFont typeface="Arial"/>
                        <a:buNone/>
                      </a:pPr>
                      <a:endParaRPr sz="1463" u="none" strike="noStrike" cap="none"/>
                    </a:p>
                  </a:txBody>
                  <a:tcPr marL="91450" marR="91450" marT="45725" marB="45725">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463"/>
                        <a:buFont typeface="Arial"/>
                        <a:buNone/>
                      </a:pPr>
                      <a:endParaRPr sz="1463" u="none" strike="noStrike" cap="none"/>
                    </a:p>
                  </a:txBody>
                  <a:tcPr marL="91450" marR="91450" marT="45725" marB="45725">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463"/>
                        <a:buFont typeface="Arial"/>
                        <a:buNone/>
                      </a:pPr>
                      <a:endParaRPr sz="1463" u="none" strike="noStrike" cap="none"/>
                    </a:p>
                  </a:txBody>
                  <a:tcPr marL="91450" marR="91450" marT="45725" marB="45725">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463"/>
                        <a:buFont typeface="Arial"/>
                        <a:buNone/>
                      </a:pPr>
                      <a:endParaRPr sz="1463" u="none" strike="noStrike" cap="none"/>
                    </a:p>
                  </a:txBody>
                  <a:tcPr marL="91450" marR="91450" marT="45725" marB="45725">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extLst>
                  <a:ext uri="{0D108BD9-81ED-4DB2-BD59-A6C34878D82A}">
                    <a16:rowId xmlns:a16="http://schemas.microsoft.com/office/drawing/2014/main" val="10001"/>
                  </a:ext>
                </a:extLst>
              </a:tr>
              <a:tr h="365925">
                <a:tc>
                  <a:txBody>
                    <a:bodyPr/>
                    <a:lstStyle/>
                    <a:p>
                      <a:pPr marL="0" marR="0" lvl="0" indent="0" algn="l" rtl="0">
                        <a:lnSpc>
                          <a:spcPct val="100000"/>
                        </a:lnSpc>
                        <a:spcBef>
                          <a:spcPts val="0"/>
                        </a:spcBef>
                        <a:spcAft>
                          <a:spcPts val="0"/>
                        </a:spcAft>
                        <a:buClr>
                          <a:srgbClr val="002060"/>
                        </a:buClr>
                        <a:buSzPts val="1400"/>
                        <a:buFont typeface="Arial"/>
                        <a:buNone/>
                      </a:pPr>
                      <a:r>
                        <a:rPr lang="es-AR" sz="1400" b="1" u="none" strike="noStrike" cap="none">
                          <a:solidFill>
                            <a:srgbClr val="002060"/>
                          </a:solidFill>
                          <a:latin typeface="Arial"/>
                          <a:ea typeface="Arial"/>
                          <a:cs typeface="Arial"/>
                          <a:sym typeface="Arial"/>
                        </a:rPr>
                        <a:t>Realizar más capacitaciones de Seg. e Hig. que el año pasado al 30/06/18.</a:t>
                      </a:r>
                      <a:endParaRPr sz="1400" b="1" u="none" strike="noStrike" cap="none">
                        <a:solidFill>
                          <a:srgbClr val="002060"/>
                        </a:solidFill>
                        <a:latin typeface="Arial"/>
                        <a:ea typeface="Arial"/>
                        <a:cs typeface="Arial"/>
                        <a:sym typeface="Arial"/>
                      </a:endParaRPr>
                    </a:p>
                  </a:txBody>
                  <a:tcPr marL="91450" marR="91450" marT="45725" marB="45725">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463"/>
                        <a:buFont typeface="Arial"/>
                        <a:buNone/>
                      </a:pPr>
                      <a:endParaRPr sz="1463" u="none" strike="noStrike" cap="none"/>
                    </a:p>
                  </a:txBody>
                  <a:tcPr marL="91450" marR="91450" marT="45725" marB="45725">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463"/>
                        <a:buFont typeface="Arial"/>
                        <a:buNone/>
                      </a:pPr>
                      <a:endParaRPr sz="1463" u="none" strike="noStrike" cap="none"/>
                    </a:p>
                  </a:txBody>
                  <a:tcPr marL="91450" marR="91450" marT="45725" marB="45725">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463"/>
                        <a:buFont typeface="Arial"/>
                        <a:buNone/>
                      </a:pPr>
                      <a:endParaRPr sz="1463" u="none" strike="noStrike" cap="none"/>
                    </a:p>
                  </a:txBody>
                  <a:tcPr marL="91450" marR="91450" marT="45725" marB="45725">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463"/>
                        <a:buFont typeface="Arial"/>
                        <a:buNone/>
                      </a:pPr>
                      <a:endParaRPr sz="1463" u="none" strike="noStrike" cap="none"/>
                    </a:p>
                  </a:txBody>
                  <a:tcPr marL="91450" marR="91450" marT="45725" marB="45725">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463"/>
                        <a:buFont typeface="Arial"/>
                        <a:buNone/>
                      </a:pPr>
                      <a:endParaRPr sz="1463" u="none" strike="noStrike" cap="none"/>
                    </a:p>
                  </a:txBody>
                  <a:tcPr marL="91450" marR="91450" marT="45725" marB="45725">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extLst>
                  <a:ext uri="{0D108BD9-81ED-4DB2-BD59-A6C34878D82A}">
                    <a16:rowId xmlns:a16="http://schemas.microsoft.com/office/drawing/2014/main" val="10002"/>
                  </a:ext>
                </a:extLst>
              </a:tr>
              <a:tr h="365925">
                <a:tc>
                  <a:txBody>
                    <a:bodyPr/>
                    <a:lstStyle/>
                    <a:p>
                      <a:pPr marL="0" marR="0" lvl="0" indent="0" algn="l" rtl="0">
                        <a:lnSpc>
                          <a:spcPct val="100000"/>
                        </a:lnSpc>
                        <a:spcBef>
                          <a:spcPts val="0"/>
                        </a:spcBef>
                        <a:spcAft>
                          <a:spcPts val="0"/>
                        </a:spcAft>
                        <a:buClr>
                          <a:srgbClr val="002060"/>
                        </a:buClr>
                        <a:buSzPts val="1400"/>
                        <a:buFont typeface="Arial"/>
                        <a:buNone/>
                      </a:pPr>
                      <a:r>
                        <a:rPr lang="es-AR" sz="1400" b="1" u="none" strike="noStrike" cap="none">
                          <a:solidFill>
                            <a:srgbClr val="002060"/>
                          </a:solidFill>
                          <a:latin typeface="Arial"/>
                          <a:ea typeface="Arial"/>
                          <a:cs typeface="Arial"/>
                          <a:sym typeface="Arial"/>
                        </a:rPr>
                        <a:t>Diseñar un sistema de medición de satisfacción de los clientes internos.</a:t>
                      </a:r>
                      <a:endParaRPr sz="1400" u="none" strike="noStrike" cap="none"/>
                    </a:p>
                  </a:txBody>
                  <a:tcPr marL="91450" marR="91450" marT="45725" marB="45725">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463"/>
                        <a:buFont typeface="Arial"/>
                        <a:buNone/>
                      </a:pPr>
                      <a:endParaRPr sz="1463" u="none" strike="noStrike" cap="none"/>
                    </a:p>
                  </a:txBody>
                  <a:tcPr marL="91450" marR="91450" marT="45725" marB="45725">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463"/>
                        <a:buFont typeface="Arial"/>
                        <a:buNone/>
                      </a:pPr>
                      <a:endParaRPr sz="1463" u="none" strike="noStrike" cap="none"/>
                    </a:p>
                  </a:txBody>
                  <a:tcPr marL="91450" marR="91450" marT="45725" marB="45725">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463"/>
                        <a:buFont typeface="Arial"/>
                        <a:buNone/>
                      </a:pPr>
                      <a:endParaRPr sz="1463" u="none" strike="noStrike" cap="none"/>
                    </a:p>
                  </a:txBody>
                  <a:tcPr marL="91450" marR="91450" marT="45725" marB="45725">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463"/>
                        <a:buFont typeface="Arial"/>
                        <a:buNone/>
                      </a:pPr>
                      <a:endParaRPr sz="1463" u="none" strike="noStrike" cap="none"/>
                    </a:p>
                  </a:txBody>
                  <a:tcPr marL="91450" marR="91450" marT="45725" marB="45725">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463"/>
                        <a:buFont typeface="Arial"/>
                        <a:buNone/>
                      </a:pPr>
                      <a:endParaRPr sz="1463" u="none" strike="noStrike" cap="none"/>
                    </a:p>
                  </a:txBody>
                  <a:tcPr marL="91450" marR="91450" marT="45725" marB="45725">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extLst>
                  <a:ext uri="{0D108BD9-81ED-4DB2-BD59-A6C34878D82A}">
                    <a16:rowId xmlns:a16="http://schemas.microsoft.com/office/drawing/2014/main" val="10003"/>
                  </a:ext>
                </a:extLst>
              </a:tr>
              <a:tr h="365925">
                <a:tc>
                  <a:txBody>
                    <a:bodyPr/>
                    <a:lstStyle/>
                    <a:p>
                      <a:pPr marL="0" marR="0" lvl="0" indent="0" algn="l" rtl="0">
                        <a:lnSpc>
                          <a:spcPct val="100000"/>
                        </a:lnSpc>
                        <a:spcBef>
                          <a:spcPts val="0"/>
                        </a:spcBef>
                        <a:spcAft>
                          <a:spcPts val="0"/>
                        </a:spcAft>
                        <a:buClr>
                          <a:srgbClr val="002060"/>
                        </a:buClr>
                        <a:buSzPts val="1400"/>
                        <a:buFont typeface="Arial"/>
                        <a:buNone/>
                      </a:pPr>
                      <a:r>
                        <a:rPr lang="es-AR" sz="1400" b="1" u="none" strike="noStrike" cap="none">
                          <a:solidFill>
                            <a:srgbClr val="002060"/>
                          </a:solidFill>
                          <a:latin typeface="Arial"/>
                          <a:ea typeface="Arial"/>
                          <a:cs typeface="Arial"/>
                          <a:sym typeface="Arial"/>
                        </a:rPr>
                        <a:t>Aumentar la producción de productos congelados un 3000% al 31/12/17.</a:t>
                      </a:r>
                      <a:endParaRPr sz="1400" u="none" strike="noStrike" cap="none"/>
                    </a:p>
                  </a:txBody>
                  <a:tcPr marL="91450" marR="91450" marT="45725" marB="45725">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463"/>
                        <a:buFont typeface="Arial"/>
                        <a:buNone/>
                      </a:pPr>
                      <a:endParaRPr sz="1463" u="none" strike="noStrike" cap="none"/>
                    </a:p>
                  </a:txBody>
                  <a:tcPr marL="91450" marR="91450" marT="45725" marB="45725">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463"/>
                        <a:buFont typeface="Arial"/>
                        <a:buNone/>
                      </a:pPr>
                      <a:endParaRPr sz="1463" u="none" strike="noStrike" cap="none"/>
                    </a:p>
                  </a:txBody>
                  <a:tcPr marL="91450" marR="91450" marT="45725" marB="45725">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463"/>
                        <a:buFont typeface="Arial"/>
                        <a:buNone/>
                      </a:pPr>
                      <a:endParaRPr sz="1463" u="none" strike="noStrike" cap="none"/>
                    </a:p>
                  </a:txBody>
                  <a:tcPr marL="91450" marR="91450" marT="45725" marB="45725">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463"/>
                        <a:buFont typeface="Arial"/>
                        <a:buNone/>
                      </a:pPr>
                      <a:endParaRPr sz="1463" u="none" strike="noStrike" cap="none"/>
                    </a:p>
                  </a:txBody>
                  <a:tcPr marL="91450" marR="91450" marT="45725" marB="45725">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463"/>
                        <a:buFont typeface="Arial"/>
                        <a:buNone/>
                      </a:pPr>
                      <a:endParaRPr sz="1463" u="none" strike="noStrike" cap="none"/>
                    </a:p>
                  </a:txBody>
                  <a:tcPr marL="91450" marR="91450" marT="45725" marB="45725">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extLst>
                  <a:ext uri="{0D108BD9-81ED-4DB2-BD59-A6C34878D82A}">
                    <a16:rowId xmlns:a16="http://schemas.microsoft.com/office/drawing/2014/main" val="10004"/>
                  </a:ext>
                </a:extLst>
              </a:tr>
              <a:tr h="365925">
                <a:tc>
                  <a:txBody>
                    <a:bodyPr/>
                    <a:lstStyle/>
                    <a:p>
                      <a:pPr marL="0" marR="0" lvl="0" indent="0" algn="l" rtl="0">
                        <a:lnSpc>
                          <a:spcPct val="100000"/>
                        </a:lnSpc>
                        <a:spcBef>
                          <a:spcPts val="0"/>
                        </a:spcBef>
                        <a:spcAft>
                          <a:spcPts val="0"/>
                        </a:spcAft>
                        <a:buClr>
                          <a:srgbClr val="002060"/>
                        </a:buClr>
                        <a:buSzPts val="1400"/>
                        <a:buFont typeface="Arial"/>
                        <a:buNone/>
                      </a:pPr>
                      <a:r>
                        <a:rPr lang="es-AR" sz="1400" b="1" u="none" strike="noStrike" cap="none">
                          <a:solidFill>
                            <a:srgbClr val="002060"/>
                          </a:solidFill>
                          <a:latin typeface="Arial"/>
                          <a:ea typeface="Arial"/>
                          <a:cs typeface="Arial"/>
                          <a:sym typeface="Arial"/>
                        </a:rPr>
                        <a:t>Ordenar el 92% de los cajones del escritorio.</a:t>
                      </a:r>
                      <a:endParaRPr sz="1400" u="none" strike="noStrike" cap="none"/>
                    </a:p>
                  </a:txBody>
                  <a:tcPr marL="91450" marR="91450" marT="45725" marB="45725">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463"/>
                        <a:buFont typeface="Arial"/>
                        <a:buNone/>
                      </a:pPr>
                      <a:endParaRPr sz="1463" u="none" strike="noStrike" cap="none"/>
                    </a:p>
                  </a:txBody>
                  <a:tcPr marL="91450" marR="91450" marT="45725" marB="45725">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463"/>
                        <a:buFont typeface="Arial"/>
                        <a:buNone/>
                      </a:pPr>
                      <a:endParaRPr sz="1463" u="none" strike="noStrike" cap="none"/>
                    </a:p>
                  </a:txBody>
                  <a:tcPr marL="91450" marR="91450" marT="45725" marB="45725">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463"/>
                        <a:buFont typeface="Arial"/>
                        <a:buNone/>
                      </a:pPr>
                      <a:endParaRPr sz="1463" u="none" strike="noStrike" cap="none"/>
                    </a:p>
                  </a:txBody>
                  <a:tcPr marL="91450" marR="91450" marT="45725" marB="45725">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463"/>
                        <a:buFont typeface="Arial"/>
                        <a:buNone/>
                      </a:pPr>
                      <a:endParaRPr sz="1463" u="none" strike="noStrike" cap="none"/>
                    </a:p>
                  </a:txBody>
                  <a:tcPr marL="91450" marR="91450" marT="45725" marB="45725">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463"/>
                        <a:buFont typeface="Arial"/>
                        <a:buNone/>
                      </a:pPr>
                      <a:endParaRPr sz="1463" u="none" strike="noStrike" cap="none"/>
                    </a:p>
                  </a:txBody>
                  <a:tcPr marL="91450" marR="91450" marT="45725" marB="45725">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extLst>
                  <a:ext uri="{0D108BD9-81ED-4DB2-BD59-A6C34878D82A}">
                    <a16:rowId xmlns:a16="http://schemas.microsoft.com/office/drawing/2014/main" val="10005"/>
                  </a:ext>
                </a:extLst>
              </a:tr>
            </a:tbl>
          </a:graphicData>
        </a:graphic>
      </p:graphicFrame>
      <p:pic>
        <p:nvPicPr>
          <p:cNvPr id="247" name="Google Shape;247;p9"/>
          <p:cNvPicPr preferRelativeResize="0"/>
          <p:nvPr/>
        </p:nvPicPr>
        <p:blipFill rotWithShape="1">
          <a:blip r:embed="rId3">
            <a:alphaModFix/>
          </a:blip>
          <a:srcRect t="42160"/>
          <a:stretch/>
        </p:blipFill>
        <p:spPr>
          <a:xfrm>
            <a:off x="4376936" y="1248257"/>
            <a:ext cx="5112568" cy="1455737"/>
          </a:xfrm>
          <a:prstGeom prst="rect">
            <a:avLst/>
          </a:prstGeom>
          <a:noFill/>
          <a:ln>
            <a:noFill/>
          </a:ln>
        </p:spPr>
      </p:pic>
      <p:pic>
        <p:nvPicPr>
          <p:cNvPr id="248" name="Google Shape;248;p9" descr="C:\Users\miolza\AppData\Local\Microsoft\Windows\Temporary Internet Files\Content.IE5\3YRXMI75\1024px-Red_x.svg[1].png"/>
          <p:cNvPicPr preferRelativeResize="0"/>
          <p:nvPr/>
        </p:nvPicPr>
        <p:blipFill rotWithShape="1">
          <a:blip r:embed="rId4">
            <a:alphaModFix/>
          </a:blip>
          <a:srcRect/>
          <a:stretch/>
        </p:blipFill>
        <p:spPr>
          <a:xfrm>
            <a:off x="5745088" y="2564904"/>
            <a:ext cx="360040" cy="360040"/>
          </a:xfrm>
          <a:prstGeom prst="rect">
            <a:avLst/>
          </a:prstGeom>
          <a:noFill/>
          <a:ln>
            <a:noFill/>
          </a:ln>
        </p:spPr>
      </p:pic>
      <p:pic>
        <p:nvPicPr>
          <p:cNvPr id="249" name="Google Shape;249;p9" descr="C:\Users\miolza\AppData\Local\Microsoft\Windows\Temporary Internet Files\Content.IE5\3YRXMI75\1024px-Red_x.svg[1].png"/>
          <p:cNvPicPr preferRelativeResize="0"/>
          <p:nvPr/>
        </p:nvPicPr>
        <p:blipFill rotWithShape="1">
          <a:blip r:embed="rId4">
            <a:alphaModFix/>
          </a:blip>
          <a:srcRect/>
          <a:stretch/>
        </p:blipFill>
        <p:spPr>
          <a:xfrm>
            <a:off x="8697416" y="2564904"/>
            <a:ext cx="360040" cy="360040"/>
          </a:xfrm>
          <a:prstGeom prst="rect">
            <a:avLst/>
          </a:prstGeom>
          <a:noFill/>
          <a:ln>
            <a:noFill/>
          </a:ln>
        </p:spPr>
      </p:pic>
      <p:pic>
        <p:nvPicPr>
          <p:cNvPr id="250" name="Google Shape;250;p9" descr="C:\Users\miolza\AppData\Local\Microsoft\Windows\Temporary Internet Files\Content.IE5\3YRXMI75\1024px-Red_x.svg[1].png"/>
          <p:cNvPicPr preferRelativeResize="0"/>
          <p:nvPr/>
        </p:nvPicPr>
        <p:blipFill rotWithShape="1">
          <a:blip r:embed="rId4">
            <a:alphaModFix/>
          </a:blip>
          <a:srcRect/>
          <a:stretch/>
        </p:blipFill>
        <p:spPr>
          <a:xfrm>
            <a:off x="4736976" y="2564904"/>
            <a:ext cx="360040" cy="360040"/>
          </a:xfrm>
          <a:prstGeom prst="rect">
            <a:avLst/>
          </a:prstGeom>
          <a:noFill/>
          <a:ln>
            <a:noFill/>
          </a:ln>
        </p:spPr>
      </p:pic>
      <p:pic>
        <p:nvPicPr>
          <p:cNvPr id="251" name="Google Shape;251;p9" descr="C:\Users\miolza\AppData\Local\Microsoft\Windows\Temporary Internet Files\Content.IE5\3YRXMI75\1024px-Red_x.svg[1].png"/>
          <p:cNvPicPr preferRelativeResize="0"/>
          <p:nvPr/>
        </p:nvPicPr>
        <p:blipFill rotWithShape="1">
          <a:blip r:embed="rId4">
            <a:alphaModFix/>
          </a:blip>
          <a:srcRect/>
          <a:stretch/>
        </p:blipFill>
        <p:spPr>
          <a:xfrm>
            <a:off x="5745088" y="3068960"/>
            <a:ext cx="360040" cy="360040"/>
          </a:xfrm>
          <a:prstGeom prst="rect">
            <a:avLst/>
          </a:prstGeom>
          <a:noFill/>
          <a:ln>
            <a:noFill/>
          </a:ln>
        </p:spPr>
      </p:pic>
      <p:pic>
        <p:nvPicPr>
          <p:cNvPr id="252" name="Google Shape;252;p9" descr="C:\Users\miolza\AppData\Local\Microsoft\Windows\Temporary Internet Files\Content.IE5\3YRXMI75\1024px-Red_x.svg[1].png"/>
          <p:cNvPicPr preferRelativeResize="0"/>
          <p:nvPr/>
        </p:nvPicPr>
        <p:blipFill rotWithShape="1">
          <a:blip r:embed="rId4">
            <a:alphaModFix/>
          </a:blip>
          <a:srcRect/>
          <a:stretch/>
        </p:blipFill>
        <p:spPr>
          <a:xfrm>
            <a:off x="5745088" y="3573016"/>
            <a:ext cx="360040" cy="360040"/>
          </a:xfrm>
          <a:prstGeom prst="rect">
            <a:avLst/>
          </a:prstGeom>
          <a:noFill/>
          <a:ln>
            <a:noFill/>
          </a:ln>
        </p:spPr>
      </p:pic>
      <p:pic>
        <p:nvPicPr>
          <p:cNvPr id="253" name="Google Shape;253;p9" descr="C:\Users\miolza\AppData\Local\Microsoft\Windows\Temporary Internet Files\Content.IE5\3YRXMI75\1024px-Red_x.svg[1].png"/>
          <p:cNvPicPr preferRelativeResize="0"/>
          <p:nvPr/>
        </p:nvPicPr>
        <p:blipFill rotWithShape="1">
          <a:blip r:embed="rId4">
            <a:alphaModFix/>
          </a:blip>
          <a:srcRect/>
          <a:stretch/>
        </p:blipFill>
        <p:spPr>
          <a:xfrm>
            <a:off x="8697416" y="4077072"/>
            <a:ext cx="360040" cy="360040"/>
          </a:xfrm>
          <a:prstGeom prst="rect">
            <a:avLst/>
          </a:prstGeom>
          <a:noFill/>
          <a:ln>
            <a:noFill/>
          </a:ln>
        </p:spPr>
      </p:pic>
      <p:pic>
        <p:nvPicPr>
          <p:cNvPr id="254" name="Google Shape;254;p9" descr="C:\Users\miolza\AppData\Local\Microsoft\Windows\Temporary Internet Files\Content.IE5\3YRXMI75\1024px-Red_x.svg[1].png"/>
          <p:cNvPicPr preferRelativeResize="0"/>
          <p:nvPr/>
        </p:nvPicPr>
        <p:blipFill rotWithShape="1">
          <a:blip r:embed="rId4">
            <a:alphaModFix/>
          </a:blip>
          <a:srcRect/>
          <a:stretch/>
        </p:blipFill>
        <p:spPr>
          <a:xfrm>
            <a:off x="6825208" y="4581128"/>
            <a:ext cx="360040" cy="360040"/>
          </a:xfrm>
          <a:prstGeom prst="rect">
            <a:avLst/>
          </a:prstGeom>
          <a:noFill/>
          <a:ln>
            <a:noFill/>
          </a:ln>
        </p:spPr>
      </p:pic>
      <p:pic>
        <p:nvPicPr>
          <p:cNvPr id="255" name="Google Shape;255;p9" descr="C:\Users\miolza\AppData\Local\Microsoft\Windows\Temporary Internet Files\Content.IE5\3YRXMI75\1024px-Red_x.svg[1].png"/>
          <p:cNvPicPr preferRelativeResize="0"/>
          <p:nvPr/>
        </p:nvPicPr>
        <p:blipFill rotWithShape="1">
          <a:blip r:embed="rId4">
            <a:alphaModFix/>
          </a:blip>
          <a:srcRect/>
          <a:stretch/>
        </p:blipFill>
        <p:spPr>
          <a:xfrm>
            <a:off x="7761312" y="5013176"/>
            <a:ext cx="360040" cy="360040"/>
          </a:xfrm>
          <a:prstGeom prst="rect">
            <a:avLst/>
          </a:prstGeom>
          <a:noFill/>
          <a:ln>
            <a:noFill/>
          </a:ln>
        </p:spPr>
      </p:pic>
      <p:pic>
        <p:nvPicPr>
          <p:cNvPr id="256" name="Google Shape;256;p9" descr="C:\Users\miolza\AppData\Local\Microsoft\Windows\Temporary Internet Files\Content.IE5\3YRXMI75\1024px-Red_x.svg[1].png"/>
          <p:cNvPicPr preferRelativeResize="0"/>
          <p:nvPr/>
        </p:nvPicPr>
        <p:blipFill rotWithShape="1">
          <a:blip r:embed="rId4">
            <a:alphaModFix/>
          </a:blip>
          <a:srcRect/>
          <a:stretch/>
        </p:blipFill>
        <p:spPr>
          <a:xfrm>
            <a:off x="8697416" y="5013176"/>
            <a:ext cx="360040" cy="360040"/>
          </a:xfrm>
          <a:prstGeom prst="rect">
            <a:avLst/>
          </a:prstGeom>
          <a:noFill/>
          <a:ln>
            <a:noFill/>
          </a:ln>
        </p:spPr>
      </p:pic>
      <p:sp>
        <p:nvSpPr>
          <p:cNvPr id="257" name="Google Shape;257;p9"/>
          <p:cNvSpPr txBox="1"/>
          <p:nvPr/>
        </p:nvSpPr>
        <p:spPr>
          <a:xfrm>
            <a:off x="0" y="-24"/>
            <a:ext cx="9906000" cy="1188000"/>
          </a:xfrm>
          <a:prstGeom prst="rect">
            <a:avLst/>
          </a:prstGeom>
          <a:noFill/>
          <a:ln>
            <a:noFill/>
          </a:ln>
        </p:spPr>
        <p:txBody>
          <a:bodyPr spcFirstLastPara="1" wrap="square" lIns="72000" tIns="252000" rIns="72000" bIns="36000" anchor="ctr" anchorCtr="0">
            <a:noAutofit/>
          </a:bodyPr>
          <a:lstStyle/>
          <a:p>
            <a:pPr marL="714375" marR="0" lvl="0" indent="-714375" algn="l" rtl="0">
              <a:lnSpc>
                <a:spcPct val="90000"/>
              </a:lnSpc>
              <a:spcBef>
                <a:spcPts val="0"/>
              </a:spcBef>
              <a:spcAft>
                <a:spcPts val="0"/>
              </a:spcAft>
              <a:buClr>
                <a:srgbClr val="000000"/>
              </a:buClr>
              <a:buSzPts val="2400"/>
              <a:buFont typeface="Arial"/>
              <a:buNone/>
            </a:pPr>
            <a:endParaRPr sz="1400" b="0" i="0" u="none" strike="noStrike" cap="none">
              <a:solidFill>
                <a:srgbClr val="000000"/>
              </a:solidFill>
              <a:latin typeface="Arial"/>
              <a:ea typeface="Arial"/>
              <a:cs typeface="Arial"/>
              <a:sym typeface="Arial"/>
            </a:endParaRPr>
          </a:p>
          <a:p>
            <a:pPr marL="714375" marR="0" lvl="0" indent="-714375" algn="l" rtl="0">
              <a:lnSpc>
                <a:spcPct val="90000"/>
              </a:lnSpc>
              <a:spcBef>
                <a:spcPts val="0"/>
              </a:spcBef>
              <a:spcAft>
                <a:spcPts val="0"/>
              </a:spcAft>
              <a:buClr>
                <a:srgbClr val="000000"/>
              </a:buClr>
              <a:buSzPts val="2400"/>
              <a:buFont typeface="Arial"/>
              <a:buNone/>
            </a:pPr>
            <a:r>
              <a:rPr lang="es-AR" sz="2400" b="1" i="0" u="none" strike="noStrike" cap="none">
                <a:solidFill>
                  <a:srgbClr val="002060"/>
                </a:solidFill>
                <a:latin typeface="Calibri"/>
                <a:ea typeface="Calibri"/>
                <a:cs typeface="Calibri"/>
                <a:sym typeface="Calibri"/>
              </a:rPr>
              <a:t>Redacción de Objetivos SMART - Ejercicio</a:t>
            </a:r>
            <a:endParaRPr sz="1400" b="0" i="0" u="none" strike="noStrike" cap="none">
              <a:solidFill>
                <a:srgbClr val="000000"/>
              </a:solidFill>
              <a:latin typeface="Arial"/>
              <a:ea typeface="Arial"/>
              <a:cs typeface="Arial"/>
              <a:sym typeface="Arial"/>
            </a:endParaRPr>
          </a:p>
        </p:txBody>
      </p:sp>
      <p:pic>
        <p:nvPicPr>
          <p:cNvPr id="258" name="Google Shape;258;p9" descr="Resultado de imagen para utn regional buenos aires ingenieria industrial"/>
          <p:cNvPicPr preferRelativeResize="0"/>
          <p:nvPr/>
        </p:nvPicPr>
        <p:blipFill rotWithShape="1">
          <a:blip r:embed="rId5">
            <a:alphaModFix/>
          </a:blip>
          <a:srcRect/>
          <a:stretch/>
        </p:blipFill>
        <p:spPr>
          <a:xfrm>
            <a:off x="7041232" y="0"/>
            <a:ext cx="2637692" cy="1011116"/>
          </a:xfrm>
          <a:prstGeom prst="rect">
            <a:avLst/>
          </a:prstGeom>
          <a:noFill/>
          <a:ln>
            <a:noFill/>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50"/>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248"/>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249"/>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251"/>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252"/>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253"/>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254"/>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255"/>
                                        </p:tgtEl>
                                        <p:attrNameLst>
                                          <p:attrName>style.visibility</p:attrName>
                                        </p:attrNameLst>
                                      </p:cBhvr>
                                      <p:to>
                                        <p:strVal val="visible"/>
                                      </p:to>
                                    </p:set>
                                  </p:childTnLst>
                                </p:cTn>
                              </p:par>
                              <p:par>
                                <p:cTn id="31" presetID="1" presetClass="entr" presetSubtype="0" fill="hold" nodeType="withEffect">
                                  <p:stCondLst>
                                    <p:cond delay="0"/>
                                  </p:stCondLst>
                                  <p:childTnLst>
                                    <p:set>
                                      <p:cBhvr>
                                        <p:cTn id="32" dur="1" fill="hold">
                                          <p:stCondLst>
                                            <p:cond delay="0"/>
                                          </p:stCondLst>
                                        </p:cTn>
                                        <p:tgtEl>
                                          <p:spTgt spid="25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264"/>
        <p:cNvGrpSpPr/>
        <p:nvPr/>
      </p:nvGrpSpPr>
      <p:grpSpPr>
        <a:xfrm>
          <a:off x="0" y="0"/>
          <a:ext cx="0" cy="0"/>
          <a:chOff x="0" y="0"/>
          <a:chExt cx="0" cy="0"/>
        </a:xfrm>
      </p:grpSpPr>
      <p:pic>
        <p:nvPicPr>
          <p:cNvPr id="265" name="Google Shape;265;p10"/>
          <p:cNvPicPr preferRelativeResize="0"/>
          <p:nvPr/>
        </p:nvPicPr>
        <p:blipFill rotWithShape="1">
          <a:blip r:embed="rId3">
            <a:alphaModFix/>
          </a:blip>
          <a:srcRect/>
          <a:stretch/>
        </p:blipFill>
        <p:spPr>
          <a:xfrm>
            <a:off x="2216696" y="1484784"/>
            <a:ext cx="5112568" cy="5004935"/>
          </a:xfrm>
          <a:prstGeom prst="rect">
            <a:avLst/>
          </a:prstGeom>
          <a:noFill/>
          <a:ln>
            <a:noFill/>
          </a:ln>
        </p:spPr>
      </p:pic>
      <p:sp>
        <p:nvSpPr>
          <p:cNvPr id="266" name="Google Shape;266;p10"/>
          <p:cNvSpPr txBox="1"/>
          <p:nvPr/>
        </p:nvSpPr>
        <p:spPr>
          <a:xfrm>
            <a:off x="0" y="-24"/>
            <a:ext cx="9906000" cy="1188000"/>
          </a:xfrm>
          <a:prstGeom prst="rect">
            <a:avLst/>
          </a:prstGeom>
          <a:noFill/>
          <a:ln>
            <a:noFill/>
          </a:ln>
        </p:spPr>
        <p:txBody>
          <a:bodyPr spcFirstLastPara="1" wrap="square" lIns="72000" tIns="252000" rIns="72000" bIns="36000" anchor="ctr" anchorCtr="0">
            <a:noAutofit/>
          </a:bodyPr>
          <a:lstStyle/>
          <a:p>
            <a:pPr marL="714375" marR="0" lvl="0" indent="-714375" algn="l" rtl="0">
              <a:lnSpc>
                <a:spcPct val="90000"/>
              </a:lnSpc>
              <a:spcBef>
                <a:spcPts val="0"/>
              </a:spcBef>
              <a:spcAft>
                <a:spcPts val="0"/>
              </a:spcAft>
              <a:buClr>
                <a:srgbClr val="000000"/>
              </a:buClr>
              <a:buSzPts val="2400"/>
              <a:buFont typeface="Arial"/>
              <a:buNone/>
            </a:pPr>
            <a:endParaRPr sz="1400" b="0" i="0" u="none" strike="noStrike" cap="none">
              <a:solidFill>
                <a:srgbClr val="000000"/>
              </a:solidFill>
              <a:latin typeface="Arial"/>
              <a:ea typeface="Arial"/>
              <a:cs typeface="Arial"/>
              <a:sym typeface="Arial"/>
            </a:endParaRPr>
          </a:p>
          <a:p>
            <a:pPr marL="714375" marR="0" lvl="0" indent="-714375" algn="l" rtl="0">
              <a:lnSpc>
                <a:spcPct val="90000"/>
              </a:lnSpc>
              <a:spcBef>
                <a:spcPts val="0"/>
              </a:spcBef>
              <a:spcAft>
                <a:spcPts val="0"/>
              </a:spcAft>
              <a:buClr>
                <a:srgbClr val="000000"/>
              </a:buClr>
              <a:buSzPts val="2400"/>
              <a:buFont typeface="Arial"/>
              <a:buNone/>
            </a:pPr>
            <a:r>
              <a:rPr lang="es-AR" sz="2400" b="1" i="0" u="none" strike="noStrike" cap="none">
                <a:solidFill>
                  <a:srgbClr val="002060"/>
                </a:solidFill>
                <a:latin typeface="Calibri"/>
                <a:ea typeface="Calibri"/>
                <a:cs typeface="Calibri"/>
                <a:sym typeface="Calibri"/>
              </a:rPr>
              <a:t>Planificación – Ejemplos de Modelos de Competencias</a:t>
            </a:r>
            <a:endParaRPr sz="1400" b="0" i="0" u="none" strike="noStrike" cap="none">
              <a:solidFill>
                <a:srgbClr val="000000"/>
              </a:solidFill>
              <a:latin typeface="Arial"/>
              <a:ea typeface="Arial"/>
              <a:cs typeface="Arial"/>
              <a:sym typeface="Arial"/>
            </a:endParaRPr>
          </a:p>
        </p:txBody>
      </p:sp>
      <p:pic>
        <p:nvPicPr>
          <p:cNvPr id="267" name="Google Shape;267;p10" descr="Resultado de imagen para utn regional buenos aires ingenieria industrial"/>
          <p:cNvPicPr preferRelativeResize="0"/>
          <p:nvPr/>
        </p:nvPicPr>
        <p:blipFill rotWithShape="1">
          <a:blip r:embed="rId4">
            <a:alphaModFix/>
          </a:blip>
          <a:srcRect/>
          <a:stretch/>
        </p:blipFill>
        <p:spPr>
          <a:xfrm>
            <a:off x="7041232" y="0"/>
            <a:ext cx="2637692" cy="1011116"/>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273"/>
        <p:cNvGrpSpPr/>
        <p:nvPr/>
      </p:nvGrpSpPr>
      <p:grpSpPr>
        <a:xfrm>
          <a:off x="0" y="0"/>
          <a:ext cx="0" cy="0"/>
          <a:chOff x="0" y="0"/>
          <a:chExt cx="0" cy="0"/>
        </a:xfrm>
      </p:grpSpPr>
      <p:sp>
        <p:nvSpPr>
          <p:cNvPr id="274" name="Google Shape;274;p11"/>
          <p:cNvSpPr txBox="1"/>
          <p:nvPr/>
        </p:nvSpPr>
        <p:spPr>
          <a:xfrm>
            <a:off x="0" y="-24"/>
            <a:ext cx="9906000" cy="1188000"/>
          </a:xfrm>
          <a:prstGeom prst="rect">
            <a:avLst/>
          </a:prstGeom>
          <a:noFill/>
          <a:ln>
            <a:noFill/>
          </a:ln>
        </p:spPr>
        <p:txBody>
          <a:bodyPr spcFirstLastPara="1" wrap="square" lIns="72000" tIns="252000" rIns="72000" bIns="36000" anchor="ctr" anchorCtr="0">
            <a:noAutofit/>
          </a:bodyPr>
          <a:lstStyle/>
          <a:p>
            <a:pPr marL="714375" marR="0" lvl="0" indent="-714375" algn="l" rtl="0">
              <a:lnSpc>
                <a:spcPct val="90000"/>
              </a:lnSpc>
              <a:spcBef>
                <a:spcPts val="0"/>
              </a:spcBef>
              <a:spcAft>
                <a:spcPts val="0"/>
              </a:spcAft>
              <a:buClr>
                <a:srgbClr val="000000"/>
              </a:buClr>
              <a:buSzPts val="2400"/>
              <a:buFont typeface="Arial"/>
              <a:buNone/>
            </a:pPr>
            <a:endParaRPr sz="1400" b="0" i="0" u="none" strike="noStrike" cap="none">
              <a:solidFill>
                <a:srgbClr val="000000"/>
              </a:solidFill>
              <a:latin typeface="Arial"/>
              <a:ea typeface="Arial"/>
              <a:cs typeface="Arial"/>
              <a:sym typeface="Arial"/>
            </a:endParaRPr>
          </a:p>
          <a:p>
            <a:pPr marL="714375" marR="0" lvl="0" indent="-714375" algn="l" rtl="0">
              <a:lnSpc>
                <a:spcPct val="90000"/>
              </a:lnSpc>
              <a:spcBef>
                <a:spcPts val="0"/>
              </a:spcBef>
              <a:spcAft>
                <a:spcPts val="0"/>
              </a:spcAft>
              <a:buClr>
                <a:srgbClr val="000000"/>
              </a:buClr>
              <a:buSzPts val="2400"/>
              <a:buFont typeface="Arial"/>
              <a:buNone/>
            </a:pPr>
            <a:r>
              <a:rPr lang="es-AR" sz="2400" b="1" i="0" u="none" strike="noStrike" cap="none">
                <a:solidFill>
                  <a:srgbClr val="002060"/>
                </a:solidFill>
                <a:latin typeface="Calibri"/>
                <a:ea typeface="Calibri"/>
                <a:cs typeface="Calibri"/>
                <a:sym typeface="Calibri"/>
              </a:rPr>
              <a:t>Planificación – Ejemplos de Modelos de Competencias</a:t>
            </a:r>
            <a:endParaRPr sz="1400" b="0" i="0" u="none" strike="noStrike" cap="none">
              <a:solidFill>
                <a:srgbClr val="000000"/>
              </a:solidFill>
              <a:latin typeface="Arial"/>
              <a:ea typeface="Arial"/>
              <a:cs typeface="Arial"/>
              <a:sym typeface="Arial"/>
            </a:endParaRPr>
          </a:p>
        </p:txBody>
      </p:sp>
      <p:pic>
        <p:nvPicPr>
          <p:cNvPr id="275" name="Google Shape;275;p11" descr="Resultado de imagen para utn regional buenos aires ingenieria industrial"/>
          <p:cNvPicPr preferRelativeResize="0"/>
          <p:nvPr/>
        </p:nvPicPr>
        <p:blipFill rotWithShape="1">
          <a:blip r:embed="rId3">
            <a:alphaModFix/>
          </a:blip>
          <a:srcRect/>
          <a:stretch/>
        </p:blipFill>
        <p:spPr>
          <a:xfrm>
            <a:off x="7041232" y="0"/>
            <a:ext cx="2637692" cy="1011116"/>
          </a:xfrm>
          <a:prstGeom prst="rect">
            <a:avLst/>
          </a:prstGeom>
          <a:noFill/>
          <a:ln>
            <a:noFill/>
          </a:ln>
        </p:spPr>
      </p:pic>
      <p:pic>
        <p:nvPicPr>
          <p:cNvPr id="276" name="Google Shape;276;p11"/>
          <p:cNvPicPr preferRelativeResize="0"/>
          <p:nvPr/>
        </p:nvPicPr>
        <p:blipFill rotWithShape="1">
          <a:blip r:embed="rId4">
            <a:alphaModFix/>
          </a:blip>
          <a:srcRect/>
          <a:stretch/>
        </p:blipFill>
        <p:spPr>
          <a:xfrm>
            <a:off x="0" y="1766778"/>
            <a:ext cx="9906000" cy="3324444"/>
          </a:xfrm>
          <a:prstGeom prst="rect">
            <a:avLst/>
          </a:prstGeom>
          <a:noFill/>
          <a:ln>
            <a:noFill/>
          </a:ln>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282"/>
        <p:cNvGrpSpPr/>
        <p:nvPr/>
      </p:nvGrpSpPr>
      <p:grpSpPr>
        <a:xfrm>
          <a:off x="0" y="0"/>
          <a:ext cx="0" cy="0"/>
          <a:chOff x="0" y="0"/>
          <a:chExt cx="0" cy="0"/>
        </a:xfrm>
      </p:grpSpPr>
      <p:pic>
        <p:nvPicPr>
          <p:cNvPr id="283" name="Google Shape;283;p12" descr="Resultado de imagen para utn regional buenos aires ingenieria industrial"/>
          <p:cNvPicPr preferRelativeResize="0"/>
          <p:nvPr/>
        </p:nvPicPr>
        <p:blipFill rotWithShape="1">
          <a:blip r:embed="rId3">
            <a:alphaModFix/>
          </a:blip>
          <a:srcRect/>
          <a:stretch/>
        </p:blipFill>
        <p:spPr>
          <a:xfrm>
            <a:off x="7041232" y="0"/>
            <a:ext cx="2637692" cy="1011116"/>
          </a:xfrm>
          <a:prstGeom prst="rect">
            <a:avLst/>
          </a:prstGeom>
          <a:noFill/>
          <a:ln>
            <a:noFill/>
          </a:ln>
        </p:spPr>
      </p:pic>
      <p:pic>
        <p:nvPicPr>
          <p:cNvPr id="284" name="Google Shape;284;p12" descr="Captura de pantalla de un celular&#10;&#10;Descripción generada automáticamente"/>
          <p:cNvPicPr preferRelativeResize="0"/>
          <p:nvPr/>
        </p:nvPicPr>
        <p:blipFill rotWithShape="1">
          <a:blip r:embed="rId4">
            <a:alphaModFix/>
          </a:blip>
          <a:srcRect b="13948"/>
          <a:stretch/>
        </p:blipFill>
        <p:spPr>
          <a:xfrm>
            <a:off x="2449441" y="1340768"/>
            <a:ext cx="5007117" cy="5112568"/>
          </a:xfrm>
          <a:prstGeom prst="rect">
            <a:avLst/>
          </a:prstGeom>
          <a:noFill/>
          <a:ln>
            <a:noFill/>
          </a:ln>
        </p:spPr>
      </p:pic>
      <p:sp>
        <p:nvSpPr>
          <p:cNvPr id="285" name="Google Shape;285;p12"/>
          <p:cNvSpPr txBox="1"/>
          <p:nvPr/>
        </p:nvSpPr>
        <p:spPr>
          <a:xfrm>
            <a:off x="0" y="-24"/>
            <a:ext cx="9906000" cy="1188000"/>
          </a:xfrm>
          <a:prstGeom prst="rect">
            <a:avLst/>
          </a:prstGeom>
          <a:noFill/>
          <a:ln>
            <a:noFill/>
          </a:ln>
        </p:spPr>
        <p:txBody>
          <a:bodyPr spcFirstLastPara="1" wrap="square" lIns="72000" tIns="252000" rIns="72000" bIns="36000" anchor="ctr" anchorCtr="0">
            <a:noAutofit/>
          </a:bodyPr>
          <a:lstStyle/>
          <a:p>
            <a:pPr marL="714375" marR="0" lvl="0" indent="-714375" algn="l" rtl="0">
              <a:lnSpc>
                <a:spcPct val="90000"/>
              </a:lnSpc>
              <a:spcBef>
                <a:spcPts val="0"/>
              </a:spcBef>
              <a:spcAft>
                <a:spcPts val="0"/>
              </a:spcAft>
              <a:buClr>
                <a:srgbClr val="000000"/>
              </a:buClr>
              <a:buSzPts val="2400"/>
              <a:buFont typeface="Arial"/>
              <a:buNone/>
            </a:pPr>
            <a:endParaRPr sz="1400" b="0" i="0" u="none" strike="noStrike" cap="none">
              <a:solidFill>
                <a:srgbClr val="000000"/>
              </a:solidFill>
              <a:latin typeface="Arial"/>
              <a:ea typeface="Arial"/>
              <a:cs typeface="Arial"/>
              <a:sym typeface="Arial"/>
            </a:endParaRPr>
          </a:p>
          <a:p>
            <a:pPr marL="714375" marR="0" lvl="0" indent="-714375" algn="l" rtl="0">
              <a:lnSpc>
                <a:spcPct val="90000"/>
              </a:lnSpc>
              <a:spcBef>
                <a:spcPts val="0"/>
              </a:spcBef>
              <a:spcAft>
                <a:spcPts val="0"/>
              </a:spcAft>
              <a:buClr>
                <a:srgbClr val="000000"/>
              </a:buClr>
              <a:buSzPts val="2400"/>
              <a:buFont typeface="Arial"/>
              <a:buNone/>
            </a:pPr>
            <a:r>
              <a:rPr lang="es-AR" sz="2400" b="1" i="0" u="none" strike="noStrike" cap="none">
                <a:solidFill>
                  <a:srgbClr val="002060"/>
                </a:solidFill>
                <a:latin typeface="Calibri"/>
                <a:ea typeface="Calibri"/>
                <a:cs typeface="Calibri"/>
                <a:sym typeface="Calibri"/>
              </a:rPr>
              <a:t>Planificación – Ejemplos de Modelos de Competencias</a:t>
            </a:r>
            <a:endParaRPr sz="1400" b="0" i="0" u="none" strike="noStrike" cap="none">
              <a:solidFill>
                <a:srgbClr val="000000"/>
              </a:solidFill>
              <a:latin typeface="Arial"/>
              <a:ea typeface="Arial"/>
              <a:cs typeface="Arial"/>
              <a:sym typeface="Arial"/>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291"/>
        <p:cNvGrpSpPr/>
        <p:nvPr/>
      </p:nvGrpSpPr>
      <p:grpSpPr>
        <a:xfrm>
          <a:off x="0" y="0"/>
          <a:ext cx="0" cy="0"/>
          <a:chOff x="0" y="0"/>
          <a:chExt cx="0" cy="0"/>
        </a:xfrm>
      </p:grpSpPr>
      <p:pic>
        <p:nvPicPr>
          <p:cNvPr id="292" name="Google Shape;292;p13" descr="Resultado de imagen para utn regional buenos aires ingenieria industrial"/>
          <p:cNvPicPr preferRelativeResize="0"/>
          <p:nvPr/>
        </p:nvPicPr>
        <p:blipFill rotWithShape="1">
          <a:blip r:embed="rId3">
            <a:alphaModFix/>
          </a:blip>
          <a:srcRect/>
          <a:stretch/>
        </p:blipFill>
        <p:spPr>
          <a:xfrm>
            <a:off x="7041232" y="0"/>
            <a:ext cx="2637692" cy="1011116"/>
          </a:xfrm>
          <a:prstGeom prst="rect">
            <a:avLst/>
          </a:prstGeom>
          <a:noFill/>
          <a:ln>
            <a:noFill/>
          </a:ln>
        </p:spPr>
      </p:pic>
      <p:sp>
        <p:nvSpPr>
          <p:cNvPr id="293" name="Google Shape;293;p13"/>
          <p:cNvSpPr txBox="1"/>
          <p:nvPr/>
        </p:nvSpPr>
        <p:spPr>
          <a:xfrm>
            <a:off x="0" y="-24"/>
            <a:ext cx="9906000" cy="1188000"/>
          </a:xfrm>
          <a:prstGeom prst="rect">
            <a:avLst/>
          </a:prstGeom>
          <a:noFill/>
          <a:ln>
            <a:noFill/>
          </a:ln>
        </p:spPr>
        <p:txBody>
          <a:bodyPr spcFirstLastPara="1" wrap="square" lIns="72000" tIns="252000" rIns="72000" bIns="36000" anchor="ctr" anchorCtr="0">
            <a:noAutofit/>
          </a:bodyPr>
          <a:lstStyle/>
          <a:p>
            <a:pPr marL="714375" marR="0" lvl="0" indent="-714375" algn="l" rtl="0">
              <a:lnSpc>
                <a:spcPct val="90000"/>
              </a:lnSpc>
              <a:spcBef>
                <a:spcPts val="0"/>
              </a:spcBef>
              <a:spcAft>
                <a:spcPts val="0"/>
              </a:spcAft>
              <a:buClr>
                <a:srgbClr val="000000"/>
              </a:buClr>
              <a:buSzPts val="2400"/>
              <a:buFont typeface="Arial"/>
              <a:buNone/>
            </a:pPr>
            <a:endParaRPr sz="1400" b="0" i="0" u="none" strike="noStrike" cap="none">
              <a:solidFill>
                <a:srgbClr val="000000"/>
              </a:solidFill>
              <a:latin typeface="Arial"/>
              <a:ea typeface="Arial"/>
              <a:cs typeface="Arial"/>
              <a:sym typeface="Arial"/>
            </a:endParaRPr>
          </a:p>
          <a:p>
            <a:pPr marL="714375" marR="0" lvl="0" indent="-714375" algn="l" rtl="0">
              <a:lnSpc>
                <a:spcPct val="90000"/>
              </a:lnSpc>
              <a:spcBef>
                <a:spcPts val="0"/>
              </a:spcBef>
              <a:spcAft>
                <a:spcPts val="0"/>
              </a:spcAft>
              <a:buClr>
                <a:srgbClr val="000000"/>
              </a:buClr>
              <a:buSzPts val="2400"/>
              <a:buFont typeface="Arial"/>
              <a:buNone/>
            </a:pPr>
            <a:r>
              <a:rPr lang="es-AR" sz="2400" b="1" i="0" u="none" strike="noStrike" cap="none">
                <a:solidFill>
                  <a:srgbClr val="002060"/>
                </a:solidFill>
                <a:latin typeface="Calibri"/>
                <a:ea typeface="Calibri"/>
                <a:cs typeface="Calibri"/>
                <a:sym typeface="Calibri"/>
              </a:rPr>
              <a:t>Planificación – Ejemplos de Modelos de Competencias</a:t>
            </a:r>
            <a:endParaRPr sz="1400" b="0" i="0" u="none" strike="noStrike" cap="none">
              <a:solidFill>
                <a:srgbClr val="000000"/>
              </a:solidFill>
              <a:latin typeface="Arial"/>
              <a:ea typeface="Arial"/>
              <a:cs typeface="Arial"/>
              <a:sym typeface="Arial"/>
            </a:endParaRPr>
          </a:p>
        </p:txBody>
      </p:sp>
      <p:pic>
        <p:nvPicPr>
          <p:cNvPr id="294" name="Google Shape;294;p13"/>
          <p:cNvPicPr preferRelativeResize="0"/>
          <p:nvPr/>
        </p:nvPicPr>
        <p:blipFill rotWithShape="1">
          <a:blip r:embed="rId4">
            <a:alphaModFix/>
          </a:blip>
          <a:srcRect/>
          <a:stretch/>
        </p:blipFill>
        <p:spPr>
          <a:xfrm>
            <a:off x="95250" y="1556792"/>
            <a:ext cx="9715500" cy="4305300"/>
          </a:xfrm>
          <a:prstGeom prst="rect">
            <a:avLst/>
          </a:prstGeom>
          <a:noFill/>
          <a:ln>
            <a:noFill/>
          </a:ln>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298"/>
        <p:cNvGrpSpPr/>
        <p:nvPr/>
      </p:nvGrpSpPr>
      <p:grpSpPr>
        <a:xfrm>
          <a:off x="0" y="0"/>
          <a:ext cx="0" cy="0"/>
          <a:chOff x="0" y="0"/>
          <a:chExt cx="0" cy="0"/>
        </a:xfrm>
      </p:grpSpPr>
      <p:pic>
        <p:nvPicPr>
          <p:cNvPr id="299" name="Google Shape;299;p14" descr="Resultado de imagen para utn regional buenos aires ingenieria industrial"/>
          <p:cNvPicPr preferRelativeResize="0"/>
          <p:nvPr/>
        </p:nvPicPr>
        <p:blipFill rotWithShape="1">
          <a:blip r:embed="rId3">
            <a:alphaModFix/>
          </a:blip>
          <a:srcRect/>
          <a:stretch/>
        </p:blipFill>
        <p:spPr>
          <a:xfrm>
            <a:off x="7041232" y="0"/>
            <a:ext cx="2637692" cy="1011116"/>
          </a:xfrm>
          <a:prstGeom prst="rect">
            <a:avLst/>
          </a:prstGeom>
          <a:noFill/>
          <a:ln>
            <a:noFill/>
          </a:ln>
        </p:spPr>
      </p:pic>
      <p:grpSp>
        <p:nvGrpSpPr>
          <p:cNvPr id="300" name="Google Shape;300;p14"/>
          <p:cNvGrpSpPr/>
          <p:nvPr/>
        </p:nvGrpSpPr>
        <p:grpSpPr>
          <a:xfrm>
            <a:off x="213405" y="1702117"/>
            <a:ext cx="4222604" cy="4154744"/>
            <a:chOff x="1669117" y="1309"/>
            <a:chExt cx="4222604" cy="4154744"/>
          </a:xfrm>
        </p:grpSpPr>
        <p:sp>
          <p:nvSpPr>
            <p:cNvPr id="301" name="Google Shape;301;p14"/>
            <p:cNvSpPr/>
            <p:nvPr/>
          </p:nvSpPr>
          <p:spPr>
            <a:xfrm>
              <a:off x="1973445" y="542104"/>
              <a:ext cx="3613949" cy="3613949"/>
            </a:xfrm>
            <a:prstGeom prst="blockArc">
              <a:avLst>
                <a:gd name="adj1" fmla="val 9000000"/>
                <a:gd name="adj2" fmla="val 16200000"/>
                <a:gd name="adj3" fmla="val 4644"/>
              </a:avLst>
            </a:prstGeom>
            <a:solidFill>
              <a:srgbClr val="ABBADE"/>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02" name="Google Shape;302;p14"/>
            <p:cNvSpPr/>
            <p:nvPr/>
          </p:nvSpPr>
          <p:spPr>
            <a:xfrm>
              <a:off x="1973445" y="542104"/>
              <a:ext cx="3613949" cy="3613949"/>
            </a:xfrm>
            <a:prstGeom prst="blockArc">
              <a:avLst>
                <a:gd name="adj1" fmla="val 1800000"/>
                <a:gd name="adj2" fmla="val 9000000"/>
                <a:gd name="adj3" fmla="val 4644"/>
              </a:avLst>
            </a:prstGeom>
            <a:solidFill>
              <a:srgbClr val="ABBADE"/>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03" name="Google Shape;303;p14"/>
            <p:cNvSpPr/>
            <p:nvPr/>
          </p:nvSpPr>
          <p:spPr>
            <a:xfrm>
              <a:off x="1973445" y="542104"/>
              <a:ext cx="3613949" cy="3613949"/>
            </a:xfrm>
            <a:prstGeom prst="blockArc">
              <a:avLst>
                <a:gd name="adj1" fmla="val 16200000"/>
                <a:gd name="adj2" fmla="val 1800000"/>
                <a:gd name="adj3" fmla="val 4644"/>
              </a:avLst>
            </a:prstGeom>
            <a:solidFill>
              <a:srgbClr val="ABBADE"/>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04" name="Google Shape;304;p14"/>
            <p:cNvSpPr/>
            <p:nvPr/>
          </p:nvSpPr>
          <p:spPr>
            <a:xfrm>
              <a:off x="2947915" y="1516574"/>
              <a:ext cx="1665009" cy="1665009"/>
            </a:xfrm>
            <a:prstGeom prst="ellipse">
              <a:avLst/>
            </a:prstGeom>
            <a:solidFill>
              <a:srgbClr val="4372C3"/>
            </a:solidFill>
            <a:ln w="12700" cap="flat" cmpd="sng">
              <a:solidFill>
                <a:schemeClr val="lt1"/>
              </a:solidFill>
              <a:prstDash val="solid"/>
              <a:miter lim="800000"/>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05" name="Google Shape;305;p14"/>
            <p:cNvSpPr txBox="1"/>
            <p:nvPr/>
          </p:nvSpPr>
          <p:spPr>
            <a:xfrm>
              <a:off x="3191750" y="1760409"/>
              <a:ext cx="1177339" cy="1177339"/>
            </a:xfrm>
            <a:prstGeom prst="rect">
              <a:avLst/>
            </a:prstGeom>
            <a:noFill/>
            <a:ln>
              <a:noFill/>
            </a:ln>
          </p:spPr>
          <p:txBody>
            <a:bodyPr spcFirstLastPara="1" wrap="square" lIns="20300" tIns="20300" rIns="20300" bIns="20300" anchor="ctr" anchorCtr="0">
              <a:noAutofit/>
            </a:bodyPr>
            <a:lstStyle/>
            <a:p>
              <a:pPr marL="0" marR="0" lvl="0" indent="0" algn="ctr" rtl="0">
                <a:lnSpc>
                  <a:spcPct val="90000"/>
                </a:lnSpc>
                <a:spcBef>
                  <a:spcPts val="0"/>
                </a:spcBef>
                <a:spcAft>
                  <a:spcPts val="0"/>
                </a:spcAft>
                <a:buClr>
                  <a:schemeClr val="lt1"/>
                </a:buClr>
                <a:buSzPts val="1600"/>
                <a:buFont typeface="Calibri"/>
                <a:buNone/>
              </a:pPr>
              <a:r>
                <a:rPr lang="es-AR" sz="1600" b="1" i="0" u="none" strike="noStrike" cap="none">
                  <a:solidFill>
                    <a:schemeClr val="lt1"/>
                  </a:solidFill>
                  <a:latin typeface="Calibri"/>
                  <a:ea typeface="Calibri"/>
                  <a:cs typeface="Calibri"/>
                  <a:sym typeface="Calibri"/>
                </a:rPr>
                <a:t>Ciclo de gestión del desempeño</a:t>
              </a:r>
              <a:endParaRPr sz="1400" b="0" i="0" u="none" strike="noStrike" cap="none">
                <a:solidFill>
                  <a:srgbClr val="000000"/>
                </a:solidFill>
                <a:latin typeface="Arial"/>
                <a:ea typeface="Arial"/>
                <a:cs typeface="Arial"/>
                <a:sym typeface="Arial"/>
              </a:endParaRPr>
            </a:p>
          </p:txBody>
        </p:sp>
        <p:sp>
          <p:nvSpPr>
            <p:cNvPr id="306" name="Google Shape;306;p14"/>
            <p:cNvSpPr/>
            <p:nvPr/>
          </p:nvSpPr>
          <p:spPr>
            <a:xfrm>
              <a:off x="3197666" y="1309"/>
              <a:ext cx="1165506" cy="1165506"/>
            </a:xfrm>
            <a:prstGeom prst="flowChartAlternateProcess">
              <a:avLst/>
            </a:prstGeom>
            <a:solidFill>
              <a:srgbClr val="EDEDED"/>
            </a:solidFill>
            <a:ln w="12700" cap="flat" cmpd="sng">
              <a:solidFill>
                <a:srgbClr val="FFFFFF"/>
              </a:solidFill>
              <a:prstDash val="solid"/>
              <a:miter lim="800000"/>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07" name="Google Shape;307;p14"/>
            <p:cNvSpPr txBox="1"/>
            <p:nvPr/>
          </p:nvSpPr>
          <p:spPr>
            <a:xfrm>
              <a:off x="3254560" y="58203"/>
              <a:ext cx="1051718" cy="1051718"/>
            </a:xfrm>
            <a:prstGeom prst="rect">
              <a:avLst/>
            </a:prstGeom>
            <a:noFill/>
            <a:ln>
              <a:noFill/>
            </a:ln>
          </p:spPr>
          <p:txBody>
            <a:bodyPr spcFirstLastPara="1" wrap="square" lIns="17775" tIns="17775" rIns="17775" bIns="17775" anchor="ctr" anchorCtr="0">
              <a:noAutofit/>
            </a:bodyPr>
            <a:lstStyle/>
            <a:p>
              <a:pPr marL="0" marR="0" lvl="0" indent="0" algn="ctr" rtl="0">
                <a:lnSpc>
                  <a:spcPct val="90000"/>
                </a:lnSpc>
                <a:spcBef>
                  <a:spcPts val="0"/>
                </a:spcBef>
                <a:spcAft>
                  <a:spcPts val="0"/>
                </a:spcAft>
                <a:buClr>
                  <a:srgbClr val="7F7F7F"/>
                </a:buClr>
                <a:buSzPts val="1400"/>
                <a:buFont typeface="Calibri"/>
                <a:buNone/>
              </a:pPr>
              <a:r>
                <a:rPr lang="es-AR" sz="1400" b="1" i="0" u="none" strike="noStrike" cap="none">
                  <a:solidFill>
                    <a:srgbClr val="7F7F7F"/>
                  </a:solidFill>
                  <a:latin typeface="Calibri"/>
                  <a:ea typeface="Calibri"/>
                  <a:cs typeface="Calibri"/>
                  <a:sym typeface="Calibri"/>
                </a:rPr>
                <a:t>Planificación</a:t>
              </a:r>
              <a:endParaRPr sz="1400" b="0" i="0" u="none" strike="noStrike" cap="none">
                <a:solidFill>
                  <a:srgbClr val="000000"/>
                </a:solidFill>
                <a:latin typeface="Arial"/>
                <a:ea typeface="Arial"/>
                <a:cs typeface="Arial"/>
                <a:sym typeface="Arial"/>
              </a:endParaRPr>
            </a:p>
          </p:txBody>
        </p:sp>
        <p:sp>
          <p:nvSpPr>
            <p:cNvPr id="308" name="Google Shape;308;p14"/>
            <p:cNvSpPr/>
            <p:nvPr/>
          </p:nvSpPr>
          <p:spPr>
            <a:xfrm>
              <a:off x="4726215" y="2648833"/>
              <a:ext cx="1165506" cy="1165506"/>
            </a:xfrm>
            <a:prstGeom prst="flowChartAlternateProcess">
              <a:avLst/>
            </a:prstGeom>
            <a:solidFill>
              <a:srgbClr val="FFFF99"/>
            </a:solidFill>
            <a:ln w="12700" cap="flat" cmpd="sng">
              <a:solidFill>
                <a:srgbClr val="FFFFFF"/>
              </a:solidFill>
              <a:prstDash val="solid"/>
              <a:miter lim="800000"/>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09" name="Google Shape;309;p14"/>
            <p:cNvSpPr txBox="1"/>
            <p:nvPr/>
          </p:nvSpPr>
          <p:spPr>
            <a:xfrm>
              <a:off x="4783109" y="2705727"/>
              <a:ext cx="1051718" cy="1051718"/>
            </a:xfrm>
            <a:prstGeom prst="rect">
              <a:avLst/>
            </a:prstGeom>
            <a:noFill/>
            <a:ln>
              <a:noFill/>
            </a:ln>
          </p:spPr>
          <p:txBody>
            <a:bodyPr spcFirstLastPara="1" wrap="square" lIns="17775" tIns="17775" rIns="17775" bIns="17775" anchor="ctr" anchorCtr="0">
              <a:noAutofit/>
            </a:bodyPr>
            <a:lstStyle/>
            <a:p>
              <a:pPr marL="0" marR="0" lvl="0" indent="0" algn="ctr" rtl="0">
                <a:lnSpc>
                  <a:spcPct val="90000"/>
                </a:lnSpc>
                <a:spcBef>
                  <a:spcPts val="0"/>
                </a:spcBef>
                <a:spcAft>
                  <a:spcPts val="0"/>
                </a:spcAft>
                <a:buClr>
                  <a:srgbClr val="002060"/>
                </a:buClr>
                <a:buSzPts val="1400"/>
                <a:buFont typeface="Calibri"/>
                <a:buNone/>
              </a:pPr>
              <a:r>
                <a:rPr lang="es-AR" sz="1400" b="1" i="0" u="none" strike="noStrike" cap="none">
                  <a:solidFill>
                    <a:srgbClr val="002060"/>
                  </a:solidFill>
                  <a:latin typeface="Calibri"/>
                  <a:ea typeface="Calibri"/>
                  <a:cs typeface="Calibri"/>
                  <a:sym typeface="Calibri"/>
                </a:rPr>
                <a:t>Seguimiento</a:t>
              </a:r>
              <a:endParaRPr sz="1400" b="0" i="0" u="none" strike="noStrike" cap="none">
                <a:solidFill>
                  <a:srgbClr val="000000"/>
                </a:solidFill>
                <a:latin typeface="Arial"/>
                <a:ea typeface="Arial"/>
                <a:cs typeface="Arial"/>
                <a:sym typeface="Arial"/>
              </a:endParaRPr>
            </a:p>
          </p:txBody>
        </p:sp>
        <p:sp>
          <p:nvSpPr>
            <p:cNvPr id="310" name="Google Shape;310;p14"/>
            <p:cNvSpPr/>
            <p:nvPr/>
          </p:nvSpPr>
          <p:spPr>
            <a:xfrm>
              <a:off x="1669117" y="2648833"/>
              <a:ext cx="1165506" cy="1165506"/>
            </a:xfrm>
            <a:prstGeom prst="flowChartAlternateProcess">
              <a:avLst/>
            </a:prstGeom>
            <a:solidFill>
              <a:srgbClr val="EDEDED"/>
            </a:solidFill>
            <a:ln w="12700" cap="flat" cmpd="sng">
              <a:solidFill>
                <a:srgbClr val="FFFFFF"/>
              </a:solidFill>
              <a:prstDash val="solid"/>
              <a:miter lim="800000"/>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11" name="Google Shape;311;p14"/>
            <p:cNvSpPr txBox="1"/>
            <p:nvPr/>
          </p:nvSpPr>
          <p:spPr>
            <a:xfrm>
              <a:off x="1726011" y="2705727"/>
              <a:ext cx="1051718" cy="1051718"/>
            </a:xfrm>
            <a:prstGeom prst="rect">
              <a:avLst/>
            </a:prstGeom>
            <a:noFill/>
            <a:ln>
              <a:noFill/>
            </a:ln>
          </p:spPr>
          <p:txBody>
            <a:bodyPr spcFirstLastPara="1" wrap="square" lIns="17775" tIns="17775" rIns="17775" bIns="17775" anchor="ctr" anchorCtr="0">
              <a:noAutofit/>
            </a:bodyPr>
            <a:lstStyle/>
            <a:p>
              <a:pPr marL="0" marR="0" lvl="0" indent="0" algn="ctr" rtl="0">
                <a:lnSpc>
                  <a:spcPct val="90000"/>
                </a:lnSpc>
                <a:spcBef>
                  <a:spcPts val="0"/>
                </a:spcBef>
                <a:spcAft>
                  <a:spcPts val="0"/>
                </a:spcAft>
                <a:buClr>
                  <a:srgbClr val="7F7F7F"/>
                </a:buClr>
                <a:buSzPts val="1400"/>
                <a:buFont typeface="Calibri"/>
                <a:buNone/>
              </a:pPr>
              <a:r>
                <a:rPr lang="es-AR" sz="1400" b="1" i="0" u="none" strike="noStrike" cap="none">
                  <a:solidFill>
                    <a:srgbClr val="7F7F7F"/>
                  </a:solidFill>
                  <a:latin typeface="Calibri"/>
                  <a:ea typeface="Calibri"/>
                  <a:cs typeface="Calibri"/>
                  <a:sym typeface="Calibri"/>
                </a:rPr>
                <a:t>Evaluación</a:t>
              </a:r>
              <a:endParaRPr sz="1400" b="0" i="0" u="none" strike="noStrike" cap="none">
                <a:solidFill>
                  <a:srgbClr val="000000"/>
                </a:solidFill>
                <a:latin typeface="Arial"/>
                <a:ea typeface="Arial"/>
                <a:cs typeface="Arial"/>
                <a:sym typeface="Arial"/>
              </a:endParaRPr>
            </a:p>
          </p:txBody>
        </p:sp>
      </p:grpSp>
      <p:sp>
        <p:nvSpPr>
          <p:cNvPr id="312" name="Google Shape;312;p14"/>
          <p:cNvSpPr txBox="1"/>
          <p:nvPr/>
        </p:nvSpPr>
        <p:spPr>
          <a:xfrm>
            <a:off x="0" y="-24"/>
            <a:ext cx="9906000" cy="1188000"/>
          </a:xfrm>
          <a:prstGeom prst="rect">
            <a:avLst/>
          </a:prstGeom>
          <a:noFill/>
          <a:ln>
            <a:noFill/>
          </a:ln>
        </p:spPr>
        <p:txBody>
          <a:bodyPr spcFirstLastPara="1" wrap="square" lIns="72000" tIns="252000" rIns="72000" bIns="36000" anchor="ctr" anchorCtr="0">
            <a:noAutofit/>
          </a:bodyPr>
          <a:lstStyle/>
          <a:p>
            <a:pPr marL="714375" marR="0" lvl="0" indent="-714375" algn="l" rtl="0">
              <a:lnSpc>
                <a:spcPct val="90000"/>
              </a:lnSpc>
              <a:spcBef>
                <a:spcPts val="0"/>
              </a:spcBef>
              <a:spcAft>
                <a:spcPts val="0"/>
              </a:spcAft>
              <a:buClr>
                <a:srgbClr val="000000"/>
              </a:buClr>
              <a:buSzPts val="2400"/>
              <a:buFont typeface="Arial"/>
              <a:buNone/>
            </a:pPr>
            <a:endParaRPr sz="1400" b="0" i="0" u="none" strike="noStrike" cap="none">
              <a:solidFill>
                <a:srgbClr val="000000"/>
              </a:solidFill>
              <a:latin typeface="Arial"/>
              <a:ea typeface="Arial"/>
              <a:cs typeface="Arial"/>
              <a:sym typeface="Arial"/>
            </a:endParaRPr>
          </a:p>
          <a:p>
            <a:pPr marL="714375" marR="0" lvl="0" indent="-714375" algn="l" rtl="0">
              <a:lnSpc>
                <a:spcPct val="90000"/>
              </a:lnSpc>
              <a:spcBef>
                <a:spcPts val="0"/>
              </a:spcBef>
              <a:spcAft>
                <a:spcPts val="0"/>
              </a:spcAft>
              <a:buClr>
                <a:srgbClr val="000000"/>
              </a:buClr>
              <a:buSzPts val="2400"/>
              <a:buFont typeface="Arial"/>
              <a:buNone/>
            </a:pPr>
            <a:r>
              <a:rPr lang="es-AR" sz="2400" b="1" i="0" u="none" strike="noStrike" cap="none">
                <a:solidFill>
                  <a:srgbClr val="002060"/>
                </a:solidFill>
                <a:latin typeface="Calibri"/>
                <a:ea typeface="Calibri"/>
                <a:cs typeface="Calibri"/>
                <a:sym typeface="Calibri"/>
              </a:rPr>
              <a:t>Ciclo de Gestión del Desempeño: Seguimiento</a:t>
            </a:r>
            <a:endParaRPr sz="1400" b="0" i="0" u="none" strike="noStrike" cap="none">
              <a:solidFill>
                <a:srgbClr val="000000"/>
              </a:solidFill>
              <a:latin typeface="Arial"/>
              <a:ea typeface="Arial"/>
              <a:cs typeface="Arial"/>
              <a:sym typeface="Arial"/>
            </a:endParaRPr>
          </a:p>
        </p:txBody>
      </p:sp>
      <p:sp>
        <p:nvSpPr>
          <p:cNvPr id="313" name="Google Shape;313;p14"/>
          <p:cNvSpPr txBox="1"/>
          <p:nvPr/>
        </p:nvSpPr>
        <p:spPr>
          <a:xfrm>
            <a:off x="5169024" y="4149080"/>
            <a:ext cx="4872646" cy="2308324"/>
          </a:xfrm>
          <a:prstGeom prst="rect">
            <a:avLst/>
          </a:prstGeom>
          <a:noFill/>
          <a:ln>
            <a:noFill/>
          </a:ln>
        </p:spPr>
        <p:txBody>
          <a:bodyPr spcFirstLastPara="1" wrap="square" lIns="91425" tIns="45700" rIns="91425" bIns="45700" anchor="t" anchorCtr="0">
            <a:spAutoFit/>
          </a:bodyPr>
          <a:lstStyle/>
          <a:p>
            <a:pPr marL="285750" marR="0" lvl="0" indent="-285750" algn="l" rtl="0">
              <a:lnSpc>
                <a:spcPct val="100000"/>
              </a:lnSpc>
              <a:spcBef>
                <a:spcPts val="0"/>
              </a:spcBef>
              <a:spcAft>
                <a:spcPts val="0"/>
              </a:spcAft>
              <a:buClr>
                <a:srgbClr val="002060"/>
              </a:buClr>
              <a:buSzPts val="1600"/>
              <a:buFont typeface="Noto Sans Symbols"/>
              <a:buChar char="▪"/>
            </a:pPr>
            <a:r>
              <a:rPr lang="es-AR" sz="1600" b="0" i="0" u="none" strike="noStrike" cap="none">
                <a:solidFill>
                  <a:srgbClr val="002060"/>
                </a:solidFill>
                <a:latin typeface="Calibri"/>
                <a:ea typeface="Calibri"/>
                <a:cs typeface="Calibri"/>
                <a:sym typeface="Calibri"/>
              </a:rPr>
              <a:t>¿Los objetivos siguen siendo válidos?</a:t>
            </a:r>
            <a:endParaRPr sz="1400" b="0" i="0" u="none" strike="noStrike" cap="none">
              <a:solidFill>
                <a:srgbClr val="000000"/>
              </a:solidFill>
              <a:latin typeface="Arial"/>
              <a:ea typeface="Arial"/>
              <a:cs typeface="Arial"/>
              <a:sym typeface="Arial"/>
            </a:endParaRPr>
          </a:p>
          <a:p>
            <a:pPr marL="285750" marR="0" lvl="0" indent="-285750" algn="l" rtl="0">
              <a:lnSpc>
                <a:spcPct val="100000"/>
              </a:lnSpc>
              <a:spcBef>
                <a:spcPts val="0"/>
              </a:spcBef>
              <a:spcAft>
                <a:spcPts val="0"/>
              </a:spcAft>
              <a:buClr>
                <a:srgbClr val="002060"/>
              </a:buClr>
              <a:buSzPts val="1600"/>
              <a:buFont typeface="Noto Sans Symbols"/>
              <a:buChar char="▪"/>
            </a:pPr>
            <a:r>
              <a:rPr lang="es-AR" sz="1600" b="0" i="0" u="none" strike="noStrike" cap="none">
                <a:solidFill>
                  <a:srgbClr val="002060"/>
                </a:solidFill>
                <a:latin typeface="Calibri"/>
                <a:ea typeface="Calibri"/>
                <a:cs typeface="Calibri"/>
                <a:sym typeface="Calibri"/>
              </a:rPr>
              <a:t>¿La medida de logro debe modificarse?</a:t>
            </a:r>
            <a:endParaRPr sz="1400" b="0" i="0" u="none" strike="noStrike" cap="none">
              <a:solidFill>
                <a:srgbClr val="000000"/>
              </a:solidFill>
              <a:latin typeface="Arial"/>
              <a:ea typeface="Arial"/>
              <a:cs typeface="Arial"/>
              <a:sym typeface="Arial"/>
            </a:endParaRPr>
          </a:p>
          <a:p>
            <a:pPr marL="285750" marR="0" lvl="0" indent="-285750" algn="l" rtl="0">
              <a:lnSpc>
                <a:spcPct val="100000"/>
              </a:lnSpc>
              <a:spcBef>
                <a:spcPts val="0"/>
              </a:spcBef>
              <a:spcAft>
                <a:spcPts val="0"/>
              </a:spcAft>
              <a:buClr>
                <a:srgbClr val="002060"/>
              </a:buClr>
              <a:buSzPts val="1600"/>
              <a:buFont typeface="Noto Sans Symbols"/>
              <a:buChar char="▪"/>
            </a:pPr>
            <a:r>
              <a:rPr lang="es-AR" sz="1600" b="0" i="0" u="none" strike="noStrike" cap="none">
                <a:solidFill>
                  <a:srgbClr val="002060"/>
                </a:solidFill>
                <a:latin typeface="Calibri"/>
                <a:ea typeface="Calibri"/>
                <a:cs typeface="Calibri"/>
                <a:sym typeface="Calibri"/>
              </a:rPr>
              <a:t>¿Qué estamos haciendo bien? ¿Qué deberíamos modificar para lograr el objetivo?</a:t>
            </a:r>
            <a:endParaRPr sz="1400" b="0" i="0" u="none" strike="noStrike" cap="none">
              <a:solidFill>
                <a:srgbClr val="000000"/>
              </a:solidFill>
              <a:latin typeface="Arial"/>
              <a:ea typeface="Arial"/>
              <a:cs typeface="Arial"/>
              <a:sym typeface="Arial"/>
            </a:endParaRPr>
          </a:p>
          <a:p>
            <a:pPr marL="285750" marR="0" lvl="0" indent="-285750" algn="l" rtl="0">
              <a:lnSpc>
                <a:spcPct val="100000"/>
              </a:lnSpc>
              <a:spcBef>
                <a:spcPts val="0"/>
              </a:spcBef>
              <a:spcAft>
                <a:spcPts val="0"/>
              </a:spcAft>
              <a:buClr>
                <a:srgbClr val="002060"/>
              </a:buClr>
              <a:buSzPts val="1600"/>
              <a:buFont typeface="Noto Sans Symbols"/>
              <a:buChar char="▪"/>
            </a:pPr>
            <a:r>
              <a:rPr lang="es-AR" sz="1600" b="0" i="0" u="none" strike="noStrike" cap="none">
                <a:solidFill>
                  <a:srgbClr val="002060"/>
                </a:solidFill>
                <a:latin typeface="Calibri"/>
                <a:ea typeface="Calibri"/>
                <a:cs typeface="Calibri"/>
                <a:sym typeface="Calibri"/>
              </a:rPr>
              <a:t>¿Qué competencias tenemos que desarrollar para lograrlo?</a:t>
            </a:r>
            <a:endParaRPr sz="1400" b="0" i="0" u="none" strike="noStrike" cap="none">
              <a:solidFill>
                <a:srgbClr val="000000"/>
              </a:solidFill>
              <a:latin typeface="Arial"/>
              <a:ea typeface="Arial"/>
              <a:cs typeface="Arial"/>
              <a:sym typeface="Arial"/>
            </a:endParaRPr>
          </a:p>
          <a:p>
            <a:pPr marL="285750" marR="0" lvl="0" indent="-184150" algn="l" rtl="0">
              <a:lnSpc>
                <a:spcPct val="100000"/>
              </a:lnSpc>
              <a:spcBef>
                <a:spcPts val="0"/>
              </a:spcBef>
              <a:spcAft>
                <a:spcPts val="0"/>
              </a:spcAft>
              <a:buClr>
                <a:schemeClr val="dk1"/>
              </a:buClr>
              <a:buSzPts val="1600"/>
              <a:buFont typeface="Noto Sans Symbols"/>
              <a:buNone/>
            </a:pPr>
            <a:endParaRPr sz="1600" b="0" i="0" u="none" strike="noStrike" cap="none">
              <a:solidFill>
                <a:srgbClr val="002060"/>
              </a:solidFill>
              <a:latin typeface="Calibri"/>
              <a:ea typeface="Calibri"/>
              <a:cs typeface="Calibri"/>
              <a:sym typeface="Calibri"/>
            </a:endParaRPr>
          </a:p>
          <a:p>
            <a:pPr marL="285750" marR="0" lvl="0" indent="-184150" algn="l" rtl="0">
              <a:lnSpc>
                <a:spcPct val="100000"/>
              </a:lnSpc>
              <a:spcBef>
                <a:spcPts val="0"/>
              </a:spcBef>
              <a:spcAft>
                <a:spcPts val="0"/>
              </a:spcAft>
              <a:buClr>
                <a:schemeClr val="dk1"/>
              </a:buClr>
              <a:buSzPts val="1600"/>
              <a:buFont typeface="Noto Sans Symbols"/>
              <a:buNone/>
            </a:pPr>
            <a:endParaRPr sz="1600" b="0" i="0" u="none" strike="noStrike" cap="none">
              <a:solidFill>
                <a:srgbClr val="002060"/>
              </a:solidFill>
              <a:latin typeface="Calibri"/>
              <a:ea typeface="Calibri"/>
              <a:cs typeface="Calibri"/>
              <a:sym typeface="Calibri"/>
            </a:endParaRPr>
          </a:p>
          <a:p>
            <a:pPr marL="285750" marR="0" lvl="0" indent="-184150" algn="l" rtl="0">
              <a:lnSpc>
                <a:spcPct val="100000"/>
              </a:lnSpc>
              <a:spcBef>
                <a:spcPts val="0"/>
              </a:spcBef>
              <a:spcAft>
                <a:spcPts val="0"/>
              </a:spcAft>
              <a:buClr>
                <a:schemeClr val="dk1"/>
              </a:buClr>
              <a:buSzPts val="1600"/>
              <a:buFont typeface="Noto Sans Symbols"/>
              <a:buNone/>
            </a:pPr>
            <a:endParaRPr sz="1600" b="0" i="0" u="none" strike="noStrike" cap="none">
              <a:solidFill>
                <a:schemeClr val="dk1"/>
              </a:solidFill>
              <a:latin typeface="Calibri"/>
              <a:ea typeface="Calibri"/>
              <a:cs typeface="Calibri"/>
              <a:sym typeface="Calibri"/>
            </a:endParaRPr>
          </a:p>
        </p:txBody>
      </p:sp>
      <p:pic>
        <p:nvPicPr>
          <p:cNvPr id="314" name="Google Shape;314;p14"/>
          <p:cNvPicPr preferRelativeResize="0"/>
          <p:nvPr/>
        </p:nvPicPr>
        <p:blipFill rotWithShape="1">
          <a:blip r:embed="rId4">
            <a:alphaModFix/>
          </a:blip>
          <a:srcRect/>
          <a:stretch/>
        </p:blipFill>
        <p:spPr>
          <a:xfrm rot="5400000">
            <a:off x="3800872" y="3985614"/>
            <a:ext cx="1526049" cy="1526049"/>
          </a:xfrm>
          <a:prstGeom prst="rect">
            <a:avLst/>
          </a:prstGeom>
          <a:noFill/>
          <a:ln>
            <a:noFill/>
          </a:ln>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318"/>
        <p:cNvGrpSpPr/>
        <p:nvPr/>
      </p:nvGrpSpPr>
      <p:grpSpPr>
        <a:xfrm>
          <a:off x="0" y="0"/>
          <a:ext cx="0" cy="0"/>
          <a:chOff x="0" y="0"/>
          <a:chExt cx="0" cy="0"/>
        </a:xfrm>
      </p:grpSpPr>
      <p:pic>
        <p:nvPicPr>
          <p:cNvPr id="319" name="Google Shape;319;p15" descr="Resultado de imagen para utn regional buenos aires ingenieria industrial"/>
          <p:cNvPicPr preferRelativeResize="0"/>
          <p:nvPr/>
        </p:nvPicPr>
        <p:blipFill rotWithShape="1">
          <a:blip r:embed="rId3">
            <a:alphaModFix/>
          </a:blip>
          <a:srcRect/>
          <a:stretch/>
        </p:blipFill>
        <p:spPr>
          <a:xfrm>
            <a:off x="7041232" y="0"/>
            <a:ext cx="2637692" cy="1011116"/>
          </a:xfrm>
          <a:prstGeom prst="rect">
            <a:avLst/>
          </a:prstGeom>
          <a:noFill/>
          <a:ln>
            <a:noFill/>
          </a:ln>
        </p:spPr>
      </p:pic>
      <p:grpSp>
        <p:nvGrpSpPr>
          <p:cNvPr id="320" name="Google Shape;320;p15"/>
          <p:cNvGrpSpPr/>
          <p:nvPr/>
        </p:nvGrpSpPr>
        <p:grpSpPr>
          <a:xfrm>
            <a:off x="5469989" y="1918141"/>
            <a:ext cx="4222604" cy="4154744"/>
            <a:chOff x="1669117" y="1309"/>
            <a:chExt cx="4222604" cy="4154744"/>
          </a:xfrm>
        </p:grpSpPr>
        <p:sp>
          <p:nvSpPr>
            <p:cNvPr id="321" name="Google Shape;321;p15"/>
            <p:cNvSpPr/>
            <p:nvPr/>
          </p:nvSpPr>
          <p:spPr>
            <a:xfrm>
              <a:off x="1973445" y="542104"/>
              <a:ext cx="3613949" cy="3613949"/>
            </a:xfrm>
            <a:prstGeom prst="blockArc">
              <a:avLst>
                <a:gd name="adj1" fmla="val 9000000"/>
                <a:gd name="adj2" fmla="val 16200000"/>
                <a:gd name="adj3" fmla="val 4644"/>
              </a:avLst>
            </a:prstGeom>
            <a:solidFill>
              <a:srgbClr val="ABBADE"/>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22" name="Google Shape;322;p15"/>
            <p:cNvSpPr/>
            <p:nvPr/>
          </p:nvSpPr>
          <p:spPr>
            <a:xfrm>
              <a:off x="1973445" y="542104"/>
              <a:ext cx="3613949" cy="3613949"/>
            </a:xfrm>
            <a:prstGeom prst="blockArc">
              <a:avLst>
                <a:gd name="adj1" fmla="val 1800000"/>
                <a:gd name="adj2" fmla="val 9000000"/>
                <a:gd name="adj3" fmla="val 4644"/>
              </a:avLst>
            </a:prstGeom>
            <a:solidFill>
              <a:srgbClr val="ABBADE"/>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23" name="Google Shape;323;p15"/>
            <p:cNvSpPr/>
            <p:nvPr/>
          </p:nvSpPr>
          <p:spPr>
            <a:xfrm>
              <a:off x="1973445" y="542104"/>
              <a:ext cx="3613949" cy="3613949"/>
            </a:xfrm>
            <a:prstGeom prst="blockArc">
              <a:avLst>
                <a:gd name="adj1" fmla="val 16200000"/>
                <a:gd name="adj2" fmla="val 1800000"/>
                <a:gd name="adj3" fmla="val 4644"/>
              </a:avLst>
            </a:prstGeom>
            <a:solidFill>
              <a:srgbClr val="ABBADE"/>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24" name="Google Shape;324;p15"/>
            <p:cNvSpPr/>
            <p:nvPr/>
          </p:nvSpPr>
          <p:spPr>
            <a:xfrm>
              <a:off x="2947915" y="1516574"/>
              <a:ext cx="1665009" cy="1665009"/>
            </a:xfrm>
            <a:prstGeom prst="ellipse">
              <a:avLst/>
            </a:prstGeom>
            <a:solidFill>
              <a:srgbClr val="4372C3"/>
            </a:solidFill>
            <a:ln w="12700" cap="flat" cmpd="sng">
              <a:solidFill>
                <a:schemeClr val="lt1"/>
              </a:solidFill>
              <a:prstDash val="solid"/>
              <a:miter lim="800000"/>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25" name="Google Shape;325;p15"/>
            <p:cNvSpPr txBox="1"/>
            <p:nvPr/>
          </p:nvSpPr>
          <p:spPr>
            <a:xfrm>
              <a:off x="3191750" y="1760409"/>
              <a:ext cx="1177339" cy="1177339"/>
            </a:xfrm>
            <a:prstGeom prst="rect">
              <a:avLst/>
            </a:prstGeom>
            <a:noFill/>
            <a:ln>
              <a:noFill/>
            </a:ln>
          </p:spPr>
          <p:txBody>
            <a:bodyPr spcFirstLastPara="1" wrap="square" lIns="20300" tIns="20300" rIns="20300" bIns="20300" anchor="ctr" anchorCtr="0">
              <a:noAutofit/>
            </a:bodyPr>
            <a:lstStyle/>
            <a:p>
              <a:pPr marL="0" marR="0" lvl="0" indent="0" algn="ctr" rtl="0">
                <a:lnSpc>
                  <a:spcPct val="90000"/>
                </a:lnSpc>
                <a:spcBef>
                  <a:spcPts val="0"/>
                </a:spcBef>
                <a:spcAft>
                  <a:spcPts val="0"/>
                </a:spcAft>
                <a:buClr>
                  <a:schemeClr val="lt1"/>
                </a:buClr>
                <a:buSzPts val="1600"/>
                <a:buFont typeface="Calibri"/>
                <a:buNone/>
              </a:pPr>
              <a:r>
                <a:rPr lang="es-AR" sz="1600" b="1" i="0" u="none" strike="noStrike" cap="none">
                  <a:solidFill>
                    <a:schemeClr val="lt1"/>
                  </a:solidFill>
                  <a:latin typeface="Calibri"/>
                  <a:ea typeface="Calibri"/>
                  <a:cs typeface="Calibri"/>
                  <a:sym typeface="Calibri"/>
                </a:rPr>
                <a:t>Ciclo de gestión del desempeño</a:t>
              </a:r>
              <a:endParaRPr sz="1400" b="0" i="0" u="none" strike="noStrike" cap="none">
                <a:solidFill>
                  <a:srgbClr val="000000"/>
                </a:solidFill>
                <a:latin typeface="Arial"/>
                <a:ea typeface="Arial"/>
                <a:cs typeface="Arial"/>
                <a:sym typeface="Arial"/>
              </a:endParaRPr>
            </a:p>
          </p:txBody>
        </p:sp>
        <p:sp>
          <p:nvSpPr>
            <p:cNvPr id="326" name="Google Shape;326;p15"/>
            <p:cNvSpPr/>
            <p:nvPr/>
          </p:nvSpPr>
          <p:spPr>
            <a:xfrm>
              <a:off x="3197666" y="1309"/>
              <a:ext cx="1165506" cy="1165506"/>
            </a:xfrm>
            <a:prstGeom prst="flowChartAlternateProcess">
              <a:avLst/>
            </a:prstGeom>
            <a:solidFill>
              <a:srgbClr val="EDEDED"/>
            </a:solidFill>
            <a:ln w="12700" cap="flat" cmpd="sng">
              <a:solidFill>
                <a:srgbClr val="FFFFFF"/>
              </a:solidFill>
              <a:prstDash val="solid"/>
              <a:miter lim="800000"/>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27" name="Google Shape;327;p15"/>
            <p:cNvSpPr txBox="1"/>
            <p:nvPr/>
          </p:nvSpPr>
          <p:spPr>
            <a:xfrm>
              <a:off x="3254560" y="58203"/>
              <a:ext cx="1051718" cy="1051718"/>
            </a:xfrm>
            <a:prstGeom prst="rect">
              <a:avLst/>
            </a:prstGeom>
            <a:noFill/>
            <a:ln>
              <a:noFill/>
            </a:ln>
          </p:spPr>
          <p:txBody>
            <a:bodyPr spcFirstLastPara="1" wrap="square" lIns="17775" tIns="17775" rIns="17775" bIns="17775" anchor="ctr" anchorCtr="0">
              <a:noAutofit/>
            </a:bodyPr>
            <a:lstStyle/>
            <a:p>
              <a:pPr marL="0" marR="0" lvl="0" indent="0" algn="ctr" rtl="0">
                <a:lnSpc>
                  <a:spcPct val="90000"/>
                </a:lnSpc>
                <a:spcBef>
                  <a:spcPts val="0"/>
                </a:spcBef>
                <a:spcAft>
                  <a:spcPts val="0"/>
                </a:spcAft>
                <a:buClr>
                  <a:srgbClr val="7F7F7F"/>
                </a:buClr>
                <a:buSzPts val="1400"/>
                <a:buFont typeface="Calibri"/>
                <a:buNone/>
              </a:pPr>
              <a:r>
                <a:rPr lang="es-AR" sz="1400" b="1" i="0" u="none" strike="noStrike" cap="none">
                  <a:solidFill>
                    <a:srgbClr val="7F7F7F"/>
                  </a:solidFill>
                  <a:latin typeface="Calibri"/>
                  <a:ea typeface="Calibri"/>
                  <a:cs typeface="Calibri"/>
                  <a:sym typeface="Calibri"/>
                </a:rPr>
                <a:t>Planificación</a:t>
              </a:r>
              <a:endParaRPr sz="1400" b="0" i="0" u="none" strike="noStrike" cap="none">
                <a:solidFill>
                  <a:srgbClr val="000000"/>
                </a:solidFill>
                <a:latin typeface="Arial"/>
                <a:ea typeface="Arial"/>
                <a:cs typeface="Arial"/>
                <a:sym typeface="Arial"/>
              </a:endParaRPr>
            </a:p>
          </p:txBody>
        </p:sp>
        <p:sp>
          <p:nvSpPr>
            <p:cNvPr id="328" name="Google Shape;328;p15"/>
            <p:cNvSpPr/>
            <p:nvPr/>
          </p:nvSpPr>
          <p:spPr>
            <a:xfrm>
              <a:off x="4726215" y="2648833"/>
              <a:ext cx="1165506" cy="1165506"/>
            </a:xfrm>
            <a:prstGeom prst="flowChartAlternateProcess">
              <a:avLst/>
            </a:prstGeom>
            <a:solidFill>
              <a:srgbClr val="EDEDED"/>
            </a:solidFill>
            <a:ln w="12700" cap="flat" cmpd="sng">
              <a:solidFill>
                <a:srgbClr val="FFFFFF"/>
              </a:solidFill>
              <a:prstDash val="solid"/>
              <a:miter lim="800000"/>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29" name="Google Shape;329;p15"/>
            <p:cNvSpPr txBox="1"/>
            <p:nvPr/>
          </p:nvSpPr>
          <p:spPr>
            <a:xfrm>
              <a:off x="4783109" y="2705727"/>
              <a:ext cx="1051718" cy="1051718"/>
            </a:xfrm>
            <a:prstGeom prst="rect">
              <a:avLst/>
            </a:prstGeom>
            <a:noFill/>
            <a:ln>
              <a:noFill/>
            </a:ln>
          </p:spPr>
          <p:txBody>
            <a:bodyPr spcFirstLastPara="1" wrap="square" lIns="17775" tIns="17775" rIns="17775" bIns="17775" anchor="ctr" anchorCtr="0">
              <a:noAutofit/>
            </a:bodyPr>
            <a:lstStyle/>
            <a:p>
              <a:pPr marL="0" marR="0" lvl="0" indent="0" algn="ctr" rtl="0">
                <a:lnSpc>
                  <a:spcPct val="90000"/>
                </a:lnSpc>
                <a:spcBef>
                  <a:spcPts val="0"/>
                </a:spcBef>
                <a:spcAft>
                  <a:spcPts val="0"/>
                </a:spcAft>
                <a:buClr>
                  <a:srgbClr val="7F7F7F"/>
                </a:buClr>
                <a:buSzPts val="1400"/>
                <a:buFont typeface="Calibri"/>
                <a:buNone/>
              </a:pPr>
              <a:r>
                <a:rPr lang="es-AR" sz="1400" b="1" i="0" u="none" strike="noStrike" cap="none">
                  <a:solidFill>
                    <a:srgbClr val="7F7F7F"/>
                  </a:solidFill>
                  <a:latin typeface="Calibri"/>
                  <a:ea typeface="Calibri"/>
                  <a:cs typeface="Calibri"/>
                  <a:sym typeface="Calibri"/>
                </a:rPr>
                <a:t>Seguimiento</a:t>
              </a:r>
              <a:endParaRPr sz="1400" b="0" i="0" u="none" strike="noStrike" cap="none">
                <a:solidFill>
                  <a:srgbClr val="000000"/>
                </a:solidFill>
                <a:latin typeface="Arial"/>
                <a:ea typeface="Arial"/>
                <a:cs typeface="Arial"/>
                <a:sym typeface="Arial"/>
              </a:endParaRPr>
            </a:p>
          </p:txBody>
        </p:sp>
        <p:sp>
          <p:nvSpPr>
            <p:cNvPr id="330" name="Google Shape;330;p15"/>
            <p:cNvSpPr/>
            <p:nvPr/>
          </p:nvSpPr>
          <p:spPr>
            <a:xfrm>
              <a:off x="1669117" y="2648833"/>
              <a:ext cx="1165506" cy="1165506"/>
            </a:xfrm>
            <a:prstGeom prst="flowChartAlternateProcess">
              <a:avLst/>
            </a:prstGeom>
            <a:solidFill>
              <a:srgbClr val="FFFF99"/>
            </a:solidFill>
            <a:ln w="12700" cap="flat" cmpd="sng">
              <a:solidFill>
                <a:srgbClr val="FFFFFF"/>
              </a:solidFill>
              <a:prstDash val="solid"/>
              <a:miter lim="800000"/>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31" name="Google Shape;331;p15"/>
            <p:cNvSpPr txBox="1"/>
            <p:nvPr/>
          </p:nvSpPr>
          <p:spPr>
            <a:xfrm>
              <a:off x="1726011" y="2705727"/>
              <a:ext cx="1051718" cy="1051718"/>
            </a:xfrm>
            <a:prstGeom prst="rect">
              <a:avLst/>
            </a:prstGeom>
            <a:noFill/>
            <a:ln>
              <a:noFill/>
            </a:ln>
          </p:spPr>
          <p:txBody>
            <a:bodyPr spcFirstLastPara="1" wrap="square" lIns="17775" tIns="17775" rIns="17775" bIns="17775" anchor="ctr" anchorCtr="0">
              <a:noAutofit/>
            </a:bodyPr>
            <a:lstStyle/>
            <a:p>
              <a:pPr marL="0" marR="0" lvl="0" indent="0" algn="ctr" rtl="0">
                <a:lnSpc>
                  <a:spcPct val="90000"/>
                </a:lnSpc>
                <a:spcBef>
                  <a:spcPts val="0"/>
                </a:spcBef>
                <a:spcAft>
                  <a:spcPts val="0"/>
                </a:spcAft>
                <a:buClr>
                  <a:srgbClr val="002060"/>
                </a:buClr>
                <a:buSzPts val="1400"/>
                <a:buFont typeface="Calibri"/>
                <a:buNone/>
              </a:pPr>
              <a:r>
                <a:rPr lang="es-AR" sz="1400" b="1" i="0" u="none" strike="noStrike" cap="none">
                  <a:solidFill>
                    <a:srgbClr val="002060"/>
                  </a:solidFill>
                  <a:latin typeface="Calibri"/>
                  <a:ea typeface="Calibri"/>
                  <a:cs typeface="Calibri"/>
                  <a:sym typeface="Calibri"/>
                </a:rPr>
                <a:t>Evaluación</a:t>
              </a:r>
              <a:endParaRPr sz="1400" b="0" i="0" u="none" strike="noStrike" cap="none">
                <a:solidFill>
                  <a:srgbClr val="000000"/>
                </a:solidFill>
                <a:latin typeface="Arial"/>
                <a:ea typeface="Arial"/>
                <a:cs typeface="Arial"/>
                <a:sym typeface="Arial"/>
              </a:endParaRPr>
            </a:p>
          </p:txBody>
        </p:sp>
      </p:grpSp>
      <p:sp>
        <p:nvSpPr>
          <p:cNvPr id="332" name="Google Shape;332;p15"/>
          <p:cNvSpPr txBox="1"/>
          <p:nvPr/>
        </p:nvSpPr>
        <p:spPr>
          <a:xfrm>
            <a:off x="0" y="-24"/>
            <a:ext cx="9906000" cy="1188000"/>
          </a:xfrm>
          <a:prstGeom prst="rect">
            <a:avLst/>
          </a:prstGeom>
          <a:noFill/>
          <a:ln>
            <a:noFill/>
          </a:ln>
        </p:spPr>
        <p:txBody>
          <a:bodyPr spcFirstLastPara="1" wrap="square" lIns="72000" tIns="252000" rIns="72000" bIns="36000" anchor="ctr" anchorCtr="0">
            <a:noAutofit/>
          </a:bodyPr>
          <a:lstStyle/>
          <a:p>
            <a:pPr marL="714375" marR="0" lvl="0" indent="-714375" algn="l" rtl="0">
              <a:lnSpc>
                <a:spcPct val="90000"/>
              </a:lnSpc>
              <a:spcBef>
                <a:spcPts val="0"/>
              </a:spcBef>
              <a:spcAft>
                <a:spcPts val="0"/>
              </a:spcAft>
              <a:buClr>
                <a:srgbClr val="000000"/>
              </a:buClr>
              <a:buSzPts val="2400"/>
              <a:buFont typeface="Arial"/>
              <a:buNone/>
            </a:pPr>
            <a:endParaRPr sz="1400" b="0" i="0" u="none" strike="noStrike" cap="none">
              <a:solidFill>
                <a:srgbClr val="000000"/>
              </a:solidFill>
              <a:latin typeface="Arial"/>
              <a:ea typeface="Arial"/>
              <a:cs typeface="Arial"/>
              <a:sym typeface="Arial"/>
            </a:endParaRPr>
          </a:p>
          <a:p>
            <a:pPr marL="714375" marR="0" lvl="0" indent="-714375" algn="l" rtl="0">
              <a:lnSpc>
                <a:spcPct val="90000"/>
              </a:lnSpc>
              <a:spcBef>
                <a:spcPts val="0"/>
              </a:spcBef>
              <a:spcAft>
                <a:spcPts val="0"/>
              </a:spcAft>
              <a:buClr>
                <a:srgbClr val="000000"/>
              </a:buClr>
              <a:buSzPts val="2400"/>
              <a:buFont typeface="Arial"/>
              <a:buNone/>
            </a:pPr>
            <a:r>
              <a:rPr lang="es-AR" sz="2400" b="1" i="0" u="none" strike="noStrike" cap="none">
                <a:solidFill>
                  <a:srgbClr val="002060"/>
                </a:solidFill>
                <a:latin typeface="Calibri"/>
                <a:ea typeface="Calibri"/>
                <a:cs typeface="Calibri"/>
                <a:sym typeface="Calibri"/>
              </a:rPr>
              <a:t>Ciclo de Gestión del Desempeño: Evaluación</a:t>
            </a:r>
            <a:endParaRPr sz="1400" b="0" i="0" u="none" strike="noStrike" cap="none">
              <a:solidFill>
                <a:srgbClr val="000000"/>
              </a:solidFill>
              <a:latin typeface="Arial"/>
              <a:ea typeface="Arial"/>
              <a:cs typeface="Arial"/>
              <a:sym typeface="Arial"/>
            </a:endParaRPr>
          </a:p>
        </p:txBody>
      </p:sp>
      <p:sp>
        <p:nvSpPr>
          <p:cNvPr id="333" name="Google Shape;333;p15"/>
          <p:cNvSpPr txBox="1"/>
          <p:nvPr/>
        </p:nvSpPr>
        <p:spPr>
          <a:xfrm>
            <a:off x="287878" y="1485887"/>
            <a:ext cx="5817300" cy="1077300"/>
          </a:xfrm>
          <a:prstGeom prst="rect">
            <a:avLst/>
          </a:prstGeom>
          <a:noFill/>
          <a:ln>
            <a:noFill/>
          </a:ln>
        </p:spPr>
        <p:txBody>
          <a:bodyPr spcFirstLastPara="1" wrap="square" lIns="91425" tIns="45700" rIns="91425" bIns="45700" anchor="t" anchorCtr="0">
            <a:spAutoFit/>
          </a:bodyPr>
          <a:lstStyle/>
          <a:p>
            <a:pPr marL="171450" marR="0" lvl="0" indent="-171450" algn="l" rtl="0">
              <a:lnSpc>
                <a:spcPct val="150000"/>
              </a:lnSpc>
              <a:spcBef>
                <a:spcPts val="0"/>
              </a:spcBef>
              <a:spcAft>
                <a:spcPts val="0"/>
              </a:spcAft>
              <a:buClr>
                <a:srgbClr val="002060"/>
              </a:buClr>
              <a:buSzPts val="1600"/>
              <a:buFont typeface="Arial"/>
              <a:buChar char="•"/>
            </a:pPr>
            <a:r>
              <a:rPr lang="es-AR" sz="1600" b="0" i="0" u="none" strike="noStrike" cap="none">
                <a:solidFill>
                  <a:srgbClr val="002060"/>
                </a:solidFill>
                <a:latin typeface="Calibri"/>
                <a:ea typeface="Calibri"/>
                <a:cs typeface="Calibri"/>
                <a:sym typeface="Calibri"/>
              </a:rPr>
              <a:t>No es </a:t>
            </a:r>
            <a:r>
              <a:rPr lang="es-AR" sz="1600" b="1" i="0" u="none" strike="noStrike" cap="none">
                <a:solidFill>
                  <a:srgbClr val="002060"/>
                </a:solidFill>
                <a:latin typeface="Calibri"/>
                <a:ea typeface="Calibri"/>
                <a:cs typeface="Calibri"/>
                <a:sym typeface="Calibri"/>
              </a:rPr>
              <a:t>s</a:t>
            </a:r>
            <a:r>
              <a:rPr lang="es-AR" sz="1600" b="1">
                <a:solidFill>
                  <a:srgbClr val="002060"/>
                </a:solidFill>
                <a:latin typeface="Calibri"/>
                <a:ea typeface="Calibri"/>
                <a:cs typeface="Calibri"/>
                <a:sym typeface="Calibri"/>
              </a:rPr>
              <a:t>ó</a:t>
            </a:r>
            <a:r>
              <a:rPr lang="es-AR" sz="1600" b="1" i="0" u="none" strike="noStrike" cap="none">
                <a:solidFill>
                  <a:srgbClr val="002060"/>
                </a:solidFill>
                <a:latin typeface="Calibri"/>
                <a:ea typeface="Calibri"/>
                <a:cs typeface="Calibri"/>
                <a:sym typeface="Calibri"/>
              </a:rPr>
              <a:t>lo evaluar</a:t>
            </a:r>
            <a:r>
              <a:rPr lang="es-AR" sz="1600" b="0" i="0" u="none" strike="noStrike" cap="none">
                <a:solidFill>
                  <a:srgbClr val="002060"/>
                </a:solidFill>
                <a:latin typeface="Calibri"/>
                <a:ea typeface="Calibri"/>
                <a:cs typeface="Calibri"/>
                <a:sym typeface="Calibri"/>
              </a:rPr>
              <a:t>: crítica o felicitación</a:t>
            </a:r>
            <a:endParaRPr sz="1400" b="0" i="0" u="none" strike="noStrike" cap="none">
              <a:solidFill>
                <a:srgbClr val="000000"/>
              </a:solidFill>
              <a:latin typeface="Arial"/>
              <a:ea typeface="Arial"/>
              <a:cs typeface="Arial"/>
              <a:sym typeface="Arial"/>
            </a:endParaRPr>
          </a:p>
          <a:p>
            <a:pPr marL="171450" marR="0" lvl="0" indent="-171450" algn="l" rtl="0">
              <a:lnSpc>
                <a:spcPct val="150000"/>
              </a:lnSpc>
              <a:spcBef>
                <a:spcPts val="0"/>
              </a:spcBef>
              <a:spcAft>
                <a:spcPts val="0"/>
              </a:spcAft>
              <a:buClr>
                <a:srgbClr val="002060"/>
              </a:buClr>
              <a:buSzPts val="1600"/>
              <a:buFont typeface="Arial"/>
              <a:buChar char="•"/>
            </a:pPr>
            <a:r>
              <a:rPr lang="es-AR" sz="1600" b="1" i="0" u="none" strike="noStrike" cap="none">
                <a:solidFill>
                  <a:srgbClr val="002060"/>
                </a:solidFill>
                <a:latin typeface="Calibri"/>
                <a:ea typeface="Calibri"/>
                <a:cs typeface="Calibri"/>
                <a:sym typeface="Calibri"/>
              </a:rPr>
              <a:t>Visión de futuro</a:t>
            </a:r>
            <a:r>
              <a:rPr lang="es-AR" sz="1600" b="0" i="0" u="none" strike="noStrike" cap="none">
                <a:solidFill>
                  <a:srgbClr val="002060"/>
                </a:solidFill>
                <a:latin typeface="Calibri"/>
                <a:ea typeface="Calibri"/>
                <a:cs typeface="Calibri"/>
                <a:sym typeface="Calibri"/>
              </a:rPr>
              <a:t>: ¿Cuáles son las fortalezas y oportunidades de mejora?</a:t>
            </a:r>
            <a:endParaRPr sz="1400" b="0" i="0" u="none" strike="noStrike" cap="none">
              <a:solidFill>
                <a:srgbClr val="000000"/>
              </a:solidFill>
              <a:latin typeface="Arial"/>
              <a:ea typeface="Arial"/>
              <a:cs typeface="Arial"/>
              <a:sym typeface="Arial"/>
            </a:endParaRPr>
          </a:p>
        </p:txBody>
      </p:sp>
      <p:pic>
        <p:nvPicPr>
          <p:cNvPr id="334" name="Google Shape;334;p15"/>
          <p:cNvPicPr preferRelativeResize="0"/>
          <p:nvPr/>
        </p:nvPicPr>
        <p:blipFill rotWithShape="1">
          <a:blip r:embed="rId4">
            <a:alphaModFix/>
          </a:blip>
          <a:srcRect/>
          <a:stretch/>
        </p:blipFill>
        <p:spPr>
          <a:xfrm rot="-3367752" flipH="1">
            <a:off x="4486111" y="3775234"/>
            <a:ext cx="1526049" cy="1526049"/>
          </a:xfrm>
          <a:prstGeom prst="rect">
            <a:avLst/>
          </a:prstGeom>
          <a:noFill/>
          <a:ln>
            <a:noFill/>
          </a:ln>
        </p:spPr>
      </p:pic>
      <p:sp>
        <p:nvSpPr>
          <p:cNvPr id="335" name="Google Shape;335;p15"/>
          <p:cNvSpPr txBox="1"/>
          <p:nvPr/>
        </p:nvSpPr>
        <p:spPr>
          <a:xfrm>
            <a:off x="404401" y="3074194"/>
            <a:ext cx="4547887" cy="1900777"/>
          </a:xfrm>
          <a:prstGeom prst="rect">
            <a:avLst/>
          </a:prstGeom>
          <a:noFill/>
          <a:ln>
            <a:noFill/>
          </a:ln>
        </p:spPr>
        <p:txBody>
          <a:bodyPr spcFirstLastPara="1" wrap="square" lIns="91425" tIns="45700" rIns="91425" bIns="45700" anchor="t" anchorCtr="0">
            <a:spAutoFit/>
          </a:bodyPr>
          <a:lstStyle/>
          <a:p>
            <a:pPr marL="0" marR="0" lvl="0" indent="0" algn="l" rtl="0">
              <a:lnSpc>
                <a:spcPct val="150000"/>
              </a:lnSpc>
              <a:spcBef>
                <a:spcPts val="0"/>
              </a:spcBef>
              <a:spcAft>
                <a:spcPts val="0"/>
              </a:spcAft>
              <a:buClr>
                <a:srgbClr val="000000"/>
              </a:buClr>
              <a:buSzPts val="1600"/>
              <a:buFont typeface="Arial"/>
              <a:buNone/>
            </a:pPr>
            <a:r>
              <a:rPr lang="es-AR" sz="1600" b="1" i="0" u="none" strike="noStrike" cap="none">
                <a:solidFill>
                  <a:srgbClr val="002060"/>
                </a:solidFill>
                <a:latin typeface="Calibri"/>
                <a:ea typeface="Calibri"/>
                <a:cs typeface="Calibri"/>
                <a:sym typeface="Calibri"/>
              </a:rPr>
              <a:t>TIPOS DE EVALUACIONES MÁS FRECUENTES:</a:t>
            </a:r>
            <a:endParaRPr sz="1400" b="0" i="0" u="none" strike="noStrike" cap="none">
              <a:solidFill>
                <a:srgbClr val="000000"/>
              </a:solidFill>
              <a:latin typeface="Arial"/>
              <a:ea typeface="Arial"/>
              <a:cs typeface="Arial"/>
              <a:sym typeface="Arial"/>
            </a:endParaRPr>
          </a:p>
          <a:p>
            <a:pPr marL="285750" marR="0" lvl="0" indent="-184150" algn="l" rtl="0">
              <a:lnSpc>
                <a:spcPct val="150000"/>
              </a:lnSpc>
              <a:spcBef>
                <a:spcPts val="0"/>
              </a:spcBef>
              <a:spcAft>
                <a:spcPts val="0"/>
              </a:spcAft>
              <a:buClr>
                <a:srgbClr val="FF6600"/>
              </a:buClr>
              <a:buSzPts val="1600"/>
              <a:buFont typeface="Noto Sans Symbols"/>
              <a:buNone/>
            </a:pPr>
            <a:endParaRPr sz="1600" b="1" i="0" u="none" strike="noStrike" cap="none">
              <a:solidFill>
                <a:srgbClr val="002060"/>
              </a:solidFill>
              <a:latin typeface="Calibri"/>
              <a:ea typeface="Calibri"/>
              <a:cs typeface="Calibri"/>
              <a:sym typeface="Calibri"/>
            </a:endParaRPr>
          </a:p>
          <a:p>
            <a:pPr marL="742950" marR="0" lvl="1" indent="-285750" algn="l" rtl="0">
              <a:lnSpc>
                <a:spcPct val="150000"/>
              </a:lnSpc>
              <a:spcBef>
                <a:spcPts val="0"/>
              </a:spcBef>
              <a:spcAft>
                <a:spcPts val="0"/>
              </a:spcAft>
              <a:buClr>
                <a:srgbClr val="FF6600"/>
              </a:buClr>
              <a:buSzPts val="1600"/>
              <a:buFont typeface="Noto Sans Symbols"/>
              <a:buChar char="▪"/>
            </a:pPr>
            <a:r>
              <a:rPr lang="es-AR" sz="1600" b="1" i="0" u="none" strike="noStrike" cap="none">
                <a:solidFill>
                  <a:srgbClr val="002060"/>
                </a:solidFill>
                <a:latin typeface="Calibri"/>
                <a:ea typeface="Calibri"/>
                <a:cs typeface="Calibri"/>
                <a:sym typeface="Calibri"/>
              </a:rPr>
              <a:t>Autoevaluación</a:t>
            </a:r>
            <a:endParaRPr sz="1400" b="0" i="0" u="none" strike="noStrike" cap="none">
              <a:solidFill>
                <a:srgbClr val="000000"/>
              </a:solidFill>
              <a:latin typeface="Arial"/>
              <a:ea typeface="Arial"/>
              <a:cs typeface="Arial"/>
              <a:sym typeface="Arial"/>
            </a:endParaRPr>
          </a:p>
          <a:p>
            <a:pPr marL="742950" marR="0" lvl="1" indent="-285750" algn="l" rtl="0">
              <a:lnSpc>
                <a:spcPct val="150000"/>
              </a:lnSpc>
              <a:spcBef>
                <a:spcPts val="0"/>
              </a:spcBef>
              <a:spcAft>
                <a:spcPts val="0"/>
              </a:spcAft>
              <a:buClr>
                <a:srgbClr val="FF6600"/>
              </a:buClr>
              <a:buSzPts val="1600"/>
              <a:buFont typeface="Noto Sans Symbols"/>
              <a:buChar char="▪"/>
            </a:pPr>
            <a:r>
              <a:rPr lang="es-AR" sz="1600" b="1" i="0" u="none" strike="noStrike" cap="none">
                <a:solidFill>
                  <a:srgbClr val="002060"/>
                </a:solidFill>
                <a:latin typeface="Calibri"/>
                <a:ea typeface="Calibri"/>
                <a:cs typeface="Calibri"/>
                <a:sym typeface="Calibri"/>
              </a:rPr>
              <a:t>Evaluación por parte del líder directo</a:t>
            </a:r>
            <a:endParaRPr sz="1400" b="0" i="0" u="none" strike="noStrike" cap="none">
              <a:solidFill>
                <a:srgbClr val="000000"/>
              </a:solidFill>
              <a:latin typeface="Arial"/>
              <a:ea typeface="Arial"/>
              <a:cs typeface="Arial"/>
              <a:sym typeface="Arial"/>
            </a:endParaRPr>
          </a:p>
          <a:p>
            <a:pPr marL="742950" marR="0" lvl="1" indent="-285750" algn="l" rtl="0">
              <a:lnSpc>
                <a:spcPct val="150000"/>
              </a:lnSpc>
              <a:spcBef>
                <a:spcPts val="0"/>
              </a:spcBef>
              <a:spcAft>
                <a:spcPts val="0"/>
              </a:spcAft>
              <a:buClr>
                <a:srgbClr val="FF6600"/>
              </a:buClr>
              <a:buSzPts val="1600"/>
              <a:buFont typeface="Noto Sans Symbols"/>
              <a:buChar char="▪"/>
            </a:pPr>
            <a:r>
              <a:rPr lang="es-AR" sz="1600" b="1" i="0" u="none" strike="noStrike" cap="none">
                <a:solidFill>
                  <a:srgbClr val="002060"/>
                </a:solidFill>
                <a:latin typeface="Calibri"/>
                <a:ea typeface="Calibri"/>
                <a:cs typeface="Calibri"/>
                <a:sym typeface="Calibri"/>
              </a:rPr>
              <a:t>Evaluación 360 (menos utilizada)</a:t>
            </a:r>
            <a:endParaRPr sz="1400" b="0" i="0" u="none" strike="noStrike" cap="none">
              <a:solidFill>
                <a:srgbClr val="000000"/>
              </a:solidFill>
              <a:latin typeface="Arial"/>
              <a:ea typeface="Arial"/>
              <a:cs typeface="Arial"/>
              <a:sym typeface="Arial"/>
            </a:endParaRPr>
          </a:p>
        </p:txBody>
      </p:sp>
      <p:pic>
        <p:nvPicPr>
          <p:cNvPr id="336" name="Google Shape;336;p15"/>
          <p:cNvPicPr preferRelativeResize="0"/>
          <p:nvPr/>
        </p:nvPicPr>
        <p:blipFill rotWithShape="1">
          <a:blip r:embed="rId5">
            <a:alphaModFix/>
          </a:blip>
          <a:srcRect/>
          <a:stretch/>
        </p:blipFill>
        <p:spPr>
          <a:xfrm>
            <a:off x="1208584" y="5102771"/>
            <a:ext cx="2072137" cy="1205223"/>
          </a:xfrm>
          <a:prstGeom prst="rect">
            <a:avLst/>
          </a:prstGeom>
          <a:noFill/>
          <a:ln>
            <a:noFill/>
          </a:ln>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342"/>
        <p:cNvGrpSpPr/>
        <p:nvPr/>
      </p:nvGrpSpPr>
      <p:grpSpPr>
        <a:xfrm>
          <a:off x="0" y="0"/>
          <a:ext cx="0" cy="0"/>
          <a:chOff x="0" y="0"/>
          <a:chExt cx="0" cy="0"/>
        </a:xfrm>
      </p:grpSpPr>
      <p:pic>
        <p:nvPicPr>
          <p:cNvPr id="343" name="Google Shape;343;p16" descr="Resultado de imagen para utn regional buenos aires ingenieria industrial"/>
          <p:cNvPicPr preferRelativeResize="0"/>
          <p:nvPr/>
        </p:nvPicPr>
        <p:blipFill rotWithShape="1">
          <a:blip r:embed="rId3">
            <a:alphaModFix/>
          </a:blip>
          <a:srcRect/>
          <a:stretch/>
        </p:blipFill>
        <p:spPr>
          <a:xfrm>
            <a:off x="7041232" y="0"/>
            <a:ext cx="2637692" cy="1011116"/>
          </a:xfrm>
          <a:prstGeom prst="rect">
            <a:avLst/>
          </a:prstGeom>
          <a:noFill/>
          <a:ln>
            <a:noFill/>
          </a:ln>
        </p:spPr>
      </p:pic>
      <p:sp>
        <p:nvSpPr>
          <p:cNvPr id="344" name="Google Shape;344;p16"/>
          <p:cNvSpPr txBox="1"/>
          <p:nvPr/>
        </p:nvSpPr>
        <p:spPr>
          <a:xfrm>
            <a:off x="0" y="-24"/>
            <a:ext cx="9906000" cy="1188000"/>
          </a:xfrm>
          <a:prstGeom prst="rect">
            <a:avLst/>
          </a:prstGeom>
          <a:noFill/>
          <a:ln>
            <a:noFill/>
          </a:ln>
        </p:spPr>
        <p:txBody>
          <a:bodyPr spcFirstLastPara="1" wrap="square" lIns="72000" tIns="252000" rIns="72000" bIns="36000" anchor="ctr" anchorCtr="0">
            <a:noAutofit/>
          </a:bodyPr>
          <a:lstStyle/>
          <a:p>
            <a:pPr marL="714375" marR="0" lvl="0" indent="-714375" algn="l" rtl="0">
              <a:lnSpc>
                <a:spcPct val="90000"/>
              </a:lnSpc>
              <a:spcBef>
                <a:spcPts val="0"/>
              </a:spcBef>
              <a:spcAft>
                <a:spcPts val="0"/>
              </a:spcAft>
              <a:buClr>
                <a:srgbClr val="000000"/>
              </a:buClr>
              <a:buSzPts val="2400"/>
              <a:buFont typeface="Arial"/>
              <a:buNone/>
            </a:pPr>
            <a:endParaRPr sz="1400" b="0" i="0" u="none" strike="noStrike" cap="none">
              <a:solidFill>
                <a:srgbClr val="000000"/>
              </a:solidFill>
              <a:latin typeface="Arial"/>
              <a:ea typeface="Arial"/>
              <a:cs typeface="Arial"/>
              <a:sym typeface="Arial"/>
            </a:endParaRPr>
          </a:p>
          <a:p>
            <a:pPr marL="714375" marR="0" lvl="0" indent="-714375" algn="l" rtl="0">
              <a:lnSpc>
                <a:spcPct val="90000"/>
              </a:lnSpc>
              <a:spcBef>
                <a:spcPts val="0"/>
              </a:spcBef>
              <a:spcAft>
                <a:spcPts val="0"/>
              </a:spcAft>
              <a:buClr>
                <a:srgbClr val="000000"/>
              </a:buClr>
              <a:buSzPts val="2400"/>
              <a:buFont typeface="Arial"/>
              <a:buNone/>
            </a:pPr>
            <a:r>
              <a:rPr lang="es-AR" sz="2400" b="1" i="0" u="none" strike="noStrike" cap="none">
                <a:solidFill>
                  <a:srgbClr val="002060"/>
                </a:solidFill>
                <a:latin typeface="Calibri"/>
                <a:ea typeface="Calibri"/>
                <a:cs typeface="Calibri"/>
                <a:sym typeface="Calibri"/>
              </a:rPr>
              <a:t>Ciclo de Gestión del Desempeño: Evaluación</a:t>
            </a:r>
            <a:endParaRPr sz="1400" b="0" i="0" u="none" strike="noStrike" cap="none">
              <a:solidFill>
                <a:srgbClr val="000000"/>
              </a:solidFill>
              <a:latin typeface="Arial"/>
              <a:ea typeface="Arial"/>
              <a:cs typeface="Arial"/>
              <a:sym typeface="Arial"/>
            </a:endParaRPr>
          </a:p>
        </p:txBody>
      </p:sp>
      <p:pic>
        <p:nvPicPr>
          <p:cNvPr id="345" name="Google Shape;345;p16"/>
          <p:cNvPicPr preferRelativeResize="0"/>
          <p:nvPr/>
        </p:nvPicPr>
        <p:blipFill rotWithShape="1">
          <a:blip r:embed="rId4">
            <a:alphaModFix amt="26000"/>
          </a:blip>
          <a:srcRect/>
          <a:stretch/>
        </p:blipFill>
        <p:spPr>
          <a:xfrm>
            <a:off x="6177136" y="1412776"/>
            <a:ext cx="7559695" cy="4395597"/>
          </a:xfrm>
          <a:prstGeom prst="rect">
            <a:avLst/>
          </a:prstGeom>
          <a:noFill/>
          <a:ln>
            <a:noFill/>
          </a:ln>
        </p:spPr>
      </p:pic>
      <p:grpSp>
        <p:nvGrpSpPr>
          <p:cNvPr id="346" name="Google Shape;346;p16"/>
          <p:cNvGrpSpPr/>
          <p:nvPr/>
        </p:nvGrpSpPr>
        <p:grpSpPr>
          <a:xfrm>
            <a:off x="632525" y="1566862"/>
            <a:ext cx="7356941" cy="3724275"/>
            <a:chOff x="-27626" y="1916832"/>
            <a:chExt cx="7356941" cy="3724275"/>
          </a:xfrm>
        </p:grpSpPr>
        <p:pic>
          <p:nvPicPr>
            <p:cNvPr id="347" name="Google Shape;347;p16"/>
            <p:cNvPicPr preferRelativeResize="0"/>
            <p:nvPr/>
          </p:nvPicPr>
          <p:blipFill rotWithShape="1">
            <a:blip r:embed="rId5">
              <a:alphaModFix/>
            </a:blip>
            <a:srcRect/>
            <a:stretch/>
          </p:blipFill>
          <p:spPr>
            <a:xfrm>
              <a:off x="128415" y="1916832"/>
              <a:ext cx="7200900" cy="3724275"/>
            </a:xfrm>
            <a:prstGeom prst="rect">
              <a:avLst/>
            </a:prstGeom>
            <a:noFill/>
            <a:ln>
              <a:noFill/>
            </a:ln>
          </p:spPr>
        </p:pic>
        <p:sp>
          <p:nvSpPr>
            <p:cNvPr id="348" name="Google Shape;348;p16"/>
            <p:cNvSpPr txBox="1"/>
            <p:nvPr/>
          </p:nvSpPr>
          <p:spPr>
            <a:xfrm>
              <a:off x="-27626" y="3060520"/>
              <a:ext cx="3974100" cy="2093400"/>
            </a:xfrm>
            <a:prstGeom prst="rect">
              <a:avLst/>
            </a:prstGeom>
            <a:solidFill>
              <a:schemeClr val="lt1"/>
            </a:solidFill>
            <a:ln>
              <a:noFill/>
            </a:ln>
          </p:spPr>
          <p:txBody>
            <a:bodyPr spcFirstLastPara="1" wrap="square" lIns="91425" tIns="45700" rIns="91425" bIns="45700" anchor="t" anchorCtr="0">
              <a:spAutoFit/>
            </a:bodyPr>
            <a:lstStyle/>
            <a:p>
              <a:pPr marL="0" marR="0" lvl="0" indent="0" algn="r" rtl="0">
                <a:lnSpc>
                  <a:spcPct val="150000"/>
                </a:lnSpc>
                <a:spcBef>
                  <a:spcPts val="0"/>
                </a:spcBef>
                <a:spcAft>
                  <a:spcPts val="0"/>
                </a:spcAft>
                <a:buClr>
                  <a:srgbClr val="000000"/>
                </a:buClr>
                <a:buSzPts val="1200"/>
                <a:buFont typeface="Arial"/>
                <a:buNone/>
              </a:pPr>
              <a:r>
                <a:rPr lang="es-AR" sz="1000" b="1" i="0" u="none" strike="noStrike" cap="none">
                  <a:solidFill>
                    <a:schemeClr val="dk1"/>
                  </a:solidFill>
                  <a:latin typeface="Calibri"/>
                  <a:ea typeface="Calibri"/>
                  <a:cs typeface="Calibri"/>
                  <a:sym typeface="Calibri"/>
                </a:rPr>
                <a:t>Evaluación por parte del líder</a:t>
              </a:r>
              <a:endParaRPr sz="1200" b="0" i="0" u="none" strike="noStrike" cap="none">
                <a:solidFill>
                  <a:srgbClr val="000000"/>
                </a:solidFill>
                <a:latin typeface="Arial"/>
                <a:ea typeface="Arial"/>
                <a:cs typeface="Arial"/>
                <a:sym typeface="Arial"/>
              </a:endParaRPr>
            </a:p>
            <a:p>
              <a:pPr marL="0" marR="0" lvl="0" indent="0" algn="r" rtl="0">
                <a:lnSpc>
                  <a:spcPct val="150000"/>
                </a:lnSpc>
                <a:spcBef>
                  <a:spcPts val="0"/>
                </a:spcBef>
                <a:spcAft>
                  <a:spcPts val="0"/>
                </a:spcAft>
                <a:buClr>
                  <a:srgbClr val="000000"/>
                </a:buClr>
                <a:buSzPts val="1200"/>
                <a:buFont typeface="Arial"/>
                <a:buNone/>
              </a:pPr>
              <a:r>
                <a:rPr lang="es-AR" sz="1000" b="1" i="0" u="none" strike="noStrike" cap="none">
                  <a:solidFill>
                    <a:schemeClr val="dk1"/>
                  </a:solidFill>
                  <a:latin typeface="Calibri"/>
                  <a:ea typeface="Calibri"/>
                  <a:cs typeface="Calibri"/>
                  <a:sym typeface="Calibri"/>
                </a:rPr>
                <a:t>Autoevaluación</a:t>
              </a:r>
              <a:endParaRPr sz="1200" b="0" i="0" u="none" strike="noStrike" cap="none">
                <a:solidFill>
                  <a:srgbClr val="000000"/>
                </a:solidFill>
                <a:latin typeface="Arial"/>
                <a:ea typeface="Arial"/>
                <a:cs typeface="Arial"/>
                <a:sym typeface="Arial"/>
              </a:endParaRPr>
            </a:p>
            <a:p>
              <a:pPr marL="0" marR="0" lvl="0" indent="0" algn="r" rtl="0">
                <a:lnSpc>
                  <a:spcPct val="150000"/>
                </a:lnSpc>
                <a:spcBef>
                  <a:spcPts val="0"/>
                </a:spcBef>
                <a:spcAft>
                  <a:spcPts val="0"/>
                </a:spcAft>
                <a:buClr>
                  <a:srgbClr val="000000"/>
                </a:buClr>
                <a:buSzPts val="1200"/>
                <a:buFont typeface="Arial"/>
                <a:buNone/>
              </a:pPr>
              <a:r>
                <a:rPr lang="es-AR" sz="1000" b="1" i="0" u="none" strike="noStrike" cap="none">
                  <a:solidFill>
                    <a:schemeClr val="dk1"/>
                  </a:solidFill>
                  <a:latin typeface="Calibri"/>
                  <a:ea typeface="Calibri"/>
                  <a:cs typeface="Calibri"/>
                  <a:sym typeface="Calibri"/>
                </a:rPr>
                <a:t>Evaluaciones 360 o de pares</a:t>
              </a:r>
              <a:endParaRPr sz="1200" b="0" i="0" u="none" strike="noStrike" cap="none">
                <a:solidFill>
                  <a:srgbClr val="000000"/>
                </a:solidFill>
                <a:latin typeface="Arial"/>
                <a:ea typeface="Arial"/>
                <a:cs typeface="Arial"/>
                <a:sym typeface="Arial"/>
              </a:endParaRPr>
            </a:p>
            <a:p>
              <a:pPr marL="0" marR="0" lvl="0" indent="0" algn="r" rtl="0">
                <a:lnSpc>
                  <a:spcPct val="150000"/>
                </a:lnSpc>
                <a:spcBef>
                  <a:spcPts val="0"/>
                </a:spcBef>
                <a:spcAft>
                  <a:spcPts val="0"/>
                </a:spcAft>
                <a:buClr>
                  <a:srgbClr val="000000"/>
                </a:buClr>
                <a:buSzPts val="1200"/>
                <a:buFont typeface="Arial"/>
                <a:buNone/>
              </a:pPr>
              <a:r>
                <a:rPr lang="es-AR" sz="1000" b="1" i="0" u="none" strike="noStrike" cap="none">
                  <a:solidFill>
                    <a:schemeClr val="dk1"/>
                  </a:solidFill>
                  <a:latin typeface="Calibri"/>
                  <a:ea typeface="Calibri"/>
                  <a:cs typeface="Calibri"/>
                  <a:sym typeface="Calibri"/>
                </a:rPr>
                <a:t>Observación en el trabajo</a:t>
              </a:r>
              <a:endParaRPr sz="1200" b="0" i="0" u="none" strike="noStrike" cap="none">
                <a:solidFill>
                  <a:srgbClr val="000000"/>
                </a:solidFill>
                <a:latin typeface="Arial"/>
                <a:ea typeface="Arial"/>
                <a:cs typeface="Arial"/>
                <a:sym typeface="Arial"/>
              </a:endParaRPr>
            </a:p>
            <a:p>
              <a:pPr marL="0" marR="0" lvl="0" indent="0" algn="r" rtl="0">
                <a:lnSpc>
                  <a:spcPct val="150000"/>
                </a:lnSpc>
                <a:spcBef>
                  <a:spcPts val="0"/>
                </a:spcBef>
                <a:spcAft>
                  <a:spcPts val="0"/>
                </a:spcAft>
                <a:buClr>
                  <a:srgbClr val="000000"/>
                </a:buClr>
                <a:buSzPts val="1200"/>
                <a:buFont typeface="Arial"/>
                <a:buNone/>
              </a:pPr>
              <a:r>
                <a:rPr lang="es-AR" sz="1000" b="1" i="0" u="none" strike="noStrike" cap="none">
                  <a:solidFill>
                    <a:schemeClr val="dk1"/>
                  </a:solidFill>
                  <a:latin typeface="Calibri"/>
                  <a:ea typeface="Calibri"/>
                  <a:cs typeface="Calibri"/>
                  <a:sym typeface="Calibri"/>
                </a:rPr>
                <a:t>Evaluación de los reportes directos</a:t>
              </a:r>
              <a:endParaRPr sz="1200" b="0" i="0" u="none" strike="noStrike" cap="none">
                <a:solidFill>
                  <a:srgbClr val="000000"/>
                </a:solidFill>
                <a:latin typeface="Arial"/>
                <a:ea typeface="Arial"/>
                <a:cs typeface="Arial"/>
                <a:sym typeface="Arial"/>
              </a:endParaRPr>
            </a:p>
            <a:p>
              <a:pPr marL="0" marR="0" lvl="0" indent="0" algn="r" rtl="0">
                <a:lnSpc>
                  <a:spcPct val="150000"/>
                </a:lnSpc>
                <a:spcBef>
                  <a:spcPts val="0"/>
                </a:spcBef>
                <a:spcAft>
                  <a:spcPts val="0"/>
                </a:spcAft>
                <a:buClr>
                  <a:srgbClr val="000000"/>
                </a:buClr>
                <a:buSzPts val="1200"/>
                <a:buFont typeface="Arial"/>
                <a:buNone/>
              </a:pPr>
              <a:r>
                <a:rPr lang="es-AR" sz="1000" b="1" i="0" u="none" strike="noStrike" cap="none">
                  <a:solidFill>
                    <a:schemeClr val="dk1"/>
                  </a:solidFill>
                  <a:latin typeface="Calibri"/>
                  <a:ea typeface="Calibri"/>
                  <a:cs typeface="Calibri"/>
                  <a:sym typeface="Calibri"/>
                </a:rPr>
                <a:t>Evaluación de clientes </a:t>
              </a:r>
              <a:endParaRPr sz="1200" b="0" i="0" u="none" strike="noStrike" cap="none">
                <a:solidFill>
                  <a:srgbClr val="000000"/>
                </a:solidFill>
                <a:latin typeface="Arial"/>
                <a:ea typeface="Arial"/>
                <a:cs typeface="Arial"/>
                <a:sym typeface="Arial"/>
              </a:endParaRPr>
            </a:p>
            <a:p>
              <a:pPr marL="0" marR="0" lvl="0" indent="0" algn="r" rtl="0">
                <a:lnSpc>
                  <a:spcPct val="150000"/>
                </a:lnSpc>
                <a:spcBef>
                  <a:spcPts val="0"/>
                </a:spcBef>
                <a:spcAft>
                  <a:spcPts val="0"/>
                </a:spcAft>
                <a:buClr>
                  <a:srgbClr val="000000"/>
                </a:buClr>
                <a:buSzPts val="1200"/>
                <a:buFont typeface="Arial"/>
                <a:buNone/>
              </a:pPr>
              <a:r>
                <a:rPr lang="es-AR" sz="1000" b="1" i="0" u="none" strike="noStrike" cap="none">
                  <a:solidFill>
                    <a:schemeClr val="dk1"/>
                  </a:solidFill>
                  <a:latin typeface="Calibri"/>
                  <a:ea typeface="Calibri"/>
                  <a:cs typeface="Calibri"/>
                  <a:sym typeface="Calibri"/>
                </a:rPr>
                <a:t>Tienen un proceso de revisión pero no usan evaluaciones</a:t>
              </a:r>
              <a:endParaRPr sz="1200" b="0" i="0" u="none" strike="noStrike" cap="none">
                <a:solidFill>
                  <a:srgbClr val="000000"/>
                </a:solidFill>
                <a:latin typeface="Arial"/>
                <a:ea typeface="Arial"/>
                <a:cs typeface="Arial"/>
                <a:sym typeface="Arial"/>
              </a:endParaRPr>
            </a:p>
            <a:p>
              <a:pPr marL="0" marR="0" lvl="0" indent="0" algn="r" rtl="0">
                <a:lnSpc>
                  <a:spcPct val="150000"/>
                </a:lnSpc>
                <a:spcBef>
                  <a:spcPts val="0"/>
                </a:spcBef>
                <a:spcAft>
                  <a:spcPts val="0"/>
                </a:spcAft>
                <a:buClr>
                  <a:srgbClr val="000000"/>
                </a:buClr>
                <a:buSzPts val="1200"/>
                <a:buFont typeface="Arial"/>
                <a:buNone/>
              </a:pPr>
              <a:r>
                <a:rPr lang="es-AR" sz="1000" b="1" i="0" u="none" strike="noStrike" cap="none">
                  <a:solidFill>
                    <a:schemeClr val="dk1"/>
                  </a:solidFill>
                  <a:latin typeface="Calibri"/>
                  <a:ea typeface="Calibri"/>
                  <a:cs typeface="Calibri"/>
                  <a:sym typeface="Calibri"/>
                </a:rPr>
                <a:t>Evaluaciones escritas o tests</a:t>
              </a:r>
              <a:endParaRPr sz="1000" b="1" i="0" u="none" strike="noStrike" cap="none">
                <a:solidFill>
                  <a:schemeClr val="dk1"/>
                </a:solidFill>
                <a:latin typeface="Calibri"/>
                <a:ea typeface="Calibri"/>
                <a:cs typeface="Calibri"/>
                <a:sym typeface="Calibri"/>
              </a:endParaRPr>
            </a:p>
            <a:p>
              <a:pPr marL="0" marR="0" lvl="0" indent="0" algn="r" rtl="0">
                <a:lnSpc>
                  <a:spcPct val="150000"/>
                </a:lnSpc>
                <a:spcBef>
                  <a:spcPts val="0"/>
                </a:spcBef>
                <a:spcAft>
                  <a:spcPts val="0"/>
                </a:spcAft>
                <a:buClr>
                  <a:srgbClr val="000000"/>
                </a:buClr>
                <a:buSzPts val="1200"/>
                <a:buFont typeface="Arial"/>
                <a:buNone/>
              </a:pPr>
              <a:r>
                <a:rPr lang="es-AR" sz="1000" b="1" i="0" u="none" strike="noStrike" cap="none">
                  <a:solidFill>
                    <a:schemeClr val="dk1"/>
                  </a:solidFill>
                  <a:latin typeface="Calibri"/>
                  <a:ea typeface="Calibri"/>
                  <a:cs typeface="Calibri"/>
                  <a:sym typeface="Calibri"/>
                </a:rPr>
                <a:t>Simulaciones de trabajo</a:t>
              </a:r>
              <a:endParaRPr sz="1200" b="0" i="0" u="none" strike="noStrike" cap="none">
                <a:solidFill>
                  <a:srgbClr val="000000"/>
                </a:solidFill>
                <a:latin typeface="Arial"/>
                <a:ea typeface="Arial"/>
                <a:cs typeface="Arial"/>
                <a:sym typeface="Arial"/>
              </a:endParaRPr>
            </a:p>
          </p:txBody>
        </p:sp>
        <p:sp>
          <p:nvSpPr>
            <p:cNvPr id="349" name="Google Shape;349;p16"/>
            <p:cNvSpPr txBox="1"/>
            <p:nvPr/>
          </p:nvSpPr>
          <p:spPr>
            <a:xfrm>
              <a:off x="33569" y="2379844"/>
              <a:ext cx="6192688" cy="553998"/>
            </a:xfrm>
            <a:prstGeom prst="rect">
              <a:avLst/>
            </a:prstGeom>
            <a:solidFill>
              <a:schemeClr val="lt1"/>
            </a:solidFill>
            <a:ln>
              <a:noFill/>
            </a:ln>
          </p:spPr>
          <p:txBody>
            <a:bodyPr spcFirstLastPara="1" wrap="square" lIns="91425" tIns="45700" rIns="91425" bIns="45700" anchor="t" anchorCtr="0">
              <a:spAutoFit/>
            </a:bodyPr>
            <a:lstStyle/>
            <a:p>
              <a:pPr marL="0" marR="0" lvl="0" indent="0" algn="l" rtl="0">
                <a:lnSpc>
                  <a:spcPct val="112500"/>
                </a:lnSpc>
                <a:spcBef>
                  <a:spcPts val="0"/>
                </a:spcBef>
                <a:spcAft>
                  <a:spcPts val="0"/>
                </a:spcAft>
                <a:buClr>
                  <a:srgbClr val="000000"/>
                </a:buClr>
                <a:buSzPts val="1600"/>
                <a:buFont typeface="Arial"/>
                <a:buNone/>
              </a:pPr>
              <a:r>
                <a:rPr lang="es-AR" sz="1600" b="1" i="0" u="none" strike="noStrike" cap="none">
                  <a:solidFill>
                    <a:schemeClr val="dk1"/>
                  </a:solidFill>
                  <a:latin typeface="Calibri"/>
                  <a:ea typeface="Calibri"/>
                  <a:cs typeface="Calibri"/>
                  <a:sym typeface="Calibri"/>
                </a:rPr>
                <a:t>Tipos de evaluación usadas para medir el desempeño del empleado</a:t>
              </a:r>
              <a:endParaRPr sz="1400" b="0" i="0" u="none" strike="noStrike" cap="none">
                <a:solidFill>
                  <a:srgbClr val="000000"/>
                </a:solidFill>
                <a:latin typeface="Arial"/>
                <a:ea typeface="Arial"/>
                <a:cs typeface="Arial"/>
                <a:sym typeface="Arial"/>
              </a:endParaRPr>
            </a:p>
            <a:p>
              <a:pPr marL="0" marR="0" lvl="0" indent="0" algn="l" rtl="0">
                <a:lnSpc>
                  <a:spcPct val="112500"/>
                </a:lnSpc>
                <a:spcBef>
                  <a:spcPts val="0"/>
                </a:spcBef>
                <a:spcAft>
                  <a:spcPts val="0"/>
                </a:spcAft>
                <a:buClr>
                  <a:srgbClr val="000000"/>
                </a:buClr>
                <a:buSzPts val="1600"/>
                <a:buFont typeface="Arial"/>
                <a:buNone/>
              </a:pPr>
              <a:r>
                <a:rPr lang="es-AR" sz="1600" b="0" i="0" u="none" strike="noStrike" cap="none">
                  <a:solidFill>
                    <a:schemeClr val="dk1"/>
                  </a:solidFill>
                  <a:latin typeface="Calibri"/>
                  <a:ea typeface="Calibri"/>
                  <a:cs typeface="Calibri"/>
                  <a:sym typeface="Calibri"/>
                </a:rPr>
                <a:t>% de organizaciones</a:t>
              </a:r>
              <a:endParaRPr sz="1400" b="0" i="0" u="none" strike="noStrike" cap="none">
                <a:solidFill>
                  <a:srgbClr val="000000"/>
                </a:solidFill>
                <a:latin typeface="Arial"/>
                <a:ea typeface="Arial"/>
                <a:cs typeface="Arial"/>
                <a:sym typeface="Arial"/>
              </a:endParaRPr>
            </a:p>
          </p:txBody>
        </p:sp>
        <p:sp>
          <p:nvSpPr>
            <p:cNvPr id="350" name="Google Shape;350;p16"/>
            <p:cNvSpPr txBox="1"/>
            <p:nvPr/>
          </p:nvSpPr>
          <p:spPr>
            <a:xfrm>
              <a:off x="21109" y="1925081"/>
              <a:ext cx="7080051" cy="461665"/>
            </a:xfrm>
            <a:prstGeom prst="rect">
              <a:avLst/>
            </a:prstGeom>
            <a:solidFill>
              <a:schemeClr val="lt1"/>
            </a:solid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400"/>
                <a:buFont typeface="Arial"/>
                <a:buNone/>
              </a:pPr>
              <a:r>
                <a:rPr lang="es-AR" sz="2400" b="1" i="0" u="none" strike="noStrike" cap="none">
                  <a:solidFill>
                    <a:srgbClr val="002060"/>
                  </a:solidFill>
                  <a:latin typeface="Calibri"/>
                  <a:ea typeface="Calibri"/>
                  <a:cs typeface="Calibri"/>
                  <a:sym typeface="Calibri"/>
                </a:rPr>
                <a:t>EVALUACIONES USADAS PARA MEDIR DESEMPEÑO</a:t>
              </a:r>
              <a:endParaRPr sz="2400" b="0" i="0" u="none" strike="noStrike" cap="none">
                <a:solidFill>
                  <a:srgbClr val="002060"/>
                </a:solidFill>
                <a:latin typeface="Calibri"/>
                <a:ea typeface="Calibri"/>
                <a:cs typeface="Calibri"/>
                <a:sym typeface="Calibri"/>
              </a:endParaRPr>
            </a:p>
          </p:txBody>
        </p:sp>
      </p:gr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356"/>
        <p:cNvGrpSpPr/>
        <p:nvPr/>
      </p:nvGrpSpPr>
      <p:grpSpPr>
        <a:xfrm>
          <a:off x="0" y="0"/>
          <a:ext cx="0" cy="0"/>
          <a:chOff x="0" y="0"/>
          <a:chExt cx="0" cy="0"/>
        </a:xfrm>
      </p:grpSpPr>
      <p:pic>
        <p:nvPicPr>
          <p:cNvPr id="357" name="Google Shape;357;p17" descr="Resultado de imagen para utn regional buenos aires ingenieria industrial"/>
          <p:cNvPicPr preferRelativeResize="0"/>
          <p:nvPr/>
        </p:nvPicPr>
        <p:blipFill rotWithShape="1">
          <a:blip r:embed="rId3">
            <a:alphaModFix/>
          </a:blip>
          <a:srcRect/>
          <a:stretch/>
        </p:blipFill>
        <p:spPr>
          <a:xfrm>
            <a:off x="7041232" y="0"/>
            <a:ext cx="2637692" cy="1011116"/>
          </a:xfrm>
          <a:prstGeom prst="rect">
            <a:avLst/>
          </a:prstGeom>
          <a:noFill/>
          <a:ln>
            <a:noFill/>
          </a:ln>
        </p:spPr>
      </p:pic>
      <p:sp>
        <p:nvSpPr>
          <p:cNvPr id="358" name="Google Shape;358;p17"/>
          <p:cNvSpPr txBox="1"/>
          <p:nvPr/>
        </p:nvSpPr>
        <p:spPr>
          <a:xfrm>
            <a:off x="0" y="-24"/>
            <a:ext cx="9906000" cy="1188000"/>
          </a:xfrm>
          <a:prstGeom prst="rect">
            <a:avLst/>
          </a:prstGeom>
          <a:noFill/>
          <a:ln>
            <a:noFill/>
          </a:ln>
        </p:spPr>
        <p:txBody>
          <a:bodyPr spcFirstLastPara="1" wrap="square" lIns="72000" tIns="252000" rIns="72000" bIns="36000" anchor="ctr" anchorCtr="0">
            <a:noAutofit/>
          </a:bodyPr>
          <a:lstStyle/>
          <a:p>
            <a:pPr marL="714375" marR="0" lvl="0" indent="-714375" algn="l" rtl="0">
              <a:lnSpc>
                <a:spcPct val="90000"/>
              </a:lnSpc>
              <a:spcBef>
                <a:spcPts val="0"/>
              </a:spcBef>
              <a:spcAft>
                <a:spcPts val="0"/>
              </a:spcAft>
              <a:buClr>
                <a:srgbClr val="000000"/>
              </a:buClr>
              <a:buSzPts val="2400"/>
              <a:buFont typeface="Arial"/>
              <a:buNone/>
            </a:pPr>
            <a:endParaRPr sz="1400" b="0" i="0" u="none" strike="noStrike" cap="none">
              <a:solidFill>
                <a:srgbClr val="000000"/>
              </a:solidFill>
              <a:latin typeface="Arial"/>
              <a:ea typeface="Arial"/>
              <a:cs typeface="Arial"/>
              <a:sym typeface="Arial"/>
            </a:endParaRPr>
          </a:p>
          <a:p>
            <a:pPr marL="714375" marR="0" lvl="0" indent="-714375" algn="l" rtl="0">
              <a:lnSpc>
                <a:spcPct val="90000"/>
              </a:lnSpc>
              <a:spcBef>
                <a:spcPts val="0"/>
              </a:spcBef>
              <a:spcAft>
                <a:spcPts val="0"/>
              </a:spcAft>
              <a:buClr>
                <a:srgbClr val="000000"/>
              </a:buClr>
              <a:buSzPts val="2400"/>
              <a:buFont typeface="Arial"/>
              <a:buNone/>
            </a:pPr>
            <a:r>
              <a:rPr lang="es-AR" sz="2400" b="1" i="0" u="none" strike="noStrike" cap="none">
                <a:solidFill>
                  <a:srgbClr val="002060"/>
                </a:solidFill>
                <a:latin typeface="Calibri"/>
                <a:ea typeface="Calibri"/>
                <a:cs typeface="Calibri"/>
                <a:sym typeface="Calibri"/>
              </a:rPr>
              <a:t>Ciclo de Gestión del Desempeño: Evaluación</a:t>
            </a:r>
            <a:endParaRPr sz="1400" b="0" i="0" u="none" strike="noStrike" cap="none">
              <a:solidFill>
                <a:srgbClr val="000000"/>
              </a:solidFill>
              <a:latin typeface="Arial"/>
              <a:ea typeface="Arial"/>
              <a:cs typeface="Arial"/>
              <a:sym typeface="Arial"/>
            </a:endParaRPr>
          </a:p>
        </p:txBody>
      </p:sp>
      <p:pic>
        <p:nvPicPr>
          <p:cNvPr id="359" name="Google Shape;359;p17"/>
          <p:cNvPicPr preferRelativeResize="0"/>
          <p:nvPr/>
        </p:nvPicPr>
        <p:blipFill rotWithShape="1">
          <a:blip r:embed="rId4">
            <a:alphaModFix amt="26000"/>
          </a:blip>
          <a:srcRect/>
          <a:stretch/>
        </p:blipFill>
        <p:spPr>
          <a:xfrm>
            <a:off x="6177136" y="1412776"/>
            <a:ext cx="7559695" cy="4395597"/>
          </a:xfrm>
          <a:prstGeom prst="rect">
            <a:avLst/>
          </a:prstGeom>
          <a:noFill/>
          <a:ln>
            <a:noFill/>
          </a:ln>
        </p:spPr>
      </p:pic>
      <p:grpSp>
        <p:nvGrpSpPr>
          <p:cNvPr id="360" name="Google Shape;360;p17"/>
          <p:cNvGrpSpPr/>
          <p:nvPr/>
        </p:nvGrpSpPr>
        <p:grpSpPr>
          <a:xfrm>
            <a:off x="272480" y="2199109"/>
            <a:ext cx="7486650" cy="2886075"/>
            <a:chOff x="272480" y="1844824"/>
            <a:chExt cx="7486650" cy="2886075"/>
          </a:xfrm>
        </p:grpSpPr>
        <p:pic>
          <p:nvPicPr>
            <p:cNvPr id="361" name="Google Shape;361;p17"/>
            <p:cNvPicPr preferRelativeResize="0"/>
            <p:nvPr/>
          </p:nvPicPr>
          <p:blipFill rotWithShape="1">
            <a:blip r:embed="rId5">
              <a:alphaModFix/>
            </a:blip>
            <a:srcRect/>
            <a:stretch/>
          </p:blipFill>
          <p:spPr>
            <a:xfrm>
              <a:off x="272480" y="1844824"/>
              <a:ext cx="7486650" cy="2886075"/>
            </a:xfrm>
            <a:prstGeom prst="rect">
              <a:avLst/>
            </a:prstGeom>
            <a:noFill/>
            <a:ln>
              <a:noFill/>
            </a:ln>
          </p:spPr>
        </p:pic>
        <p:sp>
          <p:nvSpPr>
            <p:cNvPr id="362" name="Google Shape;362;p17"/>
            <p:cNvSpPr txBox="1"/>
            <p:nvPr/>
          </p:nvSpPr>
          <p:spPr>
            <a:xfrm>
              <a:off x="992560" y="4005065"/>
              <a:ext cx="792088" cy="306109"/>
            </a:xfrm>
            <a:prstGeom prst="rect">
              <a:avLst/>
            </a:prstGeom>
            <a:solidFill>
              <a:schemeClr val="lt1"/>
            </a:solidFill>
            <a:ln>
              <a:noFill/>
            </a:ln>
          </p:spPr>
          <p:txBody>
            <a:bodyPr spcFirstLastPara="1" wrap="square" lIns="91425" tIns="45700" rIns="91425" bIns="45700" anchor="t" anchorCtr="0">
              <a:spAutoFit/>
            </a:bodyPr>
            <a:lstStyle/>
            <a:p>
              <a:pPr marL="0" marR="0" lvl="0" indent="0" algn="ctr" rtl="0">
                <a:lnSpc>
                  <a:spcPct val="150000"/>
                </a:lnSpc>
                <a:spcBef>
                  <a:spcPts val="0"/>
                </a:spcBef>
                <a:spcAft>
                  <a:spcPts val="0"/>
                </a:spcAft>
                <a:buClr>
                  <a:srgbClr val="000000"/>
                </a:buClr>
                <a:buSzPts val="1200"/>
                <a:buFont typeface="Arial"/>
                <a:buNone/>
              </a:pPr>
              <a:r>
                <a:rPr lang="es-AR" sz="1200" b="1" i="0" u="none" strike="noStrike" cap="none">
                  <a:solidFill>
                    <a:schemeClr val="dk1"/>
                  </a:solidFill>
                  <a:latin typeface="Calibri"/>
                  <a:ea typeface="Calibri"/>
                  <a:cs typeface="Calibri"/>
                  <a:sym typeface="Calibri"/>
                </a:rPr>
                <a:t>Anual</a:t>
              </a:r>
              <a:endParaRPr sz="1400" b="0" i="0" u="none" strike="noStrike" cap="none">
                <a:solidFill>
                  <a:srgbClr val="000000"/>
                </a:solidFill>
                <a:latin typeface="Arial"/>
                <a:ea typeface="Arial"/>
                <a:cs typeface="Arial"/>
                <a:sym typeface="Arial"/>
              </a:endParaRPr>
            </a:p>
          </p:txBody>
        </p:sp>
        <p:sp>
          <p:nvSpPr>
            <p:cNvPr id="363" name="Google Shape;363;p17"/>
            <p:cNvSpPr txBox="1"/>
            <p:nvPr/>
          </p:nvSpPr>
          <p:spPr>
            <a:xfrm>
              <a:off x="3619760" y="4005063"/>
              <a:ext cx="1045208" cy="536942"/>
            </a:xfrm>
            <a:prstGeom prst="rect">
              <a:avLst/>
            </a:prstGeom>
            <a:solidFill>
              <a:schemeClr val="lt1"/>
            </a:solidFill>
            <a:ln>
              <a:noFill/>
            </a:ln>
          </p:spPr>
          <p:txBody>
            <a:bodyPr spcFirstLastPara="1" wrap="square" lIns="91425" tIns="45700" rIns="91425" bIns="45700" anchor="t" anchorCtr="0">
              <a:spAutoFit/>
            </a:bodyPr>
            <a:lstStyle/>
            <a:p>
              <a:pPr marL="0" marR="0" lvl="0" indent="0" algn="ctr" rtl="0">
                <a:lnSpc>
                  <a:spcPct val="150000"/>
                </a:lnSpc>
                <a:spcBef>
                  <a:spcPts val="0"/>
                </a:spcBef>
                <a:spcAft>
                  <a:spcPts val="0"/>
                </a:spcAft>
                <a:buClr>
                  <a:srgbClr val="000000"/>
                </a:buClr>
                <a:buSzPts val="1200"/>
                <a:buFont typeface="Arial"/>
                <a:buNone/>
              </a:pPr>
              <a:r>
                <a:rPr lang="es-AR" sz="1200" b="1" i="0" u="none" strike="noStrike" cap="none">
                  <a:solidFill>
                    <a:schemeClr val="dk1"/>
                  </a:solidFill>
                  <a:latin typeface="Calibri"/>
                  <a:ea typeface="Calibri"/>
                  <a:cs typeface="Calibri"/>
                  <a:sym typeface="Calibri"/>
                </a:rPr>
                <a:t>3 veces por año</a:t>
              </a:r>
              <a:endParaRPr sz="1400" b="0" i="0" u="none" strike="noStrike" cap="none">
                <a:solidFill>
                  <a:srgbClr val="000000"/>
                </a:solidFill>
                <a:latin typeface="Arial"/>
                <a:ea typeface="Arial"/>
                <a:cs typeface="Arial"/>
                <a:sym typeface="Arial"/>
              </a:endParaRPr>
            </a:p>
          </p:txBody>
        </p:sp>
        <p:sp>
          <p:nvSpPr>
            <p:cNvPr id="364" name="Google Shape;364;p17"/>
            <p:cNvSpPr txBox="1"/>
            <p:nvPr/>
          </p:nvSpPr>
          <p:spPr>
            <a:xfrm>
              <a:off x="2210030" y="4021109"/>
              <a:ext cx="1218077" cy="306109"/>
            </a:xfrm>
            <a:prstGeom prst="rect">
              <a:avLst/>
            </a:prstGeom>
            <a:solidFill>
              <a:schemeClr val="lt1"/>
            </a:solidFill>
            <a:ln>
              <a:noFill/>
            </a:ln>
          </p:spPr>
          <p:txBody>
            <a:bodyPr spcFirstLastPara="1" wrap="square" lIns="91425" tIns="45700" rIns="91425" bIns="45700" anchor="t" anchorCtr="0">
              <a:spAutoFit/>
            </a:bodyPr>
            <a:lstStyle/>
            <a:p>
              <a:pPr marL="0" marR="0" lvl="0" indent="0" algn="ctr" rtl="0">
                <a:lnSpc>
                  <a:spcPct val="150000"/>
                </a:lnSpc>
                <a:spcBef>
                  <a:spcPts val="0"/>
                </a:spcBef>
                <a:spcAft>
                  <a:spcPts val="0"/>
                </a:spcAft>
                <a:buClr>
                  <a:srgbClr val="000000"/>
                </a:buClr>
                <a:buSzPts val="1200"/>
                <a:buFont typeface="Arial"/>
                <a:buNone/>
              </a:pPr>
              <a:r>
                <a:rPr lang="es-AR" sz="1200" b="1" i="0" u="none" strike="noStrike" cap="none">
                  <a:solidFill>
                    <a:schemeClr val="dk1"/>
                  </a:solidFill>
                  <a:latin typeface="Calibri"/>
                  <a:ea typeface="Calibri"/>
                  <a:cs typeface="Calibri"/>
                  <a:sym typeface="Calibri"/>
                </a:rPr>
                <a:t>2 veces por año</a:t>
              </a:r>
              <a:endParaRPr sz="1400" b="0" i="0" u="none" strike="noStrike" cap="none">
                <a:solidFill>
                  <a:srgbClr val="000000"/>
                </a:solidFill>
                <a:latin typeface="Arial"/>
                <a:ea typeface="Arial"/>
                <a:cs typeface="Arial"/>
                <a:sym typeface="Arial"/>
              </a:endParaRPr>
            </a:p>
          </p:txBody>
        </p:sp>
        <p:sp>
          <p:nvSpPr>
            <p:cNvPr id="365" name="Google Shape;365;p17"/>
            <p:cNvSpPr txBox="1"/>
            <p:nvPr/>
          </p:nvSpPr>
          <p:spPr>
            <a:xfrm>
              <a:off x="5003965" y="4035946"/>
              <a:ext cx="1045208" cy="536942"/>
            </a:xfrm>
            <a:prstGeom prst="rect">
              <a:avLst/>
            </a:prstGeom>
            <a:solidFill>
              <a:schemeClr val="lt1"/>
            </a:solidFill>
            <a:ln>
              <a:noFill/>
            </a:ln>
          </p:spPr>
          <p:txBody>
            <a:bodyPr spcFirstLastPara="1" wrap="square" lIns="91425" tIns="45700" rIns="91425" bIns="45700" anchor="t" anchorCtr="0">
              <a:spAutoFit/>
            </a:bodyPr>
            <a:lstStyle/>
            <a:p>
              <a:pPr marL="0" marR="0" lvl="0" indent="0" algn="ctr" rtl="0">
                <a:lnSpc>
                  <a:spcPct val="150000"/>
                </a:lnSpc>
                <a:spcBef>
                  <a:spcPts val="0"/>
                </a:spcBef>
                <a:spcAft>
                  <a:spcPts val="0"/>
                </a:spcAft>
                <a:buClr>
                  <a:srgbClr val="000000"/>
                </a:buClr>
                <a:buSzPts val="1200"/>
                <a:buFont typeface="Arial"/>
                <a:buNone/>
              </a:pPr>
              <a:r>
                <a:rPr lang="es-AR" sz="1200" b="1" i="0" u="none" strike="noStrike" cap="none">
                  <a:solidFill>
                    <a:schemeClr val="dk1"/>
                  </a:solidFill>
                  <a:latin typeface="Calibri"/>
                  <a:ea typeface="Calibri"/>
                  <a:cs typeface="Calibri"/>
                  <a:sym typeface="Calibri"/>
                </a:rPr>
                <a:t>4 veces por año</a:t>
              </a:r>
              <a:endParaRPr sz="1400" b="0" i="0" u="none" strike="noStrike" cap="none">
                <a:solidFill>
                  <a:srgbClr val="000000"/>
                </a:solidFill>
                <a:latin typeface="Arial"/>
                <a:ea typeface="Arial"/>
                <a:cs typeface="Arial"/>
                <a:sym typeface="Arial"/>
              </a:endParaRPr>
            </a:p>
          </p:txBody>
        </p:sp>
        <p:sp>
          <p:nvSpPr>
            <p:cNvPr id="366" name="Google Shape;366;p17"/>
            <p:cNvSpPr txBox="1"/>
            <p:nvPr/>
          </p:nvSpPr>
          <p:spPr>
            <a:xfrm>
              <a:off x="6341734" y="4021109"/>
              <a:ext cx="1045208" cy="536942"/>
            </a:xfrm>
            <a:prstGeom prst="rect">
              <a:avLst/>
            </a:prstGeom>
            <a:solidFill>
              <a:schemeClr val="lt1"/>
            </a:solidFill>
            <a:ln>
              <a:noFill/>
            </a:ln>
          </p:spPr>
          <p:txBody>
            <a:bodyPr spcFirstLastPara="1" wrap="square" lIns="91425" tIns="45700" rIns="91425" bIns="45700" anchor="t" anchorCtr="0">
              <a:spAutoFit/>
            </a:bodyPr>
            <a:lstStyle/>
            <a:p>
              <a:pPr marL="0" marR="0" lvl="0" indent="0" algn="ctr" rtl="0">
                <a:lnSpc>
                  <a:spcPct val="150000"/>
                </a:lnSpc>
                <a:spcBef>
                  <a:spcPts val="0"/>
                </a:spcBef>
                <a:spcAft>
                  <a:spcPts val="0"/>
                </a:spcAft>
                <a:buClr>
                  <a:srgbClr val="000000"/>
                </a:buClr>
                <a:buSzPts val="1200"/>
                <a:buFont typeface="Arial"/>
                <a:buNone/>
              </a:pPr>
              <a:r>
                <a:rPr lang="es-AR" sz="1200" b="1" i="0" u="none" strike="noStrike" cap="none">
                  <a:solidFill>
                    <a:schemeClr val="dk1"/>
                  </a:solidFill>
                  <a:latin typeface="Calibri"/>
                  <a:ea typeface="Calibri"/>
                  <a:cs typeface="Calibri"/>
                  <a:sym typeface="Calibri"/>
                </a:rPr>
                <a:t>+ 4 veces por año</a:t>
              </a:r>
              <a:endParaRPr sz="1400" b="0" i="0" u="none" strike="noStrike" cap="none">
                <a:solidFill>
                  <a:srgbClr val="000000"/>
                </a:solidFill>
                <a:latin typeface="Arial"/>
                <a:ea typeface="Arial"/>
                <a:cs typeface="Arial"/>
                <a:sym typeface="Arial"/>
              </a:endParaRPr>
            </a:p>
          </p:txBody>
        </p:sp>
      </p:grpSp>
      <p:sp>
        <p:nvSpPr>
          <p:cNvPr id="367" name="Google Shape;367;p17"/>
          <p:cNvSpPr txBox="1"/>
          <p:nvPr/>
        </p:nvSpPr>
        <p:spPr>
          <a:xfrm>
            <a:off x="679079" y="1376327"/>
            <a:ext cx="7080051" cy="461665"/>
          </a:xfrm>
          <a:prstGeom prst="rect">
            <a:avLst/>
          </a:prstGeom>
          <a:solidFill>
            <a:schemeClr val="lt1"/>
          </a:solid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400"/>
              <a:buFont typeface="Arial"/>
              <a:buNone/>
            </a:pPr>
            <a:r>
              <a:rPr lang="es-AR" sz="2400" b="1" i="0" u="none" strike="noStrike" cap="none">
                <a:solidFill>
                  <a:srgbClr val="002060"/>
                </a:solidFill>
                <a:latin typeface="Calibri"/>
                <a:ea typeface="Calibri"/>
                <a:cs typeface="Calibri"/>
                <a:sym typeface="Calibri"/>
              </a:rPr>
              <a:t>FRECUENCIA DE REVISIÓN FORMAL DE DESEMPEÑO</a:t>
            </a:r>
            <a:endParaRPr sz="2400" b="0" i="0" u="none" strike="noStrike" cap="none">
              <a:solidFill>
                <a:srgbClr val="002060"/>
              </a:solidFill>
              <a:latin typeface="Calibri"/>
              <a:ea typeface="Calibri"/>
              <a:cs typeface="Calibri"/>
              <a:sym typeface="Calibri"/>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373"/>
        <p:cNvGrpSpPr/>
        <p:nvPr/>
      </p:nvGrpSpPr>
      <p:grpSpPr>
        <a:xfrm>
          <a:off x="0" y="0"/>
          <a:ext cx="0" cy="0"/>
          <a:chOff x="0" y="0"/>
          <a:chExt cx="0" cy="0"/>
        </a:xfrm>
      </p:grpSpPr>
      <p:pic>
        <p:nvPicPr>
          <p:cNvPr id="374" name="Google Shape;374;p18" descr="Resultado de imagen para utn regional buenos aires ingenieria industrial"/>
          <p:cNvPicPr preferRelativeResize="0"/>
          <p:nvPr/>
        </p:nvPicPr>
        <p:blipFill rotWithShape="1">
          <a:blip r:embed="rId3">
            <a:alphaModFix/>
          </a:blip>
          <a:srcRect/>
          <a:stretch/>
        </p:blipFill>
        <p:spPr>
          <a:xfrm>
            <a:off x="7041232" y="0"/>
            <a:ext cx="2637692" cy="1011116"/>
          </a:xfrm>
          <a:prstGeom prst="rect">
            <a:avLst/>
          </a:prstGeom>
          <a:noFill/>
          <a:ln>
            <a:noFill/>
          </a:ln>
        </p:spPr>
      </p:pic>
      <p:sp>
        <p:nvSpPr>
          <p:cNvPr id="375" name="Google Shape;375;p18"/>
          <p:cNvSpPr txBox="1"/>
          <p:nvPr/>
        </p:nvSpPr>
        <p:spPr>
          <a:xfrm>
            <a:off x="0" y="-24"/>
            <a:ext cx="6321152" cy="1188000"/>
          </a:xfrm>
          <a:prstGeom prst="rect">
            <a:avLst/>
          </a:prstGeom>
          <a:noFill/>
          <a:ln>
            <a:noFill/>
          </a:ln>
        </p:spPr>
        <p:txBody>
          <a:bodyPr spcFirstLastPara="1" wrap="square" lIns="72000" tIns="252000" rIns="72000" bIns="36000" anchor="ctr" anchorCtr="0">
            <a:noAutofit/>
          </a:bodyPr>
          <a:lstStyle/>
          <a:p>
            <a:pPr marL="714375" marR="0" lvl="0" indent="-714375" algn="l" rtl="0">
              <a:lnSpc>
                <a:spcPct val="90000"/>
              </a:lnSpc>
              <a:spcBef>
                <a:spcPts val="0"/>
              </a:spcBef>
              <a:spcAft>
                <a:spcPts val="0"/>
              </a:spcAft>
              <a:buClr>
                <a:srgbClr val="000000"/>
              </a:buClr>
              <a:buSzPts val="2400"/>
              <a:buFont typeface="Arial"/>
              <a:buNone/>
            </a:pPr>
            <a:r>
              <a:rPr lang="es-AR" sz="2400" b="1" i="0" u="none" strike="noStrike" cap="none">
                <a:solidFill>
                  <a:srgbClr val="002060"/>
                </a:solidFill>
                <a:latin typeface="Calibri"/>
                <a:ea typeface="Calibri"/>
                <a:cs typeface="Calibri"/>
                <a:sym typeface="Calibri"/>
              </a:rPr>
              <a:t>DESARROLLO</a:t>
            </a:r>
            <a:endParaRPr sz="1400" b="0" i="0" u="none" strike="noStrike" cap="none">
              <a:solidFill>
                <a:srgbClr val="000000"/>
              </a:solidFill>
              <a:latin typeface="Arial"/>
              <a:ea typeface="Arial"/>
              <a:cs typeface="Arial"/>
              <a:sym typeface="Arial"/>
            </a:endParaRPr>
          </a:p>
          <a:p>
            <a:pPr marL="714375" marR="0" lvl="0" indent="-714375" algn="l" rtl="0">
              <a:lnSpc>
                <a:spcPct val="90000"/>
              </a:lnSpc>
              <a:spcBef>
                <a:spcPts val="0"/>
              </a:spcBef>
              <a:spcAft>
                <a:spcPts val="0"/>
              </a:spcAft>
              <a:buClr>
                <a:srgbClr val="000000"/>
              </a:buClr>
              <a:buSzPts val="2400"/>
              <a:buFont typeface="Arial"/>
              <a:buNone/>
            </a:pPr>
            <a:r>
              <a:rPr lang="es-AR" sz="2400" b="1" i="0" u="none" strike="noStrike" cap="none">
                <a:solidFill>
                  <a:srgbClr val="002060"/>
                </a:solidFill>
                <a:latin typeface="Calibri"/>
                <a:ea typeface="Calibri"/>
                <a:cs typeface="Calibri"/>
                <a:sym typeface="Calibri"/>
              </a:rPr>
              <a:t>Ciclo de Gestión del Desempeño: Evaluación</a:t>
            </a:r>
            <a:endParaRPr sz="1400" b="0" i="0" u="none" strike="noStrike" cap="none">
              <a:solidFill>
                <a:srgbClr val="000000"/>
              </a:solidFill>
              <a:latin typeface="Arial"/>
              <a:ea typeface="Arial"/>
              <a:cs typeface="Arial"/>
              <a:sym typeface="Arial"/>
            </a:endParaRPr>
          </a:p>
        </p:txBody>
      </p:sp>
      <p:pic>
        <p:nvPicPr>
          <p:cNvPr id="376" name="Google Shape;376;p18"/>
          <p:cNvPicPr preferRelativeResize="0"/>
          <p:nvPr/>
        </p:nvPicPr>
        <p:blipFill rotWithShape="1">
          <a:blip r:embed="rId4">
            <a:alphaModFix amt="26000"/>
          </a:blip>
          <a:srcRect/>
          <a:stretch/>
        </p:blipFill>
        <p:spPr>
          <a:xfrm>
            <a:off x="6177136" y="1412776"/>
            <a:ext cx="7559695" cy="4395597"/>
          </a:xfrm>
          <a:prstGeom prst="rect">
            <a:avLst/>
          </a:prstGeom>
          <a:noFill/>
          <a:ln>
            <a:noFill/>
          </a:ln>
        </p:spPr>
      </p:pic>
      <p:sp>
        <p:nvSpPr>
          <p:cNvPr id="377" name="Google Shape;377;p18"/>
          <p:cNvSpPr txBox="1"/>
          <p:nvPr/>
        </p:nvSpPr>
        <p:spPr>
          <a:xfrm>
            <a:off x="344488" y="1403449"/>
            <a:ext cx="7080051" cy="461665"/>
          </a:xfrm>
          <a:prstGeom prst="rect">
            <a:avLst/>
          </a:prstGeom>
          <a:solidFill>
            <a:schemeClr val="lt1"/>
          </a:solid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400"/>
              <a:buFont typeface="Arial"/>
              <a:buNone/>
            </a:pPr>
            <a:r>
              <a:rPr lang="es-AR" sz="2400" b="1" i="0" u="none" strike="noStrike" cap="none">
                <a:solidFill>
                  <a:srgbClr val="002060"/>
                </a:solidFill>
                <a:latin typeface="Calibri"/>
                <a:ea typeface="Calibri"/>
                <a:cs typeface="Calibri"/>
                <a:sym typeface="Calibri"/>
              </a:rPr>
              <a:t>COMITÉS DE CALIBRACIÓN</a:t>
            </a:r>
            <a:endParaRPr sz="2400" b="0" i="0" u="none" strike="noStrike" cap="none">
              <a:solidFill>
                <a:srgbClr val="002060"/>
              </a:solidFill>
              <a:latin typeface="Calibri"/>
              <a:ea typeface="Calibri"/>
              <a:cs typeface="Calibri"/>
              <a:sym typeface="Calibri"/>
            </a:endParaRPr>
          </a:p>
        </p:txBody>
      </p:sp>
      <p:sp>
        <p:nvSpPr>
          <p:cNvPr id="378" name="Google Shape;378;p18"/>
          <p:cNvSpPr txBox="1"/>
          <p:nvPr/>
        </p:nvSpPr>
        <p:spPr>
          <a:xfrm>
            <a:off x="344488" y="1897555"/>
            <a:ext cx="7871892" cy="1162113"/>
          </a:xfrm>
          <a:prstGeom prst="rect">
            <a:avLst/>
          </a:prstGeom>
          <a:noFill/>
          <a:ln>
            <a:noFill/>
          </a:ln>
        </p:spPr>
        <p:txBody>
          <a:bodyPr spcFirstLastPara="1" wrap="square" lIns="91425" tIns="45700" rIns="91425" bIns="45700" anchor="t" anchorCtr="0">
            <a:spAutoFit/>
          </a:bodyPr>
          <a:lstStyle/>
          <a:p>
            <a:pPr marL="285750" marR="0" lvl="0" indent="-285750" algn="l" rtl="0">
              <a:lnSpc>
                <a:spcPct val="150000"/>
              </a:lnSpc>
              <a:spcBef>
                <a:spcPts val="0"/>
              </a:spcBef>
              <a:spcAft>
                <a:spcPts val="0"/>
              </a:spcAft>
              <a:buClr>
                <a:srgbClr val="002060"/>
              </a:buClr>
              <a:buSzPts val="1600"/>
              <a:buFont typeface="Noto Sans Symbols"/>
              <a:buChar char="▪"/>
            </a:pPr>
            <a:r>
              <a:rPr lang="es-AR" sz="1600" b="0" i="0" u="none" strike="noStrike" cap="none">
                <a:solidFill>
                  <a:srgbClr val="002060"/>
                </a:solidFill>
                <a:latin typeface="Calibri"/>
                <a:ea typeface="Calibri"/>
                <a:cs typeface="Calibri"/>
                <a:sym typeface="Calibri"/>
              </a:rPr>
              <a:t>Aumentan la</a:t>
            </a:r>
            <a:r>
              <a:rPr lang="es-AR" sz="1600" b="1" i="0" u="none" strike="noStrike" cap="none">
                <a:solidFill>
                  <a:srgbClr val="002060"/>
                </a:solidFill>
                <a:latin typeface="Calibri"/>
                <a:ea typeface="Calibri"/>
                <a:cs typeface="Calibri"/>
                <a:sym typeface="Calibri"/>
              </a:rPr>
              <a:t> consistencia </a:t>
            </a:r>
            <a:r>
              <a:rPr lang="es-AR" sz="1600" b="0" i="0" u="none" strike="noStrike" cap="none">
                <a:solidFill>
                  <a:srgbClr val="002060"/>
                </a:solidFill>
                <a:latin typeface="Calibri"/>
                <a:ea typeface="Calibri"/>
                <a:cs typeface="Calibri"/>
                <a:sym typeface="Calibri"/>
              </a:rPr>
              <a:t>de las evaluaciones</a:t>
            </a:r>
            <a:endParaRPr sz="1400" b="0" i="0" u="none" strike="noStrike" cap="none">
              <a:solidFill>
                <a:srgbClr val="000000"/>
              </a:solidFill>
              <a:latin typeface="Arial"/>
              <a:ea typeface="Arial"/>
              <a:cs typeface="Arial"/>
              <a:sym typeface="Arial"/>
            </a:endParaRPr>
          </a:p>
          <a:p>
            <a:pPr marL="285750" marR="0" lvl="0" indent="-285750" algn="l" rtl="0">
              <a:lnSpc>
                <a:spcPct val="150000"/>
              </a:lnSpc>
              <a:spcBef>
                <a:spcPts val="0"/>
              </a:spcBef>
              <a:spcAft>
                <a:spcPts val="0"/>
              </a:spcAft>
              <a:buClr>
                <a:srgbClr val="002060"/>
              </a:buClr>
              <a:buSzPts val="1600"/>
              <a:buFont typeface="Noto Sans Symbols"/>
              <a:buChar char="▪"/>
            </a:pPr>
            <a:r>
              <a:rPr lang="es-AR" sz="1600" b="0" i="0" u="none" strike="noStrike" cap="none">
                <a:solidFill>
                  <a:srgbClr val="002060"/>
                </a:solidFill>
                <a:latin typeface="Calibri"/>
                <a:ea typeface="Calibri"/>
                <a:cs typeface="Calibri"/>
                <a:sym typeface="Calibri"/>
              </a:rPr>
              <a:t>Disminuyen la subjetividad, incorporando</a:t>
            </a:r>
            <a:r>
              <a:rPr lang="es-AR" sz="1600" b="1" i="0" u="none" strike="noStrike" cap="none">
                <a:solidFill>
                  <a:srgbClr val="002060"/>
                </a:solidFill>
                <a:latin typeface="Calibri"/>
                <a:ea typeface="Calibri"/>
                <a:cs typeface="Calibri"/>
                <a:sym typeface="Calibri"/>
              </a:rPr>
              <a:t> otras miradas </a:t>
            </a:r>
            <a:r>
              <a:rPr lang="es-AR" sz="1600" b="0" i="0" u="none" strike="noStrike" cap="none">
                <a:solidFill>
                  <a:srgbClr val="002060"/>
                </a:solidFill>
                <a:latin typeface="Calibri"/>
                <a:ea typeface="Calibri"/>
                <a:cs typeface="Calibri"/>
                <a:sym typeface="Calibri"/>
              </a:rPr>
              <a:t>a la del líder directo</a:t>
            </a:r>
            <a:endParaRPr sz="1400" b="0" i="0" u="none" strike="noStrike" cap="none">
              <a:solidFill>
                <a:srgbClr val="000000"/>
              </a:solidFill>
              <a:latin typeface="Arial"/>
              <a:ea typeface="Arial"/>
              <a:cs typeface="Arial"/>
              <a:sym typeface="Arial"/>
            </a:endParaRPr>
          </a:p>
          <a:p>
            <a:pPr marL="285750" marR="0" lvl="0" indent="-285750" algn="l" rtl="0">
              <a:lnSpc>
                <a:spcPct val="150000"/>
              </a:lnSpc>
              <a:spcBef>
                <a:spcPts val="0"/>
              </a:spcBef>
              <a:spcAft>
                <a:spcPts val="0"/>
              </a:spcAft>
              <a:buClr>
                <a:srgbClr val="002060"/>
              </a:buClr>
              <a:buSzPts val="1600"/>
              <a:buFont typeface="Noto Sans Symbols"/>
              <a:buChar char="▪"/>
            </a:pPr>
            <a:r>
              <a:rPr lang="es-AR" sz="1600" b="0" i="0" u="none" strike="noStrike" cap="none">
                <a:solidFill>
                  <a:srgbClr val="002060"/>
                </a:solidFill>
                <a:latin typeface="Calibri"/>
                <a:ea typeface="Calibri"/>
                <a:cs typeface="Calibri"/>
                <a:sym typeface="Calibri"/>
              </a:rPr>
              <a:t>Genera en los líderes el </a:t>
            </a:r>
            <a:r>
              <a:rPr lang="es-AR" sz="1600" b="1" i="0" u="none" strike="noStrike" cap="none">
                <a:solidFill>
                  <a:srgbClr val="002060"/>
                </a:solidFill>
                <a:latin typeface="Calibri"/>
                <a:ea typeface="Calibri"/>
                <a:cs typeface="Calibri"/>
                <a:sym typeface="Calibri"/>
              </a:rPr>
              <a:t>ejercicio de pensar en el desempeño </a:t>
            </a:r>
            <a:r>
              <a:rPr lang="es-AR" sz="1600" b="0" i="0" u="none" strike="noStrike" cap="none">
                <a:solidFill>
                  <a:srgbClr val="002060"/>
                </a:solidFill>
                <a:latin typeface="Calibri"/>
                <a:ea typeface="Calibri"/>
                <a:cs typeface="Calibri"/>
                <a:sym typeface="Calibri"/>
              </a:rPr>
              <a:t>y en cómo gestionarlo. </a:t>
            </a:r>
            <a:endParaRPr sz="1400" b="0" i="0" u="none" strike="noStrike" cap="none">
              <a:solidFill>
                <a:srgbClr val="000000"/>
              </a:solidFill>
              <a:latin typeface="Arial"/>
              <a:ea typeface="Arial"/>
              <a:cs typeface="Arial"/>
              <a:sym typeface="Arial"/>
            </a:endParaRPr>
          </a:p>
        </p:txBody>
      </p:sp>
      <p:sp>
        <p:nvSpPr>
          <p:cNvPr id="379" name="Google Shape;379;p18"/>
          <p:cNvSpPr txBox="1"/>
          <p:nvPr/>
        </p:nvSpPr>
        <p:spPr>
          <a:xfrm>
            <a:off x="325612" y="3573076"/>
            <a:ext cx="7080051" cy="461665"/>
          </a:xfrm>
          <a:prstGeom prst="rect">
            <a:avLst/>
          </a:prstGeom>
          <a:solidFill>
            <a:schemeClr val="lt1"/>
          </a:solid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400"/>
              <a:buFont typeface="Arial"/>
              <a:buNone/>
            </a:pPr>
            <a:r>
              <a:rPr lang="es-AR" sz="2400" b="1" i="0" u="none" strike="noStrike" cap="none">
                <a:solidFill>
                  <a:srgbClr val="002060"/>
                </a:solidFill>
                <a:latin typeface="Calibri"/>
                <a:ea typeface="Calibri"/>
                <a:cs typeface="Calibri"/>
                <a:sym typeface="Calibri"/>
              </a:rPr>
              <a:t>DISTRIBUCIONES O CURVAS DE DESEMPEÑO</a:t>
            </a:r>
            <a:endParaRPr sz="2400" b="0" i="0" u="none" strike="noStrike" cap="none">
              <a:solidFill>
                <a:srgbClr val="002060"/>
              </a:solidFill>
              <a:latin typeface="Calibri"/>
              <a:ea typeface="Calibri"/>
              <a:cs typeface="Calibri"/>
              <a:sym typeface="Calibri"/>
            </a:endParaRPr>
          </a:p>
        </p:txBody>
      </p:sp>
      <p:sp>
        <p:nvSpPr>
          <p:cNvPr id="380" name="Google Shape;380;p18"/>
          <p:cNvSpPr txBox="1"/>
          <p:nvPr/>
        </p:nvSpPr>
        <p:spPr>
          <a:xfrm>
            <a:off x="344488" y="4068138"/>
            <a:ext cx="6938217" cy="792781"/>
          </a:xfrm>
          <a:prstGeom prst="rect">
            <a:avLst/>
          </a:prstGeom>
          <a:noFill/>
          <a:ln>
            <a:noFill/>
          </a:ln>
        </p:spPr>
        <p:txBody>
          <a:bodyPr spcFirstLastPara="1" wrap="square" lIns="91425" tIns="45700" rIns="91425" bIns="45700" anchor="t" anchorCtr="0">
            <a:spAutoFit/>
          </a:bodyPr>
          <a:lstStyle/>
          <a:p>
            <a:pPr marL="285750" marR="0" lvl="0" indent="-285750" algn="l" rtl="0">
              <a:lnSpc>
                <a:spcPct val="150000"/>
              </a:lnSpc>
              <a:spcBef>
                <a:spcPts val="0"/>
              </a:spcBef>
              <a:spcAft>
                <a:spcPts val="0"/>
              </a:spcAft>
              <a:buClr>
                <a:srgbClr val="002060"/>
              </a:buClr>
              <a:buSzPts val="1600"/>
              <a:buFont typeface="Noto Sans Symbols"/>
              <a:buChar char="▪"/>
            </a:pPr>
            <a:r>
              <a:rPr lang="es-AR" sz="1600" b="0" i="0" u="none" strike="noStrike" cap="none">
                <a:solidFill>
                  <a:srgbClr val="002060"/>
                </a:solidFill>
                <a:latin typeface="Calibri"/>
                <a:ea typeface="Calibri"/>
                <a:cs typeface="Calibri"/>
                <a:sym typeface="Calibri"/>
              </a:rPr>
              <a:t>Se utilizan en muchas compañías, sugeridas o forzadas.</a:t>
            </a:r>
            <a:endParaRPr sz="1400" b="0" i="0" u="none" strike="noStrike" cap="none">
              <a:solidFill>
                <a:srgbClr val="000000"/>
              </a:solidFill>
              <a:latin typeface="Arial"/>
              <a:ea typeface="Arial"/>
              <a:cs typeface="Arial"/>
              <a:sym typeface="Arial"/>
            </a:endParaRPr>
          </a:p>
          <a:p>
            <a:pPr marL="0" marR="0" lvl="0" indent="0" algn="l" rtl="0">
              <a:lnSpc>
                <a:spcPct val="150000"/>
              </a:lnSpc>
              <a:spcBef>
                <a:spcPts val="0"/>
              </a:spcBef>
              <a:spcAft>
                <a:spcPts val="0"/>
              </a:spcAft>
              <a:buClr>
                <a:srgbClr val="000000"/>
              </a:buClr>
              <a:buSzPts val="1600"/>
              <a:buFont typeface="Arial"/>
              <a:buNone/>
            </a:pPr>
            <a:endParaRPr sz="1600" b="0" i="0" u="none" strike="noStrike" cap="none">
              <a:solidFill>
                <a:srgbClr val="002060"/>
              </a:solidFill>
              <a:latin typeface="Calibri"/>
              <a:ea typeface="Calibri"/>
              <a:cs typeface="Calibri"/>
              <a:sym typeface="Calibri"/>
            </a:endParaRPr>
          </a:p>
        </p:txBody>
      </p:sp>
      <p:grpSp>
        <p:nvGrpSpPr>
          <p:cNvPr id="381" name="Google Shape;381;p18"/>
          <p:cNvGrpSpPr/>
          <p:nvPr/>
        </p:nvGrpSpPr>
        <p:grpSpPr>
          <a:xfrm>
            <a:off x="634113" y="4698618"/>
            <a:ext cx="3920619" cy="1619309"/>
            <a:chOff x="4736976" y="4936076"/>
            <a:chExt cx="4248472" cy="1781076"/>
          </a:xfrm>
        </p:grpSpPr>
        <p:pic>
          <p:nvPicPr>
            <p:cNvPr id="382" name="Google Shape;382;p18"/>
            <p:cNvPicPr preferRelativeResize="0"/>
            <p:nvPr/>
          </p:nvPicPr>
          <p:blipFill rotWithShape="1">
            <a:blip r:embed="rId5">
              <a:alphaModFix/>
            </a:blip>
            <a:srcRect l="7792" t="9153" r="8165" b="39340"/>
            <a:stretch/>
          </p:blipFill>
          <p:spPr>
            <a:xfrm>
              <a:off x="4953000" y="4936076"/>
              <a:ext cx="3564396" cy="1504077"/>
            </a:xfrm>
            <a:prstGeom prst="rect">
              <a:avLst/>
            </a:prstGeom>
            <a:noFill/>
            <a:ln>
              <a:noFill/>
            </a:ln>
          </p:spPr>
        </p:pic>
        <p:sp>
          <p:nvSpPr>
            <p:cNvPr id="383" name="Google Shape;383;p18"/>
            <p:cNvSpPr txBox="1"/>
            <p:nvPr/>
          </p:nvSpPr>
          <p:spPr>
            <a:xfrm>
              <a:off x="4736976" y="6440153"/>
              <a:ext cx="4248472" cy="276999"/>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200"/>
                <a:buFont typeface="Arial"/>
                <a:buNone/>
              </a:pPr>
              <a:r>
                <a:rPr lang="es-AR" sz="1200" b="1" i="0" u="none" strike="noStrike" cap="none">
                  <a:solidFill>
                    <a:srgbClr val="002060"/>
                  </a:solidFill>
                  <a:latin typeface="Calibri"/>
                  <a:ea typeface="Calibri"/>
                  <a:cs typeface="Calibri"/>
                  <a:sym typeface="Calibri"/>
                </a:rPr>
                <a:t>Bajo desempeño         Buen desempeño           Alto desempeño </a:t>
              </a:r>
              <a:endParaRPr sz="1400" b="0" i="0" u="none" strike="noStrike" cap="none">
                <a:solidFill>
                  <a:srgbClr val="000000"/>
                </a:solidFill>
                <a:latin typeface="Arial"/>
                <a:ea typeface="Arial"/>
                <a:cs typeface="Arial"/>
                <a:sym typeface="Arial"/>
              </a:endParaRPr>
            </a:p>
          </p:txBody>
        </p:sp>
      </p:grpSp>
      <p:sp>
        <p:nvSpPr>
          <p:cNvPr id="384" name="Google Shape;384;p18"/>
          <p:cNvSpPr txBox="1"/>
          <p:nvPr/>
        </p:nvSpPr>
        <p:spPr>
          <a:xfrm>
            <a:off x="4488929" y="4648177"/>
            <a:ext cx="2770977" cy="1384995"/>
          </a:xfrm>
          <a:prstGeom prst="rect">
            <a:avLst/>
          </a:prstGeom>
          <a:solidFill>
            <a:srgbClr val="F2F2F2"/>
          </a:solid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400"/>
              <a:buFont typeface="Arial"/>
              <a:buNone/>
            </a:pPr>
            <a:r>
              <a:rPr lang="es-AR" sz="1400" b="0" i="0" u="none" strike="noStrike" cap="none">
                <a:solidFill>
                  <a:schemeClr val="dk1"/>
                </a:solidFill>
                <a:latin typeface="Calibri"/>
                <a:ea typeface="Calibri"/>
                <a:cs typeface="Calibri"/>
                <a:sym typeface="Calibri"/>
              </a:rPr>
              <a:t>En los procesos donde existen </a:t>
            </a:r>
            <a:r>
              <a:rPr lang="es-AR" sz="1400" b="1" i="0" u="none" strike="noStrike" cap="none">
                <a:solidFill>
                  <a:schemeClr val="dk1"/>
                </a:solidFill>
                <a:latin typeface="Calibri"/>
                <a:ea typeface="Calibri"/>
                <a:cs typeface="Calibri"/>
                <a:sym typeface="Calibri"/>
              </a:rPr>
              <a:t>curvas de desempeño forzadas </a:t>
            </a:r>
            <a:r>
              <a:rPr lang="es-AR" sz="1400" b="0" i="0" u="none" strike="noStrike" cap="none">
                <a:solidFill>
                  <a:schemeClr val="dk1"/>
                </a:solidFill>
                <a:latin typeface="Calibri"/>
                <a:ea typeface="Calibri"/>
                <a:cs typeface="Calibri"/>
                <a:sym typeface="Calibri"/>
              </a:rPr>
              <a:t>(las evaluaciones deben ajustarse a la curva), el presupuesto de </a:t>
            </a:r>
            <a:r>
              <a:rPr lang="es-AR" sz="1400" b="1" i="0" u="none" strike="noStrike" cap="none">
                <a:solidFill>
                  <a:schemeClr val="dk1"/>
                </a:solidFill>
                <a:latin typeface="Calibri"/>
                <a:ea typeface="Calibri"/>
                <a:cs typeface="Calibri"/>
                <a:sym typeface="Calibri"/>
              </a:rPr>
              <a:t>Remuneración Variable </a:t>
            </a:r>
            <a:r>
              <a:rPr lang="es-AR" sz="1400" b="0" i="0" u="none" strike="noStrike" cap="none">
                <a:solidFill>
                  <a:schemeClr val="dk1"/>
                </a:solidFill>
                <a:latin typeface="Calibri"/>
                <a:ea typeface="Calibri"/>
                <a:cs typeface="Calibri"/>
                <a:sym typeface="Calibri"/>
              </a:rPr>
              <a:t>se calcula en función a esta curva.</a:t>
            </a:r>
            <a:endParaRPr sz="1400" b="0" i="0" u="none" strike="noStrike" cap="none">
              <a:solidFill>
                <a:srgbClr val="000000"/>
              </a:solidFill>
              <a:latin typeface="Arial"/>
              <a:ea typeface="Arial"/>
              <a:cs typeface="Arial"/>
              <a:sym typeface="Arial"/>
            </a:endParaRPr>
          </a:p>
        </p:txBody>
      </p:sp>
      <p:pic>
        <p:nvPicPr>
          <p:cNvPr id="385" name="Google Shape;385;p18" descr="Image result for dinero dibujo"/>
          <p:cNvPicPr preferRelativeResize="0"/>
          <p:nvPr/>
        </p:nvPicPr>
        <p:blipFill rotWithShape="1">
          <a:blip r:embed="rId6">
            <a:alphaModFix/>
          </a:blip>
          <a:srcRect/>
          <a:stretch/>
        </p:blipFill>
        <p:spPr>
          <a:xfrm>
            <a:off x="7035691" y="5907252"/>
            <a:ext cx="590344" cy="569509"/>
          </a:xfrm>
          <a:prstGeom prst="rect">
            <a:avLst/>
          </a:prstGeom>
          <a:noFill/>
          <a:ln>
            <a:noFill/>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79"/>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80"/>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381"/>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384"/>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38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391"/>
        <p:cNvGrpSpPr/>
        <p:nvPr/>
      </p:nvGrpSpPr>
      <p:grpSpPr>
        <a:xfrm>
          <a:off x="0" y="0"/>
          <a:ext cx="0" cy="0"/>
          <a:chOff x="0" y="0"/>
          <a:chExt cx="0" cy="0"/>
        </a:xfrm>
      </p:grpSpPr>
      <p:pic>
        <p:nvPicPr>
          <p:cNvPr id="392" name="Google Shape;392;p19" descr="Resultado de imagen para utn regional buenos aires ingenieria industrial"/>
          <p:cNvPicPr preferRelativeResize="0"/>
          <p:nvPr/>
        </p:nvPicPr>
        <p:blipFill rotWithShape="1">
          <a:blip r:embed="rId3">
            <a:alphaModFix/>
          </a:blip>
          <a:srcRect/>
          <a:stretch/>
        </p:blipFill>
        <p:spPr>
          <a:xfrm>
            <a:off x="7041232" y="0"/>
            <a:ext cx="2637692" cy="1011116"/>
          </a:xfrm>
          <a:prstGeom prst="rect">
            <a:avLst/>
          </a:prstGeom>
          <a:noFill/>
          <a:ln>
            <a:noFill/>
          </a:ln>
        </p:spPr>
      </p:pic>
      <p:sp>
        <p:nvSpPr>
          <p:cNvPr id="393" name="Google Shape;393;p19"/>
          <p:cNvSpPr txBox="1"/>
          <p:nvPr/>
        </p:nvSpPr>
        <p:spPr>
          <a:xfrm>
            <a:off x="0" y="-24"/>
            <a:ext cx="6321152" cy="1188000"/>
          </a:xfrm>
          <a:prstGeom prst="rect">
            <a:avLst/>
          </a:prstGeom>
          <a:noFill/>
          <a:ln>
            <a:noFill/>
          </a:ln>
        </p:spPr>
        <p:txBody>
          <a:bodyPr spcFirstLastPara="1" wrap="square" lIns="72000" tIns="252000" rIns="72000" bIns="36000" anchor="ctr" anchorCtr="0">
            <a:noAutofit/>
          </a:bodyPr>
          <a:lstStyle/>
          <a:p>
            <a:pPr marL="714375" marR="0" lvl="0" indent="-714375" algn="l" rtl="0">
              <a:lnSpc>
                <a:spcPct val="90000"/>
              </a:lnSpc>
              <a:spcBef>
                <a:spcPts val="0"/>
              </a:spcBef>
              <a:spcAft>
                <a:spcPts val="0"/>
              </a:spcAft>
              <a:buClr>
                <a:srgbClr val="000000"/>
              </a:buClr>
              <a:buSzPts val="2400"/>
              <a:buFont typeface="Arial"/>
              <a:buNone/>
            </a:pPr>
            <a:r>
              <a:rPr lang="es-AR" sz="2400" b="1" i="0" u="none" strike="noStrike" cap="none">
                <a:solidFill>
                  <a:srgbClr val="002060"/>
                </a:solidFill>
                <a:latin typeface="Calibri"/>
                <a:ea typeface="Calibri"/>
                <a:cs typeface="Calibri"/>
                <a:sym typeface="Calibri"/>
              </a:rPr>
              <a:t>DESARROLLO</a:t>
            </a:r>
            <a:endParaRPr sz="1400" b="0" i="0" u="none" strike="noStrike" cap="none">
              <a:solidFill>
                <a:srgbClr val="000000"/>
              </a:solidFill>
              <a:latin typeface="Arial"/>
              <a:ea typeface="Arial"/>
              <a:cs typeface="Arial"/>
              <a:sym typeface="Arial"/>
            </a:endParaRPr>
          </a:p>
          <a:p>
            <a:pPr marL="714375" marR="0" lvl="0" indent="-714375" algn="l" rtl="0">
              <a:lnSpc>
                <a:spcPct val="90000"/>
              </a:lnSpc>
              <a:spcBef>
                <a:spcPts val="0"/>
              </a:spcBef>
              <a:spcAft>
                <a:spcPts val="0"/>
              </a:spcAft>
              <a:buClr>
                <a:srgbClr val="000000"/>
              </a:buClr>
              <a:buSzPts val="2400"/>
              <a:buFont typeface="Arial"/>
              <a:buNone/>
            </a:pPr>
            <a:r>
              <a:rPr lang="es-AR" sz="2400" b="1" i="0" u="none" strike="noStrike" cap="none">
                <a:solidFill>
                  <a:srgbClr val="002060"/>
                </a:solidFill>
                <a:latin typeface="Calibri"/>
                <a:ea typeface="Calibri"/>
                <a:cs typeface="Calibri"/>
                <a:sym typeface="Calibri"/>
              </a:rPr>
              <a:t>Feedback</a:t>
            </a:r>
            <a:endParaRPr sz="2400" b="1" i="0" u="none" strike="noStrike" cap="none">
              <a:solidFill>
                <a:srgbClr val="002060"/>
              </a:solidFill>
              <a:latin typeface="Calibri"/>
              <a:ea typeface="Calibri"/>
              <a:cs typeface="Calibri"/>
              <a:sym typeface="Calibri"/>
            </a:endParaRPr>
          </a:p>
        </p:txBody>
      </p:sp>
      <p:sp>
        <p:nvSpPr>
          <p:cNvPr id="394" name="Google Shape;394;p19"/>
          <p:cNvSpPr/>
          <p:nvPr/>
        </p:nvSpPr>
        <p:spPr>
          <a:xfrm>
            <a:off x="4448944" y="2204864"/>
            <a:ext cx="4991254" cy="6204776"/>
          </a:xfrm>
          <a:prstGeom prst="rect">
            <a:avLst/>
          </a:prstGeom>
          <a:noFill/>
          <a:ln>
            <a:noFill/>
          </a:ln>
        </p:spPr>
        <p:txBody>
          <a:bodyPr spcFirstLastPara="1" wrap="square" lIns="91425" tIns="45700" rIns="91425" bIns="45700" anchor="t" anchorCtr="0">
            <a:spAutoFit/>
          </a:bodyPr>
          <a:lstStyle/>
          <a:p>
            <a:pPr marL="285750" marR="0" lvl="0" indent="-285750" algn="l" rtl="0">
              <a:lnSpc>
                <a:spcPct val="150000"/>
              </a:lnSpc>
              <a:spcBef>
                <a:spcPts val="0"/>
              </a:spcBef>
              <a:spcAft>
                <a:spcPts val="0"/>
              </a:spcAft>
              <a:buClr>
                <a:srgbClr val="002060"/>
              </a:buClr>
              <a:buSzPts val="1600"/>
              <a:buFont typeface="Noto Sans Symbols"/>
              <a:buChar char="▪"/>
            </a:pPr>
            <a:r>
              <a:rPr lang="es-AR" sz="1600" b="1" i="0" u="none" strike="noStrike" cap="none">
                <a:solidFill>
                  <a:srgbClr val="002060"/>
                </a:solidFill>
                <a:latin typeface="Calibri"/>
                <a:ea typeface="Calibri"/>
                <a:cs typeface="Calibri"/>
                <a:sym typeface="Calibri"/>
              </a:rPr>
              <a:t>El Feedback es un acto de comunicación</a:t>
            </a:r>
            <a:r>
              <a:rPr lang="es-AR" sz="1600" b="0" i="0" u="none" strike="noStrike" cap="none">
                <a:solidFill>
                  <a:srgbClr val="002060"/>
                </a:solidFill>
                <a:latin typeface="Calibri"/>
                <a:ea typeface="Calibri"/>
                <a:cs typeface="Calibri"/>
                <a:sym typeface="Calibri"/>
              </a:rPr>
              <a:t>. </a:t>
            </a:r>
            <a:endParaRPr sz="1400" b="0" i="0" u="none" strike="noStrike" cap="none">
              <a:solidFill>
                <a:srgbClr val="000000"/>
              </a:solidFill>
              <a:latin typeface="Arial"/>
              <a:ea typeface="Arial"/>
              <a:cs typeface="Arial"/>
              <a:sym typeface="Arial"/>
            </a:endParaRPr>
          </a:p>
          <a:p>
            <a:pPr marL="285750" marR="0" lvl="0" indent="-285750" algn="l" rtl="0">
              <a:lnSpc>
                <a:spcPct val="150000"/>
              </a:lnSpc>
              <a:spcBef>
                <a:spcPts val="320"/>
              </a:spcBef>
              <a:spcAft>
                <a:spcPts val="0"/>
              </a:spcAft>
              <a:buClr>
                <a:srgbClr val="002060"/>
              </a:buClr>
              <a:buSzPts val="1600"/>
              <a:buFont typeface="Noto Sans Symbols"/>
              <a:buChar char="▪"/>
            </a:pPr>
            <a:r>
              <a:rPr lang="es-AR" sz="1600" b="0" i="0" u="none" strike="noStrike" cap="none">
                <a:solidFill>
                  <a:srgbClr val="002060"/>
                </a:solidFill>
                <a:latin typeface="Calibri"/>
                <a:ea typeface="Calibri"/>
                <a:cs typeface="Calibri"/>
                <a:sym typeface="Calibri"/>
              </a:rPr>
              <a:t>Informal y frecuente.</a:t>
            </a:r>
            <a:endParaRPr sz="1400" b="0" i="0" u="none" strike="noStrike" cap="none">
              <a:solidFill>
                <a:srgbClr val="000000"/>
              </a:solidFill>
              <a:latin typeface="Arial"/>
              <a:ea typeface="Arial"/>
              <a:cs typeface="Arial"/>
              <a:sym typeface="Arial"/>
            </a:endParaRPr>
          </a:p>
          <a:p>
            <a:pPr marL="285750" marR="0" lvl="0" indent="-285750" algn="l" rtl="0">
              <a:lnSpc>
                <a:spcPct val="150000"/>
              </a:lnSpc>
              <a:spcBef>
                <a:spcPts val="320"/>
              </a:spcBef>
              <a:spcAft>
                <a:spcPts val="0"/>
              </a:spcAft>
              <a:buClr>
                <a:srgbClr val="002060"/>
              </a:buClr>
              <a:buSzPts val="1600"/>
              <a:buFont typeface="Noto Sans Symbols"/>
              <a:buChar char="▪"/>
            </a:pPr>
            <a:r>
              <a:rPr lang="es-AR" sz="1600" b="0" i="0" u="none" strike="noStrike" cap="none">
                <a:solidFill>
                  <a:srgbClr val="002060"/>
                </a:solidFill>
                <a:latin typeface="Calibri"/>
                <a:ea typeface="Calibri"/>
                <a:cs typeface="Calibri"/>
                <a:sym typeface="Calibri"/>
              </a:rPr>
              <a:t>Ofrece información de los conocimientos y habilidades adquiridas, la conducta observada y la actitud ante el trabajo.</a:t>
            </a:r>
            <a:endParaRPr sz="1400" b="0" i="0" u="none" strike="noStrike" cap="none">
              <a:solidFill>
                <a:srgbClr val="000000"/>
              </a:solidFill>
              <a:latin typeface="Arial"/>
              <a:ea typeface="Arial"/>
              <a:cs typeface="Arial"/>
              <a:sym typeface="Arial"/>
            </a:endParaRPr>
          </a:p>
          <a:p>
            <a:pPr marL="285750" marR="0" lvl="0" indent="-285750" algn="l" rtl="0">
              <a:lnSpc>
                <a:spcPct val="150000"/>
              </a:lnSpc>
              <a:spcBef>
                <a:spcPts val="320"/>
              </a:spcBef>
              <a:spcAft>
                <a:spcPts val="0"/>
              </a:spcAft>
              <a:buClr>
                <a:srgbClr val="002060"/>
              </a:buClr>
              <a:buSzPts val="1600"/>
              <a:buFont typeface="Noto Sans Symbols"/>
              <a:buChar char="▪"/>
            </a:pPr>
            <a:r>
              <a:rPr lang="es-AR" sz="1600" b="0" i="0" u="none" strike="noStrike" cap="none">
                <a:solidFill>
                  <a:srgbClr val="002060"/>
                </a:solidFill>
                <a:latin typeface="Calibri"/>
                <a:ea typeface="Calibri"/>
                <a:cs typeface="Calibri"/>
                <a:sym typeface="Calibri"/>
              </a:rPr>
              <a:t>Es una </a:t>
            </a:r>
            <a:r>
              <a:rPr lang="es-AR" sz="1600" b="1" i="0" u="none" strike="noStrike" cap="none">
                <a:solidFill>
                  <a:srgbClr val="002060"/>
                </a:solidFill>
                <a:latin typeface="Calibri"/>
                <a:ea typeface="Calibri"/>
                <a:cs typeface="Calibri"/>
                <a:sym typeface="Calibri"/>
              </a:rPr>
              <a:t>herramienta de Desarrollo: </a:t>
            </a:r>
            <a:r>
              <a:rPr lang="es-AR" sz="1600" b="0" i="0" u="none" strike="noStrike" cap="none">
                <a:solidFill>
                  <a:srgbClr val="002060"/>
                </a:solidFill>
                <a:latin typeface="Calibri"/>
                <a:ea typeface="Calibri"/>
                <a:cs typeface="Calibri"/>
                <a:sym typeface="Calibri"/>
              </a:rPr>
              <a:t>Permite al colaborador comprender si se está generando un patrón de conductas que provocan el desempeño deseado o indeseado.</a:t>
            </a:r>
            <a:endParaRPr sz="1400" b="0" i="0" u="none" strike="noStrike" cap="none">
              <a:solidFill>
                <a:srgbClr val="000000"/>
              </a:solidFill>
              <a:latin typeface="Arial"/>
              <a:ea typeface="Arial"/>
              <a:cs typeface="Arial"/>
              <a:sym typeface="Arial"/>
            </a:endParaRPr>
          </a:p>
          <a:p>
            <a:pPr marL="285750" marR="0" lvl="0" indent="-184150" algn="l" rtl="0">
              <a:lnSpc>
                <a:spcPct val="150000"/>
              </a:lnSpc>
              <a:spcBef>
                <a:spcPts val="320"/>
              </a:spcBef>
              <a:spcAft>
                <a:spcPts val="0"/>
              </a:spcAft>
              <a:buClr>
                <a:schemeClr val="dk1"/>
              </a:buClr>
              <a:buSzPts val="1600"/>
              <a:buFont typeface="Noto Sans Symbols"/>
              <a:buNone/>
            </a:pPr>
            <a:endParaRPr sz="1600" b="0" i="0" u="none" strike="noStrike" cap="none">
              <a:solidFill>
                <a:srgbClr val="002060"/>
              </a:solidFill>
              <a:latin typeface="Calibri"/>
              <a:ea typeface="Calibri"/>
              <a:cs typeface="Calibri"/>
              <a:sym typeface="Calibri"/>
            </a:endParaRPr>
          </a:p>
          <a:p>
            <a:pPr marL="285750" marR="0" lvl="0" indent="-184150" algn="l" rtl="0">
              <a:lnSpc>
                <a:spcPct val="150000"/>
              </a:lnSpc>
              <a:spcBef>
                <a:spcPts val="320"/>
              </a:spcBef>
              <a:spcAft>
                <a:spcPts val="0"/>
              </a:spcAft>
              <a:buClr>
                <a:schemeClr val="dk1"/>
              </a:buClr>
              <a:buSzPts val="1600"/>
              <a:buFont typeface="Noto Sans Symbols"/>
              <a:buNone/>
            </a:pPr>
            <a:endParaRPr sz="1600" b="0" i="0" u="none" strike="noStrike" cap="none">
              <a:solidFill>
                <a:srgbClr val="002060"/>
              </a:solidFill>
              <a:latin typeface="Calibri"/>
              <a:ea typeface="Calibri"/>
              <a:cs typeface="Calibri"/>
              <a:sym typeface="Calibri"/>
            </a:endParaRPr>
          </a:p>
          <a:p>
            <a:pPr marL="285750" marR="0" lvl="0" indent="-184150" algn="l" rtl="0">
              <a:lnSpc>
                <a:spcPct val="150000"/>
              </a:lnSpc>
              <a:spcBef>
                <a:spcPts val="320"/>
              </a:spcBef>
              <a:spcAft>
                <a:spcPts val="0"/>
              </a:spcAft>
              <a:buClr>
                <a:schemeClr val="dk1"/>
              </a:buClr>
              <a:buSzPts val="1600"/>
              <a:buFont typeface="Noto Sans Symbols"/>
              <a:buNone/>
            </a:pPr>
            <a:endParaRPr sz="1600" b="0" i="0" u="none" strike="noStrike" cap="none">
              <a:solidFill>
                <a:srgbClr val="002060"/>
              </a:solidFill>
              <a:latin typeface="Calibri"/>
              <a:ea typeface="Calibri"/>
              <a:cs typeface="Calibri"/>
              <a:sym typeface="Calibri"/>
            </a:endParaRPr>
          </a:p>
          <a:p>
            <a:pPr marL="0" marR="0" lvl="0" indent="0" algn="l" rtl="0">
              <a:lnSpc>
                <a:spcPct val="100000"/>
              </a:lnSpc>
              <a:spcBef>
                <a:spcPts val="0"/>
              </a:spcBef>
              <a:spcAft>
                <a:spcPts val="0"/>
              </a:spcAft>
              <a:buClr>
                <a:schemeClr val="dk1"/>
              </a:buClr>
              <a:buSzPts val="1800"/>
              <a:buFont typeface="Arial"/>
              <a:buNone/>
            </a:pPr>
            <a:endParaRPr sz="1800" b="0" i="0" u="none" strike="noStrike" cap="none">
              <a:solidFill>
                <a:srgbClr val="595959"/>
              </a:solidFill>
              <a:latin typeface="Tahoma"/>
              <a:ea typeface="Tahoma"/>
              <a:cs typeface="Tahoma"/>
              <a:sym typeface="Tahoma"/>
            </a:endParaRPr>
          </a:p>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595959"/>
              </a:solidFill>
              <a:latin typeface="Tahoma"/>
              <a:ea typeface="Tahoma"/>
              <a:cs typeface="Tahoma"/>
              <a:sym typeface="Tahoma"/>
            </a:endParaRPr>
          </a:p>
          <a:p>
            <a:pPr marL="0" marR="0" lvl="0" indent="0" algn="l" rtl="0">
              <a:lnSpc>
                <a:spcPct val="100000"/>
              </a:lnSpc>
              <a:spcBef>
                <a:spcPts val="0"/>
              </a:spcBef>
              <a:spcAft>
                <a:spcPts val="0"/>
              </a:spcAft>
              <a:buClr>
                <a:schemeClr val="dk1"/>
              </a:buClr>
              <a:buSzPts val="1800"/>
              <a:buFont typeface="Calibri"/>
              <a:buNone/>
            </a:pPr>
            <a:endParaRPr sz="1800" b="0" i="0" u="none" strike="noStrike" cap="none">
              <a:solidFill>
                <a:srgbClr val="595959"/>
              </a:solidFill>
              <a:latin typeface="Calibri"/>
              <a:ea typeface="Calibri"/>
              <a:cs typeface="Calibri"/>
              <a:sym typeface="Calibri"/>
            </a:endParaRPr>
          </a:p>
          <a:p>
            <a:pPr marL="0" marR="0" lvl="0" indent="0" algn="l" rtl="0">
              <a:lnSpc>
                <a:spcPct val="100000"/>
              </a:lnSpc>
              <a:spcBef>
                <a:spcPts val="0"/>
              </a:spcBef>
              <a:spcAft>
                <a:spcPts val="0"/>
              </a:spcAft>
              <a:buClr>
                <a:schemeClr val="dk1"/>
              </a:buClr>
              <a:buSzPts val="1800"/>
              <a:buFont typeface="Arial"/>
              <a:buNone/>
            </a:pPr>
            <a:endParaRPr sz="1800" b="0" i="0" u="none" strike="noStrike" cap="none">
              <a:solidFill>
                <a:srgbClr val="595959"/>
              </a:solidFill>
              <a:latin typeface="Calibri"/>
              <a:ea typeface="Calibri"/>
              <a:cs typeface="Calibri"/>
              <a:sym typeface="Calibri"/>
            </a:endParaRPr>
          </a:p>
          <a:p>
            <a:pPr marL="0" marR="0" lvl="0" indent="0" algn="l" rtl="0">
              <a:lnSpc>
                <a:spcPct val="100000"/>
              </a:lnSpc>
              <a:spcBef>
                <a:spcPts val="0"/>
              </a:spcBef>
              <a:spcAft>
                <a:spcPts val="0"/>
              </a:spcAft>
              <a:buClr>
                <a:schemeClr val="dk1"/>
              </a:buClr>
              <a:buSzPts val="1800"/>
              <a:buFont typeface="Arial"/>
              <a:buNone/>
            </a:pPr>
            <a:endParaRPr sz="1800" b="0" i="0" u="none" strike="noStrike" cap="none">
              <a:solidFill>
                <a:srgbClr val="404040"/>
              </a:solidFill>
              <a:latin typeface="Calibri"/>
              <a:ea typeface="Calibri"/>
              <a:cs typeface="Calibri"/>
              <a:sym typeface="Calibri"/>
            </a:endParaRPr>
          </a:p>
        </p:txBody>
      </p:sp>
      <p:pic>
        <p:nvPicPr>
          <p:cNvPr id="395" name="Google Shape;395;p19"/>
          <p:cNvPicPr preferRelativeResize="0"/>
          <p:nvPr/>
        </p:nvPicPr>
        <p:blipFill rotWithShape="1">
          <a:blip r:embed="rId4">
            <a:alphaModFix/>
          </a:blip>
          <a:srcRect/>
          <a:stretch/>
        </p:blipFill>
        <p:spPr>
          <a:xfrm>
            <a:off x="200472" y="2492896"/>
            <a:ext cx="3888432" cy="2915281"/>
          </a:xfrm>
          <a:prstGeom prst="rect">
            <a:avLst/>
          </a:prstGeom>
          <a:noFill/>
          <a:ln>
            <a:noFill/>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9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401"/>
        <p:cNvGrpSpPr/>
        <p:nvPr/>
      </p:nvGrpSpPr>
      <p:grpSpPr>
        <a:xfrm>
          <a:off x="0" y="0"/>
          <a:ext cx="0" cy="0"/>
          <a:chOff x="0" y="0"/>
          <a:chExt cx="0" cy="0"/>
        </a:xfrm>
      </p:grpSpPr>
      <p:pic>
        <p:nvPicPr>
          <p:cNvPr id="402" name="Google Shape;402;p20" descr="Resultado de imagen para utn regional buenos aires ingenieria industrial"/>
          <p:cNvPicPr preferRelativeResize="0"/>
          <p:nvPr/>
        </p:nvPicPr>
        <p:blipFill rotWithShape="1">
          <a:blip r:embed="rId3">
            <a:alphaModFix/>
          </a:blip>
          <a:srcRect/>
          <a:stretch/>
        </p:blipFill>
        <p:spPr>
          <a:xfrm>
            <a:off x="7041232" y="0"/>
            <a:ext cx="2637692" cy="1011116"/>
          </a:xfrm>
          <a:prstGeom prst="rect">
            <a:avLst/>
          </a:prstGeom>
          <a:noFill/>
          <a:ln>
            <a:noFill/>
          </a:ln>
        </p:spPr>
      </p:pic>
      <p:sp>
        <p:nvSpPr>
          <p:cNvPr id="403" name="Google Shape;403;p20"/>
          <p:cNvSpPr txBox="1"/>
          <p:nvPr/>
        </p:nvSpPr>
        <p:spPr>
          <a:xfrm>
            <a:off x="0" y="-24"/>
            <a:ext cx="6321152" cy="1188000"/>
          </a:xfrm>
          <a:prstGeom prst="rect">
            <a:avLst/>
          </a:prstGeom>
          <a:noFill/>
          <a:ln>
            <a:noFill/>
          </a:ln>
        </p:spPr>
        <p:txBody>
          <a:bodyPr spcFirstLastPara="1" wrap="square" lIns="72000" tIns="252000" rIns="72000" bIns="36000" anchor="ctr" anchorCtr="0">
            <a:noAutofit/>
          </a:bodyPr>
          <a:lstStyle/>
          <a:p>
            <a:pPr marL="714375" marR="0" lvl="0" indent="-714375" algn="l" rtl="0">
              <a:lnSpc>
                <a:spcPct val="90000"/>
              </a:lnSpc>
              <a:spcBef>
                <a:spcPts val="0"/>
              </a:spcBef>
              <a:spcAft>
                <a:spcPts val="0"/>
              </a:spcAft>
              <a:buClr>
                <a:srgbClr val="000000"/>
              </a:buClr>
              <a:buSzPts val="2400"/>
              <a:buFont typeface="Arial"/>
              <a:buNone/>
            </a:pPr>
            <a:r>
              <a:rPr lang="es-AR" sz="2400" b="1" i="0" u="none" strike="noStrike" cap="none">
                <a:solidFill>
                  <a:srgbClr val="002060"/>
                </a:solidFill>
                <a:latin typeface="Calibri"/>
                <a:ea typeface="Calibri"/>
                <a:cs typeface="Calibri"/>
                <a:sym typeface="Calibri"/>
              </a:rPr>
              <a:t>DESARROLLO</a:t>
            </a:r>
            <a:endParaRPr sz="1400" b="0" i="0" u="none" strike="noStrike" cap="none">
              <a:solidFill>
                <a:srgbClr val="000000"/>
              </a:solidFill>
              <a:latin typeface="Arial"/>
              <a:ea typeface="Arial"/>
              <a:cs typeface="Arial"/>
              <a:sym typeface="Arial"/>
            </a:endParaRPr>
          </a:p>
          <a:p>
            <a:pPr marL="714375" marR="0" lvl="0" indent="-714375" algn="l" rtl="0">
              <a:lnSpc>
                <a:spcPct val="90000"/>
              </a:lnSpc>
              <a:spcBef>
                <a:spcPts val="0"/>
              </a:spcBef>
              <a:spcAft>
                <a:spcPts val="0"/>
              </a:spcAft>
              <a:buClr>
                <a:srgbClr val="000000"/>
              </a:buClr>
              <a:buSzPts val="2400"/>
              <a:buFont typeface="Arial"/>
              <a:buNone/>
            </a:pPr>
            <a:r>
              <a:rPr lang="es-AR" sz="2400" b="1" i="0" u="none" strike="noStrike" cap="none">
                <a:solidFill>
                  <a:srgbClr val="002060"/>
                </a:solidFill>
                <a:latin typeface="Calibri"/>
                <a:ea typeface="Calibri"/>
                <a:cs typeface="Calibri"/>
                <a:sym typeface="Calibri"/>
              </a:rPr>
              <a:t>Feedback</a:t>
            </a:r>
            <a:endParaRPr sz="2400" b="1" i="0" u="none" strike="noStrike" cap="none">
              <a:solidFill>
                <a:srgbClr val="002060"/>
              </a:solidFill>
              <a:latin typeface="Calibri"/>
              <a:ea typeface="Calibri"/>
              <a:cs typeface="Calibri"/>
              <a:sym typeface="Calibri"/>
            </a:endParaRPr>
          </a:p>
        </p:txBody>
      </p:sp>
      <p:pic>
        <p:nvPicPr>
          <p:cNvPr id="404" name="Google Shape;404;p20"/>
          <p:cNvPicPr preferRelativeResize="0"/>
          <p:nvPr/>
        </p:nvPicPr>
        <p:blipFill rotWithShape="1">
          <a:blip r:embed="rId4">
            <a:alphaModFix/>
          </a:blip>
          <a:srcRect/>
          <a:stretch/>
        </p:blipFill>
        <p:spPr>
          <a:xfrm>
            <a:off x="0" y="1340768"/>
            <a:ext cx="9906000" cy="5017423"/>
          </a:xfrm>
          <a:prstGeom prst="rect">
            <a:avLst/>
          </a:prstGeom>
          <a:noFill/>
          <a:ln>
            <a:noFill/>
          </a:ln>
        </p:spPr>
      </p:pic>
      <p:sp>
        <p:nvSpPr>
          <p:cNvPr id="405" name="Google Shape;405;p20"/>
          <p:cNvSpPr txBox="1"/>
          <p:nvPr/>
        </p:nvSpPr>
        <p:spPr>
          <a:xfrm>
            <a:off x="128464" y="6004248"/>
            <a:ext cx="9550460" cy="677108"/>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100"/>
              <a:buFont typeface="Arial"/>
              <a:buNone/>
            </a:pPr>
            <a:endParaRPr sz="11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100"/>
              <a:buFont typeface="Arial"/>
              <a:buNone/>
            </a:pPr>
            <a:endParaRPr sz="1100" b="0" i="0" u="none" strike="noStrike" cap="none">
              <a:solidFill>
                <a:schemeClr val="dk1"/>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100"/>
              <a:buFont typeface="Arial"/>
              <a:buNone/>
            </a:pPr>
            <a:r>
              <a:rPr lang="es-AR" sz="1100" b="0" i="0" u="none" strike="noStrike" cap="none">
                <a:solidFill>
                  <a:schemeClr val="dk1"/>
                </a:solidFill>
                <a:latin typeface="Arial"/>
                <a:ea typeface="Arial"/>
                <a:cs typeface="Arial"/>
                <a:sym typeface="Arial"/>
              </a:rPr>
              <a:t> </a:t>
            </a:r>
            <a:r>
              <a:rPr lang="es-AR" sz="1600" b="0" i="0" u="none" strike="noStrike" cap="none">
                <a:solidFill>
                  <a:srgbClr val="002060"/>
                </a:solidFill>
                <a:latin typeface="Calibri"/>
                <a:ea typeface="Calibri"/>
                <a:cs typeface="Calibri"/>
                <a:sym typeface="Calibri"/>
              </a:rPr>
              <a:t>2019 Global Performance Management Study Mercer – n: 1154 compañías internacionales </a:t>
            </a:r>
            <a:endParaRPr sz="1600" b="0" i="0" u="none" strike="noStrike" cap="none">
              <a:solidFill>
                <a:srgbClr val="002060"/>
              </a:solidFill>
              <a:latin typeface="Calibri"/>
              <a:ea typeface="Calibri"/>
              <a:cs typeface="Calibri"/>
              <a:sym typeface="Calibri"/>
            </a:endParaRP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411"/>
        <p:cNvGrpSpPr/>
        <p:nvPr/>
      </p:nvGrpSpPr>
      <p:grpSpPr>
        <a:xfrm>
          <a:off x="0" y="0"/>
          <a:ext cx="0" cy="0"/>
          <a:chOff x="0" y="0"/>
          <a:chExt cx="0" cy="0"/>
        </a:xfrm>
      </p:grpSpPr>
      <p:pic>
        <p:nvPicPr>
          <p:cNvPr id="412" name="Google Shape;412;p21" descr="Resultado de imagen para utn regional buenos aires ingenieria industrial"/>
          <p:cNvPicPr preferRelativeResize="0"/>
          <p:nvPr/>
        </p:nvPicPr>
        <p:blipFill rotWithShape="1">
          <a:blip r:embed="rId3">
            <a:alphaModFix/>
          </a:blip>
          <a:srcRect/>
          <a:stretch/>
        </p:blipFill>
        <p:spPr>
          <a:xfrm>
            <a:off x="7041232" y="0"/>
            <a:ext cx="2637692" cy="1011116"/>
          </a:xfrm>
          <a:prstGeom prst="rect">
            <a:avLst/>
          </a:prstGeom>
          <a:noFill/>
          <a:ln>
            <a:noFill/>
          </a:ln>
        </p:spPr>
      </p:pic>
      <p:sp>
        <p:nvSpPr>
          <p:cNvPr id="413" name="Google Shape;413;p21"/>
          <p:cNvSpPr txBox="1"/>
          <p:nvPr/>
        </p:nvSpPr>
        <p:spPr>
          <a:xfrm>
            <a:off x="0" y="-24"/>
            <a:ext cx="6321152" cy="1188000"/>
          </a:xfrm>
          <a:prstGeom prst="rect">
            <a:avLst/>
          </a:prstGeom>
          <a:noFill/>
          <a:ln>
            <a:noFill/>
          </a:ln>
        </p:spPr>
        <p:txBody>
          <a:bodyPr spcFirstLastPara="1" wrap="square" lIns="72000" tIns="252000" rIns="72000" bIns="36000" anchor="ctr" anchorCtr="0">
            <a:noAutofit/>
          </a:bodyPr>
          <a:lstStyle/>
          <a:p>
            <a:pPr marL="714375" marR="0" lvl="0" indent="-714375" algn="l" rtl="0">
              <a:lnSpc>
                <a:spcPct val="90000"/>
              </a:lnSpc>
              <a:spcBef>
                <a:spcPts val="0"/>
              </a:spcBef>
              <a:spcAft>
                <a:spcPts val="0"/>
              </a:spcAft>
              <a:buClr>
                <a:srgbClr val="000000"/>
              </a:buClr>
              <a:buSzPts val="2400"/>
              <a:buFont typeface="Arial"/>
              <a:buNone/>
            </a:pPr>
            <a:r>
              <a:rPr lang="es-AR" sz="2400" b="1" i="0" u="none" strike="noStrike" cap="none">
                <a:solidFill>
                  <a:srgbClr val="002060"/>
                </a:solidFill>
                <a:latin typeface="Calibri"/>
                <a:ea typeface="Calibri"/>
                <a:cs typeface="Calibri"/>
                <a:sym typeface="Calibri"/>
              </a:rPr>
              <a:t>DESARROLLO</a:t>
            </a:r>
            <a:endParaRPr sz="1400" b="0" i="0" u="none" strike="noStrike" cap="none">
              <a:solidFill>
                <a:srgbClr val="000000"/>
              </a:solidFill>
              <a:latin typeface="Arial"/>
              <a:ea typeface="Arial"/>
              <a:cs typeface="Arial"/>
              <a:sym typeface="Arial"/>
            </a:endParaRPr>
          </a:p>
          <a:p>
            <a:pPr marL="714375" marR="0" lvl="0" indent="-714375" algn="l" rtl="0">
              <a:lnSpc>
                <a:spcPct val="90000"/>
              </a:lnSpc>
              <a:spcBef>
                <a:spcPts val="0"/>
              </a:spcBef>
              <a:spcAft>
                <a:spcPts val="0"/>
              </a:spcAft>
              <a:buClr>
                <a:srgbClr val="000000"/>
              </a:buClr>
              <a:buSzPts val="2400"/>
              <a:buFont typeface="Arial"/>
              <a:buNone/>
            </a:pPr>
            <a:r>
              <a:rPr lang="es-AR" sz="2400" b="1" i="0" u="none" strike="noStrike" cap="none">
                <a:solidFill>
                  <a:srgbClr val="002060"/>
                </a:solidFill>
                <a:latin typeface="Calibri"/>
                <a:ea typeface="Calibri"/>
                <a:cs typeface="Calibri"/>
                <a:sym typeface="Calibri"/>
              </a:rPr>
              <a:t>Feedback – Modelo SCI</a:t>
            </a:r>
            <a:endParaRPr sz="1400" b="0" i="0" u="none" strike="noStrike" cap="none">
              <a:solidFill>
                <a:srgbClr val="000000"/>
              </a:solidFill>
              <a:latin typeface="Arial"/>
              <a:ea typeface="Arial"/>
              <a:cs typeface="Arial"/>
              <a:sym typeface="Arial"/>
            </a:endParaRPr>
          </a:p>
        </p:txBody>
      </p:sp>
      <p:sp>
        <p:nvSpPr>
          <p:cNvPr id="414" name="Google Shape;414;p21"/>
          <p:cNvSpPr/>
          <p:nvPr/>
        </p:nvSpPr>
        <p:spPr>
          <a:xfrm>
            <a:off x="632520" y="1124744"/>
            <a:ext cx="6774160" cy="4249497"/>
          </a:xfrm>
          <a:prstGeom prst="rect">
            <a:avLst/>
          </a:prstGeom>
          <a:noFill/>
          <a:ln>
            <a:noFill/>
          </a:ln>
        </p:spPr>
        <p:txBody>
          <a:bodyPr spcFirstLastPara="1" wrap="square" lIns="91425" tIns="45700" rIns="91425" bIns="45700" anchor="t" anchorCtr="0">
            <a:spAutoFit/>
          </a:bodyPr>
          <a:lstStyle/>
          <a:p>
            <a:pPr marL="0" marR="0" lvl="0" indent="0" algn="just" rtl="0">
              <a:lnSpc>
                <a:spcPct val="100000"/>
              </a:lnSpc>
              <a:spcBef>
                <a:spcPts val="0"/>
              </a:spcBef>
              <a:spcAft>
                <a:spcPts val="0"/>
              </a:spcAft>
              <a:buClr>
                <a:srgbClr val="31859B"/>
              </a:buClr>
              <a:buSzPts val="1500"/>
              <a:buFont typeface="Calibri"/>
              <a:buNone/>
            </a:pPr>
            <a:endParaRPr sz="1000" b="1" i="0" u="none" strike="noStrike" cap="none">
              <a:solidFill>
                <a:srgbClr val="31859B"/>
              </a:solidFill>
              <a:latin typeface="Raleway"/>
              <a:ea typeface="Raleway"/>
              <a:cs typeface="Raleway"/>
              <a:sym typeface="Raleway"/>
            </a:endParaRPr>
          </a:p>
          <a:p>
            <a:pPr marL="0" marR="0" lvl="0" indent="0" algn="just" rtl="0">
              <a:lnSpc>
                <a:spcPct val="100000"/>
              </a:lnSpc>
              <a:spcBef>
                <a:spcPts val="1200"/>
              </a:spcBef>
              <a:spcAft>
                <a:spcPts val="0"/>
              </a:spcAft>
              <a:buClr>
                <a:srgbClr val="000000"/>
              </a:buClr>
              <a:buSzPts val="4800"/>
              <a:buFont typeface="Arial"/>
              <a:buNone/>
            </a:pPr>
            <a:r>
              <a:rPr lang="es-AR" sz="4800" b="1" i="0" u="none" strike="noStrike" cap="none">
                <a:solidFill>
                  <a:srgbClr val="1E4E79"/>
                </a:solidFill>
                <a:latin typeface="Calibri"/>
                <a:ea typeface="Calibri"/>
                <a:cs typeface="Calibri"/>
                <a:sym typeface="Calibri"/>
              </a:rPr>
              <a:t>S</a:t>
            </a:r>
            <a:r>
              <a:rPr lang="es-AR" sz="3200" b="0" i="0" u="none" strike="noStrike" cap="none">
                <a:solidFill>
                  <a:srgbClr val="1E4E79"/>
                </a:solidFill>
                <a:latin typeface="Calibri"/>
                <a:ea typeface="Calibri"/>
                <a:cs typeface="Calibri"/>
                <a:sym typeface="Calibri"/>
              </a:rPr>
              <a:t>ituación:  </a:t>
            </a:r>
            <a:r>
              <a:rPr lang="es-AR" sz="1800" b="0" i="0" u="none" strike="noStrike" cap="none">
                <a:solidFill>
                  <a:srgbClr val="990099"/>
                </a:solidFill>
                <a:latin typeface="Raleway"/>
                <a:ea typeface="Raleway"/>
                <a:cs typeface="Raleway"/>
                <a:sym typeface="Raleway"/>
              </a:rPr>
              <a:t>¿En qué </a:t>
            </a:r>
            <a:r>
              <a:rPr lang="es-AR" sz="1800" b="1" i="0" u="none" strike="noStrike" cap="none">
                <a:solidFill>
                  <a:srgbClr val="990099"/>
                </a:solidFill>
                <a:latin typeface="Raleway"/>
                <a:ea typeface="Raleway"/>
                <a:cs typeface="Raleway"/>
                <a:sym typeface="Raleway"/>
              </a:rPr>
              <a:t>contexto</a:t>
            </a:r>
            <a:r>
              <a:rPr lang="es-AR" sz="1800" b="0" i="0" u="none" strike="noStrike" cap="none">
                <a:solidFill>
                  <a:srgbClr val="990099"/>
                </a:solidFill>
                <a:latin typeface="Raleway"/>
                <a:ea typeface="Raleway"/>
                <a:cs typeface="Raleway"/>
                <a:sym typeface="Raleway"/>
              </a:rPr>
              <a:t> ocurrió?</a:t>
            </a:r>
            <a:endParaRPr sz="1400" b="0" i="0" u="none" strike="noStrike" cap="none">
              <a:solidFill>
                <a:srgbClr val="000000"/>
              </a:solidFill>
              <a:latin typeface="Arial"/>
              <a:ea typeface="Arial"/>
              <a:cs typeface="Arial"/>
              <a:sym typeface="Arial"/>
            </a:endParaRPr>
          </a:p>
          <a:p>
            <a:pPr marL="0" marR="0" lvl="0" indent="0" algn="just" rtl="0">
              <a:lnSpc>
                <a:spcPct val="150000"/>
              </a:lnSpc>
              <a:spcBef>
                <a:spcPts val="0"/>
              </a:spcBef>
              <a:spcAft>
                <a:spcPts val="0"/>
              </a:spcAft>
              <a:buClr>
                <a:srgbClr val="31859B"/>
              </a:buClr>
              <a:buSzPts val="1800"/>
              <a:buFont typeface="Calibri"/>
              <a:buNone/>
            </a:pPr>
            <a:r>
              <a:rPr lang="es-AR" sz="1200" b="0" i="1" u="none" strike="noStrike" cap="none">
                <a:solidFill>
                  <a:srgbClr val="002060"/>
                </a:solidFill>
                <a:latin typeface="Calibri"/>
                <a:ea typeface="Calibri"/>
                <a:cs typeface="Calibri"/>
                <a:sym typeface="Calibri"/>
              </a:rPr>
              <a:t>Comentarle a la persona cuándo y en qué contexto ocurrió aquello sobre lo que se quiere darle feedback. </a:t>
            </a:r>
            <a:endParaRPr sz="1400" b="0" i="0" u="none" strike="noStrike" cap="none">
              <a:solidFill>
                <a:srgbClr val="000000"/>
              </a:solidFill>
              <a:latin typeface="Arial"/>
              <a:ea typeface="Arial"/>
              <a:cs typeface="Arial"/>
              <a:sym typeface="Arial"/>
            </a:endParaRPr>
          </a:p>
          <a:p>
            <a:pPr marL="0" marR="0" lvl="0" indent="0" algn="just" rtl="0">
              <a:lnSpc>
                <a:spcPct val="150000"/>
              </a:lnSpc>
              <a:spcBef>
                <a:spcPts val="0"/>
              </a:spcBef>
              <a:spcAft>
                <a:spcPts val="0"/>
              </a:spcAft>
              <a:buClr>
                <a:srgbClr val="31859B"/>
              </a:buClr>
              <a:buSzPts val="1500"/>
              <a:buFont typeface="Calibri"/>
              <a:buNone/>
            </a:pPr>
            <a:endParaRPr sz="1000" b="1" i="1" u="none" strike="noStrike" cap="none">
              <a:solidFill>
                <a:schemeClr val="dk1"/>
              </a:solidFill>
              <a:latin typeface="Raleway"/>
              <a:ea typeface="Raleway"/>
              <a:cs typeface="Raleway"/>
              <a:sym typeface="Raleway"/>
            </a:endParaRPr>
          </a:p>
          <a:p>
            <a:pPr marL="0" marR="0" lvl="0" indent="0" algn="just" rtl="0">
              <a:lnSpc>
                <a:spcPct val="150000"/>
              </a:lnSpc>
              <a:spcBef>
                <a:spcPts val="0"/>
              </a:spcBef>
              <a:spcAft>
                <a:spcPts val="0"/>
              </a:spcAft>
              <a:buClr>
                <a:srgbClr val="31859B"/>
              </a:buClr>
              <a:buSzPts val="7200"/>
              <a:buFont typeface="Calibri"/>
              <a:buNone/>
            </a:pPr>
            <a:r>
              <a:rPr lang="es-AR" sz="4800" b="1" i="0" u="none" strike="noStrike" cap="none">
                <a:solidFill>
                  <a:srgbClr val="1E4E79"/>
                </a:solidFill>
                <a:latin typeface="Calibri"/>
                <a:ea typeface="Calibri"/>
                <a:cs typeface="Calibri"/>
                <a:sym typeface="Calibri"/>
              </a:rPr>
              <a:t>C</a:t>
            </a:r>
            <a:r>
              <a:rPr lang="es-AR" sz="3200" b="0" i="0" u="none" strike="noStrike" cap="none">
                <a:solidFill>
                  <a:srgbClr val="1E4E79"/>
                </a:solidFill>
                <a:latin typeface="Calibri"/>
                <a:ea typeface="Calibri"/>
                <a:cs typeface="Calibri"/>
                <a:sym typeface="Calibri"/>
              </a:rPr>
              <a:t>omportamiento: </a:t>
            </a:r>
            <a:r>
              <a:rPr lang="es-AR" sz="1800" b="0" i="0" u="none" strike="noStrike" cap="none">
                <a:solidFill>
                  <a:srgbClr val="990099"/>
                </a:solidFill>
                <a:latin typeface="Raleway"/>
                <a:ea typeface="Raleway"/>
                <a:cs typeface="Raleway"/>
                <a:sym typeface="Raleway"/>
              </a:rPr>
              <a:t>¿Cómo fue el </a:t>
            </a:r>
            <a:r>
              <a:rPr lang="es-AR" sz="1800" b="1" i="0" u="none" strike="noStrike" cap="none">
                <a:solidFill>
                  <a:srgbClr val="990099"/>
                </a:solidFill>
                <a:latin typeface="Raleway"/>
                <a:ea typeface="Raleway"/>
                <a:cs typeface="Raleway"/>
                <a:sym typeface="Raleway"/>
              </a:rPr>
              <a:t>accionar</a:t>
            </a:r>
            <a:r>
              <a:rPr lang="es-AR" sz="1800" b="0" i="0" u="none" strike="noStrike" cap="none">
                <a:solidFill>
                  <a:srgbClr val="990099"/>
                </a:solidFill>
                <a:latin typeface="Raleway"/>
                <a:ea typeface="Raleway"/>
                <a:cs typeface="Raleway"/>
                <a:sym typeface="Raleway"/>
              </a:rPr>
              <a:t>? </a:t>
            </a:r>
            <a:endParaRPr sz="1400" b="0" i="0" u="none" strike="noStrike" cap="none">
              <a:solidFill>
                <a:srgbClr val="000000"/>
              </a:solidFill>
              <a:latin typeface="Arial"/>
              <a:ea typeface="Arial"/>
              <a:cs typeface="Arial"/>
              <a:sym typeface="Arial"/>
            </a:endParaRPr>
          </a:p>
          <a:p>
            <a:pPr marL="0" marR="0" lvl="0" indent="0" algn="just" rtl="0">
              <a:lnSpc>
                <a:spcPct val="150000"/>
              </a:lnSpc>
              <a:spcBef>
                <a:spcPts val="0"/>
              </a:spcBef>
              <a:spcAft>
                <a:spcPts val="0"/>
              </a:spcAft>
              <a:buClr>
                <a:srgbClr val="000000"/>
              </a:buClr>
              <a:buSzPts val="1200"/>
              <a:buFont typeface="Arial"/>
              <a:buNone/>
            </a:pPr>
            <a:r>
              <a:rPr lang="es-AR" sz="1200" b="0" i="1" u="none" strike="noStrike" cap="none">
                <a:solidFill>
                  <a:srgbClr val="002060"/>
                </a:solidFill>
                <a:latin typeface="Calibri"/>
                <a:ea typeface="Calibri"/>
                <a:cs typeface="Calibri"/>
                <a:sym typeface="Calibri"/>
              </a:rPr>
              <a:t>Describir qué hizo exactamente la persona, sin valoraciones, solamente los hechos objetivos.</a:t>
            </a:r>
            <a:endParaRPr sz="1400" b="0" i="0" u="none" strike="noStrike" cap="none">
              <a:solidFill>
                <a:srgbClr val="000000"/>
              </a:solidFill>
              <a:latin typeface="Arial"/>
              <a:ea typeface="Arial"/>
              <a:cs typeface="Arial"/>
              <a:sym typeface="Arial"/>
            </a:endParaRPr>
          </a:p>
          <a:p>
            <a:pPr marL="0" marR="0" lvl="0" indent="0" algn="just" rtl="0">
              <a:lnSpc>
                <a:spcPct val="150000"/>
              </a:lnSpc>
              <a:spcBef>
                <a:spcPts val="0"/>
              </a:spcBef>
              <a:spcAft>
                <a:spcPts val="0"/>
              </a:spcAft>
              <a:buClr>
                <a:srgbClr val="31859B"/>
              </a:buClr>
              <a:buSzPts val="1500"/>
              <a:buFont typeface="Calibri"/>
              <a:buNone/>
            </a:pPr>
            <a:endParaRPr sz="1000" b="1" i="0" u="none" strike="noStrike" cap="none">
              <a:solidFill>
                <a:schemeClr val="dk1"/>
              </a:solidFill>
              <a:latin typeface="Raleway"/>
              <a:ea typeface="Raleway"/>
              <a:cs typeface="Raleway"/>
              <a:sym typeface="Raleway"/>
            </a:endParaRPr>
          </a:p>
          <a:p>
            <a:pPr marL="0" marR="0" lvl="0" indent="0" algn="just" rtl="0">
              <a:lnSpc>
                <a:spcPct val="100000"/>
              </a:lnSpc>
              <a:spcBef>
                <a:spcPts val="0"/>
              </a:spcBef>
              <a:spcAft>
                <a:spcPts val="0"/>
              </a:spcAft>
              <a:buClr>
                <a:srgbClr val="000000"/>
              </a:buClr>
              <a:buSzPts val="4800"/>
              <a:buFont typeface="Arial"/>
              <a:buNone/>
            </a:pPr>
            <a:r>
              <a:rPr lang="es-AR" sz="4800" b="1" i="0" u="none" strike="noStrike" cap="none">
                <a:solidFill>
                  <a:srgbClr val="1E4E79"/>
                </a:solidFill>
                <a:latin typeface="Calibri"/>
                <a:ea typeface="Calibri"/>
                <a:cs typeface="Calibri"/>
                <a:sym typeface="Calibri"/>
              </a:rPr>
              <a:t>I</a:t>
            </a:r>
            <a:r>
              <a:rPr lang="es-AR" sz="3200" b="0" i="0" u="none" strike="noStrike" cap="none">
                <a:solidFill>
                  <a:srgbClr val="1E4E79"/>
                </a:solidFill>
                <a:latin typeface="Calibri"/>
                <a:ea typeface="Calibri"/>
                <a:cs typeface="Calibri"/>
                <a:sym typeface="Calibri"/>
              </a:rPr>
              <a:t>mpacto:  </a:t>
            </a:r>
            <a:r>
              <a:rPr lang="es-AR" sz="1800" b="0" i="0" u="none" strike="noStrike" cap="none">
                <a:solidFill>
                  <a:srgbClr val="990099"/>
                </a:solidFill>
                <a:latin typeface="Raleway"/>
                <a:ea typeface="Raleway"/>
                <a:cs typeface="Raleway"/>
                <a:sym typeface="Raleway"/>
              </a:rPr>
              <a:t>¿Qué </a:t>
            </a:r>
            <a:r>
              <a:rPr lang="es-AR" sz="1800" b="1" i="0" u="none" strike="noStrike" cap="none">
                <a:solidFill>
                  <a:srgbClr val="990099"/>
                </a:solidFill>
                <a:latin typeface="Raleway"/>
                <a:ea typeface="Raleway"/>
                <a:cs typeface="Raleway"/>
                <a:sym typeface="Raleway"/>
              </a:rPr>
              <a:t>resultados/impacto </a:t>
            </a:r>
            <a:r>
              <a:rPr lang="es-AR" sz="1800" b="0" i="0" u="none" strike="noStrike" cap="none">
                <a:solidFill>
                  <a:srgbClr val="990099"/>
                </a:solidFill>
                <a:latin typeface="Raleway"/>
                <a:ea typeface="Raleway"/>
                <a:cs typeface="Raleway"/>
                <a:sym typeface="Raleway"/>
              </a:rPr>
              <a:t>generó?</a:t>
            </a:r>
            <a:endParaRPr sz="1400" b="0" i="0" u="none" strike="noStrike" cap="none">
              <a:solidFill>
                <a:srgbClr val="000000"/>
              </a:solidFill>
              <a:latin typeface="Arial"/>
              <a:ea typeface="Arial"/>
              <a:cs typeface="Arial"/>
              <a:sym typeface="Arial"/>
            </a:endParaRPr>
          </a:p>
          <a:p>
            <a:pPr marL="0" marR="0" lvl="0" indent="0" algn="just" rtl="0">
              <a:lnSpc>
                <a:spcPct val="150000"/>
              </a:lnSpc>
              <a:spcBef>
                <a:spcPts val="0"/>
              </a:spcBef>
              <a:spcAft>
                <a:spcPts val="0"/>
              </a:spcAft>
              <a:buClr>
                <a:srgbClr val="31859B"/>
              </a:buClr>
              <a:buSzPts val="1500"/>
              <a:buFont typeface="Raleway"/>
              <a:buNone/>
            </a:pPr>
            <a:r>
              <a:rPr lang="es-AR" sz="1000" b="0" i="0" u="none" strike="noStrike" cap="none">
                <a:solidFill>
                  <a:schemeClr val="dk1"/>
                </a:solidFill>
                <a:latin typeface="Raleway"/>
                <a:ea typeface="Raleway"/>
                <a:cs typeface="Raleway"/>
                <a:sym typeface="Raleway"/>
              </a:rPr>
              <a:t> </a:t>
            </a:r>
            <a:r>
              <a:rPr lang="es-AR" sz="1200" b="0" i="1" u="none" strike="noStrike" cap="none">
                <a:solidFill>
                  <a:srgbClr val="002060"/>
                </a:solidFill>
                <a:latin typeface="Calibri"/>
                <a:ea typeface="Calibri"/>
                <a:cs typeface="Calibri"/>
                <a:sym typeface="Calibri"/>
              </a:rPr>
              <a:t>Explicar qué supuso su actuación, que impacto negativo o positivo tuvo en vos, en un proyecto, etc.. </a:t>
            </a:r>
            <a:endParaRPr sz="1200" b="0" i="1" u="none" strike="noStrike" cap="none">
              <a:solidFill>
                <a:srgbClr val="002060"/>
              </a:solidFill>
              <a:latin typeface="Calibri"/>
              <a:ea typeface="Calibri"/>
              <a:cs typeface="Calibri"/>
              <a:sym typeface="Calibri"/>
            </a:endParaRPr>
          </a:p>
        </p:txBody>
      </p:sp>
      <p:sp>
        <p:nvSpPr>
          <p:cNvPr id="415" name="Google Shape;415;p21"/>
          <p:cNvSpPr/>
          <p:nvPr/>
        </p:nvSpPr>
        <p:spPr>
          <a:xfrm>
            <a:off x="6968389" y="1540916"/>
            <a:ext cx="2160239" cy="1011115"/>
          </a:xfrm>
          <a:prstGeom prst="wedgeRoundRectCallout">
            <a:avLst>
              <a:gd name="adj1" fmla="val -69424"/>
              <a:gd name="adj2" fmla="val 22782"/>
              <a:gd name="adj3" fmla="val 16667"/>
            </a:avLst>
          </a:prstGeom>
          <a:solidFill>
            <a:srgbClr val="A4F0D3"/>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r>
              <a:rPr lang="es-AR" sz="1400" b="0" i="0" u="none" strike="noStrike" cap="none">
                <a:solidFill>
                  <a:schemeClr val="dk1"/>
                </a:solidFill>
                <a:latin typeface="Calibri"/>
                <a:ea typeface="Calibri"/>
                <a:cs typeface="Calibri"/>
                <a:sym typeface="Calibri"/>
              </a:rPr>
              <a:t>,“el lunes pasado, que tuvimos la reunión con aquel cliente…”</a:t>
            </a:r>
            <a:endParaRPr sz="1400" b="0" i="0" u="none" strike="noStrike" cap="none">
              <a:solidFill>
                <a:srgbClr val="000000"/>
              </a:solidFill>
              <a:latin typeface="Arial"/>
              <a:ea typeface="Arial"/>
              <a:cs typeface="Arial"/>
              <a:sym typeface="Arial"/>
            </a:endParaRPr>
          </a:p>
        </p:txBody>
      </p:sp>
      <p:sp>
        <p:nvSpPr>
          <p:cNvPr id="416" name="Google Shape;416;p21"/>
          <p:cNvSpPr/>
          <p:nvPr/>
        </p:nvSpPr>
        <p:spPr>
          <a:xfrm>
            <a:off x="6968390" y="2909948"/>
            <a:ext cx="2160239" cy="1011116"/>
          </a:xfrm>
          <a:prstGeom prst="wedgeRoundRectCallout">
            <a:avLst>
              <a:gd name="adj1" fmla="val -76333"/>
              <a:gd name="adj2" fmla="val 12171"/>
              <a:gd name="adj3" fmla="val 16667"/>
            </a:avLst>
          </a:prstGeom>
          <a:solidFill>
            <a:srgbClr val="CCCCF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r>
              <a:rPr lang="es-AR" sz="1400" b="0" i="0" u="none" strike="noStrike" cap="none">
                <a:solidFill>
                  <a:schemeClr val="dk1"/>
                </a:solidFill>
                <a:latin typeface="Calibri"/>
                <a:ea typeface="Calibri"/>
                <a:cs typeface="Calibri"/>
                <a:sym typeface="Calibri"/>
              </a:rPr>
              <a:t>“…llegaste tarde a la oficina y tuvimos que esperarte”</a:t>
            </a:r>
            <a:endParaRPr sz="1400" b="0" i="0" u="none" strike="noStrike" cap="none">
              <a:solidFill>
                <a:srgbClr val="000000"/>
              </a:solidFill>
              <a:latin typeface="Arial"/>
              <a:ea typeface="Arial"/>
              <a:cs typeface="Arial"/>
              <a:sym typeface="Arial"/>
            </a:endParaRPr>
          </a:p>
          <a:p>
            <a:pPr marL="0" marR="0" lvl="0" indent="0" algn="ctr" rtl="0">
              <a:lnSpc>
                <a:spcPct val="100000"/>
              </a:lnSpc>
              <a:spcBef>
                <a:spcPts val="0"/>
              </a:spcBef>
              <a:spcAft>
                <a:spcPts val="0"/>
              </a:spcAft>
              <a:buClr>
                <a:srgbClr val="000000"/>
              </a:buClr>
              <a:buSzPts val="1100"/>
              <a:buFont typeface="Arial"/>
              <a:buNone/>
            </a:pPr>
            <a:endParaRPr sz="1100" b="0" i="1" u="none" strike="noStrike" cap="none">
              <a:solidFill>
                <a:schemeClr val="dk1"/>
              </a:solidFill>
              <a:latin typeface="Raleway"/>
              <a:ea typeface="Raleway"/>
              <a:cs typeface="Raleway"/>
              <a:sym typeface="Raleway"/>
            </a:endParaRPr>
          </a:p>
        </p:txBody>
      </p:sp>
      <p:sp>
        <p:nvSpPr>
          <p:cNvPr id="417" name="Google Shape;417;p21"/>
          <p:cNvSpPr/>
          <p:nvPr/>
        </p:nvSpPr>
        <p:spPr>
          <a:xfrm>
            <a:off x="7041232" y="4414459"/>
            <a:ext cx="2160240" cy="1152322"/>
          </a:xfrm>
          <a:prstGeom prst="wedgeRoundRectCallout">
            <a:avLst>
              <a:gd name="adj1" fmla="val -82267"/>
              <a:gd name="adj2" fmla="val -17561"/>
              <a:gd name="adj3" fmla="val 16667"/>
            </a:avLst>
          </a:prstGeom>
          <a:solidFill>
            <a:srgbClr val="CCFFF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r>
              <a:rPr lang="es-AR" sz="1400" b="0" i="0" u="none" strike="noStrike" cap="none">
                <a:solidFill>
                  <a:schemeClr val="dk1"/>
                </a:solidFill>
                <a:latin typeface="Calibri"/>
                <a:ea typeface="Calibri"/>
                <a:cs typeface="Calibri"/>
                <a:sym typeface="Calibri"/>
              </a:rPr>
              <a:t>“…el cliente lo percibió como una falta de profesionalismo”.</a:t>
            </a:r>
            <a:endParaRPr sz="1400" b="0" i="1" u="none" strike="noStrike" cap="none">
              <a:solidFill>
                <a:schemeClr val="dk1"/>
              </a:solidFill>
              <a:latin typeface="Calibri"/>
              <a:ea typeface="Calibri"/>
              <a:cs typeface="Calibri"/>
              <a:sym typeface="Calibri"/>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1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416"/>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41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421"/>
        <p:cNvGrpSpPr/>
        <p:nvPr/>
      </p:nvGrpSpPr>
      <p:grpSpPr>
        <a:xfrm>
          <a:off x="0" y="0"/>
          <a:ext cx="0" cy="0"/>
          <a:chOff x="0" y="0"/>
          <a:chExt cx="0" cy="0"/>
        </a:xfrm>
      </p:grpSpPr>
      <p:grpSp>
        <p:nvGrpSpPr>
          <p:cNvPr id="422" name="Google Shape;422;p22"/>
          <p:cNvGrpSpPr/>
          <p:nvPr/>
        </p:nvGrpSpPr>
        <p:grpSpPr>
          <a:xfrm>
            <a:off x="2060293" y="1559250"/>
            <a:ext cx="6091066" cy="1780579"/>
            <a:chOff x="2466" y="1141710"/>
            <a:chExt cx="6091066" cy="1780579"/>
          </a:xfrm>
        </p:grpSpPr>
        <p:sp>
          <p:nvSpPr>
            <p:cNvPr id="423" name="Google Shape;423;p22"/>
            <p:cNvSpPr/>
            <p:nvPr/>
          </p:nvSpPr>
          <p:spPr>
            <a:xfrm>
              <a:off x="2466" y="1141710"/>
              <a:ext cx="1483816" cy="1780579"/>
            </a:xfrm>
            <a:prstGeom prst="roundRect">
              <a:avLst>
                <a:gd name="adj" fmla="val 5000"/>
              </a:avLst>
            </a:prstGeom>
            <a:solidFill>
              <a:srgbClr val="FFCCCC"/>
            </a:solidFill>
            <a:ln w="12700" cap="flat" cmpd="sng">
              <a:solidFill>
                <a:schemeClr val="lt1"/>
              </a:solidFill>
              <a:prstDash val="solid"/>
              <a:miter lim="800000"/>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24" name="Google Shape;424;p22"/>
            <p:cNvSpPr txBox="1"/>
            <p:nvPr/>
          </p:nvSpPr>
          <p:spPr>
            <a:xfrm rot="-5400000">
              <a:off x="-579189" y="1723366"/>
              <a:ext cx="1460075" cy="296763"/>
            </a:xfrm>
            <a:prstGeom prst="rect">
              <a:avLst/>
            </a:prstGeom>
            <a:noFill/>
            <a:ln>
              <a:noFill/>
            </a:ln>
          </p:spPr>
          <p:txBody>
            <a:bodyPr spcFirstLastPara="1" wrap="square" lIns="0" tIns="61700" rIns="80000" bIns="0" anchor="t" anchorCtr="0">
              <a:noAutofit/>
            </a:bodyPr>
            <a:lstStyle/>
            <a:p>
              <a:pPr marL="0" marR="0" lvl="0" indent="0" algn="r" rtl="0">
                <a:lnSpc>
                  <a:spcPct val="90000"/>
                </a:lnSpc>
                <a:spcBef>
                  <a:spcPts val="0"/>
                </a:spcBef>
                <a:spcAft>
                  <a:spcPts val="0"/>
                </a:spcAft>
                <a:buClr>
                  <a:schemeClr val="dk1"/>
                </a:buClr>
                <a:buSzPts val="1800"/>
                <a:buFont typeface="Calibri"/>
                <a:buNone/>
              </a:pPr>
              <a:endParaRPr sz="1800" b="0" i="0" u="none" strike="noStrike" cap="none">
                <a:solidFill>
                  <a:srgbClr val="002060"/>
                </a:solidFill>
                <a:latin typeface="Calibri"/>
                <a:ea typeface="Calibri"/>
                <a:cs typeface="Calibri"/>
                <a:sym typeface="Calibri"/>
              </a:endParaRPr>
            </a:p>
          </p:txBody>
        </p:sp>
        <p:sp>
          <p:nvSpPr>
            <p:cNvPr id="425" name="Google Shape;425;p22"/>
            <p:cNvSpPr/>
            <p:nvPr/>
          </p:nvSpPr>
          <p:spPr>
            <a:xfrm>
              <a:off x="299230" y="1141710"/>
              <a:ext cx="1105443" cy="1780579"/>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26" name="Google Shape;426;p22"/>
            <p:cNvSpPr txBox="1"/>
            <p:nvPr/>
          </p:nvSpPr>
          <p:spPr>
            <a:xfrm>
              <a:off x="299230" y="1141710"/>
              <a:ext cx="1105443" cy="1780579"/>
            </a:xfrm>
            <a:prstGeom prst="rect">
              <a:avLst/>
            </a:prstGeom>
            <a:noFill/>
            <a:ln>
              <a:noFill/>
            </a:ln>
          </p:spPr>
          <p:txBody>
            <a:bodyPr spcFirstLastPara="1" wrap="square" lIns="0" tIns="54850" rIns="0" bIns="0" anchor="t" anchorCtr="0">
              <a:noAutofit/>
            </a:bodyPr>
            <a:lstStyle/>
            <a:p>
              <a:pPr marL="0" marR="0" lvl="0" indent="0" algn="l" rtl="0">
                <a:lnSpc>
                  <a:spcPct val="90000"/>
                </a:lnSpc>
                <a:spcBef>
                  <a:spcPts val="0"/>
                </a:spcBef>
                <a:spcAft>
                  <a:spcPts val="0"/>
                </a:spcAft>
                <a:buClr>
                  <a:srgbClr val="002060"/>
                </a:buClr>
                <a:buSzPts val="1600"/>
                <a:buFont typeface="Calibri"/>
                <a:buNone/>
              </a:pPr>
              <a:r>
                <a:rPr lang="es-AR" sz="1600" b="0" i="0" u="none" strike="noStrike" cap="none">
                  <a:solidFill>
                    <a:srgbClr val="002060"/>
                  </a:solidFill>
                  <a:latin typeface="Calibri"/>
                  <a:ea typeface="Calibri"/>
                  <a:cs typeface="Calibri"/>
                  <a:sym typeface="Calibri"/>
                </a:rPr>
                <a:t>Describir observación concreta.</a:t>
              </a:r>
              <a:endParaRPr sz="1400" b="0" i="0" u="none" strike="noStrike" cap="none">
                <a:solidFill>
                  <a:srgbClr val="000000"/>
                </a:solidFill>
                <a:latin typeface="Arial"/>
                <a:ea typeface="Arial"/>
                <a:cs typeface="Arial"/>
                <a:sym typeface="Arial"/>
              </a:endParaRPr>
            </a:p>
          </p:txBody>
        </p:sp>
        <p:sp>
          <p:nvSpPr>
            <p:cNvPr id="427" name="Google Shape;427;p22"/>
            <p:cNvSpPr/>
            <p:nvPr/>
          </p:nvSpPr>
          <p:spPr>
            <a:xfrm>
              <a:off x="1538216" y="1141710"/>
              <a:ext cx="1483816" cy="1780579"/>
            </a:xfrm>
            <a:prstGeom prst="roundRect">
              <a:avLst>
                <a:gd name="adj" fmla="val 5000"/>
              </a:avLst>
            </a:prstGeom>
            <a:solidFill>
              <a:srgbClr val="CCFFCC"/>
            </a:solidFill>
            <a:ln w="12700" cap="flat" cmpd="sng">
              <a:solidFill>
                <a:schemeClr val="lt1"/>
              </a:solidFill>
              <a:prstDash val="solid"/>
              <a:miter lim="800000"/>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28" name="Google Shape;428;p22"/>
            <p:cNvSpPr txBox="1"/>
            <p:nvPr/>
          </p:nvSpPr>
          <p:spPr>
            <a:xfrm rot="-5400000">
              <a:off x="956560" y="1723366"/>
              <a:ext cx="1460075" cy="296763"/>
            </a:xfrm>
            <a:prstGeom prst="rect">
              <a:avLst/>
            </a:prstGeom>
            <a:noFill/>
            <a:ln>
              <a:noFill/>
            </a:ln>
          </p:spPr>
          <p:txBody>
            <a:bodyPr spcFirstLastPara="1" wrap="square" lIns="0" tIns="61700" rIns="80000" bIns="0" anchor="t" anchorCtr="0">
              <a:noAutofit/>
            </a:bodyPr>
            <a:lstStyle/>
            <a:p>
              <a:pPr marL="0" marR="0" lvl="0" indent="0" algn="r" rtl="0">
                <a:lnSpc>
                  <a:spcPct val="90000"/>
                </a:lnSpc>
                <a:spcBef>
                  <a:spcPts val="0"/>
                </a:spcBef>
                <a:spcAft>
                  <a:spcPts val="0"/>
                </a:spcAft>
                <a:buClr>
                  <a:schemeClr val="dk1"/>
                </a:buClr>
                <a:buSzPts val="1800"/>
                <a:buFont typeface="Calibri"/>
                <a:buNone/>
              </a:pPr>
              <a:endParaRPr sz="1800" b="0" i="0" u="none" strike="noStrike" cap="none">
                <a:solidFill>
                  <a:srgbClr val="002060"/>
                </a:solidFill>
                <a:latin typeface="Calibri"/>
                <a:ea typeface="Calibri"/>
                <a:cs typeface="Calibri"/>
                <a:sym typeface="Calibri"/>
              </a:endParaRPr>
            </a:p>
          </p:txBody>
        </p:sp>
        <p:sp>
          <p:nvSpPr>
            <p:cNvPr id="429" name="Google Shape;429;p22"/>
            <p:cNvSpPr/>
            <p:nvPr/>
          </p:nvSpPr>
          <p:spPr>
            <a:xfrm rot="5400000">
              <a:off x="1414809" y="2556730"/>
              <a:ext cx="261652" cy="222572"/>
            </a:xfrm>
            <a:prstGeom prst="flowChartExtract">
              <a:avLst/>
            </a:prstGeom>
            <a:solidFill>
              <a:schemeClr val="lt1"/>
            </a:solidFill>
            <a:ln w="12700" cap="flat" cmpd="sng">
              <a:solidFill>
                <a:schemeClr val="accent2"/>
              </a:solidFill>
              <a:prstDash val="solid"/>
              <a:miter lim="800000"/>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30" name="Google Shape;430;p22"/>
            <p:cNvSpPr/>
            <p:nvPr/>
          </p:nvSpPr>
          <p:spPr>
            <a:xfrm>
              <a:off x="1834980" y="1141710"/>
              <a:ext cx="1105443" cy="1780579"/>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31" name="Google Shape;431;p22"/>
            <p:cNvSpPr txBox="1"/>
            <p:nvPr/>
          </p:nvSpPr>
          <p:spPr>
            <a:xfrm>
              <a:off x="1834980" y="1141710"/>
              <a:ext cx="1105443" cy="1780579"/>
            </a:xfrm>
            <a:prstGeom prst="rect">
              <a:avLst/>
            </a:prstGeom>
            <a:noFill/>
            <a:ln>
              <a:noFill/>
            </a:ln>
          </p:spPr>
          <p:txBody>
            <a:bodyPr spcFirstLastPara="1" wrap="square" lIns="0" tIns="54850" rIns="0" bIns="0" anchor="t" anchorCtr="0">
              <a:noAutofit/>
            </a:bodyPr>
            <a:lstStyle/>
            <a:p>
              <a:pPr marL="0" marR="0" lvl="0" indent="0" algn="l" rtl="0">
                <a:lnSpc>
                  <a:spcPct val="90000"/>
                </a:lnSpc>
                <a:spcBef>
                  <a:spcPts val="0"/>
                </a:spcBef>
                <a:spcAft>
                  <a:spcPts val="0"/>
                </a:spcAft>
                <a:buClr>
                  <a:srgbClr val="002060"/>
                </a:buClr>
                <a:buSzPts val="1600"/>
                <a:buFont typeface="Calibri"/>
                <a:buNone/>
              </a:pPr>
              <a:r>
                <a:rPr lang="es-AR" sz="1600" b="0" i="0" u="none" strike="noStrike" cap="none">
                  <a:solidFill>
                    <a:srgbClr val="002060"/>
                  </a:solidFill>
                  <a:latin typeface="Calibri"/>
                  <a:ea typeface="Calibri"/>
                  <a:cs typeface="Calibri"/>
                  <a:sym typeface="Calibri"/>
                </a:rPr>
                <a:t>Explicar con lenguaje claro y sencillo, sin ambigüedades</a:t>
              </a:r>
              <a:endParaRPr sz="1600" b="0" i="0" u="none" strike="noStrike" cap="none">
                <a:solidFill>
                  <a:srgbClr val="002060"/>
                </a:solidFill>
                <a:latin typeface="Calibri"/>
                <a:ea typeface="Calibri"/>
                <a:cs typeface="Calibri"/>
                <a:sym typeface="Calibri"/>
              </a:endParaRPr>
            </a:p>
          </p:txBody>
        </p:sp>
        <p:sp>
          <p:nvSpPr>
            <p:cNvPr id="432" name="Google Shape;432;p22"/>
            <p:cNvSpPr/>
            <p:nvPr/>
          </p:nvSpPr>
          <p:spPr>
            <a:xfrm>
              <a:off x="3073966" y="1141710"/>
              <a:ext cx="1483816" cy="1780579"/>
            </a:xfrm>
            <a:prstGeom prst="roundRect">
              <a:avLst>
                <a:gd name="adj" fmla="val 5000"/>
              </a:avLst>
            </a:prstGeom>
            <a:solidFill>
              <a:srgbClr val="B3C6E7"/>
            </a:solidFill>
            <a:ln w="12700" cap="flat" cmpd="sng">
              <a:solidFill>
                <a:schemeClr val="lt1"/>
              </a:solidFill>
              <a:prstDash val="solid"/>
              <a:miter lim="800000"/>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33" name="Google Shape;433;p22"/>
            <p:cNvSpPr txBox="1"/>
            <p:nvPr/>
          </p:nvSpPr>
          <p:spPr>
            <a:xfrm rot="-5400000">
              <a:off x="2492310" y="1723366"/>
              <a:ext cx="1460075" cy="296763"/>
            </a:xfrm>
            <a:prstGeom prst="rect">
              <a:avLst/>
            </a:prstGeom>
            <a:noFill/>
            <a:ln>
              <a:noFill/>
            </a:ln>
          </p:spPr>
          <p:txBody>
            <a:bodyPr spcFirstLastPara="1" wrap="square" lIns="0" tIns="58275" rIns="75550" bIns="0" anchor="t" anchorCtr="0">
              <a:noAutofit/>
            </a:bodyPr>
            <a:lstStyle/>
            <a:p>
              <a:pPr marL="0" marR="0" lvl="0" indent="0" algn="r" rtl="0">
                <a:lnSpc>
                  <a:spcPct val="90000"/>
                </a:lnSpc>
                <a:spcBef>
                  <a:spcPts val="0"/>
                </a:spcBef>
                <a:spcAft>
                  <a:spcPts val="0"/>
                </a:spcAft>
                <a:buClr>
                  <a:schemeClr val="dk1"/>
                </a:buClr>
                <a:buSzPts val="1700"/>
                <a:buFont typeface="Calibri"/>
                <a:buNone/>
              </a:pPr>
              <a:endParaRPr sz="1700" b="0" i="0" u="none" strike="noStrike" cap="none">
                <a:solidFill>
                  <a:schemeClr val="lt1"/>
                </a:solidFill>
                <a:latin typeface="Calibri"/>
                <a:ea typeface="Calibri"/>
                <a:cs typeface="Calibri"/>
                <a:sym typeface="Calibri"/>
              </a:endParaRPr>
            </a:p>
          </p:txBody>
        </p:sp>
        <p:sp>
          <p:nvSpPr>
            <p:cNvPr id="434" name="Google Shape;434;p22"/>
            <p:cNvSpPr/>
            <p:nvPr/>
          </p:nvSpPr>
          <p:spPr>
            <a:xfrm rot="5400000">
              <a:off x="2950559" y="2556730"/>
              <a:ext cx="261652" cy="222572"/>
            </a:xfrm>
            <a:prstGeom prst="flowChartExtract">
              <a:avLst/>
            </a:prstGeom>
            <a:solidFill>
              <a:schemeClr val="lt1"/>
            </a:solidFill>
            <a:ln w="12700" cap="flat" cmpd="sng">
              <a:solidFill>
                <a:srgbClr val="C47F6E"/>
              </a:solidFill>
              <a:prstDash val="solid"/>
              <a:miter lim="800000"/>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35" name="Google Shape;435;p22"/>
            <p:cNvSpPr/>
            <p:nvPr/>
          </p:nvSpPr>
          <p:spPr>
            <a:xfrm>
              <a:off x="3370730" y="1141710"/>
              <a:ext cx="1105443" cy="1780579"/>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36" name="Google Shape;436;p22"/>
            <p:cNvSpPr txBox="1"/>
            <p:nvPr/>
          </p:nvSpPr>
          <p:spPr>
            <a:xfrm>
              <a:off x="3370730" y="1141710"/>
              <a:ext cx="1105443" cy="1780579"/>
            </a:xfrm>
            <a:prstGeom prst="rect">
              <a:avLst/>
            </a:prstGeom>
            <a:noFill/>
            <a:ln>
              <a:noFill/>
            </a:ln>
          </p:spPr>
          <p:txBody>
            <a:bodyPr spcFirstLastPara="1" wrap="square" lIns="0" tIns="54850" rIns="0" bIns="0" anchor="t" anchorCtr="0">
              <a:noAutofit/>
            </a:bodyPr>
            <a:lstStyle/>
            <a:p>
              <a:pPr marL="0" marR="0" lvl="0" indent="0" algn="l" rtl="0">
                <a:lnSpc>
                  <a:spcPct val="90000"/>
                </a:lnSpc>
                <a:spcBef>
                  <a:spcPts val="0"/>
                </a:spcBef>
                <a:spcAft>
                  <a:spcPts val="0"/>
                </a:spcAft>
                <a:buClr>
                  <a:srgbClr val="002060"/>
                </a:buClr>
                <a:buSzPts val="1600"/>
                <a:buFont typeface="Calibri"/>
                <a:buNone/>
              </a:pPr>
              <a:r>
                <a:rPr lang="es-AR" sz="1600" b="0" i="0" u="none" strike="noStrike" cap="none">
                  <a:solidFill>
                    <a:srgbClr val="002060"/>
                  </a:solidFill>
                  <a:latin typeface="Calibri"/>
                  <a:ea typeface="Calibri"/>
                  <a:cs typeface="Calibri"/>
                  <a:sym typeface="Calibri"/>
                </a:rPr>
                <a:t>Escuche y clarifique preguntas</a:t>
              </a:r>
              <a:endParaRPr sz="1600" b="0" i="0" u="none" strike="noStrike" cap="none">
                <a:solidFill>
                  <a:srgbClr val="002060"/>
                </a:solidFill>
                <a:latin typeface="Calibri"/>
                <a:ea typeface="Calibri"/>
                <a:cs typeface="Calibri"/>
                <a:sym typeface="Calibri"/>
              </a:endParaRPr>
            </a:p>
          </p:txBody>
        </p:sp>
        <p:sp>
          <p:nvSpPr>
            <p:cNvPr id="437" name="Google Shape;437;p22"/>
            <p:cNvSpPr/>
            <p:nvPr/>
          </p:nvSpPr>
          <p:spPr>
            <a:xfrm>
              <a:off x="4609716" y="1141710"/>
              <a:ext cx="1483816" cy="1780579"/>
            </a:xfrm>
            <a:prstGeom prst="roundRect">
              <a:avLst>
                <a:gd name="adj" fmla="val 5000"/>
              </a:avLst>
            </a:prstGeom>
            <a:solidFill>
              <a:srgbClr val="CCCCFF"/>
            </a:solidFill>
            <a:ln w="12700" cap="flat" cmpd="sng">
              <a:solidFill>
                <a:schemeClr val="lt1"/>
              </a:solidFill>
              <a:prstDash val="solid"/>
              <a:miter lim="800000"/>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38" name="Google Shape;438;p22"/>
            <p:cNvSpPr txBox="1"/>
            <p:nvPr/>
          </p:nvSpPr>
          <p:spPr>
            <a:xfrm rot="-5400000">
              <a:off x="4028060" y="1723366"/>
              <a:ext cx="1460075" cy="296763"/>
            </a:xfrm>
            <a:prstGeom prst="rect">
              <a:avLst/>
            </a:prstGeom>
            <a:noFill/>
            <a:ln>
              <a:noFill/>
            </a:ln>
          </p:spPr>
          <p:txBody>
            <a:bodyPr spcFirstLastPara="1" wrap="square" lIns="0" tIns="58275" rIns="75550" bIns="0" anchor="t" anchorCtr="0">
              <a:noAutofit/>
            </a:bodyPr>
            <a:lstStyle/>
            <a:p>
              <a:pPr marL="0" marR="0" lvl="0" indent="0" algn="r" rtl="0">
                <a:lnSpc>
                  <a:spcPct val="90000"/>
                </a:lnSpc>
                <a:spcBef>
                  <a:spcPts val="0"/>
                </a:spcBef>
                <a:spcAft>
                  <a:spcPts val="0"/>
                </a:spcAft>
                <a:buClr>
                  <a:schemeClr val="dk1"/>
                </a:buClr>
                <a:buSzPts val="1700"/>
                <a:buFont typeface="Calibri"/>
                <a:buNone/>
              </a:pPr>
              <a:endParaRPr sz="1700" b="0" i="0" u="none" strike="noStrike" cap="none">
                <a:solidFill>
                  <a:schemeClr val="lt1"/>
                </a:solidFill>
                <a:latin typeface="Calibri"/>
                <a:ea typeface="Calibri"/>
                <a:cs typeface="Calibri"/>
                <a:sym typeface="Calibri"/>
              </a:endParaRPr>
            </a:p>
          </p:txBody>
        </p:sp>
        <p:sp>
          <p:nvSpPr>
            <p:cNvPr id="439" name="Google Shape;439;p22"/>
            <p:cNvSpPr/>
            <p:nvPr/>
          </p:nvSpPr>
          <p:spPr>
            <a:xfrm rot="5400000">
              <a:off x="4486309" y="2556730"/>
              <a:ext cx="261652" cy="222572"/>
            </a:xfrm>
            <a:prstGeom prst="flowChartExtract">
              <a:avLst/>
            </a:prstGeom>
            <a:solidFill>
              <a:schemeClr val="lt1"/>
            </a:solidFill>
            <a:ln w="12700" cap="flat" cmpd="sng">
              <a:solidFill>
                <a:srgbClr val="A4A4A4"/>
              </a:solidFill>
              <a:prstDash val="solid"/>
              <a:miter lim="800000"/>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40" name="Google Shape;440;p22"/>
            <p:cNvSpPr/>
            <p:nvPr/>
          </p:nvSpPr>
          <p:spPr>
            <a:xfrm>
              <a:off x="4906480" y="1141710"/>
              <a:ext cx="1105443" cy="1780579"/>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41" name="Google Shape;441;p22"/>
            <p:cNvSpPr txBox="1"/>
            <p:nvPr/>
          </p:nvSpPr>
          <p:spPr>
            <a:xfrm>
              <a:off x="4906480" y="1141710"/>
              <a:ext cx="1105443" cy="1780579"/>
            </a:xfrm>
            <a:prstGeom prst="rect">
              <a:avLst/>
            </a:prstGeom>
            <a:noFill/>
            <a:ln>
              <a:noFill/>
            </a:ln>
          </p:spPr>
          <p:txBody>
            <a:bodyPr spcFirstLastPara="1" wrap="square" lIns="0" tIns="54850" rIns="0" bIns="0" anchor="t" anchorCtr="0">
              <a:noAutofit/>
            </a:bodyPr>
            <a:lstStyle/>
            <a:p>
              <a:pPr marL="0" marR="0" lvl="0" indent="0" algn="l" rtl="0">
                <a:lnSpc>
                  <a:spcPct val="90000"/>
                </a:lnSpc>
                <a:spcBef>
                  <a:spcPts val="0"/>
                </a:spcBef>
                <a:spcAft>
                  <a:spcPts val="0"/>
                </a:spcAft>
                <a:buClr>
                  <a:srgbClr val="002060"/>
                </a:buClr>
                <a:buSzPts val="1600"/>
                <a:buFont typeface="Calibri"/>
                <a:buNone/>
              </a:pPr>
              <a:r>
                <a:rPr lang="es-AR" sz="1600" b="0" i="0" u="none" strike="noStrike" cap="none">
                  <a:solidFill>
                    <a:srgbClr val="002060"/>
                  </a:solidFill>
                  <a:latin typeface="Calibri"/>
                  <a:ea typeface="Calibri"/>
                  <a:cs typeface="Calibri"/>
                  <a:sym typeface="Calibri"/>
                </a:rPr>
                <a:t>Dé una sugerencia concreta o aliente</a:t>
              </a:r>
              <a:endParaRPr sz="1600" b="0" i="0" u="none" strike="noStrike" cap="none">
                <a:solidFill>
                  <a:srgbClr val="002060"/>
                </a:solidFill>
                <a:latin typeface="Calibri"/>
                <a:ea typeface="Calibri"/>
                <a:cs typeface="Calibri"/>
                <a:sym typeface="Calibri"/>
              </a:endParaRPr>
            </a:p>
          </p:txBody>
        </p:sp>
      </p:grpSp>
      <p:grpSp>
        <p:nvGrpSpPr>
          <p:cNvPr id="442" name="Google Shape;442;p22"/>
          <p:cNvGrpSpPr/>
          <p:nvPr/>
        </p:nvGrpSpPr>
        <p:grpSpPr>
          <a:xfrm>
            <a:off x="2086415" y="3603054"/>
            <a:ext cx="6091066" cy="1780579"/>
            <a:chOff x="2466" y="1141710"/>
            <a:chExt cx="6091066" cy="1780579"/>
          </a:xfrm>
        </p:grpSpPr>
        <p:sp>
          <p:nvSpPr>
            <p:cNvPr id="443" name="Google Shape;443;p22"/>
            <p:cNvSpPr/>
            <p:nvPr/>
          </p:nvSpPr>
          <p:spPr>
            <a:xfrm>
              <a:off x="2466" y="1141710"/>
              <a:ext cx="1483816" cy="1780579"/>
            </a:xfrm>
            <a:prstGeom prst="roundRect">
              <a:avLst>
                <a:gd name="adj" fmla="val 5000"/>
              </a:avLst>
            </a:prstGeom>
            <a:solidFill>
              <a:srgbClr val="FFCCCC"/>
            </a:solidFill>
            <a:ln w="12700" cap="flat" cmpd="sng">
              <a:solidFill>
                <a:schemeClr val="lt1"/>
              </a:solidFill>
              <a:prstDash val="solid"/>
              <a:miter lim="800000"/>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44" name="Google Shape;444;p22"/>
            <p:cNvSpPr txBox="1"/>
            <p:nvPr/>
          </p:nvSpPr>
          <p:spPr>
            <a:xfrm rot="-5400000">
              <a:off x="-579189" y="1723366"/>
              <a:ext cx="1460075" cy="296763"/>
            </a:xfrm>
            <a:prstGeom prst="rect">
              <a:avLst/>
            </a:prstGeom>
            <a:noFill/>
            <a:ln>
              <a:noFill/>
            </a:ln>
          </p:spPr>
          <p:txBody>
            <a:bodyPr spcFirstLastPara="1" wrap="square" lIns="0" tIns="41125" rIns="53325" bIns="0" anchor="t" anchorCtr="0">
              <a:noAutofit/>
            </a:bodyPr>
            <a:lstStyle/>
            <a:p>
              <a:pPr marL="0" marR="0" lvl="0" indent="0" algn="r" rtl="0">
                <a:lnSpc>
                  <a:spcPct val="90000"/>
                </a:lnSpc>
                <a:spcBef>
                  <a:spcPts val="0"/>
                </a:spcBef>
                <a:spcAft>
                  <a:spcPts val="0"/>
                </a:spcAft>
                <a:buClr>
                  <a:schemeClr val="dk1"/>
                </a:buClr>
                <a:buSzPts val="1200"/>
                <a:buFont typeface="Calibri"/>
                <a:buNone/>
              </a:pPr>
              <a:endParaRPr sz="1200" b="0" i="0" u="none" strike="noStrike" cap="none">
                <a:solidFill>
                  <a:schemeClr val="lt1"/>
                </a:solidFill>
                <a:latin typeface="Calibri"/>
                <a:ea typeface="Calibri"/>
                <a:cs typeface="Calibri"/>
                <a:sym typeface="Calibri"/>
              </a:endParaRPr>
            </a:p>
          </p:txBody>
        </p:sp>
        <p:sp>
          <p:nvSpPr>
            <p:cNvPr id="445" name="Google Shape;445;p22"/>
            <p:cNvSpPr/>
            <p:nvPr/>
          </p:nvSpPr>
          <p:spPr>
            <a:xfrm>
              <a:off x="299230" y="1141710"/>
              <a:ext cx="1105443" cy="1780579"/>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46" name="Google Shape;446;p22"/>
            <p:cNvSpPr txBox="1"/>
            <p:nvPr/>
          </p:nvSpPr>
          <p:spPr>
            <a:xfrm>
              <a:off x="299230" y="1141710"/>
              <a:ext cx="1105443" cy="1780579"/>
            </a:xfrm>
            <a:prstGeom prst="rect">
              <a:avLst/>
            </a:prstGeom>
            <a:noFill/>
            <a:ln>
              <a:noFill/>
            </a:ln>
          </p:spPr>
          <p:txBody>
            <a:bodyPr spcFirstLastPara="1" wrap="square" lIns="0" tIns="54850" rIns="0" bIns="0" anchor="t" anchorCtr="0">
              <a:noAutofit/>
            </a:bodyPr>
            <a:lstStyle/>
            <a:p>
              <a:pPr marL="0" marR="0" lvl="0" indent="0" algn="l" rtl="0">
                <a:lnSpc>
                  <a:spcPct val="90000"/>
                </a:lnSpc>
                <a:spcBef>
                  <a:spcPts val="0"/>
                </a:spcBef>
                <a:spcAft>
                  <a:spcPts val="0"/>
                </a:spcAft>
                <a:buClr>
                  <a:srgbClr val="002060"/>
                </a:buClr>
                <a:buSzPts val="1600"/>
                <a:buFont typeface="Calibri"/>
                <a:buNone/>
              </a:pPr>
              <a:r>
                <a:rPr lang="es-AR" sz="1600" b="0" i="0" u="none" strike="noStrike" cap="none">
                  <a:solidFill>
                    <a:srgbClr val="002060"/>
                  </a:solidFill>
                  <a:latin typeface="Calibri"/>
                  <a:ea typeface="Calibri"/>
                  <a:cs typeface="Calibri"/>
                  <a:sym typeface="Calibri"/>
                </a:rPr>
                <a:t>Escuchar sin interrumpir</a:t>
              </a:r>
              <a:endParaRPr sz="1600" b="0" i="0" u="none" strike="noStrike" cap="none">
                <a:solidFill>
                  <a:srgbClr val="002060"/>
                </a:solidFill>
                <a:latin typeface="Calibri"/>
                <a:ea typeface="Calibri"/>
                <a:cs typeface="Calibri"/>
                <a:sym typeface="Calibri"/>
              </a:endParaRPr>
            </a:p>
          </p:txBody>
        </p:sp>
        <p:sp>
          <p:nvSpPr>
            <p:cNvPr id="447" name="Google Shape;447;p22"/>
            <p:cNvSpPr/>
            <p:nvPr/>
          </p:nvSpPr>
          <p:spPr>
            <a:xfrm>
              <a:off x="1538216" y="1141710"/>
              <a:ext cx="1483816" cy="1780579"/>
            </a:xfrm>
            <a:prstGeom prst="roundRect">
              <a:avLst>
                <a:gd name="adj" fmla="val 5000"/>
              </a:avLst>
            </a:prstGeom>
            <a:solidFill>
              <a:srgbClr val="CCFFCC"/>
            </a:solidFill>
            <a:ln w="12700" cap="flat" cmpd="sng">
              <a:solidFill>
                <a:schemeClr val="lt1"/>
              </a:solidFill>
              <a:prstDash val="solid"/>
              <a:miter lim="800000"/>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48" name="Google Shape;448;p22"/>
            <p:cNvSpPr txBox="1"/>
            <p:nvPr/>
          </p:nvSpPr>
          <p:spPr>
            <a:xfrm rot="-5400000">
              <a:off x="956560" y="1723366"/>
              <a:ext cx="1460075" cy="296763"/>
            </a:xfrm>
            <a:prstGeom prst="rect">
              <a:avLst/>
            </a:prstGeom>
            <a:noFill/>
            <a:ln>
              <a:noFill/>
            </a:ln>
          </p:spPr>
          <p:txBody>
            <a:bodyPr spcFirstLastPara="1" wrap="square" lIns="0" tIns="54850" rIns="71100" bIns="0" anchor="t" anchorCtr="0">
              <a:noAutofit/>
            </a:bodyPr>
            <a:lstStyle/>
            <a:p>
              <a:pPr marL="0" marR="0" lvl="0" indent="0" algn="r" rtl="0">
                <a:lnSpc>
                  <a:spcPct val="90000"/>
                </a:lnSpc>
                <a:spcBef>
                  <a:spcPts val="0"/>
                </a:spcBef>
                <a:spcAft>
                  <a:spcPts val="0"/>
                </a:spcAft>
                <a:buClr>
                  <a:schemeClr val="dk1"/>
                </a:buClr>
                <a:buSzPts val="1600"/>
                <a:buFont typeface="Calibri"/>
                <a:buNone/>
              </a:pPr>
              <a:endParaRPr sz="1600" b="0" i="0" u="none" strike="noStrike" cap="none">
                <a:solidFill>
                  <a:schemeClr val="lt1"/>
                </a:solidFill>
                <a:latin typeface="Calibri"/>
                <a:ea typeface="Calibri"/>
                <a:cs typeface="Calibri"/>
                <a:sym typeface="Calibri"/>
              </a:endParaRPr>
            </a:p>
          </p:txBody>
        </p:sp>
        <p:sp>
          <p:nvSpPr>
            <p:cNvPr id="449" name="Google Shape;449;p22"/>
            <p:cNvSpPr/>
            <p:nvPr/>
          </p:nvSpPr>
          <p:spPr>
            <a:xfrm rot="5400000">
              <a:off x="1414809" y="2556730"/>
              <a:ext cx="261652" cy="222572"/>
            </a:xfrm>
            <a:prstGeom prst="flowChartExtract">
              <a:avLst/>
            </a:prstGeom>
            <a:solidFill>
              <a:schemeClr val="lt1"/>
            </a:solidFill>
            <a:ln w="12700" cap="flat" cmpd="sng">
              <a:solidFill>
                <a:schemeClr val="accent2"/>
              </a:solidFill>
              <a:prstDash val="solid"/>
              <a:miter lim="800000"/>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50" name="Google Shape;450;p22"/>
            <p:cNvSpPr/>
            <p:nvPr/>
          </p:nvSpPr>
          <p:spPr>
            <a:xfrm>
              <a:off x="1834980" y="1141710"/>
              <a:ext cx="1105443" cy="1780579"/>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51" name="Google Shape;451;p22"/>
            <p:cNvSpPr txBox="1"/>
            <p:nvPr/>
          </p:nvSpPr>
          <p:spPr>
            <a:xfrm>
              <a:off x="1834980" y="1141710"/>
              <a:ext cx="1105443" cy="1780579"/>
            </a:xfrm>
            <a:prstGeom prst="rect">
              <a:avLst/>
            </a:prstGeom>
            <a:noFill/>
            <a:ln>
              <a:noFill/>
            </a:ln>
          </p:spPr>
          <p:txBody>
            <a:bodyPr spcFirstLastPara="1" wrap="square" lIns="0" tIns="54850" rIns="0" bIns="0" anchor="t" anchorCtr="0">
              <a:noAutofit/>
            </a:bodyPr>
            <a:lstStyle/>
            <a:p>
              <a:pPr marL="0" marR="0" lvl="0" indent="0" algn="l" rtl="0">
                <a:lnSpc>
                  <a:spcPct val="90000"/>
                </a:lnSpc>
                <a:spcBef>
                  <a:spcPts val="0"/>
                </a:spcBef>
                <a:spcAft>
                  <a:spcPts val="0"/>
                </a:spcAft>
                <a:buClr>
                  <a:srgbClr val="002060"/>
                </a:buClr>
                <a:buSzPts val="1600"/>
                <a:buFont typeface="Calibri"/>
                <a:buNone/>
              </a:pPr>
              <a:r>
                <a:rPr lang="es-AR" sz="1600" b="0" i="0" u="none" strike="noStrike" cap="none">
                  <a:solidFill>
                    <a:srgbClr val="002060"/>
                  </a:solidFill>
                  <a:latin typeface="Calibri"/>
                  <a:ea typeface="Calibri"/>
                  <a:cs typeface="Calibri"/>
                  <a:sym typeface="Calibri"/>
                </a:rPr>
                <a:t>Evitar argumentar o defender</a:t>
              </a:r>
              <a:endParaRPr sz="1600" b="0" i="0" u="none" strike="noStrike" cap="none">
                <a:solidFill>
                  <a:srgbClr val="002060"/>
                </a:solidFill>
                <a:latin typeface="Calibri"/>
                <a:ea typeface="Calibri"/>
                <a:cs typeface="Calibri"/>
                <a:sym typeface="Calibri"/>
              </a:endParaRPr>
            </a:p>
          </p:txBody>
        </p:sp>
        <p:sp>
          <p:nvSpPr>
            <p:cNvPr id="452" name="Google Shape;452;p22"/>
            <p:cNvSpPr/>
            <p:nvPr/>
          </p:nvSpPr>
          <p:spPr>
            <a:xfrm>
              <a:off x="3073966" y="1141710"/>
              <a:ext cx="1483816" cy="1780579"/>
            </a:xfrm>
            <a:prstGeom prst="roundRect">
              <a:avLst>
                <a:gd name="adj" fmla="val 5000"/>
              </a:avLst>
            </a:prstGeom>
            <a:solidFill>
              <a:srgbClr val="B3C6E7"/>
            </a:solidFill>
            <a:ln w="12700" cap="flat" cmpd="sng">
              <a:solidFill>
                <a:schemeClr val="lt1"/>
              </a:solidFill>
              <a:prstDash val="solid"/>
              <a:miter lim="800000"/>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53" name="Google Shape;453;p22"/>
            <p:cNvSpPr txBox="1"/>
            <p:nvPr/>
          </p:nvSpPr>
          <p:spPr>
            <a:xfrm rot="-5400000">
              <a:off x="2492310" y="1723366"/>
              <a:ext cx="1460075" cy="296763"/>
            </a:xfrm>
            <a:prstGeom prst="rect">
              <a:avLst/>
            </a:prstGeom>
            <a:noFill/>
            <a:ln>
              <a:noFill/>
            </a:ln>
          </p:spPr>
          <p:txBody>
            <a:bodyPr spcFirstLastPara="1" wrap="square" lIns="0" tIns="54850" rIns="71100" bIns="0" anchor="t" anchorCtr="0">
              <a:noAutofit/>
            </a:bodyPr>
            <a:lstStyle/>
            <a:p>
              <a:pPr marL="0" marR="0" lvl="0" indent="0" algn="r" rtl="0">
                <a:lnSpc>
                  <a:spcPct val="90000"/>
                </a:lnSpc>
                <a:spcBef>
                  <a:spcPts val="0"/>
                </a:spcBef>
                <a:spcAft>
                  <a:spcPts val="0"/>
                </a:spcAft>
                <a:buClr>
                  <a:schemeClr val="dk1"/>
                </a:buClr>
                <a:buSzPts val="1600"/>
                <a:buFont typeface="Calibri"/>
                <a:buNone/>
              </a:pPr>
              <a:endParaRPr sz="1600" b="0" i="0" u="none" strike="noStrike" cap="none">
                <a:solidFill>
                  <a:schemeClr val="lt1"/>
                </a:solidFill>
                <a:latin typeface="Calibri"/>
                <a:ea typeface="Calibri"/>
                <a:cs typeface="Calibri"/>
                <a:sym typeface="Calibri"/>
              </a:endParaRPr>
            </a:p>
          </p:txBody>
        </p:sp>
        <p:sp>
          <p:nvSpPr>
            <p:cNvPr id="454" name="Google Shape;454;p22"/>
            <p:cNvSpPr/>
            <p:nvPr/>
          </p:nvSpPr>
          <p:spPr>
            <a:xfrm rot="5400000">
              <a:off x="2950559" y="2556730"/>
              <a:ext cx="261652" cy="222572"/>
            </a:xfrm>
            <a:prstGeom prst="flowChartExtract">
              <a:avLst/>
            </a:prstGeom>
            <a:solidFill>
              <a:schemeClr val="lt1"/>
            </a:solidFill>
            <a:ln w="12700" cap="flat" cmpd="sng">
              <a:solidFill>
                <a:srgbClr val="C47F6E"/>
              </a:solidFill>
              <a:prstDash val="solid"/>
              <a:miter lim="800000"/>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55" name="Google Shape;455;p22"/>
            <p:cNvSpPr/>
            <p:nvPr/>
          </p:nvSpPr>
          <p:spPr>
            <a:xfrm>
              <a:off x="3370730" y="1141710"/>
              <a:ext cx="1105443" cy="1780579"/>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56" name="Google Shape;456;p22"/>
            <p:cNvSpPr txBox="1"/>
            <p:nvPr/>
          </p:nvSpPr>
          <p:spPr>
            <a:xfrm>
              <a:off x="3370730" y="1141710"/>
              <a:ext cx="1105443" cy="1780579"/>
            </a:xfrm>
            <a:prstGeom prst="rect">
              <a:avLst/>
            </a:prstGeom>
            <a:noFill/>
            <a:ln>
              <a:noFill/>
            </a:ln>
          </p:spPr>
          <p:txBody>
            <a:bodyPr spcFirstLastPara="1" wrap="square" lIns="0" tIns="54850" rIns="0" bIns="0" anchor="t" anchorCtr="0">
              <a:noAutofit/>
            </a:bodyPr>
            <a:lstStyle/>
            <a:p>
              <a:pPr marL="0" marR="0" lvl="0" indent="0" algn="l" rtl="0">
                <a:lnSpc>
                  <a:spcPct val="90000"/>
                </a:lnSpc>
                <a:spcBef>
                  <a:spcPts val="0"/>
                </a:spcBef>
                <a:spcAft>
                  <a:spcPts val="0"/>
                </a:spcAft>
                <a:buClr>
                  <a:srgbClr val="002060"/>
                </a:buClr>
                <a:buSzPts val="1600"/>
                <a:buFont typeface="Calibri"/>
                <a:buNone/>
              </a:pPr>
              <a:r>
                <a:rPr lang="es-AR" sz="1600" b="0" i="0" u="none" strike="noStrike" cap="none">
                  <a:solidFill>
                    <a:srgbClr val="002060"/>
                  </a:solidFill>
                  <a:latin typeface="Calibri"/>
                  <a:ea typeface="Calibri"/>
                  <a:cs typeface="Calibri"/>
                  <a:sym typeface="Calibri"/>
                </a:rPr>
                <a:t>Preguntar para entender </a:t>
              </a:r>
              <a:endParaRPr sz="1600" b="0" i="0" u="none" strike="noStrike" cap="none">
                <a:solidFill>
                  <a:srgbClr val="002060"/>
                </a:solidFill>
                <a:latin typeface="Calibri"/>
                <a:ea typeface="Calibri"/>
                <a:cs typeface="Calibri"/>
                <a:sym typeface="Calibri"/>
              </a:endParaRPr>
            </a:p>
          </p:txBody>
        </p:sp>
        <p:sp>
          <p:nvSpPr>
            <p:cNvPr id="457" name="Google Shape;457;p22"/>
            <p:cNvSpPr/>
            <p:nvPr/>
          </p:nvSpPr>
          <p:spPr>
            <a:xfrm>
              <a:off x="4609716" y="1141710"/>
              <a:ext cx="1483816" cy="1780579"/>
            </a:xfrm>
            <a:prstGeom prst="roundRect">
              <a:avLst>
                <a:gd name="adj" fmla="val 5000"/>
              </a:avLst>
            </a:prstGeom>
            <a:solidFill>
              <a:srgbClr val="CCCCFF"/>
            </a:solidFill>
            <a:ln w="12700" cap="flat" cmpd="sng">
              <a:solidFill>
                <a:schemeClr val="lt1"/>
              </a:solidFill>
              <a:prstDash val="solid"/>
              <a:miter lim="800000"/>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58" name="Google Shape;458;p22"/>
            <p:cNvSpPr txBox="1"/>
            <p:nvPr/>
          </p:nvSpPr>
          <p:spPr>
            <a:xfrm rot="-5400000">
              <a:off x="4028060" y="1723366"/>
              <a:ext cx="1460075" cy="296763"/>
            </a:xfrm>
            <a:prstGeom prst="rect">
              <a:avLst/>
            </a:prstGeom>
            <a:noFill/>
            <a:ln>
              <a:noFill/>
            </a:ln>
          </p:spPr>
          <p:txBody>
            <a:bodyPr spcFirstLastPara="1" wrap="square" lIns="0" tIns="54850" rIns="71100" bIns="0" anchor="t" anchorCtr="0">
              <a:noAutofit/>
            </a:bodyPr>
            <a:lstStyle/>
            <a:p>
              <a:pPr marL="0" marR="0" lvl="0" indent="0" algn="r" rtl="0">
                <a:lnSpc>
                  <a:spcPct val="90000"/>
                </a:lnSpc>
                <a:spcBef>
                  <a:spcPts val="0"/>
                </a:spcBef>
                <a:spcAft>
                  <a:spcPts val="0"/>
                </a:spcAft>
                <a:buClr>
                  <a:schemeClr val="dk1"/>
                </a:buClr>
                <a:buSzPts val="1600"/>
                <a:buFont typeface="Calibri"/>
                <a:buNone/>
              </a:pPr>
              <a:endParaRPr sz="1600" b="0" i="0" u="none" strike="noStrike" cap="none">
                <a:solidFill>
                  <a:schemeClr val="lt1"/>
                </a:solidFill>
                <a:latin typeface="Calibri"/>
                <a:ea typeface="Calibri"/>
                <a:cs typeface="Calibri"/>
                <a:sym typeface="Calibri"/>
              </a:endParaRPr>
            </a:p>
          </p:txBody>
        </p:sp>
        <p:sp>
          <p:nvSpPr>
            <p:cNvPr id="459" name="Google Shape;459;p22"/>
            <p:cNvSpPr/>
            <p:nvPr/>
          </p:nvSpPr>
          <p:spPr>
            <a:xfrm rot="5400000">
              <a:off x="4486309" y="2556730"/>
              <a:ext cx="261652" cy="222572"/>
            </a:xfrm>
            <a:prstGeom prst="flowChartExtract">
              <a:avLst/>
            </a:prstGeom>
            <a:solidFill>
              <a:schemeClr val="lt1"/>
            </a:solidFill>
            <a:ln w="12700" cap="flat" cmpd="sng">
              <a:solidFill>
                <a:srgbClr val="A4A4A4"/>
              </a:solidFill>
              <a:prstDash val="solid"/>
              <a:miter lim="800000"/>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60" name="Google Shape;460;p22"/>
            <p:cNvSpPr/>
            <p:nvPr/>
          </p:nvSpPr>
          <p:spPr>
            <a:xfrm>
              <a:off x="4906480" y="1141710"/>
              <a:ext cx="1105443" cy="1780579"/>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61" name="Google Shape;461;p22"/>
            <p:cNvSpPr txBox="1"/>
            <p:nvPr/>
          </p:nvSpPr>
          <p:spPr>
            <a:xfrm>
              <a:off x="4906480" y="1141710"/>
              <a:ext cx="1105443" cy="1780579"/>
            </a:xfrm>
            <a:prstGeom prst="rect">
              <a:avLst/>
            </a:prstGeom>
            <a:noFill/>
            <a:ln>
              <a:noFill/>
            </a:ln>
          </p:spPr>
          <p:txBody>
            <a:bodyPr spcFirstLastPara="1" wrap="square" lIns="0" tIns="54850" rIns="0" bIns="0" anchor="t" anchorCtr="0">
              <a:noAutofit/>
            </a:bodyPr>
            <a:lstStyle/>
            <a:p>
              <a:pPr marL="0" marR="0" lvl="0" indent="0" algn="l" rtl="0">
                <a:lnSpc>
                  <a:spcPct val="90000"/>
                </a:lnSpc>
                <a:spcBef>
                  <a:spcPts val="0"/>
                </a:spcBef>
                <a:spcAft>
                  <a:spcPts val="0"/>
                </a:spcAft>
                <a:buClr>
                  <a:srgbClr val="002060"/>
                </a:buClr>
                <a:buSzPts val="1600"/>
                <a:buFont typeface="Calibri"/>
                <a:buNone/>
              </a:pPr>
              <a:r>
                <a:rPr lang="es-AR" sz="1600" b="0" i="0" u="none" strike="noStrike" cap="none">
                  <a:solidFill>
                    <a:srgbClr val="002060"/>
                  </a:solidFill>
                  <a:latin typeface="Calibri"/>
                  <a:ea typeface="Calibri"/>
                  <a:cs typeface="Calibri"/>
                  <a:sym typeface="Calibri"/>
                </a:rPr>
                <a:t>Reconoci-miento del punto  de vista de la otra persona</a:t>
              </a:r>
              <a:endParaRPr sz="1600" b="0" i="0" u="none" strike="noStrike" cap="none">
                <a:solidFill>
                  <a:srgbClr val="002060"/>
                </a:solidFill>
                <a:latin typeface="Calibri"/>
                <a:ea typeface="Calibri"/>
                <a:cs typeface="Calibri"/>
                <a:sym typeface="Calibri"/>
              </a:endParaRPr>
            </a:p>
          </p:txBody>
        </p:sp>
      </p:grpSp>
      <p:sp>
        <p:nvSpPr>
          <p:cNvPr id="462" name="Google Shape;462;p22"/>
          <p:cNvSpPr txBox="1"/>
          <p:nvPr/>
        </p:nvSpPr>
        <p:spPr>
          <a:xfrm>
            <a:off x="734516" y="1932900"/>
            <a:ext cx="1194846" cy="646331"/>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800"/>
              <a:buFont typeface="Arial"/>
              <a:buNone/>
            </a:pPr>
            <a:r>
              <a:rPr lang="es-AR" sz="1800" b="1" i="0" u="none" strike="noStrike" cap="none">
                <a:solidFill>
                  <a:schemeClr val="dk2"/>
                </a:solidFill>
                <a:latin typeface="Calibri"/>
                <a:ea typeface="Calibri"/>
                <a:cs typeface="Calibri"/>
                <a:sym typeface="Calibri"/>
              </a:rPr>
              <a:t>DAR FEEDBACK</a:t>
            </a:r>
            <a:endParaRPr sz="1800" b="1" i="0" u="none" strike="noStrike" cap="none">
              <a:solidFill>
                <a:schemeClr val="dk2"/>
              </a:solidFill>
              <a:latin typeface="Calibri"/>
              <a:ea typeface="Calibri"/>
              <a:cs typeface="Calibri"/>
              <a:sym typeface="Calibri"/>
            </a:endParaRPr>
          </a:p>
        </p:txBody>
      </p:sp>
      <p:sp>
        <p:nvSpPr>
          <p:cNvPr id="463" name="Google Shape;463;p22"/>
          <p:cNvSpPr txBox="1"/>
          <p:nvPr/>
        </p:nvSpPr>
        <p:spPr>
          <a:xfrm>
            <a:off x="685549" y="3693432"/>
            <a:ext cx="1292780" cy="707886"/>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2000"/>
              <a:buFont typeface="Arial"/>
              <a:buNone/>
            </a:pPr>
            <a:r>
              <a:rPr lang="es-AR" sz="2000" b="1" i="0" u="none" strike="noStrike" cap="none">
                <a:solidFill>
                  <a:schemeClr val="dk2"/>
                </a:solidFill>
                <a:latin typeface="Calibri"/>
                <a:ea typeface="Calibri"/>
                <a:cs typeface="Calibri"/>
                <a:sym typeface="Calibri"/>
              </a:rPr>
              <a:t>RECIBIR FEEDBACK</a:t>
            </a:r>
            <a:endParaRPr sz="2000" b="1" i="0" u="none" strike="noStrike" cap="none">
              <a:solidFill>
                <a:schemeClr val="dk2"/>
              </a:solidFill>
              <a:latin typeface="Calibri"/>
              <a:ea typeface="Calibri"/>
              <a:cs typeface="Calibri"/>
              <a:sym typeface="Calibri"/>
            </a:endParaRPr>
          </a:p>
        </p:txBody>
      </p:sp>
      <p:pic>
        <p:nvPicPr>
          <p:cNvPr id="464" name="Google Shape;464;p22" descr="Resultado de imagen para hablar feedback icon png"/>
          <p:cNvPicPr preferRelativeResize="0"/>
          <p:nvPr/>
        </p:nvPicPr>
        <p:blipFill rotWithShape="1">
          <a:blip r:embed="rId3">
            <a:alphaModFix/>
          </a:blip>
          <a:srcRect/>
          <a:stretch/>
        </p:blipFill>
        <p:spPr>
          <a:xfrm>
            <a:off x="1090708" y="2579231"/>
            <a:ext cx="482463" cy="482463"/>
          </a:xfrm>
          <a:prstGeom prst="roundRect">
            <a:avLst>
              <a:gd name="adj" fmla="val 8594"/>
            </a:avLst>
          </a:prstGeom>
          <a:solidFill>
            <a:srgbClr val="ECECEC"/>
          </a:solidFill>
          <a:ln>
            <a:noFill/>
          </a:ln>
          <a:effectLst>
            <a:reflection stA="38000" endPos="28000" dist="5000" dir="5400000" sy="-100000" algn="bl" rotWithShape="0"/>
          </a:effectLst>
        </p:spPr>
      </p:pic>
      <p:pic>
        <p:nvPicPr>
          <p:cNvPr id="465" name="Google Shape;465;p22" descr="Resultado de imagen para hablar feedback icon png"/>
          <p:cNvPicPr preferRelativeResize="0"/>
          <p:nvPr/>
        </p:nvPicPr>
        <p:blipFill rotWithShape="1">
          <a:blip r:embed="rId4">
            <a:alphaModFix/>
          </a:blip>
          <a:srcRect/>
          <a:stretch/>
        </p:blipFill>
        <p:spPr>
          <a:xfrm>
            <a:off x="1016627" y="4401318"/>
            <a:ext cx="630625" cy="630625"/>
          </a:xfrm>
          <a:prstGeom prst="roundRect">
            <a:avLst>
              <a:gd name="adj" fmla="val 8594"/>
            </a:avLst>
          </a:prstGeom>
          <a:solidFill>
            <a:srgbClr val="ECECEC"/>
          </a:solidFill>
          <a:ln>
            <a:noFill/>
          </a:ln>
          <a:effectLst>
            <a:reflection stA="38000" endPos="28000" dist="5000" dir="5400000" sy="-100000" algn="bl" rotWithShape="0"/>
          </a:effectLst>
        </p:spPr>
      </p:pic>
      <p:sp>
        <p:nvSpPr>
          <p:cNvPr id="466" name="Google Shape;466;p22"/>
          <p:cNvSpPr/>
          <p:nvPr/>
        </p:nvSpPr>
        <p:spPr>
          <a:xfrm>
            <a:off x="1976858" y="3429000"/>
            <a:ext cx="6288510" cy="110360"/>
          </a:xfrm>
          <a:prstGeom prst="rightArrow">
            <a:avLst>
              <a:gd name="adj1" fmla="val 50000"/>
              <a:gd name="adj2" fmla="val 50000"/>
            </a:avLst>
          </a:prstGeom>
          <a:solidFill>
            <a:schemeClr val="dk2"/>
          </a:solidFill>
          <a:ln w="9525" cap="flat" cmpd="sng">
            <a:solidFill>
              <a:schemeClr val="accent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pic>
        <p:nvPicPr>
          <p:cNvPr id="467" name="Google Shape;467;p22"/>
          <p:cNvPicPr preferRelativeResize="0"/>
          <p:nvPr/>
        </p:nvPicPr>
        <p:blipFill rotWithShape="1">
          <a:blip r:embed="rId5">
            <a:alphaModFix/>
          </a:blip>
          <a:srcRect/>
          <a:stretch/>
        </p:blipFill>
        <p:spPr>
          <a:xfrm>
            <a:off x="8415864" y="3120454"/>
            <a:ext cx="837811" cy="837811"/>
          </a:xfrm>
          <a:prstGeom prst="roundRect">
            <a:avLst>
              <a:gd name="adj" fmla="val 8594"/>
            </a:avLst>
          </a:prstGeom>
          <a:solidFill>
            <a:srgbClr val="ECECEC"/>
          </a:solidFill>
          <a:ln>
            <a:noFill/>
          </a:ln>
          <a:effectLst>
            <a:reflection stA="38000" endPos="28000" dist="5000" dir="5400000" sy="-100000" algn="bl" rotWithShape="0"/>
          </a:effectLst>
        </p:spPr>
      </p:pic>
      <p:pic>
        <p:nvPicPr>
          <p:cNvPr id="468" name="Google Shape;468;p22" descr="Resultado de imagen para utn regional buenos aires ingenieria industrial"/>
          <p:cNvPicPr preferRelativeResize="0"/>
          <p:nvPr/>
        </p:nvPicPr>
        <p:blipFill rotWithShape="1">
          <a:blip r:embed="rId6">
            <a:alphaModFix/>
          </a:blip>
          <a:srcRect/>
          <a:stretch/>
        </p:blipFill>
        <p:spPr>
          <a:xfrm>
            <a:off x="7041232" y="0"/>
            <a:ext cx="2637692" cy="1011116"/>
          </a:xfrm>
          <a:prstGeom prst="rect">
            <a:avLst/>
          </a:prstGeom>
          <a:noFill/>
          <a:ln>
            <a:noFill/>
          </a:ln>
        </p:spPr>
      </p:pic>
      <p:sp>
        <p:nvSpPr>
          <p:cNvPr id="469" name="Google Shape;469;p22"/>
          <p:cNvSpPr txBox="1"/>
          <p:nvPr/>
        </p:nvSpPr>
        <p:spPr>
          <a:xfrm>
            <a:off x="0" y="-24"/>
            <a:ext cx="6321152" cy="1188000"/>
          </a:xfrm>
          <a:prstGeom prst="rect">
            <a:avLst/>
          </a:prstGeom>
          <a:noFill/>
          <a:ln>
            <a:noFill/>
          </a:ln>
        </p:spPr>
        <p:txBody>
          <a:bodyPr spcFirstLastPara="1" wrap="square" lIns="72000" tIns="252000" rIns="72000" bIns="36000" anchor="ctr" anchorCtr="0">
            <a:noAutofit/>
          </a:bodyPr>
          <a:lstStyle/>
          <a:p>
            <a:pPr marL="0" marR="0" lvl="0" indent="0" algn="l" rtl="0">
              <a:lnSpc>
                <a:spcPct val="90000"/>
              </a:lnSpc>
              <a:spcBef>
                <a:spcPts val="0"/>
              </a:spcBef>
              <a:spcAft>
                <a:spcPts val="0"/>
              </a:spcAft>
              <a:buClr>
                <a:srgbClr val="000000"/>
              </a:buClr>
              <a:buSzPts val="2400"/>
              <a:buFont typeface="Arial"/>
              <a:buNone/>
            </a:pPr>
            <a:r>
              <a:rPr lang="es-AR" sz="2400" b="1" i="0" u="none" strike="noStrike" cap="none">
                <a:solidFill>
                  <a:srgbClr val="002060"/>
                </a:solidFill>
                <a:latin typeface="Calibri"/>
                <a:ea typeface="Calibri"/>
                <a:cs typeface="Calibri"/>
                <a:sym typeface="Calibri"/>
              </a:rPr>
              <a:t>DESARROLLO</a:t>
            </a:r>
            <a:endParaRPr sz="1400" b="0" i="0" u="none" strike="noStrike" cap="none">
              <a:solidFill>
                <a:srgbClr val="000000"/>
              </a:solidFill>
              <a:latin typeface="Arial"/>
              <a:ea typeface="Arial"/>
              <a:cs typeface="Arial"/>
              <a:sym typeface="Arial"/>
            </a:endParaRPr>
          </a:p>
          <a:p>
            <a:pPr marL="714375" marR="0" lvl="0" indent="-714375" algn="l" rtl="0">
              <a:lnSpc>
                <a:spcPct val="90000"/>
              </a:lnSpc>
              <a:spcBef>
                <a:spcPts val="0"/>
              </a:spcBef>
              <a:spcAft>
                <a:spcPts val="0"/>
              </a:spcAft>
              <a:buClr>
                <a:srgbClr val="000000"/>
              </a:buClr>
              <a:buSzPts val="2400"/>
              <a:buFont typeface="Arial"/>
              <a:buNone/>
            </a:pPr>
            <a:r>
              <a:rPr lang="es-AR" sz="2400" b="1" i="0" u="none" strike="noStrike" cap="none">
                <a:solidFill>
                  <a:srgbClr val="002060"/>
                </a:solidFill>
                <a:latin typeface="Calibri"/>
                <a:ea typeface="Calibri"/>
                <a:cs typeface="Calibri"/>
                <a:sym typeface="Calibri"/>
              </a:rPr>
              <a:t>Feedback – Modelo SCI</a:t>
            </a:r>
            <a:endParaRPr sz="1400" b="0" i="0" u="none" strike="noStrike" cap="none">
              <a:solidFill>
                <a:srgbClr val="000000"/>
              </a:solidFill>
              <a:latin typeface="Arial"/>
              <a:ea typeface="Arial"/>
              <a:cs typeface="Arial"/>
              <a:sym typeface="Arial"/>
            </a:endParaRP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475"/>
        <p:cNvGrpSpPr/>
        <p:nvPr/>
      </p:nvGrpSpPr>
      <p:grpSpPr>
        <a:xfrm>
          <a:off x="0" y="0"/>
          <a:ext cx="0" cy="0"/>
          <a:chOff x="0" y="0"/>
          <a:chExt cx="0" cy="0"/>
        </a:xfrm>
      </p:grpSpPr>
      <p:sp>
        <p:nvSpPr>
          <p:cNvPr id="476" name="Google Shape;476;p23"/>
          <p:cNvSpPr/>
          <p:nvPr/>
        </p:nvSpPr>
        <p:spPr>
          <a:xfrm>
            <a:off x="5335057" y="1277528"/>
            <a:ext cx="2042667" cy="1211242"/>
          </a:xfrm>
          <a:prstGeom prst="flowChartConnector">
            <a:avLst/>
          </a:prstGeom>
          <a:solidFill>
            <a:srgbClr val="CCFFF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200"/>
              <a:buFont typeface="Arial"/>
              <a:buNone/>
            </a:pPr>
            <a:r>
              <a:rPr lang="es-AR" sz="1200" b="0" i="0" u="none" strike="noStrike" cap="none">
                <a:solidFill>
                  <a:schemeClr val="dk1"/>
                </a:solidFill>
                <a:latin typeface="Calibri"/>
                <a:ea typeface="Calibri"/>
                <a:cs typeface="Calibri"/>
                <a:sym typeface="Calibri"/>
              </a:rPr>
              <a:t>Compensaciones y Beneficios</a:t>
            </a:r>
            <a:endParaRPr sz="1400" b="0" i="0" u="none" strike="noStrike" cap="none">
              <a:solidFill>
                <a:srgbClr val="000000"/>
              </a:solidFill>
              <a:latin typeface="Arial"/>
              <a:ea typeface="Arial"/>
              <a:cs typeface="Arial"/>
              <a:sym typeface="Arial"/>
            </a:endParaRPr>
          </a:p>
        </p:txBody>
      </p:sp>
      <p:sp>
        <p:nvSpPr>
          <p:cNvPr id="477" name="Google Shape;477;p23"/>
          <p:cNvSpPr/>
          <p:nvPr/>
        </p:nvSpPr>
        <p:spPr>
          <a:xfrm>
            <a:off x="5190086" y="3984943"/>
            <a:ext cx="2042667" cy="1211242"/>
          </a:xfrm>
          <a:prstGeom prst="flowChartConnector">
            <a:avLst/>
          </a:prstGeom>
          <a:solidFill>
            <a:srgbClr val="FFCCCC"/>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r>
              <a:rPr lang="es-AR" sz="1400" b="0" i="0" u="none" strike="noStrike" cap="none">
                <a:solidFill>
                  <a:schemeClr val="dk1"/>
                </a:solidFill>
                <a:latin typeface="Calibri"/>
                <a:ea typeface="Calibri"/>
                <a:cs typeface="Calibri"/>
                <a:sym typeface="Calibri"/>
              </a:rPr>
              <a:t>Desarrollo y Planes de Sucesión</a:t>
            </a:r>
            <a:endParaRPr sz="1400" b="0" i="0" u="none" strike="noStrike" cap="none">
              <a:solidFill>
                <a:srgbClr val="000000"/>
              </a:solidFill>
              <a:latin typeface="Arial"/>
              <a:ea typeface="Arial"/>
              <a:cs typeface="Arial"/>
              <a:sym typeface="Arial"/>
            </a:endParaRPr>
          </a:p>
        </p:txBody>
      </p:sp>
      <p:sp>
        <p:nvSpPr>
          <p:cNvPr id="478" name="Google Shape;478;p23"/>
          <p:cNvSpPr/>
          <p:nvPr/>
        </p:nvSpPr>
        <p:spPr>
          <a:xfrm>
            <a:off x="6249144" y="2636912"/>
            <a:ext cx="1944216" cy="1211242"/>
          </a:xfrm>
          <a:prstGeom prst="flowChartConnector">
            <a:avLst/>
          </a:prstGeom>
          <a:solidFill>
            <a:srgbClr val="CCCCF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r>
              <a:rPr lang="es-AR" sz="1400" b="0" i="0" u="none" strike="noStrike" cap="none">
                <a:solidFill>
                  <a:schemeClr val="dk1"/>
                </a:solidFill>
                <a:latin typeface="Calibri"/>
                <a:ea typeface="Calibri"/>
                <a:cs typeface="Calibri"/>
                <a:sym typeface="Calibri"/>
              </a:rPr>
              <a:t>Formación</a:t>
            </a:r>
            <a:endParaRPr sz="1600" b="0" i="0" u="none" strike="noStrike" cap="none">
              <a:solidFill>
                <a:schemeClr val="dk1"/>
              </a:solidFill>
              <a:latin typeface="Calibri"/>
              <a:ea typeface="Calibri"/>
              <a:cs typeface="Calibri"/>
              <a:sym typeface="Calibri"/>
            </a:endParaRPr>
          </a:p>
        </p:txBody>
      </p:sp>
      <p:pic>
        <p:nvPicPr>
          <p:cNvPr id="479" name="Google Shape;479;p23"/>
          <p:cNvPicPr preferRelativeResize="0"/>
          <p:nvPr/>
        </p:nvPicPr>
        <p:blipFill rotWithShape="1">
          <a:blip r:embed="rId3">
            <a:alphaModFix/>
          </a:blip>
          <a:srcRect/>
          <a:stretch/>
        </p:blipFill>
        <p:spPr>
          <a:xfrm>
            <a:off x="1246019" y="1929203"/>
            <a:ext cx="2467246" cy="2467246"/>
          </a:xfrm>
          <a:prstGeom prst="rect">
            <a:avLst/>
          </a:prstGeom>
          <a:noFill/>
          <a:ln>
            <a:noFill/>
          </a:ln>
        </p:spPr>
      </p:pic>
      <p:sp>
        <p:nvSpPr>
          <p:cNvPr id="480" name="Google Shape;480;p23"/>
          <p:cNvSpPr/>
          <p:nvPr/>
        </p:nvSpPr>
        <p:spPr>
          <a:xfrm>
            <a:off x="200472" y="2557205"/>
            <a:ext cx="2052228" cy="1211242"/>
          </a:xfrm>
          <a:prstGeom prst="flowChartConnector">
            <a:avLst/>
          </a:prstGeom>
          <a:solidFill>
            <a:srgbClr val="FFF2CC"/>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r>
              <a:rPr lang="es-AR" sz="1400" b="0" i="0" u="none" strike="noStrike" cap="none">
                <a:solidFill>
                  <a:srgbClr val="002060"/>
                </a:solidFill>
                <a:latin typeface="Calibri"/>
                <a:ea typeface="Calibri"/>
                <a:cs typeface="Calibri"/>
                <a:sym typeface="Calibri"/>
              </a:rPr>
              <a:t>Organización / Análisis y Descrip. de puestos</a:t>
            </a:r>
            <a:endParaRPr sz="1400" b="0" i="0" u="none" strike="noStrike" cap="none">
              <a:solidFill>
                <a:srgbClr val="000000"/>
              </a:solidFill>
              <a:latin typeface="Arial"/>
              <a:ea typeface="Arial"/>
              <a:cs typeface="Arial"/>
              <a:sym typeface="Arial"/>
            </a:endParaRPr>
          </a:p>
        </p:txBody>
      </p:sp>
      <p:sp>
        <p:nvSpPr>
          <p:cNvPr id="481" name="Google Shape;481;p23"/>
          <p:cNvSpPr/>
          <p:nvPr/>
        </p:nvSpPr>
        <p:spPr>
          <a:xfrm>
            <a:off x="2828377" y="2557205"/>
            <a:ext cx="1769777" cy="1211242"/>
          </a:xfrm>
          <a:prstGeom prst="flowChartConnector">
            <a:avLst/>
          </a:prstGeom>
          <a:solidFill>
            <a:schemeClr val="accent1"/>
          </a:solidFill>
          <a:ln w="12700" cap="flat" cmpd="sng">
            <a:solidFill>
              <a:srgbClr val="31538F"/>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r>
              <a:rPr lang="es-AR" sz="1400" b="1" i="0" u="none" strike="noStrike" cap="none">
                <a:solidFill>
                  <a:schemeClr val="lt1"/>
                </a:solidFill>
                <a:latin typeface="Calibri"/>
                <a:ea typeface="Calibri"/>
                <a:cs typeface="Calibri"/>
                <a:sym typeface="Calibri"/>
              </a:rPr>
              <a:t>Evaluación de Desempeño</a:t>
            </a:r>
            <a:endParaRPr sz="1400" b="0" i="0" u="none" strike="noStrike" cap="none">
              <a:solidFill>
                <a:srgbClr val="000000"/>
              </a:solidFill>
              <a:latin typeface="Arial"/>
              <a:ea typeface="Arial"/>
              <a:cs typeface="Arial"/>
              <a:sym typeface="Arial"/>
            </a:endParaRPr>
          </a:p>
        </p:txBody>
      </p:sp>
      <p:sp>
        <p:nvSpPr>
          <p:cNvPr id="482" name="Google Shape;482;p23"/>
          <p:cNvSpPr txBox="1"/>
          <p:nvPr/>
        </p:nvSpPr>
        <p:spPr>
          <a:xfrm>
            <a:off x="246037" y="4175040"/>
            <a:ext cx="4176464" cy="1169551"/>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400"/>
              <a:buFont typeface="Arial"/>
              <a:buNone/>
            </a:pPr>
            <a:r>
              <a:rPr lang="es-AR" sz="1400" b="0" i="0" u="none" strike="noStrike" cap="none">
                <a:solidFill>
                  <a:srgbClr val="002060"/>
                </a:solidFill>
                <a:latin typeface="Calibri"/>
                <a:ea typeface="Calibri"/>
                <a:cs typeface="Calibri"/>
                <a:sym typeface="Calibri"/>
              </a:rPr>
              <a:t>La evaluación del desempeño se realiza en función a lo que se espera del puesto (Perfil)</a:t>
            </a:r>
            <a:endParaRPr sz="1400" b="0" i="0" u="none" strike="noStrike" cap="none">
              <a:solidFill>
                <a:srgbClr val="000000"/>
              </a:solidFill>
              <a:latin typeface="Arial"/>
              <a:ea typeface="Arial"/>
              <a:cs typeface="Arial"/>
              <a:sym typeface="Arial"/>
            </a:endParaRPr>
          </a:p>
          <a:p>
            <a:pPr marL="0" marR="0" lvl="0" indent="0" algn="ctr" rtl="0">
              <a:lnSpc>
                <a:spcPct val="100000"/>
              </a:lnSpc>
              <a:spcBef>
                <a:spcPts val="0"/>
              </a:spcBef>
              <a:spcAft>
                <a:spcPts val="0"/>
              </a:spcAft>
              <a:buClr>
                <a:srgbClr val="000000"/>
              </a:buClr>
              <a:buSzPts val="1400"/>
              <a:buFont typeface="Arial"/>
              <a:buNone/>
            </a:pPr>
            <a:r>
              <a:rPr lang="es-AR" sz="1400" b="0" i="0" u="none" strike="noStrike" cap="none">
                <a:solidFill>
                  <a:srgbClr val="002060"/>
                </a:solidFill>
                <a:latin typeface="Calibri"/>
                <a:ea typeface="Calibri"/>
                <a:cs typeface="Calibri"/>
                <a:sym typeface="Calibri"/>
              </a:rPr>
              <a:t>(Adecuación persona – puesto)</a:t>
            </a:r>
            <a:endParaRPr sz="1400" b="0" i="0" u="none" strike="noStrike" cap="none">
              <a:solidFill>
                <a:srgbClr val="000000"/>
              </a:solidFill>
              <a:latin typeface="Arial"/>
              <a:ea typeface="Arial"/>
              <a:cs typeface="Arial"/>
              <a:sym typeface="Arial"/>
            </a:endParaRPr>
          </a:p>
          <a:p>
            <a:pPr marL="0" marR="0" lvl="0" indent="0" algn="ctr" rtl="0">
              <a:lnSpc>
                <a:spcPct val="100000"/>
              </a:lnSpc>
              <a:spcBef>
                <a:spcPts val="0"/>
              </a:spcBef>
              <a:spcAft>
                <a:spcPts val="0"/>
              </a:spcAft>
              <a:buClr>
                <a:srgbClr val="000000"/>
              </a:buClr>
              <a:buSzPts val="1400"/>
              <a:buFont typeface="Arial"/>
              <a:buNone/>
            </a:pPr>
            <a:r>
              <a:rPr lang="es-AR" sz="1400" b="0" i="0" u="none" strike="noStrike" cap="none">
                <a:solidFill>
                  <a:srgbClr val="002060"/>
                </a:solidFill>
                <a:latin typeface="Calibri"/>
                <a:ea typeface="Calibri"/>
                <a:cs typeface="Calibri"/>
                <a:sym typeface="Calibri"/>
              </a:rPr>
              <a:t>Según el comportamiento de la persona en el puesto.</a:t>
            </a:r>
            <a:endParaRPr sz="1400" b="0" i="0" u="none" strike="noStrike" cap="none">
              <a:solidFill>
                <a:srgbClr val="000000"/>
              </a:solidFill>
              <a:latin typeface="Arial"/>
              <a:ea typeface="Arial"/>
              <a:cs typeface="Arial"/>
              <a:sym typeface="Arial"/>
            </a:endParaRPr>
          </a:p>
          <a:p>
            <a:pPr marL="0" marR="0" lvl="0" indent="0" algn="ctr" rtl="0">
              <a:lnSpc>
                <a:spcPct val="100000"/>
              </a:lnSpc>
              <a:spcBef>
                <a:spcPts val="0"/>
              </a:spcBef>
              <a:spcAft>
                <a:spcPts val="0"/>
              </a:spcAft>
              <a:buClr>
                <a:srgbClr val="000000"/>
              </a:buClr>
              <a:buSzPts val="1400"/>
              <a:buFont typeface="Arial"/>
              <a:buNone/>
            </a:pPr>
            <a:r>
              <a:rPr lang="es-AR" sz="1400" b="0" i="0" u="none" strike="noStrike" cap="none">
                <a:solidFill>
                  <a:srgbClr val="002060"/>
                </a:solidFill>
                <a:latin typeface="Calibri"/>
                <a:ea typeface="Calibri"/>
                <a:cs typeface="Calibri"/>
                <a:sym typeface="Calibri"/>
              </a:rPr>
              <a:t>Es Situacional</a:t>
            </a:r>
            <a:endParaRPr sz="1400" b="0" i="0" u="none" strike="noStrike" cap="none">
              <a:solidFill>
                <a:srgbClr val="000000"/>
              </a:solidFill>
              <a:latin typeface="Arial"/>
              <a:ea typeface="Arial"/>
              <a:cs typeface="Arial"/>
              <a:sym typeface="Arial"/>
            </a:endParaRPr>
          </a:p>
        </p:txBody>
      </p:sp>
      <p:pic>
        <p:nvPicPr>
          <p:cNvPr id="483" name="Google Shape;483;p23"/>
          <p:cNvPicPr preferRelativeResize="0"/>
          <p:nvPr/>
        </p:nvPicPr>
        <p:blipFill rotWithShape="1">
          <a:blip r:embed="rId4">
            <a:alphaModFix/>
          </a:blip>
          <a:srcRect/>
          <a:stretch/>
        </p:blipFill>
        <p:spPr>
          <a:xfrm rot="-1099630">
            <a:off x="4155756" y="1507044"/>
            <a:ext cx="1385317" cy="1385317"/>
          </a:xfrm>
          <a:prstGeom prst="rect">
            <a:avLst/>
          </a:prstGeom>
          <a:noFill/>
          <a:ln>
            <a:noFill/>
          </a:ln>
        </p:spPr>
      </p:pic>
      <p:sp>
        <p:nvSpPr>
          <p:cNvPr id="484" name="Google Shape;484;p23"/>
          <p:cNvSpPr txBox="1"/>
          <p:nvPr/>
        </p:nvSpPr>
        <p:spPr>
          <a:xfrm>
            <a:off x="7559566" y="1222911"/>
            <a:ext cx="2325960" cy="954107"/>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400"/>
              <a:buFont typeface="Arial"/>
              <a:buNone/>
            </a:pPr>
            <a:r>
              <a:rPr lang="es-AR" sz="1400" b="0" i="0" u="none" strike="noStrike" cap="none">
                <a:solidFill>
                  <a:srgbClr val="002060"/>
                </a:solidFill>
                <a:latin typeface="Calibri"/>
                <a:ea typeface="Calibri"/>
                <a:cs typeface="Calibri"/>
                <a:sym typeface="Calibri"/>
              </a:rPr>
              <a:t>Sistemas de incentivos</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400"/>
              <a:buFont typeface="Arial"/>
              <a:buNone/>
            </a:pPr>
            <a:r>
              <a:rPr lang="es-AR" sz="1400" b="0" i="0" u="none" strike="noStrike" cap="none">
                <a:solidFill>
                  <a:srgbClr val="002060"/>
                </a:solidFill>
                <a:latin typeface="Calibri"/>
                <a:ea typeface="Calibri"/>
                <a:cs typeface="Calibri"/>
                <a:sym typeface="Calibri"/>
              </a:rPr>
              <a:t>Remuneración variable</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400"/>
              <a:buFont typeface="Arial"/>
              <a:buNone/>
            </a:pPr>
            <a:r>
              <a:rPr lang="es-AR" sz="1400" b="0" i="0" u="none" strike="noStrike" cap="none">
                <a:solidFill>
                  <a:srgbClr val="002060"/>
                </a:solidFill>
                <a:latin typeface="Calibri"/>
                <a:ea typeface="Calibri"/>
                <a:cs typeface="Calibri"/>
                <a:sym typeface="Calibri"/>
              </a:rPr>
              <a:t>Posicionamiento en la banda salarial</a:t>
            </a:r>
            <a:endParaRPr sz="1400" b="0" i="0" u="none" strike="noStrike" cap="none">
              <a:solidFill>
                <a:srgbClr val="000000"/>
              </a:solidFill>
              <a:latin typeface="Arial"/>
              <a:ea typeface="Arial"/>
              <a:cs typeface="Arial"/>
              <a:sym typeface="Arial"/>
            </a:endParaRPr>
          </a:p>
        </p:txBody>
      </p:sp>
      <p:pic>
        <p:nvPicPr>
          <p:cNvPr id="485" name="Google Shape;485;p23"/>
          <p:cNvPicPr preferRelativeResize="0"/>
          <p:nvPr/>
        </p:nvPicPr>
        <p:blipFill rotWithShape="1">
          <a:blip r:embed="rId5">
            <a:alphaModFix/>
          </a:blip>
          <a:srcRect/>
          <a:stretch/>
        </p:blipFill>
        <p:spPr>
          <a:xfrm rot="2374196">
            <a:off x="4301673" y="2155563"/>
            <a:ext cx="2102608" cy="2102608"/>
          </a:xfrm>
          <a:prstGeom prst="rect">
            <a:avLst/>
          </a:prstGeom>
          <a:noFill/>
          <a:ln>
            <a:noFill/>
          </a:ln>
        </p:spPr>
      </p:pic>
      <p:sp>
        <p:nvSpPr>
          <p:cNvPr id="486" name="Google Shape;486;p23"/>
          <p:cNvSpPr txBox="1"/>
          <p:nvPr/>
        </p:nvSpPr>
        <p:spPr>
          <a:xfrm>
            <a:off x="8175685" y="2369929"/>
            <a:ext cx="1847056" cy="1815882"/>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400"/>
              <a:buFont typeface="Arial"/>
              <a:buNone/>
            </a:pPr>
            <a:r>
              <a:rPr lang="es-AR" sz="1400" b="0" i="0" u="none" strike="noStrike" cap="none">
                <a:solidFill>
                  <a:srgbClr val="002060"/>
                </a:solidFill>
                <a:latin typeface="Calibri"/>
                <a:ea typeface="Calibri"/>
                <a:cs typeface="Calibri"/>
                <a:sym typeface="Calibri"/>
              </a:rPr>
              <a:t>Identificación de la brecha (GAP) de desempeño.</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400"/>
              <a:buFont typeface="Arial"/>
              <a:buNone/>
            </a:pPr>
            <a:r>
              <a:rPr lang="es-AR" sz="1400" b="0" i="0" u="none" strike="noStrike" cap="none">
                <a:solidFill>
                  <a:srgbClr val="002060"/>
                </a:solidFill>
                <a:latin typeface="Calibri"/>
                <a:ea typeface="Calibri"/>
                <a:cs typeface="Calibri"/>
                <a:sym typeface="Calibri"/>
              </a:rPr>
              <a:t>Acciones de capacitación específicas (técnicas, gestionales o actitudinales)</a:t>
            </a:r>
            <a:endParaRPr sz="1400" b="0" i="0" u="none" strike="noStrike" cap="none">
              <a:solidFill>
                <a:srgbClr val="000000"/>
              </a:solidFill>
              <a:latin typeface="Arial"/>
              <a:ea typeface="Arial"/>
              <a:cs typeface="Arial"/>
              <a:sym typeface="Arial"/>
            </a:endParaRPr>
          </a:p>
        </p:txBody>
      </p:sp>
      <p:pic>
        <p:nvPicPr>
          <p:cNvPr id="487" name="Google Shape;487;p23"/>
          <p:cNvPicPr preferRelativeResize="0"/>
          <p:nvPr/>
        </p:nvPicPr>
        <p:blipFill rotWithShape="1">
          <a:blip r:embed="rId6">
            <a:alphaModFix/>
          </a:blip>
          <a:srcRect/>
          <a:stretch/>
        </p:blipFill>
        <p:spPr>
          <a:xfrm>
            <a:off x="4090161" y="3581973"/>
            <a:ext cx="1196436" cy="1196436"/>
          </a:xfrm>
          <a:prstGeom prst="rect">
            <a:avLst/>
          </a:prstGeom>
          <a:noFill/>
          <a:ln>
            <a:noFill/>
          </a:ln>
        </p:spPr>
      </p:pic>
      <p:sp>
        <p:nvSpPr>
          <p:cNvPr id="488" name="Google Shape;488;p23"/>
          <p:cNvSpPr txBox="1"/>
          <p:nvPr/>
        </p:nvSpPr>
        <p:spPr>
          <a:xfrm>
            <a:off x="4688379" y="5284141"/>
            <a:ext cx="5017149" cy="1169551"/>
          </a:xfrm>
          <a:prstGeom prst="rect">
            <a:avLst/>
          </a:prstGeom>
          <a:noFill/>
          <a:ln>
            <a:noFill/>
          </a:ln>
        </p:spPr>
        <p:txBody>
          <a:bodyPr spcFirstLastPara="1" wrap="square" lIns="91425" tIns="45700" rIns="91425" bIns="45700" anchor="t" anchorCtr="0">
            <a:spAutoFit/>
          </a:bodyPr>
          <a:lstStyle/>
          <a:p>
            <a:pPr marL="0" marR="0" lvl="0" indent="0" algn="just" rtl="0">
              <a:lnSpc>
                <a:spcPct val="100000"/>
              </a:lnSpc>
              <a:spcBef>
                <a:spcPts val="0"/>
              </a:spcBef>
              <a:spcAft>
                <a:spcPts val="0"/>
              </a:spcAft>
              <a:buClr>
                <a:srgbClr val="000000"/>
              </a:buClr>
              <a:buSzPts val="1400"/>
              <a:buFont typeface="Arial"/>
              <a:buNone/>
            </a:pPr>
            <a:r>
              <a:rPr lang="es-AR" sz="1400" b="0" i="0" u="none" strike="noStrike" cap="none">
                <a:solidFill>
                  <a:srgbClr val="002060"/>
                </a:solidFill>
                <a:latin typeface="Calibri"/>
                <a:ea typeface="Calibri"/>
                <a:cs typeface="Calibri"/>
                <a:sym typeface="Calibri"/>
              </a:rPr>
              <a:t>Identificación de cuadros de reemplazo/personas clave</a:t>
            </a:r>
            <a:endParaRPr sz="1400" b="0" i="0" u="none" strike="noStrike" cap="none">
              <a:solidFill>
                <a:srgbClr val="000000"/>
              </a:solidFill>
              <a:latin typeface="Arial"/>
              <a:ea typeface="Arial"/>
              <a:cs typeface="Arial"/>
              <a:sym typeface="Arial"/>
            </a:endParaRPr>
          </a:p>
          <a:p>
            <a:pPr marL="0" marR="0" lvl="0" indent="0" algn="just" rtl="0">
              <a:lnSpc>
                <a:spcPct val="100000"/>
              </a:lnSpc>
              <a:spcBef>
                <a:spcPts val="0"/>
              </a:spcBef>
              <a:spcAft>
                <a:spcPts val="0"/>
              </a:spcAft>
              <a:buClr>
                <a:srgbClr val="000000"/>
              </a:buClr>
              <a:buSzPts val="1400"/>
              <a:buFont typeface="Arial"/>
              <a:buNone/>
            </a:pPr>
            <a:r>
              <a:rPr lang="es-AR" sz="1400" b="0" i="0" u="none" strike="noStrike" cap="none">
                <a:solidFill>
                  <a:srgbClr val="002060"/>
                </a:solidFill>
                <a:latin typeface="Calibri"/>
                <a:ea typeface="Calibri"/>
                <a:cs typeface="Calibri"/>
                <a:sym typeface="Calibri"/>
              </a:rPr>
              <a:t>Rotaciones  u otras acciones de desarrollo</a:t>
            </a:r>
            <a:endParaRPr sz="1400" b="0" i="0" u="none" strike="noStrike" cap="none">
              <a:solidFill>
                <a:srgbClr val="000000"/>
              </a:solidFill>
              <a:latin typeface="Arial"/>
              <a:ea typeface="Arial"/>
              <a:cs typeface="Arial"/>
              <a:sym typeface="Arial"/>
            </a:endParaRPr>
          </a:p>
          <a:p>
            <a:pPr marL="0" marR="0" lvl="0" indent="0" algn="just" rtl="0">
              <a:lnSpc>
                <a:spcPct val="100000"/>
              </a:lnSpc>
              <a:spcBef>
                <a:spcPts val="0"/>
              </a:spcBef>
              <a:spcAft>
                <a:spcPts val="0"/>
              </a:spcAft>
              <a:buClr>
                <a:srgbClr val="000000"/>
              </a:buClr>
              <a:buSzPts val="1400"/>
              <a:buFont typeface="Arial"/>
              <a:buNone/>
            </a:pPr>
            <a:r>
              <a:rPr lang="es-AR" sz="1400" b="0" i="0" u="none" strike="noStrike" cap="none">
                <a:solidFill>
                  <a:srgbClr val="002060"/>
                </a:solidFill>
                <a:latin typeface="Calibri"/>
                <a:ea typeface="Calibri"/>
                <a:cs typeface="Calibri"/>
                <a:sym typeface="Calibri"/>
              </a:rPr>
              <a:t>Revisión de adecuación perfil-puesto</a:t>
            </a:r>
            <a:endParaRPr sz="1400" b="0" i="0" u="none" strike="noStrike" cap="none">
              <a:solidFill>
                <a:srgbClr val="000000"/>
              </a:solidFill>
              <a:latin typeface="Arial"/>
              <a:ea typeface="Arial"/>
              <a:cs typeface="Arial"/>
              <a:sym typeface="Arial"/>
            </a:endParaRPr>
          </a:p>
          <a:p>
            <a:pPr marL="0" marR="0" lvl="0" indent="0" algn="just" rtl="0">
              <a:lnSpc>
                <a:spcPct val="100000"/>
              </a:lnSpc>
              <a:spcBef>
                <a:spcPts val="0"/>
              </a:spcBef>
              <a:spcAft>
                <a:spcPts val="0"/>
              </a:spcAft>
              <a:buClr>
                <a:srgbClr val="000000"/>
              </a:buClr>
              <a:buSzPts val="1400"/>
              <a:buFont typeface="Arial"/>
              <a:buNone/>
            </a:pPr>
            <a:r>
              <a:rPr lang="es-AR" sz="1400" b="0" i="0" u="none" strike="noStrike" cap="none">
                <a:solidFill>
                  <a:srgbClr val="002060"/>
                </a:solidFill>
                <a:latin typeface="Calibri"/>
                <a:ea typeface="Calibri"/>
                <a:cs typeface="Calibri"/>
                <a:sym typeface="Calibri"/>
              </a:rPr>
              <a:t>Planes de Desarrollo </a:t>
            </a:r>
            <a:endParaRPr sz="1400" b="0" i="0" u="none" strike="noStrike" cap="none">
              <a:solidFill>
                <a:srgbClr val="000000"/>
              </a:solidFill>
              <a:latin typeface="Arial"/>
              <a:ea typeface="Arial"/>
              <a:cs typeface="Arial"/>
              <a:sym typeface="Arial"/>
            </a:endParaRPr>
          </a:p>
          <a:p>
            <a:pPr marL="0" marR="0" lvl="0" indent="0" algn="just" rtl="0">
              <a:lnSpc>
                <a:spcPct val="100000"/>
              </a:lnSpc>
              <a:spcBef>
                <a:spcPts val="0"/>
              </a:spcBef>
              <a:spcAft>
                <a:spcPts val="0"/>
              </a:spcAft>
              <a:buClr>
                <a:srgbClr val="000000"/>
              </a:buClr>
              <a:buSzPts val="1400"/>
              <a:buFont typeface="Arial"/>
              <a:buNone/>
            </a:pPr>
            <a:r>
              <a:rPr lang="es-AR" sz="1400" b="0" i="0" u="none" strike="noStrike" cap="none">
                <a:solidFill>
                  <a:srgbClr val="002060"/>
                </a:solidFill>
                <a:latin typeface="Calibri"/>
                <a:ea typeface="Calibri"/>
                <a:cs typeface="Calibri"/>
                <a:sym typeface="Calibri"/>
              </a:rPr>
              <a:t>Promociones</a:t>
            </a:r>
            <a:endParaRPr sz="1400" b="0" i="0" u="none" strike="noStrike" cap="none">
              <a:solidFill>
                <a:srgbClr val="000000"/>
              </a:solidFill>
              <a:latin typeface="Arial"/>
              <a:ea typeface="Arial"/>
              <a:cs typeface="Arial"/>
              <a:sym typeface="Arial"/>
            </a:endParaRPr>
          </a:p>
        </p:txBody>
      </p:sp>
      <p:sp>
        <p:nvSpPr>
          <p:cNvPr id="489" name="Google Shape;489;p23"/>
          <p:cNvSpPr txBox="1"/>
          <p:nvPr/>
        </p:nvSpPr>
        <p:spPr>
          <a:xfrm>
            <a:off x="-460487" y="6237312"/>
            <a:ext cx="4176464" cy="276999"/>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200"/>
              <a:buFont typeface="Arial"/>
              <a:buNone/>
            </a:pPr>
            <a:r>
              <a:rPr lang="es-AR" sz="1200" b="0" i="0" u="none" strike="noStrike" cap="none">
                <a:solidFill>
                  <a:srgbClr val="002060"/>
                </a:solidFill>
                <a:latin typeface="Calibri"/>
                <a:ea typeface="Calibri"/>
                <a:cs typeface="Calibri"/>
                <a:sym typeface="Calibri"/>
              </a:rPr>
              <a:t>Fuente: Dirección Estratégica de RRHH |M. Alles </a:t>
            </a:r>
            <a:endParaRPr sz="1400" b="0" i="0" u="none" strike="noStrike" cap="none">
              <a:solidFill>
                <a:srgbClr val="000000"/>
              </a:solidFill>
              <a:latin typeface="Arial"/>
              <a:ea typeface="Arial"/>
              <a:cs typeface="Arial"/>
              <a:sym typeface="Arial"/>
            </a:endParaRPr>
          </a:p>
        </p:txBody>
      </p:sp>
      <p:sp>
        <p:nvSpPr>
          <p:cNvPr id="490" name="Google Shape;490;p23"/>
          <p:cNvSpPr txBox="1"/>
          <p:nvPr/>
        </p:nvSpPr>
        <p:spPr>
          <a:xfrm>
            <a:off x="0" y="-24"/>
            <a:ext cx="9906000" cy="1188000"/>
          </a:xfrm>
          <a:prstGeom prst="rect">
            <a:avLst/>
          </a:prstGeom>
          <a:noFill/>
          <a:ln>
            <a:noFill/>
          </a:ln>
        </p:spPr>
        <p:txBody>
          <a:bodyPr spcFirstLastPara="1" wrap="square" lIns="72000" tIns="252000" rIns="72000" bIns="36000" anchor="ctr" anchorCtr="0">
            <a:noAutofit/>
          </a:bodyPr>
          <a:lstStyle/>
          <a:p>
            <a:pPr marL="714375" marR="0" lvl="0" indent="-714375" algn="l" rtl="0">
              <a:lnSpc>
                <a:spcPct val="90000"/>
              </a:lnSpc>
              <a:spcBef>
                <a:spcPts val="0"/>
              </a:spcBef>
              <a:spcAft>
                <a:spcPts val="0"/>
              </a:spcAft>
              <a:buClr>
                <a:srgbClr val="000000"/>
              </a:buClr>
              <a:buSzPts val="2400"/>
              <a:buFont typeface="Arial"/>
              <a:buNone/>
            </a:pPr>
            <a:endParaRPr sz="1400" b="0" i="0" u="none" strike="noStrike" cap="none">
              <a:solidFill>
                <a:srgbClr val="000000"/>
              </a:solidFill>
              <a:latin typeface="Arial"/>
              <a:ea typeface="Arial"/>
              <a:cs typeface="Arial"/>
              <a:sym typeface="Arial"/>
            </a:endParaRPr>
          </a:p>
          <a:p>
            <a:pPr marL="714375" marR="0" lvl="0" indent="-714375" algn="l" rtl="0">
              <a:lnSpc>
                <a:spcPct val="90000"/>
              </a:lnSpc>
              <a:spcBef>
                <a:spcPts val="0"/>
              </a:spcBef>
              <a:spcAft>
                <a:spcPts val="0"/>
              </a:spcAft>
              <a:buClr>
                <a:srgbClr val="000000"/>
              </a:buClr>
              <a:buSzPts val="2400"/>
              <a:buFont typeface="Arial"/>
              <a:buNone/>
            </a:pPr>
            <a:r>
              <a:rPr lang="es-AR" sz="2400" b="1" i="0" u="none" strike="noStrike" cap="none">
                <a:solidFill>
                  <a:srgbClr val="002060"/>
                </a:solidFill>
                <a:latin typeface="Calibri"/>
                <a:ea typeface="Calibri"/>
                <a:cs typeface="Calibri"/>
                <a:sym typeface="Calibri"/>
              </a:rPr>
              <a:t>Relación con otros procesos de RH</a:t>
            </a:r>
            <a:endParaRPr sz="1400" b="0" i="0" u="none" strike="noStrike" cap="none">
              <a:solidFill>
                <a:srgbClr val="000000"/>
              </a:solidFill>
              <a:latin typeface="Arial"/>
              <a:ea typeface="Arial"/>
              <a:cs typeface="Arial"/>
              <a:sym typeface="Arial"/>
            </a:endParaRPr>
          </a:p>
        </p:txBody>
      </p:sp>
      <p:pic>
        <p:nvPicPr>
          <p:cNvPr id="491" name="Google Shape;491;p23" descr="Resultado de imagen para utn regional buenos aires ingenieria industrial"/>
          <p:cNvPicPr preferRelativeResize="0"/>
          <p:nvPr/>
        </p:nvPicPr>
        <p:blipFill rotWithShape="1">
          <a:blip r:embed="rId7">
            <a:alphaModFix/>
          </a:blip>
          <a:srcRect/>
          <a:stretch/>
        </p:blipFill>
        <p:spPr>
          <a:xfrm>
            <a:off x="7041232" y="0"/>
            <a:ext cx="2637692" cy="1011116"/>
          </a:xfrm>
          <a:prstGeom prst="rect">
            <a:avLst/>
          </a:prstGeom>
          <a:noFill/>
          <a:ln>
            <a:noFill/>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81"/>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480"/>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479"/>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482"/>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483"/>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476"/>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484"/>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nodeType="clickEffect">
                                  <p:stCondLst>
                                    <p:cond delay="0"/>
                                  </p:stCondLst>
                                  <p:childTnLst>
                                    <p:set>
                                      <p:cBhvr>
                                        <p:cTn id="28" dur="1" fill="hold">
                                          <p:stCondLst>
                                            <p:cond delay="0"/>
                                          </p:stCondLst>
                                        </p:cTn>
                                        <p:tgtEl>
                                          <p:spTgt spid="485"/>
                                        </p:tgtEl>
                                        <p:attrNameLst>
                                          <p:attrName>style.visibility</p:attrName>
                                        </p:attrNameLst>
                                      </p:cBhvr>
                                      <p:to>
                                        <p:strVal val="visible"/>
                                      </p:to>
                                    </p:set>
                                  </p:childTnLst>
                                </p:cTn>
                              </p:par>
                              <p:par>
                                <p:cTn id="29" presetID="1" presetClass="entr" presetSubtype="0" fill="hold" nodeType="withEffect">
                                  <p:stCondLst>
                                    <p:cond delay="0"/>
                                  </p:stCondLst>
                                  <p:childTnLst>
                                    <p:set>
                                      <p:cBhvr>
                                        <p:cTn id="30" dur="1" fill="hold">
                                          <p:stCondLst>
                                            <p:cond delay="0"/>
                                          </p:stCondLst>
                                        </p:cTn>
                                        <p:tgtEl>
                                          <p:spTgt spid="478"/>
                                        </p:tgtEl>
                                        <p:attrNameLst>
                                          <p:attrName>style.visibility</p:attrName>
                                        </p:attrNameLst>
                                      </p:cBhvr>
                                      <p:to>
                                        <p:strVal val="visible"/>
                                      </p:to>
                                    </p:set>
                                  </p:childTnLst>
                                </p:cTn>
                              </p:par>
                              <p:par>
                                <p:cTn id="31" presetID="1" presetClass="entr" presetSubtype="0" fill="hold" nodeType="withEffect">
                                  <p:stCondLst>
                                    <p:cond delay="0"/>
                                  </p:stCondLst>
                                  <p:childTnLst>
                                    <p:set>
                                      <p:cBhvr>
                                        <p:cTn id="32" dur="1" fill="hold">
                                          <p:stCondLst>
                                            <p:cond delay="0"/>
                                          </p:stCondLst>
                                        </p:cTn>
                                        <p:tgtEl>
                                          <p:spTgt spid="486"/>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nodeType="clickEffect">
                                  <p:stCondLst>
                                    <p:cond delay="0"/>
                                  </p:stCondLst>
                                  <p:childTnLst>
                                    <p:set>
                                      <p:cBhvr>
                                        <p:cTn id="36" dur="1" fill="hold">
                                          <p:stCondLst>
                                            <p:cond delay="0"/>
                                          </p:stCondLst>
                                        </p:cTn>
                                        <p:tgtEl>
                                          <p:spTgt spid="487"/>
                                        </p:tgtEl>
                                        <p:attrNameLst>
                                          <p:attrName>style.visibility</p:attrName>
                                        </p:attrNameLst>
                                      </p:cBhvr>
                                      <p:to>
                                        <p:strVal val="visible"/>
                                      </p:to>
                                    </p:set>
                                  </p:childTnLst>
                                </p:cTn>
                              </p:par>
                              <p:par>
                                <p:cTn id="37" presetID="1" presetClass="entr" presetSubtype="0" fill="hold" nodeType="withEffect">
                                  <p:stCondLst>
                                    <p:cond delay="0"/>
                                  </p:stCondLst>
                                  <p:childTnLst>
                                    <p:set>
                                      <p:cBhvr>
                                        <p:cTn id="38" dur="1" fill="hold">
                                          <p:stCondLst>
                                            <p:cond delay="0"/>
                                          </p:stCondLst>
                                        </p:cTn>
                                        <p:tgtEl>
                                          <p:spTgt spid="477"/>
                                        </p:tgtEl>
                                        <p:attrNameLst>
                                          <p:attrName>style.visibility</p:attrName>
                                        </p:attrNameLst>
                                      </p:cBhvr>
                                      <p:to>
                                        <p:strVal val="visible"/>
                                      </p:to>
                                    </p:set>
                                  </p:childTnLst>
                                </p:cTn>
                              </p:par>
                              <p:par>
                                <p:cTn id="39" presetID="1" presetClass="entr" presetSubtype="0" fill="hold" nodeType="withEffect">
                                  <p:stCondLst>
                                    <p:cond delay="0"/>
                                  </p:stCondLst>
                                  <p:childTnLst>
                                    <p:set>
                                      <p:cBhvr>
                                        <p:cTn id="40" dur="1" fill="hold">
                                          <p:stCondLst>
                                            <p:cond delay="0"/>
                                          </p:stCondLst>
                                        </p:cTn>
                                        <p:tgtEl>
                                          <p:spTgt spid="488"/>
                                        </p:tgtEl>
                                        <p:attrNameLst>
                                          <p:attrName>style.visibility</p:attrName>
                                        </p:attrNameLst>
                                      </p:cBhvr>
                                      <p:to>
                                        <p:strVal val="visible"/>
                                      </p:to>
                                    </p:set>
                                  </p:childTnLst>
                                </p:cTn>
                              </p:par>
                              <p:par>
                                <p:cTn id="41" presetID="1" presetClass="entr" presetSubtype="0" fill="hold" nodeType="withEffect">
                                  <p:stCondLst>
                                    <p:cond delay="0"/>
                                  </p:stCondLst>
                                  <p:childTnLst>
                                    <p:set>
                                      <p:cBhvr>
                                        <p:cTn id="42" dur="1" fill="hold">
                                          <p:stCondLst>
                                            <p:cond delay="0"/>
                                          </p:stCondLst>
                                        </p:cTn>
                                        <p:tgtEl>
                                          <p:spTgt spid="48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496"/>
        <p:cNvGrpSpPr/>
        <p:nvPr/>
      </p:nvGrpSpPr>
      <p:grpSpPr>
        <a:xfrm>
          <a:off x="0" y="0"/>
          <a:ext cx="0" cy="0"/>
          <a:chOff x="0" y="0"/>
          <a:chExt cx="0" cy="0"/>
        </a:xfrm>
      </p:grpSpPr>
      <p:grpSp>
        <p:nvGrpSpPr>
          <p:cNvPr id="497" name="Google Shape;497;p65"/>
          <p:cNvGrpSpPr/>
          <p:nvPr/>
        </p:nvGrpSpPr>
        <p:grpSpPr>
          <a:xfrm>
            <a:off x="540908" y="1827082"/>
            <a:ext cx="8386282" cy="1324149"/>
            <a:chOff x="7383" y="1039767"/>
            <a:chExt cx="8386282" cy="1324149"/>
          </a:xfrm>
        </p:grpSpPr>
        <p:sp>
          <p:nvSpPr>
            <p:cNvPr id="498" name="Google Shape;498;p65"/>
            <p:cNvSpPr/>
            <p:nvPr/>
          </p:nvSpPr>
          <p:spPr>
            <a:xfrm>
              <a:off x="7383" y="1039767"/>
              <a:ext cx="2206916" cy="1324149"/>
            </a:xfrm>
            <a:prstGeom prst="roundRect">
              <a:avLst>
                <a:gd name="adj" fmla="val 10000"/>
              </a:avLst>
            </a:prstGeom>
            <a:solidFill>
              <a:srgbClr val="FFC000"/>
            </a:solidFill>
            <a:ln w="12700" cap="flat" cmpd="sng">
              <a:solidFill>
                <a:srgbClr val="FFFFFF"/>
              </a:solidFill>
              <a:prstDash val="solid"/>
              <a:miter lim="80000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9" name="Google Shape;499;p65"/>
            <p:cNvSpPr txBox="1"/>
            <p:nvPr/>
          </p:nvSpPr>
          <p:spPr>
            <a:xfrm>
              <a:off x="46166" y="1078550"/>
              <a:ext cx="2129350" cy="1246583"/>
            </a:xfrm>
            <a:prstGeom prst="rect">
              <a:avLst/>
            </a:prstGeom>
            <a:noFill/>
            <a:ln>
              <a:noFill/>
            </a:ln>
          </p:spPr>
          <p:txBody>
            <a:bodyPr spcFirstLastPara="1" wrap="square" lIns="148575" tIns="148575" rIns="148575" bIns="148575" anchor="ctr" anchorCtr="0">
              <a:noAutofit/>
            </a:bodyPr>
            <a:lstStyle/>
            <a:p>
              <a:pPr marL="0" marR="0" lvl="0" indent="0" algn="ctr" rtl="0">
                <a:lnSpc>
                  <a:spcPct val="90000"/>
                </a:lnSpc>
                <a:spcBef>
                  <a:spcPts val="0"/>
                </a:spcBef>
                <a:spcAft>
                  <a:spcPts val="0"/>
                </a:spcAft>
                <a:buClr>
                  <a:srgbClr val="000000"/>
                </a:buClr>
                <a:buSzPts val="3900"/>
                <a:buFont typeface="Arial"/>
                <a:buNone/>
              </a:pPr>
              <a:r>
                <a:rPr lang="es-AR" sz="3900" b="0" i="0" u="none" strike="noStrike" cap="none">
                  <a:solidFill>
                    <a:srgbClr val="FFFFFF"/>
                  </a:solidFill>
                  <a:latin typeface="Calibri"/>
                  <a:ea typeface="Calibri"/>
                  <a:cs typeface="Calibri"/>
                  <a:sym typeface="Calibri"/>
                </a:rPr>
                <a:t>Personas</a:t>
              </a:r>
              <a:endParaRPr/>
            </a:p>
          </p:txBody>
        </p:sp>
        <p:sp>
          <p:nvSpPr>
            <p:cNvPr id="500" name="Google Shape;500;p65"/>
            <p:cNvSpPr/>
            <p:nvPr/>
          </p:nvSpPr>
          <p:spPr>
            <a:xfrm>
              <a:off x="2434991" y="1428184"/>
              <a:ext cx="467866" cy="547315"/>
            </a:xfrm>
            <a:prstGeom prst="rightArrow">
              <a:avLst>
                <a:gd name="adj1" fmla="val 60000"/>
                <a:gd name="adj2" fmla="val 50000"/>
              </a:avLst>
            </a:prstGeom>
            <a:solidFill>
              <a:srgbClr val="FFC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1" name="Google Shape;501;p65"/>
            <p:cNvSpPr txBox="1"/>
            <p:nvPr/>
          </p:nvSpPr>
          <p:spPr>
            <a:xfrm>
              <a:off x="2434991" y="1537647"/>
              <a:ext cx="327506" cy="328389"/>
            </a:xfrm>
            <a:prstGeom prst="rect">
              <a:avLst/>
            </a:prstGeom>
            <a:noFill/>
            <a:ln>
              <a:noFill/>
            </a:ln>
          </p:spPr>
          <p:txBody>
            <a:bodyPr spcFirstLastPara="1" wrap="square" lIns="0" tIns="0" rIns="0" bIns="0" anchor="ctr" anchorCtr="0">
              <a:noAutofit/>
            </a:bodyPr>
            <a:lstStyle/>
            <a:p>
              <a:pPr marL="0" marR="0" lvl="0" indent="0" algn="ctr" rtl="0">
                <a:lnSpc>
                  <a:spcPct val="90000"/>
                </a:lnSpc>
                <a:spcBef>
                  <a:spcPts val="0"/>
                </a:spcBef>
                <a:spcAft>
                  <a:spcPts val="0"/>
                </a:spcAft>
                <a:buClr>
                  <a:srgbClr val="000000"/>
                </a:buClr>
                <a:buSzPts val="2300"/>
                <a:buFont typeface="Arial"/>
                <a:buNone/>
              </a:pPr>
              <a:endParaRPr sz="2300" b="0" i="0" u="none" strike="noStrike" cap="none">
                <a:solidFill>
                  <a:srgbClr val="FFFFFF"/>
                </a:solidFill>
                <a:latin typeface="Calibri"/>
                <a:ea typeface="Calibri"/>
                <a:cs typeface="Calibri"/>
                <a:sym typeface="Calibri"/>
              </a:endParaRPr>
            </a:p>
          </p:txBody>
        </p:sp>
        <p:sp>
          <p:nvSpPr>
            <p:cNvPr id="502" name="Google Shape;502;p65"/>
            <p:cNvSpPr/>
            <p:nvPr/>
          </p:nvSpPr>
          <p:spPr>
            <a:xfrm>
              <a:off x="3097066" y="1039767"/>
              <a:ext cx="2206916" cy="1324149"/>
            </a:xfrm>
            <a:prstGeom prst="roundRect">
              <a:avLst>
                <a:gd name="adj" fmla="val 10000"/>
              </a:avLst>
            </a:prstGeom>
            <a:solidFill>
              <a:srgbClr val="2EE844"/>
            </a:solidFill>
            <a:ln w="12700" cap="flat" cmpd="sng">
              <a:solidFill>
                <a:srgbClr val="FFFFFF"/>
              </a:solidFill>
              <a:prstDash val="solid"/>
              <a:miter lim="80000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3" name="Google Shape;503;p65"/>
            <p:cNvSpPr txBox="1"/>
            <p:nvPr/>
          </p:nvSpPr>
          <p:spPr>
            <a:xfrm>
              <a:off x="3135849" y="1078550"/>
              <a:ext cx="2129350" cy="1246583"/>
            </a:xfrm>
            <a:prstGeom prst="rect">
              <a:avLst/>
            </a:prstGeom>
            <a:noFill/>
            <a:ln>
              <a:noFill/>
            </a:ln>
          </p:spPr>
          <p:txBody>
            <a:bodyPr spcFirstLastPara="1" wrap="square" lIns="148575" tIns="148575" rIns="148575" bIns="148575" anchor="ctr" anchorCtr="0">
              <a:noAutofit/>
            </a:bodyPr>
            <a:lstStyle/>
            <a:p>
              <a:pPr marL="0" marR="0" lvl="0" indent="0" algn="ctr" rtl="0">
                <a:lnSpc>
                  <a:spcPct val="90000"/>
                </a:lnSpc>
                <a:spcBef>
                  <a:spcPts val="0"/>
                </a:spcBef>
                <a:spcAft>
                  <a:spcPts val="0"/>
                </a:spcAft>
                <a:buClr>
                  <a:srgbClr val="000000"/>
                </a:buClr>
                <a:buSzPts val="3900"/>
                <a:buFont typeface="Arial"/>
                <a:buNone/>
              </a:pPr>
              <a:r>
                <a:rPr lang="es-AR" sz="3900" b="0" i="0" u="none" strike="noStrike" cap="none">
                  <a:solidFill>
                    <a:srgbClr val="FFFFFF"/>
                  </a:solidFill>
                  <a:latin typeface="Calibri"/>
                  <a:ea typeface="Calibri"/>
                  <a:cs typeface="Calibri"/>
                  <a:sym typeface="Calibri"/>
                </a:rPr>
                <a:t>Proceso</a:t>
              </a:r>
              <a:endParaRPr sz="3900" b="0" i="0" u="none" strike="noStrike" cap="none">
                <a:solidFill>
                  <a:srgbClr val="FFFFFF"/>
                </a:solidFill>
                <a:latin typeface="Calibri"/>
                <a:ea typeface="Calibri"/>
                <a:cs typeface="Calibri"/>
                <a:sym typeface="Calibri"/>
              </a:endParaRPr>
            </a:p>
          </p:txBody>
        </p:sp>
        <p:sp>
          <p:nvSpPr>
            <p:cNvPr id="504" name="Google Shape;504;p65"/>
            <p:cNvSpPr/>
            <p:nvPr/>
          </p:nvSpPr>
          <p:spPr>
            <a:xfrm>
              <a:off x="5524674" y="1428184"/>
              <a:ext cx="467866" cy="547315"/>
            </a:xfrm>
            <a:prstGeom prst="rightArrow">
              <a:avLst>
                <a:gd name="adj1" fmla="val 60000"/>
                <a:gd name="adj2" fmla="val 50000"/>
              </a:avLst>
            </a:prstGeom>
            <a:solidFill>
              <a:srgbClr val="5999D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5" name="Google Shape;505;p65"/>
            <p:cNvSpPr txBox="1"/>
            <p:nvPr/>
          </p:nvSpPr>
          <p:spPr>
            <a:xfrm>
              <a:off x="5524674" y="1537647"/>
              <a:ext cx="327506" cy="328389"/>
            </a:xfrm>
            <a:prstGeom prst="rect">
              <a:avLst/>
            </a:prstGeom>
            <a:noFill/>
            <a:ln>
              <a:noFill/>
            </a:ln>
          </p:spPr>
          <p:txBody>
            <a:bodyPr spcFirstLastPara="1" wrap="square" lIns="0" tIns="0" rIns="0" bIns="0" anchor="ctr" anchorCtr="0">
              <a:noAutofit/>
            </a:bodyPr>
            <a:lstStyle/>
            <a:p>
              <a:pPr marL="0" marR="0" lvl="0" indent="0" algn="ctr" rtl="0">
                <a:lnSpc>
                  <a:spcPct val="90000"/>
                </a:lnSpc>
                <a:spcBef>
                  <a:spcPts val="0"/>
                </a:spcBef>
                <a:spcAft>
                  <a:spcPts val="0"/>
                </a:spcAft>
                <a:buClr>
                  <a:srgbClr val="000000"/>
                </a:buClr>
                <a:buSzPts val="2300"/>
                <a:buFont typeface="Arial"/>
                <a:buNone/>
              </a:pPr>
              <a:endParaRPr sz="2300" b="0" i="0" u="none" strike="noStrike" cap="none">
                <a:solidFill>
                  <a:srgbClr val="FFFFFF"/>
                </a:solidFill>
                <a:latin typeface="Calibri"/>
                <a:ea typeface="Calibri"/>
                <a:cs typeface="Calibri"/>
                <a:sym typeface="Calibri"/>
              </a:endParaRPr>
            </a:p>
          </p:txBody>
        </p:sp>
        <p:sp>
          <p:nvSpPr>
            <p:cNvPr id="506" name="Google Shape;506;p65"/>
            <p:cNvSpPr/>
            <p:nvPr/>
          </p:nvSpPr>
          <p:spPr>
            <a:xfrm>
              <a:off x="6186749" y="1039767"/>
              <a:ext cx="2206916" cy="1324149"/>
            </a:xfrm>
            <a:prstGeom prst="roundRect">
              <a:avLst>
                <a:gd name="adj" fmla="val 10000"/>
              </a:avLst>
            </a:prstGeom>
            <a:solidFill>
              <a:srgbClr val="5999D5"/>
            </a:solidFill>
            <a:ln w="12700" cap="flat" cmpd="sng">
              <a:solidFill>
                <a:srgbClr val="FFFFFF"/>
              </a:solidFill>
              <a:prstDash val="solid"/>
              <a:miter lim="80000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7" name="Google Shape;507;p65"/>
            <p:cNvSpPr txBox="1"/>
            <p:nvPr/>
          </p:nvSpPr>
          <p:spPr>
            <a:xfrm>
              <a:off x="6225532" y="1078550"/>
              <a:ext cx="2129350" cy="1246583"/>
            </a:xfrm>
            <a:prstGeom prst="rect">
              <a:avLst/>
            </a:prstGeom>
            <a:noFill/>
            <a:ln>
              <a:noFill/>
            </a:ln>
          </p:spPr>
          <p:txBody>
            <a:bodyPr spcFirstLastPara="1" wrap="square" lIns="148575" tIns="148575" rIns="148575" bIns="148575" anchor="ctr" anchorCtr="0">
              <a:noAutofit/>
            </a:bodyPr>
            <a:lstStyle/>
            <a:p>
              <a:pPr marL="0" marR="0" lvl="0" indent="0" algn="ctr" rtl="0">
                <a:lnSpc>
                  <a:spcPct val="90000"/>
                </a:lnSpc>
                <a:spcBef>
                  <a:spcPts val="0"/>
                </a:spcBef>
                <a:spcAft>
                  <a:spcPts val="0"/>
                </a:spcAft>
                <a:buClr>
                  <a:srgbClr val="000000"/>
                </a:buClr>
                <a:buSzPts val="3900"/>
                <a:buFont typeface="Arial"/>
                <a:buNone/>
              </a:pPr>
              <a:r>
                <a:rPr lang="es-AR" sz="3900" b="0" i="0" u="none" strike="noStrike" cap="none">
                  <a:solidFill>
                    <a:srgbClr val="FFFFFF"/>
                  </a:solidFill>
                  <a:latin typeface="Calibri"/>
                  <a:ea typeface="Calibri"/>
                  <a:cs typeface="Calibri"/>
                  <a:sym typeface="Calibri"/>
                </a:rPr>
                <a:t> Negocio</a:t>
              </a:r>
              <a:endParaRPr sz="3900" b="0" i="0" u="none" strike="noStrike" cap="none">
                <a:solidFill>
                  <a:srgbClr val="FFFFFF"/>
                </a:solidFill>
                <a:latin typeface="Calibri"/>
                <a:ea typeface="Calibri"/>
                <a:cs typeface="Calibri"/>
                <a:sym typeface="Calibri"/>
              </a:endParaRPr>
            </a:p>
          </p:txBody>
        </p:sp>
      </p:grpSp>
      <p:pic>
        <p:nvPicPr>
          <p:cNvPr id="508" name="Google Shape;508;p65" descr="Confused person"/>
          <p:cNvPicPr preferRelativeResize="0"/>
          <p:nvPr/>
        </p:nvPicPr>
        <p:blipFill rotWithShape="1">
          <a:blip r:embed="rId3">
            <a:alphaModFix/>
          </a:blip>
          <a:srcRect/>
          <a:stretch/>
        </p:blipFill>
        <p:spPr>
          <a:xfrm>
            <a:off x="1988601" y="2698753"/>
            <a:ext cx="914400" cy="914400"/>
          </a:xfrm>
          <a:prstGeom prst="rect">
            <a:avLst/>
          </a:prstGeom>
          <a:noFill/>
          <a:ln>
            <a:noFill/>
          </a:ln>
        </p:spPr>
      </p:pic>
      <p:pic>
        <p:nvPicPr>
          <p:cNvPr id="509" name="Google Shape;509;p65" descr="Cycle with people"/>
          <p:cNvPicPr preferRelativeResize="0"/>
          <p:nvPr/>
        </p:nvPicPr>
        <p:blipFill rotWithShape="1">
          <a:blip r:embed="rId4">
            <a:alphaModFix/>
          </a:blip>
          <a:srcRect/>
          <a:stretch/>
        </p:blipFill>
        <p:spPr>
          <a:xfrm>
            <a:off x="5132634" y="2657480"/>
            <a:ext cx="914400" cy="914400"/>
          </a:xfrm>
          <a:prstGeom prst="rect">
            <a:avLst/>
          </a:prstGeom>
          <a:noFill/>
          <a:ln>
            <a:noFill/>
          </a:ln>
        </p:spPr>
      </p:pic>
      <p:pic>
        <p:nvPicPr>
          <p:cNvPr id="510" name="Google Shape;510;p65" descr="Briefcase"/>
          <p:cNvPicPr preferRelativeResize="0"/>
          <p:nvPr/>
        </p:nvPicPr>
        <p:blipFill rotWithShape="1">
          <a:blip r:embed="rId5">
            <a:alphaModFix/>
          </a:blip>
          <a:srcRect/>
          <a:stretch/>
        </p:blipFill>
        <p:spPr>
          <a:xfrm>
            <a:off x="8261881" y="2676530"/>
            <a:ext cx="914400" cy="914400"/>
          </a:xfrm>
          <a:prstGeom prst="rect">
            <a:avLst/>
          </a:prstGeom>
          <a:noFill/>
          <a:ln>
            <a:noFill/>
          </a:ln>
        </p:spPr>
      </p:pic>
      <p:sp>
        <p:nvSpPr>
          <p:cNvPr id="511" name="Google Shape;511;p65"/>
          <p:cNvSpPr txBox="1"/>
          <p:nvPr/>
        </p:nvSpPr>
        <p:spPr>
          <a:xfrm>
            <a:off x="533526" y="3778172"/>
            <a:ext cx="2658471" cy="2062103"/>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600"/>
              <a:buFont typeface="Arial"/>
              <a:buNone/>
            </a:pPr>
            <a:r>
              <a:rPr lang="es-AR" sz="1600" b="0" i="0" u="none" strike="noStrike" cap="none">
                <a:solidFill>
                  <a:srgbClr val="000000"/>
                </a:solidFill>
                <a:latin typeface="Arial"/>
                <a:ea typeface="Arial"/>
                <a:cs typeface="Arial"/>
                <a:sym typeface="Arial"/>
              </a:rPr>
              <a:t>La clase de hoy impacta en los siguientes temas del bloque de personas</a:t>
            </a:r>
            <a:endParaRPr/>
          </a:p>
          <a:p>
            <a:pPr marL="285750" marR="0" lvl="0" indent="-285750" algn="l" rtl="0">
              <a:lnSpc>
                <a:spcPct val="100000"/>
              </a:lnSpc>
              <a:spcBef>
                <a:spcPts val="0"/>
              </a:spcBef>
              <a:spcAft>
                <a:spcPts val="0"/>
              </a:spcAft>
              <a:buClr>
                <a:srgbClr val="000000"/>
              </a:buClr>
              <a:buSzPts val="1600"/>
              <a:buFont typeface="Arial"/>
              <a:buChar char="•"/>
            </a:pPr>
            <a:r>
              <a:rPr lang="es-AR" sz="1600" b="0" i="0" u="none" strike="noStrike" cap="none">
                <a:solidFill>
                  <a:srgbClr val="000000"/>
                </a:solidFill>
                <a:latin typeface="Arial"/>
                <a:ea typeface="Arial"/>
                <a:cs typeface="Arial"/>
                <a:sym typeface="Arial"/>
              </a:rPr>
              <a:t>Comunicacion</a:t>
            </a:r>
            <a:endParaRPr/>
          </a:p>
          <a:p>
            <a:pPr marL="285750" marR="0" lvl="0" indent="-285750" algn="l" rtl="0">
              <a:lnSpc>
                <a:spcPct val="100000"/>
              </a:lnSpc>
              <a:spcBef>
                <a:spcPts val="0"/>
              </a:spcBef>
              <a:spcAft>
                <a:spcPts val="0"/>
              </a:spcAft>
              <a:buClr>
                <a:srgbClr val="000000"/>
              </a:buClr>
              <a:buSzPts val="1600"/>
              <a:buFont typeface="Arial"/>
              <a:buChar char="•"/>
            </a:pPr>
            <a:r>
              <a:rPr lang="es-AR" sz="1600" b="0" i="0" u="none" strike="noStrike" cap="none">
                <a:solidFill>
                  <a:srgbClr val="000000"/>
                </a:solidFill>
                <a:latin typeface="Arial"/>
                <a:ea typeface="Arial"/>
                <a:cs typeface="Arial"/>
                <a:sym typeface="Arial"/>
              </a:rPr>
              <a:t>Liderazgo</a:t>
            </a:r>
            <a:endParaRPr/>
          </a:p>
          <a:p>
            <a:pPr marL="285750" marR="0" lvl="0" indent="-285750" algn="l" rtl="0">
              <a:lnSpc>
                <a:spcPct val="100000"/>
              </a:lnSpc>
              <a:spcBef>
                <a:spcPts val="0"/>
              </a:spcBef>
              <a:spcAft>
                <a:spcPts val="0"/>
              </a:spcAft>
              <a:buClr>
                <a:srgbClr val="000000"/>
              </a:buClr>
              <a:buSzPts val="1600"/>
              <a:buFont typeface="Arial"/>
              <a:buChar char="•"/>
            </a:pPr>
            <a:r>
              <a:rPr lang="es-AR" sz="1600" b="0" i="0" u="none" strike="noStrike" cap="none">
                <a:solidFill>
                  <a:srgbClr val="000000"/>
                </a:solidFill>
                <a:latin typeface="Arial"/>
                <a:ea typeface="Arial"/>
                <a:cs typeface="Arial"/>
                <a:sym typeface="Arial"/>
              </a:rPr>
              <a:t>Cultura</a:t>
            </a:r>
            <a:endParaRPr sz="1600" b="0" i="0" u="none" strike="noStrike" cap="none">
              <a:solidFill>
                <a:srgbClr val="000000"/>
              </a:solidFill>
              <a:latin typeface="Arial"/>
              <a:ea typeface="Arial"/>
              <a:cs typeface="Arial"/>
              <a:sym typeface="Arial"/>
            </a:endParaRPr>
          </a:p>
          <a:p>
            <a:pPr marL="285750" marR="0" lvl="0" indent="-285750" algn="l" rtl="0">
              <a:lnSpc>
                <a:spcPct val="100000"/>
              </a:lnSpc>
              <a:spcBef>
                <a:spcPts val="0"/>
              </a:spcBef>
              <a:spcAft>
                <a:spcPts val="0"/>
              </a:spcAft>
              <a:buClr>
                <a:srgbClr val="000000"/>
              </a:buClr>
              <a:buSzPts val="1600"/>
              <a:buFont typeface="Arial"/>
              <a:buChar char="•"/>
            </a:pPr>
            <a:r>
              <a:rPr lang="es-AR" sz="1600" b="0" i="0" u="none" strike="noStrike" cap="none">
                <a:solidFill>
                  <a:srgbClr val="000000"/>
                </a:solidFill>
                <a:latin typeface="Arial"/>
                <a:ea typeface="Arial"/>
                <a:cs typeface="Arial"/>
                <a:sym typeface="Arial"/>
              </a:rPr>
              <a:t>Motivación</a:t>
            </a:r>
            <a:endParaRPr sz="1600" b="0" i="0" u="none" strike="noStrike" cap="none">
              <a:solidFill>
                <a:srgbClr val="000000"/>
              </a:solidFill>
              <a:latin typeface="Arial"/>
              <a:ea typeface="Arial"/>
              <a:cs typeface="Arial"/>
              <a:sym typeface="Arial"/>
            </a:endParaRPr>
          </a:p>
          <a:p>
            <a:pPr marL="285750" marR="0" lvl="0" indent="-285750" algn="l" rtl="0">
              <a:lnSpc>
                <a:spcPct val="100000"/>
              </a:lnSpc>
              <a:spcBef>
                <a:spcPts val="0"/>
              </a:spcBef>
              <a:spcAft>
                <a:spcPts val="0"/>
              </a:spcAft>
              <a:buClr>
                <a:srgbClr val="000000"/>
              </a:buClr>
              <a:buSzPts val="1600"/>
              <a:buFont typeface="Arial"/>
              <a:buChar char="•"/>
            </a:pPr>
            <a:r>
              <a:rPr lang="es-AR" sz="1600" b="0" i="0" u="none" strike="noStrike" cap="none">
                <a:solidFill>
                  <a:srgbClr val="000000"/>
                </a:solidFill>
                <a:latin typeface="Arial"/>
                <a:ea typeface="Arial"/>
                <a:cs typeface="Arial"/>
                <a:sym typeface="Arial"/>
              </a:rPr>
              <a:t>Clima Organizacional</a:t>
            </a:r>
            <a:endParaRPr sz="1600" b="0" i="0" u="none" strike="noStrike" cap="none">
              <a:solidFill>
                <a:srgbClr val="000000"/>
              </a:solidFill>
              <a:latin typeface="Arial"/>
              <a:ea typeface="Arial"/>
              <a:cs typeface="Arial"/>
              <a:sym typeface="Arial"/>
            </a:endParaRPr>
          </a:p>
        </p:txBody>
      </p:sp>
      <p:sp>
        <p:nvSpPr>
          <p:cNvPr id="512" name="Google Shape;512;p65"/>
          <p:cNvSpPr txBox="1"/>
          <p:nvPr/>
        </p:nvSpPr>
        <p:spPr>
          <a:xfrm>
            <a:off x="3566358" y="3778172"/>
            <a:ext cx="2386995" cy="2800767"/>
          </a:xfrm>
          <a:prstGeom prst="rect">
            <a:avLst/>
          </a:prstGeom>
          <a:noFill/>
          <a:ln>
            <a:noFill/>
          </a:ln>
        </p:spPr>
        <p:txBody>
          <a:bodyPr spcFirstLastPara="1" wrap="square" lIns="91425" tIns="45700" rIns="91425" bIns="45700" anchor="t" anchorCtr="0">
            <a:spAutoFit/>
          </a:bodyPr>
          <a:lstStyle/>
          <a:p>
            <a:pPr marL="285750" marR="0" lvl="0" indent="-285750" algn="l" rtl="0">
              <a:lnSpc>
                <a:spcPct val="100000"/>
              </a:lnSpc>
              <a:spcBef>
                <a:spcPts val="0"/>
              </a:spcBef>
              <a:spcAft>
                <a:spcPts val="0"/>
              </a:spcAft>
              <a:buClr>
                <a:srgbClr val="000000"/>
              </a:buClr>
              <a:buSzPts val="1600"/>
              <a:buFont typeface="Arial"/>
              <a:buChar char="-"/>
            </a:pPr>
            <a:r>
              <a:rPr lang="es-AR" sz="1600" b="0" i="0" u="none" strike="noStrike" cap="none">
                <a:solidFill>
                  <a:srgbClr val="000000"/>
                </a:solidFill>
                <a:latin typeface="Arial"/>
                <a:ea typeface="Arial"/>
                <a:cs typeface="Arial"/>
                <a:sym typeface="Arial"/>
              </a:rPr>
              <a:t>El tema de hoy veremos impacto en los siguientes procesos:</a:t>
            </a:r>
            <a:endParaRPr/>
          </a:p>
          <a:p>
            <a:pPr marL="285750" marR="0" lvl="0" indent="-285750" algn="l" rtl="0">
              <a:lnSpc>
                <a:spcPct val="100000"/>
              </a:lnSpc>
              <a:spcBef>
                <a:spcPts val="0"/>
              </a:spcBef>
              <a:spcAft>
                <a:spcPts val="0"/>
              </a:spcAft>
              <a:buClr>
                <a:srgbClr val="000000"/>
              </a:buClr>
              <a:buSzPts val="1600"/>
              <a:buFont typeface="Arial"/>
              <a:buChar char="•"/>
            </a:pPr>
            <a:r>
              <a:rPr lang="es-AR" sz="1600" b="0" i="0" u="none" strike="noStrike" cap="none">
                <a:solidFill>
                  <a:srgbClr val="000000"/>
                </a:solidFill>
                <a:latin typeface="Arial"/>
                <a:ea typeface="Arial"/>
                <a:cs typeface="Arial"/>
                <a:sym typeface="Arial"/>
              </a:rPr>
              <a:t>Diseño organizacional</a:t>
            </a:r>
            <a:endParaRPr sz="1600" b="0" i="0" u="none" strike="noStrike" cap="none">
              <a:solidFill>
                <a:srgbClr val="000000"/>
              </a:solidFill>
              <a:latin typeface="Arial"/>
              <a:ea typeface="Arial"/>
              <a:cs typeface="Arial"/>
              <a:sym typeface="Arial"/>
            </a:endParaRPr>
          </a:p>
          <a:p>
            <a:pPr marL="285750" marR="0" lvl="0" indent="-285750" algn="l" rtl="0">
              <a:lnSpc>
                <a:spcPct val="100000"/>
              </a:lnSpc>
              <a:spcBef>
                <a:spcPts val="0"/>
              </a:spcBef>
              <a:spcAft>
                <a:spcPts val="0"/>
              </a:spcAft>
              <a:buClr>
                <a:srgbClr val="000000"/>
              </a:buClr>
              <a:buSzPts val="1600"/>
              <a:buFont typeface="Arial"/>
              <a:buChar char="•"/>
            </a:pPr>
            <a:r>
              <a:rPr lang="es-AR" sz="1600" b="0" i="0" u="none" strike="noStrike" cap="none">
                <a:solidFill>
                  <a:srgbClr val="000000"/>
                </a:solidFill>
                <a:latin typeface="Arial"/>
                <a:ea typeface="Arial"/>
                <a:cs typeface="Arial"/>
                <a:sym typeface="Arial"/>
              </a:rPr>
              <a:t>Reclutamiento y Selección</a:t>
            </a:r>
            <a:endParaRPr sz="1600" b="0" i="0" u="none" strike="noStrike" cap="none">
              <a:solidFill>
                <a:srgbClr val="000000"/>
              </a:solidFill>
              <a:latin typeface="Arial"/>
              <a:ea typeface="Arial"/>
              <a:cs typeface="Arial"/>
              <a:sym typeface="Arial"/>
            </a:endParaRPr>
          </a:p>
          <a:p>
            <a:pPr marL="285750" marR="0" lvl="0" indent="-285750" algn="l" rtl="0">
              <a:lnSpc>
                <a:spcPct val="100000"/>
              </a:lnSpc>
              <a:spcBef>
                <a:spcPts val="0"/>
              </a:spcBef>
              <a:spcAft>
                <a:spcPts val="0"/>
              </a:spcAft>
              <a:buClr>
                <a:srgbClr val="000000"/>
              </a:buClr>
              <a:buSzPts val="1600"/>
              <a:buFont typeface="Arial"/>
              <a:buChar char="•"/>
            </a:pPr>
            <a:r>
              <a:rPr lang="es-AR" sz="1600" b="0" i="0" u="none" strike="noStrike" cap="none">
                <a:solidFill>
                  <a:srgbClr val="000000"/>
                </a:solidFill>
                <a:latin typeface="Arial"/>
                <a:ea typeface="Arial"/>
                <a:cs typeface="Arial"/>
                <a:sym typeface="Arial"/>
              </a:rPr>
              <a:t>Compensaciones</a:t>
            </a:r>
            <a:endParaRPr sz="1600" b="0" i="0" u="none" strike="noStrike" cap="none">
              <a:solidFill>
                <a:srgbClr val="000000"/>
              </a:solidFill>
              <a:latin typeface="Arial"/>
              <a:ea typeface="Arial"/>
              <a:cs typeface="Arial"/>
              <a:sym typeface="Arial"/>
            </a:endParaRPr>
          </a:p>
          <a:p>
            <a:pPr marL="285750" marR="0" lvl="0" indent="-285750" algn="l" rtl="0">
              <a:lnSpc>
                <a:spcPct val="100000"/>
              </a:lnSpc>
              <a:spcBef>
                <a:spcPts val="0"/>
              </a:spcBef>
              <a:spcAft>
                <a:spcPts val="0"/>
              </a:spcAft>
              <a:buClr>
                <a:srgbClr val="000000"/>
              </a:buClr>
              <a:buSzPts val="1600"/>
              <a:buFont typeface="Arial"/>
              <a:buChar char="•"/>
            </a:pPr>
            <a:r>
              <a:rPr lang="es-AR" sz="1600" b="0" i="0" u="none" strike="noStrike" cap="none">
                <a:solidFill>
                  <a:srgbClr val="000000"/>
                </a:solidFill>
                <a:latin typeface="Arial"/>
                <a:ea typeface="Arial"/>
                <a:cs typeface="Arial"/>
                <a:sym typeface="Arial"/>
              </a:rPr>
              <a:t>Capacitación</a:t>
            </a:r>
            <a:endParaRPr sz="1600" b="0" i="0" u="none" strike="noStrike" cap="none">
              <a:solidFill>
                <a:srgbClr val="000000"/>
              </a:solidFill>
              <a:latin typeface="Arial"/>
              <a:ea typeface="Arial"/>
              <a:cs typeface="Arial"/>
              <a:sym typeface="Arial"/>
            </a:endParaRPr>
          </a:p>
          <a:p>
            <a:pPr marL="285750" marR="0" lvl="0" indent="-285750" algn="l" rtl="0">
              <a:lnSpc>
                <a:spcPct val="100000"/>
              </a:lnSpc>
              <a:spcBef>
                <a:spcPts val="0"/>
              </a:spcBef>
              <a:spcAft>
                <a:spcPts val="0"/>
              </a:spcAft>
              <a:buClr>
                <a:srgbClr val="000000"/>
              </a:buClr>
              <a:buSzPts val="1600"/>
              <a:buFont typeface="Arial"/>
              <a:buChar char="•"/>
            </a:pPr>
            <a:r>
              <a:rPr lang="es-AR" sz="1600" b="0" i="0" u="none" strike="noStrike" cap="none">
                <a:solidFill>
                  <a:srgbClr val="000000"/>
                </a:solidFill>
                <a:latin typeface="Arial"/>
                <a:ea typeface="Arial"/>
                <a:cs typeface="Arial"/>
                <a:sym typeface="Arial"/>
              </a:rPr>
              <a:t>Indicadores</a:t>
            </a:r>
            <a:endParaRPr/>
          </a:p>
        </p:txBody>
      </p:sp>
      <p:sp>
        <p:nvSpPr>
          <p:cNvPr id="513" name="Google Shape;513;p65"/>
          <p:cNvSpPr txBox="1"/>
          <p:nvPr/>
        </p:nvSpPr>
        <p:spPr>
          <a:xfrm>
            <a:off x="6283912" y="3487927"/>
            <a:ext cx="3024900" cy="3540300"/>
          </a:xfrm>
          <a:prstGeom prst="rect">
            <a:avLst/>
          </a:prstGeom>
          <a:noFill/>
          <a:ln>
            <a:noFill/>
          </a:ln>
        </p:spPr>
        <p:txBody>
          <a:bodyPr spcFirstLastPara="1" wrap="square" lIns="91425" tIns="45700" rIns="91425" bIns="45700" anchor="t" anchorCtr="0">
            <a:spAutoFit/>
          </a:bodyPr>
          <a:lstStyle/>
          <a:p>
            <a:pPr marL="285750" marR="0" lvl="0" indent="-285750" algn="l" rtl="0">
              <a:lnSpc>
                <a:spcPct val="100000"/>
              </a:lnSpc>
              <a:spcBef>
                <a:spcPts val="0"/>
              </a:spcBef>
              <a:spcAft>
                <a:spcPts val="0"/>
              </a:spcAft>
              <a:buClr>
                <a:srgbClr val="000000"/>
              </a:buClr>
              <a:buSzPts val="1800"/>
              <a:buFont typeface="Arial"/>
              <a:buChar char="-"/>
            </a:pPr>
            <a:r>
              <a:rPr lang="es-AR" sz="1800" b="1" i="0" u="none" strike="noStrike" cap="none">
                <a:solidFill>
                  <a:srgbClr val="000000"/>
                </a:solidFill>
                <a:latin typeface="Arial"/>
                <a:ea typeface="Arial"/>
                <a:cs typeface="Arial"/>
                <a:sym typeface="Arial"/>
              </a:rPr>
              <a:t>Pymes  vs Corporativo</a:t>
            </a:r>
            <a:endParaRPr/>
          </a:p>
          <a:p>
            <a:pPr marL="285750" marR="0" lvl="0" indent="-285750" algn="l" rtl="0">
              <a:lnSpc>
                <a:spcPct val="100000"/>
              </a:lnSpc>
              <a:spcBef>
                <a:spcPts val="0"/>
              </a:spcBef>
              <a:spcAft>
                <a:spcPts val="0"/>
              </a:spcAft>
              <a:buClr>
                <a:srgbClr val="000000"/>
              </a:buClr>
              <a:buSzPts val="1200"/>
              <a:buFont typeface="Arial"/>
              <a:buChar char="-"/>
            </a:pPr>
            <a:r>
              <a:rPr lang="es-AR" sz="1200" b="0" i="0" u="none" strike="noStrike" cap="none">
                <a:solidFill>
                  <a:srgbClr val="000000"/>
                </a:solidFill>
                <a:latin typeface="Arial"/>
                <a:ea typeface="Arial"/>
                <a:cs typeface="Arial"/>
                <a:sym typeface="Arial"/>
              </a:rPr>
              <a:t>¿En las PYMES también se mide el desempeño? Ciertamente </a:t>
            </a:r>
            <a:r>
              <a:rPr lang="es-AR" sz="1200" b="1" i="0" u="none" strike="noStrike" cap="none">
                <a:solidFill>
                  <a:srgbClr val="000000"/>
                </a:solidFill>
                <a:latin typeface="Arial"/>
                <a:ea typeface="Arial"/>
                <a:cs typeface="Arial"/>
                <a:sym typeface="Arial"/>
              </a:rPr>
              <a:t>sí.</a:t>
            </a:r>
            <a:endParaRPr/>
          </a:p>
          <a:p>
            <a:pPr marL="285750" marR="0" lvl="0" indent="-285750" algn="l" rtl="0">
              <a:lnSpc>
                <a:spcPct val="100000"/>
              </a:lnSpc>
              <a:spcBef>
                <a:spcPts val="0"/>
              </a:spcBef>
              <a:spcAft>
                <a:spcPts val="0"/>
              </a:spcAft>
              <a:buClr>
                <a:srgbClr val="000000"/>
              </a:buClr>
              <a:buSzPts val="1200"/>
              <a:buFont typeface="Arial"/>
              <a:buChar char="-"/>
            </a:pPr>
            <a:r>
              <a:rPr lang="es-AR" sz="1200" b="0" i="0" u="none" strike="noStrike" cap="none">
                <a:solidFill>
                  <a:srgbClr val="000000"/>
                </a:solidFill>
                <a:latin typeface="Arial"/>
                <a:ea typeface="Arial"/>
                <a:cs typeface="Arial"/>
                <a:sym typeface="Arial"/>
              </a:rPr>
              <a:t>Tal vez en una PYME no se den todas las </a:t>
            </a:r>
            <a:r>
              <a:rPr lang="es-AR" sz="1200"/>
              <a:t>etapas</a:t>
            </a:r>
            <a:r>
              <a:rPr lang="es-AR" sz="1200" b="0" i="0" u="none" strike="noStrike" cap="none">
                <a:solidFill>
                  <a:srgbClr val="000000"/>
                </a:solidFill>
                <a:latin typeface="Arial"/>
                <a:ea typeface="Arial"/>
                <a:cs typeface="Arial"/>
                <a:sym typeface="Arial"/>
              </a:rPr>
              <a:t> formales de un proceso de desempeño, pero los directivos establecen objetivos (pueden no estar escritos), le dan seguimiento al avance, buscan en sus empleados ciertas competencias y finalmente evalúan quiénes en la organización llegan a esos objetivos y cómo lo hacen. Todo esto puede suceder en la cabeza del dueño de la PYME, o plasmarse en acciones informales (Ej: un mensaje de felicitaciones o de corrección).</a:t>
            </a:r>
            <a:endParaRPr/>
          </a:p>
          <a:p>
            <a:pPr marL="0" marR="0" lvl="0" indent="0" algn="l" rtl="0">
              <a:lnSpc>
                <a:spcPct val="100000"/>
              </a:lnSpc>
              <a:spcBef>
                <a:spcPts val="0"/>
              </a:spcBef>
              <a:spcAft>
                <a:spcPts val="0"/>
              </a:spcAft>
              <a:buNone/>
            </a:pPr>
            <a:r>
              <a:rPr lang="es-AR" sz="1400" b="0" i="0" u="none" strike="noStrike" cap="none">
                <a:solidFill>
                  <a:srgbClr val="000000"/>
                </a:solidFill>
                <a:latin typeface="Arial"/>
                <a:ea typeface="Arial"/>
                <a:cs typeface="Arial"/>
                <a:sym typeface="Arial"/>
              </a:rPr>
              <a:t>	</a:t>
            </a:r>
            <a:endParaRPr/>
          </a:p>
        </p:txBody>
      </p:sp>
      <p:sp>
        <p:nvSpPr>
          <p:cNvPr id="514" name="Google Shape;514;p65"/>
          <p:cNvSpPr txBox="1"/>
          <p:nvPr/>
        </p:nvSpPr>
        <p:spPr>
          <a:xfrm>
            <a:off x="0" y="-24"/>
            <a:ext cx="9906000" cy="1188000"/>
          </a:xfrm>
          <a:prstGeom prst="rect">
            <a:avLst/>
          </a:prstGeom>
          <a:noFill/>
          <a:ln>
            <a:noFill/>
          </a:ln>
        </p:spPr>
        <p:txBody>
          <a:bodyPr spcFirstLastPara="1" wrap="square" lIns="72000" tIns="252000" rIns="72000" bIns="36000" anchor="ctr" anchorCtr="0">
            <a:noAutofit/>
          </a:bodyPr>
          <a:lstStyle/>
          <a:p>
            <a:pPr marL="714375" marR="0" lvl="0" indent="-714375" algn="l" rtl="0">
              <a:lnSpc>
                <a:spcPct val="90000"/>
              </a:lnSpc>
              <a:spcBef>
                <a:spcPts val="0"/>
              </a:spcBef>
              <a:spcAft>
                <a:spcPts val="0"/>
              </a:spcAft>
              <a:buClr>
                <a:srgbClr val="000000"/>
              </a:buClr>
              <a:buSzPts val="2400"/>
              <a:buFont typeface="Arial"/>
              <a:buNone/>
            </a:pPr>
            <a:r>
              <a:rPr lang="es-AR" sz="2400" b="1" i="0" u="none" strike="noStrike" cap="none">
                <a:solidFill>
                  <a:srgbClr val="2A4A75"/>
                </a:solidFill>
                <a:latin typeface="Arial"/>
                <a:ea typeface="Arial"/>
                <a:cs typeface="Arial"/>
                <a:sym typeface="Arial"/>
              </a:rPr>
              <a:t>LAS PERSONAS EN EL TRABAJO</a:t>
            </a:r>
            <a:endParaRPr sz="2400" b="1" i="0" u="none" strike="noStrike" cap="none">
              <a:solidFill>
                <a:srgbClr val="2A4A75"/>
              </a:solidFill>
              <a:latin typeface="Arial"/>
              <a:ea typeface="Arial"/>
              <a:cs typeface="Arial"/>
              <a:sym typeface="Arial"/>
            </a:endParaRPr>
          </a:p>
          <a:p>
            <a:pPr marL="714375" marR="0" lvl="0" indent="-714375" algn="l" rtl="0">
              <a:lnSpc>
                <a:spcPct val="90000"/>
              </a:lnSpc>
              <a:spcBef>
                <a:spcPts val="0"/>
              </a:spcBef>
              <a:spcAft>
                <a:spcPts val="0"/>
              </a:spcAft>
              <a:buClr>
                <a:srgbClr val="000000"/>
              </a:buClr>
              <a:buSzPts val="2400"/>
              <a:buFont typeface="Arial"/>
              <a:buNone/>
            </a:pPr>
            <a:r>
              <a:rPr lang="es-AR" sz="2400" b="1" i="0" u="none" strike="noStrike" cap="none">
                <a:solidFill>
                  <a:srgbClr val="2A4A75"/>
                </a:solidFill>
                <a:latin typeface="Arial"/>
                <a:ea typeface="Arial"/>
                <a:cs typeface="Arial"/>
                <a:sym typeface="Arial"/>
              </a:rPr>
              <a:t>Gestión del Desempeño</a:t>
            </a:r>
            <a:endParaRPr sz="2400" b="1" i="0" u="none" strike="noStrike" cap="none">
              <a:solidFill>
                <a:srgbClr val="2A4A75"/>
              </a:solidFill>
              <a:latin typeface="Arial"/>
              <a:ea typeface="Arial"/>
              <a:cs typeface="Arial"/>
              <a:sym typeface="Arial"/>
            </a:endParaRPr>
          </a:p>
          <a:p>
            <a:pPr marL="714375" marR="0" lvl="0" indent="-714375" algn="l" rtl="0">
              <a:lnSpc>
                <a:spcPct val="90000"/>
              </a:lnSpc>
              <a:spcBef>
                <a:spcPts val="0"/>
              </a:spcBef>
              <a:spcAft>
                <a:spcPts val="0"/>
              </a:spcAft>
              <a:buClr>
                <a:srgbClr val="000000"/>
              </a:buClr>
              <a:buSzPts val="2400"/>
              <a:buFont typeface="Arial"/>
              <a:buNone/>
            </a:pPr>
            <a:endParaRPr sz="2400" b="1" i="0" u="none" strike="noStrike" cap="none">
              <a:solidFill>
                <a:srgbClr val="2A4A75"/>
              </a:solidFill>
              <a:latin typeface="Arial"/>
              <a:ea typeface="Arial"/>
              <a:cs typeface="Arial"/>
              <a:sym typeface="Arial"/>
            </a:endParaRPr>
          </a:p>
        </p:txBody>
      </p:sp>
    </p:spTree>
  </p:cSld>
  <p:clrMapOvr>
    <a:masterClrMapping/>
  </p:clrMapOvr>
</p:sld>
</file>

<file path=ppt/theme/theme1.xml><?xml version="1.0" encoding="utf-8"?>
<a:theme xmlns:a="http://schemas.openxmlformats.org/drawingml/2006/main" name="Tema de Offic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Thème Offic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2212</Words>
  <Application>Microsoft Macintosh PowerPoint</Application>
  <PresentationFormat>A4 Paper (210x297 mm)</PresentationFormat>
  <Paragraphs>296</Paragraphs>
  <Slides>25</Slides>
  <Notes>25</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25</vt:i4>
      </vt:variant>
    </vt:vector>
  </HeadingPairs>
  <TitlesOfParts>
    <vt:vector size="31" baseType="lpstr">
      <vt:lpstr>Calibri</vt:lpstr>
      <vt:lpstr>Tahoma</vt:lpstr>
      <vt:lpstr>Raleway</vt:lpstr>
      <vt:lpstr>Noto Sans Symbols</vt:lpstr>
      <vt:lpstr>Arial</vt:lpstr>
      <vt:lpstr>Tema de Office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PC</dc:creator>
  <cp:lastModifiedBy>Maria Jimena Perez Liendo</cp:lastModifiedBy>
  <cp:revision>1</cp:revision>
  <dcterms:created xsi:type="dcterms:W3CDTF">2010-12-02T12:17:16Z</dcterms:created>
  <dcterms:modified xsi:type="dcterms:W3CDTF">2024-08-14T02:43:25Z</dcterms:modified>
</cp:coreProperties>
</file>