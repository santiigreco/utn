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79" r:id="rId5"/>
    <p:sldId id="259" r:id="rId6"/>
    <p:sldId id="268" r:id="rId7"/>
    <p:sldId id="258" r:id="rId8"/>
    <p:sldId id="261" r:id="rId9"/>
    <p:sldId id="265" r:id="rId10"/>
    <p:sldId id="263" r:id="rId11"/>
    <p:sldId id="264" r:id="rId12"/>
    <p:sldId id="266" r:id="rId13"/>
    <p:sldId id="262" r:id="rId14"/>
    <p:sldId id="273" r:id="rId15"/>
    <p:sldId id="270" r:id="rId16"/>
    <p:sldId id="271" r:id="rId17"/>
    <p:sldId id="274" r:id="rId18"/>
    <p:sldId id="275" r:id="rId1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86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67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409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6339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5682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2435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1921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1034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2942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3668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013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9067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4712F-8CD9-4177-B7D1-CFB4C2495552}" type="datetimeFigureOut">
              <a:rPr lang="es-AR" smtClean="0"/>
              <a:t>22/4/2021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19801-9F4D-42A8-BE80-B8F3B3F55EA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310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Distribuciones continuas de carga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 smtClean="0"/>
              <a:t>Densidad lineal de carga</a:t>
            </a:r>
          </a:p>
          <a:p>
            <a:r>
              <a:rPr lang="es-AR" dirty="0" smtClean="0"/>
              <a:t>Densidad superficial de carga</a:t>
            </a:r>
          </a:p>
          <a:p>
            <a:r>
              <a:rPr lang="es-AR" dirty="0" smtClean="0"/>
              <a:t>Densidad volumétrica de carga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2881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Densidad lineal de carga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l-GR" sz="48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s-AR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s-AR" sz="4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dq</a:t>
            </a:r>
            <a:r>
              <a:rPr lang="es-AR" sz="4800" dirty="0" smtClean="0">
                <a:latin typeface="Arial" panose="020B0604020202020204" pitchFamily="34" charset="0"/>
                <a:cs typeface="Arial" panose="020B0604020202020204" pitchFamily="34" charset="0"/>
              </a:rPr>
              <a:t>´/dl´</a:t>
            </a:r>
            <a:endParaRPr lang="es-AR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25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459" y="173907"/>
            <a:ext cx="8918286" cy="650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7" y="97710"/>
            <a:ext cx="9058274" cy="671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7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2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171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2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1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77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85725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10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34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K= 1/ 4</a:t>
            </a:r>
            <a:r>
              <a:rPr lang="el-GR" dirty="0" smtClean="0"/>
              <a:t>π</a:t>
            </a:r>
            <a:r>
              <a:rPr lang="el-G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ℇ</a:t>
            </a:r>
            <a:r>
              <a:rPr lang="es-A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s-AR" sz="2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l-GR" sz="4000" dirty="0">
                <a:latin typeface="Arial" panose="020B0604020202020204" pitchFamily="34" charset="0"/>
                <a:cs typeface="Arial" panose="020B0604020202020204" pitchFamily="34" charset="0"/>
              </a:rPr>
              <a:t>ℇ</a:t>
            </a:r>
            <a:r>
              <a:rPr lang="es-AR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0 </a:t>
            </a:r>
            <a:r>
              <a:rPr lang="es-AR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permitividad</a:t>
            </a:r>
            <a:r>
              <a:rPr lang="es-AR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dieléctrica del vacío 8,85 x  10 </a:t>
            </a:r>
            <a:r>
              <a:rPr lang="es-AR" sz="4000" baseline="30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AR" sz="40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12 </a:t>
            </a:r>
            <a:r>
              <a:rPr lang="es-AR" sz="2800" dirty="0"/>
              <a:t>C</a:t>
            </a:r>
            <a:r>
              <a:rPr lang="es-AR" sz="2800" baseline="30000" dirty="0"/>
              <a:t>2</a:t>
            </a:r>
            <a:r>
              <a:rPr lang="es-AR" sz="2800" dirty="0"/>
              <a:t>/Nm</a:t>
            </a:r>
            <a:r>
              <a:rPr lang="es-AR" sz="2800" baseline="30000" dirty="0"/>
              <a:t>2</a:t>
            </a:r>
            <a:endParaRPr lang="es-AR" sz="2800" dirty="0"/>
          </a:p>
          <a:p>
            <a:endParaRPr lang="es-AR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79208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997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Hilo muy largo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AR" dirty="0" smtClean="0"/>
              <a:t>E(r) módulo varía con </a:t>
            </a:r>
            <a:r>
              <a:rPr lang="es-AR" b="1" dirty="0" smtClean="0"/>
              <a:t>r</a:t>
            </a:r>
            <a:r>
              <a:rPr lang="es-AR" dirty="0" smtClean="0"/>
              <a:t>, siendo </a:t>
            </a:r>
            <a:r>
              <a:rPr lang="es-AR" b="1" dirty="0" smtClean="0"/>
              <a:t>r</a:t>
            </a:r>
            <a:r>
              <a:rPr lang="es-AR" dirty="0" smtClean="0"/>
              <a:t> posición punto campo con respecto al eje z en cilíndricas</a:t>
            </a:r>
            <a:endParaRPr lang="es-AR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0764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97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85725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44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mpo eléctrico creado por un hilo condu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358" y="1440497"/>
            <a:ext cx="6191250" cy="284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694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ampo eléctrico creado por un hilo infinito cargado uniformemente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24" y="1245008"/>
            <a:ext cx="4572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0858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67</Words>
  <Application>Microsoft Office PowerPoint</Application>
  <PresentationFormat>Panorámica</PresentationFormat>
  <Paragraphs>10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Tema de Office</vt:lpstr>
      <vt:lpstr>Distribuciones continuas de carga</vt:lpstr>
      <vt:lpstr>Densidad lineal de carga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K= 1/ 4πℇ0</vt:lpstr>
      <vt:lpstr>Presentación de PowerPoint</vt:lpstr>
      <vt:lpstr>Hilo muy largo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Distribuciones continuas de carga</dc:title>
  <dc:creator>Compumundo</dc:creator>
  <cp:lastModifiedBy>Compumundo</cp:lastModifiedBy>
  <cp:revision>12</cp:revision>
  <dcterms:created xsi:type="dcterms:W3CDTF">2020-05-05T18:33:19Z</dcterms:created>
  <dcterms:modified xsi:type="dcterms:W3CDTF">2021-04-22T21:32:48Z</dcterms:modified>
</cp:coreProperties>
</file>