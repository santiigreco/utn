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8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514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572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79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218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985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522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1039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64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64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788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169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3A246-6895-401E-8D55-59667EE458FE}" type="datetimeFigureOut">
              <a:rPr lang="es-AR" smtClean="0"/>
              <a:t>23/4/2021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AC604-EC3B-4F87-970F-49A47F99D1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332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1393371" y="600891"/>
            <a:ext cx="9122228" cy="1089798"/>
          </a:xfrm>
        </p:spPr>
        <p:txBody>
          <a:bodyPr>
            <a:noAutofit/>
          </a:bodyPr>
          <a:lstStyle/>
          <a:p>
            <a:pPr algn="ctr"/>
            <a:r>
              <a:rPr lang="es-A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Campo E creado por aro cargado con </a:t>
            </a:r>
            <a:r>
              <a:rPr lang="el-G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s-A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uniforme en eje perpendicular al </a:t>
            </a:r>
            <a:br>
              <a:rPr lang="es-AR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plano del aro de radio a.</a:t>
            </a:r>
            <a:endParaRPr lang="es-A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46346" y="993515"/>
            <a:ext cx="4750348" cy="6020326"/>
          </a:xfrm>
        </p:spPr>
      </p:pic>
    </p:spTree>
    <p:extLst>
      <p:ext uri="{BB962C8B-B14F-4D97-AF65-F5344CB8AC3E}">
        <p14:creationId xmlns:p14="http://schemas.microsoft.com/office/powerpoint/2010/main" val="419410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588" y="752703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232743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503" y="879066"/>
            <a:ext cx="8626434" cy="5251768"/>
          </a:xfrm>
        </p:spPr>
      </p:pic>
    </p:spTree>
    <p:extLst>
      <p:ext uri="{BB962C8B-B14F-4D97-AF65-F5344CB8AC3E}">
        <p14:creationId xmlns:p14="http://schemas.microsoft.com/office/powerpoint/2010/main" val="3870635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234" y="783771"/>
            <a:ext cx="6209212" cy="5151898"/>
          </a:xfrm>
        </p:spPr>
      </p:pic>
    </p:spTree>
    <p:extLst>
      <p:ext uri="{BB962C8B-B14F-4D97-AF65-F5344CB8AC3E}">
        <p14:creationId xmlns:p14="http://schemas.microsoft.com/office/powerpoint/2010/main" val="375427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l-GR" dirty="0" smtClean="0"/>
              <a:t>λ</a:t>
            </a:r>
            <a:r>
              <a:rPr lang="es-AR" dirty="0" smtClean="0"/>
              <a:t>= </a:t>
            </a:r>
            <a:r>
              <a:rPr lang="es-AR" dirty="0" err="1" smtClean="0"/>
              <a:t>dq</a:t>
            </a:r>
            <a:r>
              <a:rPr lang="es-AR" dirty="0" smtClean="0"/>
              <a:t>´/dl´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1886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1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60" y="1422264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87254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70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19</Words>
  <Application>Microsoft Office PowerPoint</Application>
  <PresentationFormat>Panorámica</PresentationFormat>
  <Paragraphs>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Campo E creado por aro cargado con λ uniforme en eje perpendicular al  plano del aro de radio a.</vt:lpstr>
      <vt:lpstr>Presentación de PowerPoint</vt:lpstr>
      <vt:lpstr>Presentación de PowerPoint</vt:lpstr>
      <vt:lpstr>Presentación de PowerPoint</vt:lpstr>
      <vt:lpstr>λ= dq´/dl´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Campo E creado por aro cargado con λ uniforme en eje perpendicular al plano del aro de radio a.</dc:title>
  <dc:creator>Compumundo</dc:creator>
  <cp:lastModifiedBy>Compumundo</cp:lastModifiedBy>
  <cp:revision>6</cp:revision>
  <dcterms:created xsi:type="dcterms:W3CDTF">2020-05-10T21:19:34Z</dcterms:created>
  <dcterms:modified xsi:type="dcterms:W3CDTF">2021-04-24T00:00:00Z</dcterms:modified>
</cp:coreProperties>
</file>