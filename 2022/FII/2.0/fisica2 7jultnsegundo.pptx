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2" r:id="rId5"/>
    <p:sldId id="263" r:id="rId6"/>
    <p:sldId id="261" r:id="rId7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16:06:23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43 320,'0'0'8036,"-6"0"-8468,19-18-1777,0-6-3058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1:05:03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18897 4723 2017,'0'0'2497,"0"0"-2433,0 0-32,-121 0 528,90 7 1185,4-1-400,2 0-241,1 1 65,5-1 368,2 0-241,5-1-399,0-1 95,5-1-208,5-2-207,2-1 191,0 0-352,0 3 80,5-3-63,30 0-257,20 0 96,11 0 0,4 0-192,-6 0 48,-9 0-96,-10 0 0,-3 8 16,-3 3-16,-6 2 224,-9-2-240,-7-3 0,-13-1 48,-2-6 0,-2 2-64,0-3 0,-2 0 16,-27 2 16,-11 0 112,-15 0-112,-6-2 0,-3 0 48,-4 0-32,-2 5 16,3 5-48,3 1 145,14 3 63,9 0 0,18-6 144,13-2-352,8-1 48,2-3-64,0 0-96,14 7 32,24 1 96,17 3-32,9 2 0,8 0-176,-6 2-32,0 3 160,-4 3-80,-3 5 128,3-1 0,-9 6 16,-8-5-64,-10-3 48,-16-6-16,-7-6-16,-7-8-64,-5-4 80,0 2-80,-36-3 31,-21 0-47,-19 0 128,-7 0-16,-1 0 0,12-4 32,7-1-48,15 5 16,15 0 0,16 0-32,11 0 32,8 0-32,0 11-16,2 10 16,23 5-32,8 0 64,5-1-272,-2 1 112,-1 0-32,-2-3-128,-2 1 256,-5-3 0,-1-2 16,-7-4 48,-1 3 0,-5-1 48,0 2 0,-3 0 80,-1 5 96,-2-3-144,-1 4 240,2 6-128,-4-1-48,-1-1 64,-2 5-127,0-1 127,0 3-16,2 3 48,4 1 64,0 5-176,4 0 96,2 6 96,-1 1-256,1-3 96,1 4-144,-1-1 48,-1-5-16,1 0-48,-2-4 0,2-2-16,-1-1 64,3-2-48,-4 5 0,2-2 64,-3-1-96,-1 3 48,1-2-16,1 0 193,-3-3-145,0 3 112,0-1-160,0-1 96,-2 0-64,0-3-32,0-2 0,1 2 16,0 1 80,-4-1-96,5 2 0,-2 1 32,0 0-32,1-1 0,0-2 0,3-2 96,0 1-96,1-3 0,-3 3 0,0 0 80,-2 4-96,-3 6 16,-2-2 0,0 4 80,0-2-32,0 2-16,0 0 0,0 2 32,0 0 48,-2 1-96,2 3-16,-2-4 80,2-6 16,0-5-80,0-3-16,0 1 32,0 0-48,0 3 16,0-5 0,0 0 32,0-3 0,0-6-32,0-4 0,0-5 48,0-6-48,0-4 0,0-3 0,0-1-48,0-2 64,0 0-16,0 0 0,0 0-16,0 2-64,0-2 80,0 4-16,0 3-80,-3-3 112,-8 7-32,-4-3 16,1 3 0,2-1 0,-3-3 0,1-1-64,2-1 48,-2 1-96,-5 3 112,0 1-48,-7 3-32,0 2 0,0-2 48,-1-2 32,6-1-16,2 3 16,2-7 0,-2 1 0,3-1 16,-5 1-80,-8-3 64,-7-2-176,-14 0 128,-10-2-352,-4 5 319,0 5 81,-2 3 0,-1 0-32,-1 0 32,-4-5 0,-6-3-32,-8-5 177,-3 0-177,-6 0 32,-4 0 0,-1 0 0,3 0 0,4 0-16,9 0-97,6 0 129,6 0-16,0 0 0,-5 0-160,-6 0 144,-6 0-80,4 0 64,2 4-64,6 5 80,9-3 16,4 0 0,2-2 32,1 3-32,1-1 0,3-1 0,1 1-16,2 1 128,4-1-128,-2-6 16,0 2 0,1 0-16,-1 0 32,1-2-16,-5 3 16,-1-3 32,-2 0-48,2 1 0,-2-1 0,1 0-48,3 0 48,1 0 0,7 0 64,2 3-32,4-1-32,-2-2 0,-3 0 96,1 0-176,-2 0 80,-1 0 0,3 0 0,-2 0 80,2 0-80,4 0 0,-1-2 80,5-1-96,2-1 16,2 2 0,2 0-48,-2 2 96,-3 0-48,3 0 0,-3 0 64,0 0-64,1 0 0,-3 7 0,4 3 65,1-6-1,2 3 80,0 0-144,0-1 48,2-4-80,-1-2 32,-4 0-48,-1 0-48,-8 0 32,-2 4 64,-3 0 0,-1 5 64,0 0 112,2 1-80,-3-4-96,-2 6 16,-1-2-16,2-1-16,3-1 0,1-1-224,-6-6 127,-1-1-271,-11 0-464,-8 0-737,-3-1-2417,2-12-3521</inkml:trace>
  <inkml:trace contextRef="#ctx0" brushRef="#br0" timeOffset="-6448.31">6808 6135 7924,'0'0'480,"0"0"-416,0 0 1553,0 0 784,0 0-1169,0 0-463,-64-30-289,64 28-64,2 0-224,27-1-112,16-1 304,15 4 17,18 0-129,8 0 80,11 7-144,4 8 48,-4 2-192,-11-3-16,-16 2-96,-15-4 32,-19 0 16,-20-9 0,-8 0 0,-8-1 0,0 0 112,-19 0 144,-26 0 433,-19 0-513,-10 1 16,-2 5 64,-2 0-160,-2 3 64,-2 2-48,1 2-96,-1 0 144,10 0-96,10 0 0,7 2 16,12-4-32,5 2-64,10 0 16,13-7 0,7-1-96,8-1 80,0 3-176,17-3 16,26 5 16,21-4 128,22-5 32,11-2-192,13 0 48,-6 0-481,-8 4 225,-13 6-256,-21 1 64,-15 2 95,-23-2 273,-14 0 112,-10 1 112,-5 1 0,-31 4 320,-13 3 257,-16-5-241,-6 1 112,-1-4-32,1-2-368,7-1 208,10-3-224,11-2 144,14 1-143,12-5 47,13 0-112,4 0 32,0 0-529,2 1 81,17-1 144,2 3 288,-1-3-480,1 0-369,-5 2 385,-1-2 192,-3 2 288,-3 0-48,-2 0 80,0 1-32,-5-2 48,4 6 64,-4 1-16,2 3 240,4 2 0,-4 4 177,4 1-273,-1 1 112,3 4 96,-2 5-160,7 2 112,-3 2 17,-2 0-209,-1 4 128,-2 0-192,0 1 192,1 1-192,-2 1-128,-1-2 240,0 3-112,2 1-128,1 2 192,0 4-160,0 0 48,3 2 17,1-5-81,0 2 80,-2-6-32,-1-1-48,1-3 112,0-2-112,-3-2 16,-1 1 112,2-1-112,-1 4 96,0 2-96,-2 3-32,2 0 48,2 4-64,-1-1 0,1-1 16,1 3 32,0-8-48,1 2 0,-1 1 16,-4-2-32,4-1 64,-2-1-48,-1-3 0,-1 0 32,2-4-32,-4 4 0,-2 1 0,4-1-32,-4 0 32,3-9 0,-3 1 0,3-5 32,-2-3-32,-1-2 0,-2 0 48,2-4-112,-2 1 64,0 0 0,0 2 0,0 0 64,0 4-64,0-1 0,0-2 16,0 2-48,0-3 48,0-2-16,0-3 0,0 1 16,0-1-48,0 3 32,0 0 0,4 2 0,4 4 16,-1-4-16,-2 3 0,0-3 48,-1 0-48,-2-2 0,-2-3 64,4 1-128,-2-3 64,0-1 0,2-1 0,-1 1 64,0-6-176,1 4 112,3-5-80,5 0 64,2 0 32,3 0 16,7 0 96,-1-6-112,8-5 96,-2 2-112,2 1 64,-2 3-80,-1-1 48,1 4-32,2 0 0,0 2 32,2 0-32,0-5 0,0 5 16,3-1-16,2-2-16,0 1 16,2 0 48,3 2 0,2 0-48,3 0 0,-1 0 32,4-2-96,-1 2 32,-1 0 32,1 0 32,1 0 16,-2 0-80,-1-3 32,1 2 0,-1 1 32,0 0-16,-6 0-16,3 0 0,-4 0 48,2 0-48,-3 4 0,3-2 16,2 0-16,3-2 16,-3 0-16,2 0 0,4 0 80,-4 2-80,3-2 0,0 0 32,0 0-64,0 0 48,2 0-16,-1 3 112,-4-3-112,1 0 128,-9 0-64,2 0-64,-2 0 97,0 0-81,2-3-16,4-1 0,-2-2 96,-1-1-96,1 3 16,-2-3 32,-3 3-48,0 2 16,-5-2-16,3 4 0,0-2-32,-3-1 32,0 3 0,2-2 32,2 2-64,-4 0 16,2 0 16,2 0 16,-2 0 0,2 0-32,2 0 16,-1 0 0,0 0-32,0 0 80,0 0-48,5 2 0,3-2-16,3 0 16,3 0 0,1 0 0,-1 0-32,-3 0 80,0 0-48,-2 0 0,-1-2 48,-1 0-64,2 0 16,1-2 0,-1-1 0,1 1 0,-5 0 0,0 2 0,-4-1 64,0 3-80,-2 0 16,-4 0 0,2 0-48,-7 0 48,5 0 0,1 0-16,1 0 96,3 0-48,2 0-32,3 3 0,2-3-48,1 2 48,1 0 0,-4-2-48,0 0 64,-3 0-16,-4 2 0,-1-2 16,-1 0-96,2 0 80,1 0 0,2 0 0,-4 0 32,3 0-32,-2 0 0,-5 0 0,0 0-80,-2 0 80,-4 0 0,-1 3-32,-3-3 128,-1 1-128,-5 4 32,-2-5 0,-1 2-96,-2 2 96,4-2 0,0-2-16,3 2 48,2-2-64,0 3 32,3-3-16,-4 0-81,3 0 97,-1 0 0,1 0 0,-2 0 81,-3 0-81,4 0 0,-1 0 32,4 0-96,6 0 80,2-5-16,5 1 0,-5 0 64,-2-1-80,-8 4 16,-5 1 0,1 0 80,-5 0-32,4 0 16,-1 0-64,1 0 80,1 0-48,-1 0-32,1 0 0,-3 0-32,3 0 32,-1 0 0,1 0-32,-3 0 96,1 0-64,-5 0 0,4 0 0,-2 0-112,5-5 112,1-4-16,-6-8 0,1-6-449,-11-3-383,-2-4-769,-10-2-4417</inkml:trace>
  <inkml:trace contextRef="#ctx0" brushRef="#br0" timeOffset="160338.84">9748 2277 288,'0'0'929,"0"0"431,0 0 81,0 0 192,0 0 47,0 0-223,0 0 240,-39 10-561,39-10 1,0 0-193,0 0-399,0 0 63,0 0-304,0 0-96,0-4 512,0-9-255,-2-2-129,-7 0 128,-5 0-304,-6 0 192,1 2-176,-2 5-112,-5 6 64,-3 2-16,-6 0-48,-4 21 305,-1 11-353,-1 11 176,-2 4-64,6 8 16,4 5 240,2 4-352,7 7 224,9 8 80,9 9-16,6 6 49,6-2-65,27-13-144,18-23 0,18-18-160,11-17 0,13-14 112,3-7-112,-11 0 272,-11-8-256,-15-10 0,-11 6 16,-13 1-32,-15 4 0,-11 5 16,-6 2-16,-3 0-16,0 0-192,0 0-336,-18-6-465,-5 0-2272,-3-1-4867</inkml:trace>
  <inkml:trace contextRef="#ctx0" brushRef="#br0" timeOffset="18105.52">11745 2845 1825,'0'0'3922,"0"0"-2754,0 0-528,0 0 433,0 0 240,0 0 15,-5 143-511,17-87-81,-2 6 160,-2 5-271,2-1-113,0-4-288,-3-11-176,1-8 96,-2-13-112,-1-13 0,-2-6 0,-1-9 0,-2-2 64,0 0-32,0-22-48,0-16-16,0-9-352,-5-7 272,-4-1-16,-1 1-272,-2 1 304,3 4 16,-1 0-96,8 2 80,2-1 64,0-1 0,10 2-96,21 5-17,6 7 81,11 11-32,7 9-48,-1 9 64,1 6-96,-10 0 144,-7 11 0,-12 19 16,-9 6-16,-15 5 128,-2 2-80,-2 1 321,-27 1-257,-6-4 288,-6-7 176,-4-4-368,-5-4 288,0-2 65,3-1-385,8 5 416,16 2-464,13 4 16,10 2 80,12 0-144,34-1-64,13-5-16,12-9 16,3-4-128,2-8 0,-4-7-864,-6-2-273,-9 0-1392,-10-15-1265,-11-10-672</inkml:trace>
  <inkml:trace contextRef="#ctx0" brushRef="#br0" timeOffset="18729.12">12496 3209 5426,'0'0'1921,"0"0"448,-21 162 161,18-106-626,3-7-575,0-4-481,0-6-687,0-7 127,6-7-288,0-5-465,2-7-1471,-8-7-2338</inkml:trace>
  <inkml:trace contextRef="#ctx0" brushRef="#br0" timeOffset="-3035.86">13410 4394 576,'0'0'737,"0"0"-289,0 0-240,0 0-64,0 0-144,0 0-128,0 0 48,43 7 80,-43-7 144,0 0 400,0 0 545,0 0-81,0 0-288,0 0-127,0 0 351,0-3-159,-4 1 319,4 0-240,0 2 81,0 0-145,0 0-31,0 0 47,0 0-128,0 0-224,0-2 193,0 2-145,0 0 16,0 0-80,0 0-271,0-3 47,0 3 128,0-1-160,8-2 144,21-3 112,14-3-80,11-3-47,7-4-305,3 4 80,6 1 48,-4 3-80,6-1-32,6 3 32,10 1-32,22-1 192,15 1-160,13 1 160,8 0 16,1 0-224,-4 1 160,-7-1-176,-11 4 32,-11 0 0,-9 0-16,-7 0-16,-8 0 0,-9 0 48,-7-2-16,-8 0-32,-4-2 0,-1-3-64,-8-2 80,-5 1-16,-13 0 0,-11 1-16,-13 5 16,-5 2 0,-6 0 80,0 0-80,0 0 48,0 0-48,0 0 0,0 0 32,0 0-32,0 0 0,0 0 0,0 0 80,0 0-64,0 0-16,0 0 0,0 0 48,0-4-48,-10-5 96,0-6-80,-1-8 64,3-5-31,2-8-49,3-5 16,3 0 112,0 7-48,0 4-48,0 11-16,0 8 320,0 7-272,0 2 48,0-1 48,0 2-144,0 1 32,0 0-48,5 15 16,2 23 144,0 13 64,2 7 48,1 6-208,0 2 0,-1 5 80,-2 6-144,2 0 16,-1-6 0,-1-9-16,-2-9 0,-3-14-16,1-9 64,-3-11-112,2-10 64,0-9-64,-2 0-16,0 0 64,2-22 0,6-27-32,1-20 16,3-12-16,2-7 48,1 5 0,1 4 16,6 6-16,1 7 0,6 4-16,-3 8 16,-2 5 0,0 12 64,-10 10-48,-5 8 208,-1 10-224,-8 5 80,2 4-80,6 0 64,-4 23-64,3 26 97,-2 18 15,-5 8 144,0 6-256,0-2 128,0-2-128,0-4 48,0-7-80,0-11 32,0-14-64,0-15 32,2-15-192,3-7 0,-3-4 63,10-15-207,9-36 208,10-30-80,5-22 0,0-6 160,-3 4-128,-2 13 128,-5 21 16,-5 22 112,-9 23-64,-2 16 16,-8 10 0,-2 4 112,0 43-48,0 20 128,-4 16 320,-8 2-480,4-1 112,8-7-144,0-5 0,0-9-96,10-16 64,4-15-128,-4-15-32,-1-11-320,-7-6-144,4 0-113,0-30 145,4-19 208,-1-10-481,-3 3 177,-6 13 544,0 15 80,0 13 96,0 9 16,0 3 0,0 3 464,0 0-112,0 0 16,0 0-288,0 0-32,0 0-32,0 0 81,0 0-65,0 0 176,0 0-160,0 0 96,0 0-32,0 0-64,0 0 16,0 0-16,0 0-32,4 0 160,1 0-192,7 0 176,2 0 144,7 0-272,8 0 160,7 0 0,6-1-15,1-6 95,0 1-272,0 3 48,-5 1 160,0 2-224,-5-2 160,-2 0-96,0 0-48,0 0 160,2 0-128,0-1 32,1 1-64,-1 0 64,0-2-32,3 0-48,-2-1 16,1 3-48,1 0 64,0 2-32,1 0 112,2 0-64,3 0 144,3 0-176,8 0 80,7 0 48,4 2-112,4 0 0,2 0-32,-2 1 16,-3-3-32,-1 2 16,-4-2 0,1 0 48,-4 0-32,-4 0-16,-6 0 0,-2 0 32,-4 0-48,-10 0 16,-4 0 0,-7 0-16,-9 0 32,1 0-16,-6 0 0,-2 0 0,-1 0 0,-1 0 0,-2 0 0,0 0-112,0 0 128,0 0-16,0 0 80,0 0-64,0 0 161,0 0-17,0 0-48,0 0 192,0 0-192,0 0 144,0 0-32,0 0-64,0 0 112,0 0-96,5 0-80,-2 0 209,-3 0-225,2 0 160,-2 0-16,0 0-176,2 0 128,-2 0-176,2 0 32,-2 0-48,0 0 16,0 0 0,0 0 0,2 0-80,-2 0 32,0 0-16,3 0 0,-3 0 16,0 0 32,0 0 16,0 0 0,0 0 16,0 0-80,0 0 64,0 0 0,0 0-48,0 0 16,0 0 32,0 0-16,0 0 32,0 0-48,0 0 32,0 0 0,0 0 0,0 0 32,0 0-32,0 0 0,0 0 32,0 0-32,0 0 0,0 0 0,0 0 32,0 0-16,0 0-16,0 0 0,0 0 32,0 0-80,0 0 48,0 0 0,0 0 0,0 0 0,0 0 0,0 0 0,0 0 16,0 0-64,0 0 48,0 0 0,0 0-48,0 0 64,0 0-16,0 0 0,0 0 0,0 0-16,0 0 16,3 0-32,-1 6-32,5 7 128,0 4-64,0 2 0,3 5 32,-3 1-48,-2 8 16,-1 5 0,-1 7-48,-3 2 64,0 3-16,0-4 0,0 1 48,0-6-64,-3-4 16,-1-6 0,-1-9-64,2-5 64,3-6 0,0-7-16,0-2-48,0-2 32,0 0 32,0 0 0,0 0-16,0 2 16,0-2 0,0 0-16,0 0 80,0 0-64,0 0 0,0 0-64,0 0 64,0 0-192,0 0-81,0-6-319,0-9-416,0 2-593,0 7-976,0 1-3058,0 3-3073</inkml:trace>
  <inkml:trace contextRef="#ctx0" brushRef="#br0" timeOffset="-15507.96">9374 3558 7764,'0'0'1008,"0"0"-992,0 0 400,0 0 945,0 0-193,0 0 1,43 46-529,-33-9-336,-4 14 369,-2 11-1,-4 17 80,0 20-239,2 12-273,4 20 448,2 7 0,1 1-416,1-6 49,-6-9-321,4-12 224,-4-12 0,1-8-192,-3-13 176,4-9-208,-2-8 48,0-6-64,0-13 48,-2-9-32,-2-12 0,2-10 32,-2-5-96,0-3-32,2-4-384,-2 0-129,0 0-815,0-2-737,2-23-1185,-2-12-2064</inkml:trace>
  <inkml:trace contextRef="#ctx0" brushRef="#br0" timeOffset="-14808.92">9519 4466 3714,'0'0'1200,"0"0"-944,0 0 321,0 0 1440,0 0-513,0 0-15,72-23 160,-32 19-545,15-5 129,13 5-385,16 0-160,25 2 65,25-1-353,10 3 320,14-2-191,-11 2-353,-12 0 16,-13 0-160,-18 0-32,-15 0 32,-17 2 48,-12-2-80,-15 0 0,-14 0 80,-11 0-32,-11-2-48,-5-2 0,0 4 48,-4 0 64,0 0-48,0 0-64,0 0 96,0 0-112,0-2 16,0 2 0,0 0-16,0 0 32,0 0-16,0 0 0,0 0 64,0 0-96,0 0 32,0 0 0,0 0 32,0 0 80,0 0-112,0 0 16,0 0 16,0 0 144,0 0-176,0 0 0,0 0 16,0 0 48,0 0-64,0 0 0,0 0 16,0 0-16,0 0 0,0 0 0,0 0 0,0 0 48,0 0-48,0 0 0,0 0 64,0 0-144,-6 0 0,-3 0-672,-3 0-1393,-2-5-1489,4-1-1328</inkml:trace>
  <inkml:trace contextRef="#ctx0" brushRef="#br0" timeOffset="-14030.55">11312 4184 2449,'0'0'1025,"0"0"-241,0 0 384,14-113 577,-14 100 688,0 6-160,0 6-752,2-2-320,-2 3 95,4 0-719,-2 22-337,0 21 368,0 14 176,0 11-271,1 16-225,2 6-144,4 2 256,3-2-208,2-9-64,3-8 144,-1-7-224,-3-8 16,-1-9-64,-3-8 96,-4-14-160,-3-9 64,0-14-64,-2-4 0,0-2-128,0-39 112,0-19-240,8-21 16,-1-15 272,7-7-176,0-8-112,5-1 255,0 10-191,1 12 224,1 19 16,-5 16 16,-1 19 16,-3 14 16,-6 11-32,0 9 64,1 2 64,2 15-128,0 28 97,1 21 47,-3 15 128,1 17-208,-2 3 0,2-5 128,1-4-128,1-15-16,0-13-48,-2-15 0,0-15-48,1-15 48,-4-6 0,0-9-48,-1-2-160,6-2 192,7-35-128,7-18-289,1-20 113,4-15-256,4-8 256,4-1 96,2 7-352,4 13 191,-4 19 209,-6 15 80,-4 18 48,-13 11 96,-9 13 80,1 3 305,-4 8-417,-4 34 496,0 27 384,0 21-288,-14 11-15,-3-1-513,5-8 48,8-15-128,4-11 96,0-13-96,12-12 0,4-11 32,-7-12-192,-1-10-128,-4-8-465,1-4 1,-2-33-801,-1-12-768,-2-11-1521,0 5 385,0 3-129</inkml:trace>
  <inkml:trace contextRef="#ctx0" brushRef="#br0" timeOffset="-13182.32">12173 4463 5330,'0'0'1201,"0"0"-225,0 0 625,0 0 848,0 0-864,0 0-977,0-5 145,0 5-97,0 0 96,0 0 193,0 0-481,0 0 144,5 0 33,9 0-369,5 0 224,14 0-192,17 0-48,19 0 16,29-4-256,30-11 208,22 6-224,14 7 80,-3 2 289,-17 2-369,-24 13 0,-22-2 0,-20-7 128,-20-4-128,-19-2 0,-16 0 112,-17 0-128,-6 0 64,0 0-32,0 0 160,-2 0-96,-10-2-128,-3 1 48,7 1 0,2 0-16,4-3 16,2 1 0,-2 2-32,-3-2-240,1 0-129,-14-5-623,-7-5-2658,-14-12-3905</inkml:trace>
  <inkml:trace contextRef="#ctx0" brushRef="#br0" timeOffset="-17767.14">7258 4276 2273,'0'0'1409,"0"0"-497,0 0 449,0 0 352,0 0-481,0 0 177,0 0-209,0 0 97,-53 26-129,53-20-255,0 1 111,0-1-63,0 0-337,0 3-16,18-3-176,7-1-15,14-3-65,13-2-240,22 0 160,14-7-208,17-3 0,4 1-16,2 5-16,4 2-32,-4 2 48,-2 0 80,-11 0-192,-15 13 64,-19-1-32,-11-3-48,-15 0 80,-12-8 0,-11 2 0,-11-1 80,-4-2-112,0 0 32,0 2 0,0-2 0,0 0 32,0 0-32,-12 0 0,0 0-96,1 0 96,-4 0 0,3 0-80,-2 0 32,0 0-192,-1 0 48,3-8-144,-2-1-321,3-8-495,3-2-513,1-3-704,0-3-1377,0-6-1152</inkml:trace>
  <inkml:trace contextRef="#ctx0" brushRef="#br0" timeOffset="-17205.67">8487 3583 6419,'0'0'1040,"0"0"-111,0 0 752,0 0 79,0 0-719,0 0-225,-7 86 17,7-22 303,0 21-111,7 18 79,7 17-271,1 10-449,1 7 160,6 0 16,-3-4-304,-3-5 112,1-8-191,-3-5 47,-2-3 320,1-10-320,-7-10-128,-1-13-48,-2-12 16,-1-16-64,-2-17 0,0-13 0,0-9-48,0-8 64,0-4-16,0 0 0,0 0-160,-8-16-48,0-11-464,2-8-49,4-5-207,2-3-1649,0-2-993,0-1-1952</inkml:trace>
  <inkml:trace contextRef="#ctx0" brushRef="#br0" timeOffset="38719.11">1189 9752 11253,'0'0'2641,"0"0"-2032,0 0 159,0 0-16,0 0 529,132-26-449,-56 22-736,-2 0 16,-3 4-224,-9 0-720,-10 0-2081,-11 4-2258,-18 6-2272</inkml:trace>
  <inkml:trace contextRef="#ctx0" brushRef="#br0" timeOffset="38491.25">1187 9895 10229,'0'0'768,"0"0"176,0 0 1201,165 28-992,-99-28-81,-1 0-927,-9 0-65,-11 0-80,-14 0 0,-11 0-112,-13 4-529,-7 1-495,0-4-1217,-13 2-513,-15-3-1248</inkml:trace>
  <inkml:trace contextRef="#ctx0" brushRef="#br0" timeOffset="38896.6">1889 9388 16295,'0'0'1025,"0"0"-801,2 173-128,22-91 1169,9-3-337,4-7-896,-4-5 64,-10-9-96,-9-7 0,-9-8-16,-5-13 16,0-11-48,0-11-16,-17-8 64,-6-4-144,-8-36-32,0-16-192,0-21 256,3-4 16,11-7 96,15 5 0,2-7 32,14 4-16,26 9-16,11 13 0,3 19-64,3 15 192,0 17-128,-3 13 0,-6 0-16,-9 34-64,-14 12 112,-15 7-32,-10 9 352,0 6-224,-27 3 352,-6 6-160,-2-2-80,2-3 481,11-1-273,13-3 16,9-3-64,0-12-384,31-10 240,16-11-240,15-8 32,12-14 0,-6-5-31,0-5-34,-14 0-319,-14-15-960,-6 2 175,-16-6-2208,-10 4-1842,-8-9-895</inkml:trace>
  <inkml:trace contextRef="#ctx0" brushRef="#br0" timeOffset="39389.17">2767 9964 10213,'0'0'4466,"0"0"-4290,0 0 320,0 0 657,142 0 319,-97-3-1152,-2 3-192,-12 0-96,-14 0 113,-11 9 271,-6 15 208,0 8-96,-25 11 417,-12 1-465,-2 8 0,6-10 288,8 1-351,11-9 31,12-6-288,2-4-144,0-5 0,29-4 0,10-6-16,10-9 0,5 0-176,-1 0 32,-4-3-753,-3-7-591,-3-1-609,-8-8-3362,-6-5-2176</inkml:trace>
  <inkml:trace contextRef="#ctx0" brushRef="#br0" timeOffset="39917.71">3413 9912 14551,'0'0'2417,"0"0"-2385,0 0 416,0 0 1137,146-19-801,-80 10-784,0-1 0,-4 6-208,-11 4-1265,-14 0-2144,-11 0-3859</inkml:trace>
  <inkml:trace contextRef="#ctx0" brushRef="#br0" timeOffset="39735.28">3483 10060 18056,'0'0'160,"0"0"32,0 0 337,137 15 63,-85-15-592,-4 0-80,-10 0-736,-12 0-1169,-14 0-1393,-12 0-1584,0 0-2258</inkml:trace>
  <inkml:trace contextRef="#ctx0" brushRef="#br0" timeOffset="40138.99">4008 9403 15543,'0'0'224,"0"0"-160,0 0 1537,78 137-48,-45-64-1057,1 2-160,-3-3-320,-6-10 0,-3-4 464,-3-11-464,-9-8-16,-5-11 0,-5-9 224,0-15-224,0-4 0,0 0 0,-3-17 80,-19-28-80,-3-17-16,-4-15-128,7-8 208,8-5-64,9-6 0,5 6 32,3 4-96,23 15 64,9 16 0,8 12-32,5 13-304,1 11 320,2 13-48,-6 6 64,-7 16-160,-12 34 208,-13 12-48,-13 17 432,0 6-288,-13 3 369,-9 0 143,-1-3-304,9-10 561,4-6-433,10-7-176,0-11-32,16-8-160,21-5-128,3-10 16,3-4-48,0-9-80,-5-9-480,-2-6-449,-1 0-319,-4-26-1426,2-19-1872,-5 1-2001</inkml:trace>
  <inkml:trace contextRef="#ctx0" brushRef="#br0" timeOffset="40661.41">4968 9807 11093,'0'0'3698,"0"0"-3074,0 0 881,0 0 15,0 0-111,134 67-1041,-111-57-368,-4 1 224,-9 2-176,-8 2 48,-2 4 289,0 9-385,-26 2 512,-8 2-192,1-4-320,4-13 336,13-7-304,9-3 48,5-5-80,2 0 160,0 0-272,0 0 112,2-7-224,19-4 208,8 3-160,4 8 176,0 0-80,6 0 96,-6 28-16,-5 4 0,-11 6 48,-10 1 32,-7 4-48,-11-1 16,-28 1 480,-8-9-528,-3-1 256,0-14-160,5-11 1,11-1-194,11-7-287,15 0-576,8-11-1217,8-17-5523</inkml:trace>
  <inkml:trace contextRef="#ctx0" brushRef="#br0" timeOffset="5742.68">11324 10436 10197,'0'0'2465,"0"0"-1617,0 120 785,0-58 96,0 0-897,4 4-192,8-4-175,0-10-337,1-5 176,-5-11-240,0-10-48,-3-7 176,-3-8-192,3-7 192,-3-4-16,3 0-176,3 0 160,8-19-96,7-22 48,14-23 0,2-13-80,9-11-32,-3 1 0,-4 3 80,-8 16-48,-9 21-32,-12 13-32,-9 14-32,-3 16-160,0 4-528,0 0-1601,-6 0-2706,-3 19-3857</inkml:trace>
  <inkml:trace contextRef="#ctx0" brushRef="#br0" timeOffset="6110.92">11852 10864 12534,'0'0'3521,"0"0"-3217,0 0 1841,0 0-832,138 30-785,-64-30-208,9 0-304,-5 0 161,-9 0-177,-17 0-48,-16 0 16,-14 0-417,-12 0-111,-10 0-384,0 0-513,-8 0-320,-23-15-992,-10-4-2129,-4-5 1568</inkml:trace>
  <inkml:trace contextRef="#ctx0" brushRef="#br0" timeOffset="6327.22">11959 10627 11397,'0'0'3154,"0"0"-1490,0 0 609,0 0-992,0 0-321,152 10-143,-90-1-657,-2-9 0,-9 4-160,-10-4-16,-10 0-48,-10 0-464,-7 0-561,-6 0-1856,-3 0-2562,-5 0-5234</inkml:trace>
  <inkml:trace contextRef="#ctx0" brushRef="#br0" timeOffset="6613.33">12834 10505 10965,'0'0'1713,"0"0"-961,0 0 1425,0 0-416,0 0-993,0 0-624,69-92 64,-36 92 321,3 0-177,-3 0-48,0 0-128,-4 10-96,-7 8 0,-6 1-80,-7-4 0,-9 4 0,0-4 0,0 4 0,-13 3-64,-14 3 160,-9-1-64,-2-1 96,-5 5 48,0 6 465,6-4-225,8 7 272,8-9 80,9 1-479,12-9 111,0-1-320,7-4-48,26-2 112,12-5-144,10-6 0,-3-2 64,-1 0-64,-12-4-48,-8-2-192,-9-3 32,-10 5 48,-7 2-241,-5 2 17,0 0-192,0-4-544,0-1-1186,-5-8-3904,0 3-3731</inkml:trace>
  <inkml:trace contextRef="#ctx0" brushRef="#br0" timeOffset="7090.89">13556 10479 13494,'0'0'3170,"0"0"-2306,0 0 305,0 0-81,0 0-368,0 0-512,34 53 241,-19-5 287,-2-6-656,-1 5 288,-2-4-208,-3-9-96,0-4 16,0-6-80,1-7 0,-2-13-32,-3-2 48,4-2-16,8-6 0,6-32 32,12-18 48,1-12-80,1-7 0,3 2 0,0 7 64,-5 10-64,-4 17 0,-10 7 145,-5 13-306,-9 8 145,-2 5-208,-3 4-128,0 2-544,0-2-625,-12 2-3361,-21 0-7124</inkml:trace>
  <inkml:trace contextRef="#ctx0" brushRef="#br0" timeOffset="37576.68">105 9617 10949,'0'0'1649,"0"0"-897,0 0-48,0 0 817,0 0-384,0 0-817,-35 133 208,30-46 96,-2 9 193,5-1-257,2-12-528,0-8 160,0-15-176,0-17 0,0-18 48,0-12-48,0-8-16,0-5 16,0-20 112,0-40-256,-15-23 64,1-22 64,3-4-112,1-4 112,5 3 0,5 4-48,0 7 48,15 12 0,20 16 0,15 13-80,11 16-64,13 9 144,5 10-32,-3 14-16,-7 9 16,-17 0-16,-13 22 48,-18 12-176,-21 9 144,0 1 48,-33 12-16,-17 2 416,-10 0-208,-5-3 64,1-16 16,5-5-272,7-15 256,7-10-208,9-9-32,8 0-32,9-5 113,9-5-129,10-9 16,0 1-49,14 2-31,22 7 80,9 9 0,8 4-80,1 30 160,-1 13-80,-3 11 64,-11 0-48,-5 4 433,-13-6-321,-6 1 128,-9-8 80,-2-3-320,-4-6 112,0-8-128,0-13-32,-10-8 0,-2-2-944,-1-9-321,7 0-2705,6-15-2401,0-24-2897</inkml:trace>
  <inkml:trace contextRef="#ctx0" brushRef="#br0" timeOffset="38258.54">817 9855 12134,'0'0'2417,"0"0"-1809,14 143 160,-4-96 1649,1 2-1248,1-11-961,-2-5 32,-1-10-240,-4-8 0,-5-11-16,2 1-1328,-2-5-1010,0 0-799,0-5-1921</inkml:trace>
  <inkml:trace contextRef="#ctx0" brushRef="#br0" timeOffset="41069.25">5518 10227 17080,'0'0'752,"0"0"-432,0 0 609,0 0 159,147 19-592,-93-19-480,2-9 16,-11-1-32,-17 5-320,-11 1-400,-13 4-817,-4 0-256,0 0-143,-14 0-2707,-15-2-3456</inkml:trace>
  <inkml:trace contextRef="#ctx0" brushRef="#br0" timeOffset="41281.33">5591 10045 16231,'0'0'2866,"0"0"-2786,0 0 32,0 0 912,0 0-527,157-13-257,-81 0-240,5 2-737,3 1-943,-2-5-2610,-12 6-2049</inkml:trace>
  <inkml:trace contextRef="#ctx0" brushRef="#br0" timeOffset="41609.25">6307 9675 8452,'0'0'1537,"0"0"95,0 0 1106,0 0-561,0 0-577,0 0-1135,52 72 815,-37-12-544,-1 3-463,-4-6 159,-1-1-320,-2-7 0,-4-15-16,-1-6-96,-2-17 0,0-5-16,0 1-256,0-7 272,0-13-64,-10-26-448,-13-19 399,1-14-63,1-12 144,8-8 32,13-8-400,0-1 384,10 13 0,17 16 16,4 18-128,0 18 128,4 10 0,0 13-48,2 13-32,0 0 0,2 3 80,-4 22 0,-4-1-96,-10 14 176,-9 1-80,-12 8 80,0 6-48,-7 12 416,-27 1-64,-1 7-47,2-1 511,2 3-320,12-8 161,11-8-1,8-7-432,0-11 64,17-7-320,12-13 48,6-4-192,4-13 80,4-4-288,2 0-272,2-23-897,3-14-256,-5-7-3377,-10-8-3298</inkml:trace>
  <inkml:trace contextRef="#ctx0" brushRef="#br0" timeOffset="42164.83">7094 9842 16343,'0'0'1505,"0"0"-176,-43 122-33,43-97 129,0-6-865,5-6-448,21-11-112,10-2-176,2-15 48,2-19-624,-7 6 128,-12 5 287,-11 14 337,-10 9 16,0 3 0,0 37 385,-21 26 559,-10 18-320,-7 3-95,-3-1-65,4-7-304,3-6 16,6-7-192,1-8-128,11-7-176,4-8-1137,12-13-944,0-21-5971</inkml:trace>
  <inkml:trace contextRef="#ctx0" brushRef="#br0" timeOffset="42614.41">7591 10218 9268,'0'0'6931,"0"0"-4914,0 0-400,0 0-416,0 0-625,0 0-496,124-2 80,-85-7-160,-2 1-48,-14 2-256,-9 3-785,-6 3-191,-8 0-1313,0 0-1009,0 9-1440</inkml:trace>
  <inkml:trace contextRef="#ctx0" brushRef="#br0" timeOffset="42848.36">7600 10032 16327,'0'0'945,"0"0"784,0 0-449,0 0-1024,0 0 241,169-34-497,-112 21-48,-9 2-160,-8 1-913,-7 1-1824,-6 0-1681,-8 3-641</inkml:trace>
  <inkml:trace contextRef="#ctx0" brushRef="#br0" timeOffset="43087.71">8421 9476 8948,'0'0'2513,"0"0"-2337,0 0-64,0 0 897,0 0-1,0 0-928,-31-2 256,4 21 577,-4 0-81,8 1 81,1-10-65,8 3-144,5-9 241,7-2-657,-1 7-224,0-5 288,1 5-336,0 6 368,2 4 1,0 5-177,0-3 176,16 9-384,9 0 64,3 2 96,-2 8-144,2 3-16,-3 9 64,-7 1 80,-5 3-144,-7-7 0,-1-2 48,0-10-48,-5-12 16,2-10-16,-2-11 0,0-4 32,0 0-80,0-28 48,-12-16-992,-7-21 815,3-3 49,6-9 48,6-2 48,4-4 16,0-5 16,0 0 0,0 4 0,6 16-128,6 19 208,-4 17-80,1 17 0,3 11 144,5 4-160,7 0 16,3 2 0,8 24 0,-2 8 48,-7 9-48,-5 4 0,-4-3 128,-10-5-128,-4-7 0,-3-8 49,0-1-130,-17 1 162,-14-1-81,-3 1 48,-1-1 96,2-6-96,2 0 16,2-2-48,8-6 192,1 6-192,11-5 256,-1 10 96,6 6-240,4 10 448,0 5-271,7 6-209,21 6 544,11-4-480,3-4 16,3-6-128,-4-9 96,-3-7-144,-4-8 0,-4-4-320,-4-7 0,-2-4-593,-3 0-687,-1 0-2130,-4-15-2609</inkml:trace>
  <inkml:trace contextRef="#ctx0" brushRef="#br0" timeOffset="43891.53">8982 9966 15015,'0'0'1312,"0"0"369,0 0 208,0 0-1073,0 0-351,0 0-433,102-2-32,-78 2 0,-3 6 144,-4-2-256,-10-4 112,-5 0-240,-2 2 192,0 3-128,-14 3 160,-24 3-113,-7 6 145,0-6-16,0 2 0,4 6 80,1 0 81,4-4-97,13 2 480,6-2-16,14 4-464,3 1 304,0-1-368,5 0 64,19 5-208,2-9 144,0-1 0,-7 0 0,-4-4 96,-9-1-96,-6 1 0,0 9 16,-31 9 0,-18 2-16,-11 2-112,-11-2 48,-8-2-1168,-8-4-2738,-20-11-5539</inkml:trace>
  <inkml:trace contextRef="#ctx0" brushRef="#br0" timeOffset="47648.21">9305 10207 8516,'0'0'2353,"0"0"-816,0 0 736,0 0-705,0 0-191,0 0-833,112 11-528,-79-11 224,-5 0-240,-3 0 0,-2 0-64,-5 0-352,-7 0-1072,3-2-1474,-4-7-1472,-4-4-2833</inkml:trace>
  <inkml:trace contextRef="#ctx0" brushRef="#br0" timeOffset="47895.81">9343 10023 10085,'0'0'2673,"0"0"-512,0 0-480,0 0 127,0 0-1215,0 0-561,57-19 224,-28 19-256,-3 0-48,-3 0 16,0 0-2353,-5 0-2273,-3 0-1345</inkml:trace>
  <inkml:trace contextRef="#ctx0" brushRef="#br0" timeOffset="48200.03">9692 9688 9444,'0'0'2129,"0"0"577,0 0-674,0 0-191,0 0-1424,0 0-97,58-94-224,-30 87-96,1 5 0,0 2 160,-6 0-144,-3 2-16,-4 18 16,-5 1 64,-5 11-48,-6 0 32,0 7 288,-8 3-256,-13 7 192,-3-1-112,1-1-128,-1 6 320,3-2-207,6-2 111,5-6 336,10-6-480,0-7 112,0-16-240,6-1 160,10-6-144,8-7-16,6 0-80,9 0 48,1-15-608,-2-9-129,-5 9-207,-6-4-2113,-4 2-2034,-6 2-3921</inkml:trace>
  <inkml:trace contextRef="#ctx0" brushRef="#br0" timeOffset="48628.52">10244 10028 11301,'0'0'1281,"0"0"-929,0 0 1425,0 0-1137,0 0-240,139-11-400,-114-4 32,-10 2 112,-5 3 0,-10 1-80,0 0 32,0 3-80,-15-3 449,-9 3-449,-5-2-16,-2 3 208,-2-8-96,2-2-112,3 0 144,5-4-128,4 0 528,7 0 16,0-1-47,9-1-1,3 0-400,0-3 448,7 5-496,17 0 96,7-3-144,0 5-16,2 2 0,-2 7-80,0 3 160,2 1-80,-7 4 0,-5-2 64,-6 2-96,-3 0 32,-8 0 0,2 0-96,-4 17 192,-2 11-96,0 6 384,0 7-368,0-5 657,0 0-417,4-8-160,6-8 128,7-1-144,4-4-80,13-7 0,8-8 144,9 0-320,3-13 176,1-12-464,-8 1 16,-9 1-657,-12 5-1632,-18 8-2193,-8 10-3394</inkml:trace>
  <inkml:trace contextRef="#ctx0" brushRef="#br0">14720 1 4978,'0'0'1441,"0"0"16,0 0 111,0 0-399,0 0 143,-146 3-575,118 13-33,1 3-288,0 2 353,0 5-145,5 6-48,1 2 0,2 5-127,3 1 303,1 1-80,8 4-143,7 0-161,0 2-48,0 0-64,3-2-32,14 2 16,1-4 0,6-3-64,0-3-32,2-3-15,3-4-113,4-4 16,5-5 48,5-2-16,-3-6-64,2-4 16,-1-7-16,-6-2 0,4 0 16,-2-18 64,0-9-80,-2-8 32,-2-3 32,-4-5-48,-7-2 16,-9 3-16,-1-3 0,-6 2 0,-6-2 0,0 2 16,0 0-16,0 5 16,-14-2 0,-3-1-16,-3 4 0,-5 1 48,-4 6-48,-7 9 144,-10 3 96,-5 12-256,-11 6-16,-10 0 0,-6 19-192,0 18-432,11 8-337,17 4-1424,22 2-928,14 5-2562</inkml:trace>
  <inkml:trace contextRef="#ctx0" brushRef="#br0">14582 332 5138,'0'0'897,"0"0"-209,0 0 369,0 0 287,0 0 305,0 0 240,2 49-256,3-27-337,1-1-319,2 5-161,2-1-48,1 1-255,1 0-1,2-5-128,1-2-208,-5-4-64,-1-6 0,-2-5-16,-2-2-48,-3-2 0,0 0 0,0 0 112,2 0 80,0-13 65,0-10-49,4-3-112,-3-2-80,-1 0 48,4-1-32,-4 1-64,1 0 48,0 2-48,-3 7 16,0 2-16,-2 4 0,5 2 16,-2 3-32,2 0-32,-1 1 32,-2 2-16,0 5-32,-2 0-288,0 0-257,0 0-687,0 0-1761,0 12-3603</inkml:trace>
  <inkml:trace contextRef="#ctx0" brushRef="#br0">17313 867 11237,'0'0'3138,"0"0"-2258,0 0 433,0 0 832,0 0-1057,0 0-656,0 124-48,0-94-79,0-5 127,0-3-112,0-7-160,0-5 0,0-1-48,0-3-16,0 1-96,0-3 32,0 0 0,0-1 0,0-3-32,0 0 0,0 0 48,0 0-48,0 0-16,0 0-112,0 0-256,0 0-96,0 0-113,0 0-559,0-11-1601,0-2-977,0-2-1873</inkml:trace>
  <inkml:trace contextRef="#ctx0" brushRef="#br0">15091 520 3986,'0'0'992,"0"0"-319,0 0 287,0 0 321,0 0-513,0 0-64,0 0-127,0 0-257,0 0 128,0 2-64,0 1 304,0-3-239,0 0 31,0 0-80,0 0 32,0 0 64,0 0-95,0 0-1,0 0 128,0 0-64,0 0-32,0 0-47,0 0-81,0 0 96,0 0-64,4 0 96,6 0 49,4 0-33,5 0-80,2 0-160,3 0 32,3 0 16,1 0-112,0 0 32,6 0-48,-1 0-16,2 0-15,4 0 31,3 0-48,11 0 48,7-3 0,3-5 0,4-3-48,0 2 48,-1 1-80,-4 0-48,-5 1 0,-3-1 32,-6 3 16,2 1 48,0 2-64,2 0 32,3-3 32,5 1-80,1 0 64,1-3-80,2-3 48,-2-1-48,0-2 16,-1 0 16,-3 3 16,-1-1 16,-3 4-64,1 3 32,-3 2-32,1-2 16,-3 1 32,-1 2-48,-1-4 32,-5 1-32,-2 2 16,-6-2-16,-2 1 0,-4 1 16,2-2 0,-5 4-16,-2-2 0,-5 2 0,-5 0 0,-7 0-16,-5 0 0,2 0-32,-4 0 48,0 0 16,0 11 32,0 2 48,0-1-80,0 3-16,-6 0 16,-3 5-16,-1 1 80,-2 4-48,0-1 0,1 2 16,1-1 48,0 3-15,4 2-33,-4 5 16,3-4 0,-3 6-48,3-5 16,-2 2 16,0 0-32,-1 3 32,0-3-16,1 2 0,-1 1 32,0 1-32,4 0 0,-4 5 16,3-2 16,3-1-48,-2-3 0,6 0 48,-2-1 0,2-4 16,0 0 16,0-6-48,0-1-32,0-3 16,0 1-32,0 1 0,0-5 96,0 2-96,0 1-48,0-1 48,0 1 0,0 1 16,0 1 0,0 1 0,0-3-32,0-1 32,0-4 48,-2-2-64,-1-2-64,3 0 64,-2-3 0,2 1 16,-5 0-16,5-1 16,-2-1 48,2 0-64,0-5 0,0 0-16,0 1 0,0-5-64,0 2 80,0-2 16,0 0 16,0 0-32,0 0 32,0 0 16,0 0 0,0 0-48,0 0-16,0 0 16,0 0-16,0 0-16,0 0 0,0 0-208,-7 0-112,-10 0-497,-11-5-1456,-15-3-6403</inkml:trace>
  <inkml:trace contextRef="#ctx0" brushRef="#br0">15987 794 5026,'0'0'2305,"0"0"-1200,0 0 624,0 0 272,0 0-241,0 0-863,-3-2-305,3-1-144,0 3 97,3-1-209,8 1 288,6-3-64,0-1 0,2 0-127,4 2-193,4 0-144,-1-1 80,-2 3-16,2-2-80,-2 2 0,2 0 32,-2 0-96,-3 0 16,1 0-32,-3 0 48,-5 2-48,0 7 128,-2 0-96,-5-3 16,0 7-32,-2 2 128,-3 0-112,1 4 80,-3-2-16,0 0-32,0-2 16,0 5-15,-15-4 31,1 2-16,-3-3-32,-1-2-16,-1-3 80,-1-4-80,1 1 32,1-2 0,-1-2-64,-3 2 64,5-3-32,1 0-32,1-2 0,3 0 16,3 2 0,-1-2-32,2 2 32,-2 1 48,5-3 0,0 0-32,3 0-16,-1 2-16,3-2 0,0 0 0,0 2 0,0-2 32,0 0-16,0 0 0,0 0 16,0 0 16,0 0 80,0 0 16,0 0-128,0 2 48,3 4 80,6-1 0,4-3-80,-5 2 96,7-4-96,1 0-32,-1 0 0,-1 0-16,0 2-16,1 0 16,-3 1 32,2 3 0,-3 1-32,1-4 0,-2 6 33,-1 0-17,1 1-16,0 3 48,-3 2 0,2 0 16,-2 0 0,-1 4-48,-2-2 32,-2 1-16,-2-3-16,2-5-16,1-1 16,-1-7-32,-2 0 0,0 0 0,0-2 16,0 0-16,0 0 0,0 0-96,3 0-288,-3 0-241,2 0-815,1-17-1522,1-6-2560,6 1-1762</inkml:trace>
  <inkml:trace contextRef="#ctx0" brushRef="#br0">16111 897 5603,'0'0'1376,"0"0"-591,0 0 559,0 0 257,0 0-305,0 0-431,0 0-49,-2-7 1,2 7-161,0 0-112,0-2 193,0 2 239,0 0-272,0 0-320,0 0 1,0 0 47,0 0-288,0 15 160,0 11 192,0 8-112,0 2-79,0 3 143,0-3-176,0-4-16,0-2-96,0-4-64,0-5-32,0-3-16,0-8 0,0-1 0,2-7-32,-2 0 0,2-2-16,-2 0 0,0 0 16,0 0-16,0 0-16,0 0-16,0 0-192,0 0-176,0 0-224,0 0-241,0-2-1776,0-16-1857,-2-3-384</inkml:trace>
  <inkml:trace contextRef="#ctx0" brushRef="#br0">16524 1151 4178,'0'0'3970,"0"0"-2450,0 0 641,0 0 241,0 0-914,0 0-687,13 112 63,-11-97-192,-2-1-47,2 1 63,-2-4-352,0-2-240,0-7-64,0 0-16,0-2-16,0 0-336,0 0-817,0 0-976,0 0-1264,0 0-2530</inkml:trace>
  <inkml:trace contextRef="#ctx0" brushRef="#br0">14653 4306 6419,'0'0'1937,"0"0"-929,0 0 81,0 0 1008,0 0-673,0 0-415,0 0-289,0-4 113,0 4 95,0 0-64,0 0-191,0 0-209,0 0-96,0 0-64,0-3-32,0 2 0,0-1 49,0-7 95,0-8 80,-7-13-128,-5-15-256,2-9 0,-1-12-112,-1-5 160,-3-3-80,1-3-64,0-1 112,-1-3-96,-1-2 1,-1-1 15,-1-3 16,-7 1-80,-1 1 32,-3 1-16,2 5 16,-4 0-16,0 0 80,0 0-80,2 4 32,1 0-48,3 5 16,2 1-32,3-2 32,4 7 32,5 2 0,-1 5-32,4 3-16,1 7 16,3 6 112,1 11-96,-2 5-16,5 3 80,-2 7-48,2 5 16,0 1-48,0 2 16,0 5 48,0 1-48,0-4 64,0 5-64,0-2-16,0 2 64,0 0-48,0 0 16,0 0 32,0 0 48,0 0-80,4-2 48,11 2-64,-1-3 80,7-1 48,1 0-48,5 0-80,10-5 128,8-1-64,13-3-16,6-5 16,9 2-80,4-2 48,1 3-48,8 1 0,-3-4 0,-1 3 32,-2 2-16,-10 3 0,-8 1-16,-9 5 0,-8 0 0,-12 4 0,-2 0 0,-8 0 0,0 0 0,-5 0 0,1 0 0,-5 0 0,-2 0 0,-4 0 0,-8 0 0,0 0 16,0 0 0,0 0 16,0 0 32,0 0 17,0 0-17,0 0 0,0 0-32,-3 0-16,-6 0 0,-1 0-16,6 0 0,-1 0 0,5 0 0,-3 0 0,3 0 16,0 0-16,0 0 0,0 0-16,0 0-16,0 0 16,0 0-32,0 0 32,0 0-16,0 0 16,0 0 16,0 0 0,0 0 16,0 0-16,0 0 16,0 0-16,0 0 0,0 0-16,0 0 16,0 0 0,0 0 16,0 0 0,0 0-16,0 0 0,0-9 64,0-14-48,0-9-16,3-16 32,2-5-32,1-3 0,-3-1 0,0 5-16,-1 9 16,-2 9 0,0 6 16,0 9-32,0 7 32,0 7-16,0 1 0,0 2-64,0 2 48,0 0-16,0 0-97,0 0 129,2 0-80,-2 0 16,2 0 0,1 0 16,4 0 0,0 6 48,3 9 0,-1 0 0,3 4 16,-2 5 0,2 4-16,-5 8 16,0 5 48,0 6-48,-3 4 0,2 3 48,-4-1-48,2 0 64,-1-1-80,-1-5 16,6-4-16,-4-5 0,0-8 16,2-11-16,-4-8 0,0-5-32,-2-4-16,3-2 16,-3 0 32,0 0 16,0-12-16,0-18-32,0-13 16,5-2 16,0-4 0,-1-2 16,4-1-16,3-1 0,1-3 0,2-2-64,0 1 112,1 5-48,1 3 0,3 11 0,-2 10 0,-3 9 0,-2 6-32,-7 8-32,0 5 48,-1 0-32,9 16-128,1 28 176,0 20 176,-2 16-64,-5 5-64,3 1-32,1-5-16,-1-4 64,0-6-48,-6-11-16,-2-14-16,-2-13 16,0-12 0,3-12-96,-3-9 32,2 0 32,1-4-16,-1-35 16,3-17-16,-1-19 0,6-6-16,2-2 32,3-3-32,1 3 48,7 10 0,4 11-16,-8 19 32,-3 20 0,-4 12 0,-7 11-16,2 0 16,3 6-96,1 24 96,6 17 240,0 5-176,-3 5 0,-2 5-16,-2 1 16,-4-8-48,0-8-16,-2-11 16,-4-8-16,0-10-16,0-10 0,0-6-16,0-2-48,0 0 32,0-2-48,-2-21-80,-10-9-176,-2-3 208,2 3 32,5 7 64,2 5 32,2 8 16,3-1-16,0 6 0,0 0 16,0 6 0,0-2 0,0 3-16,0-2 32,0 0-16,6 0 80,5 0-64,6 0 48,7-3 32,6 1-64,9 0 48,8-3 16,10-1-32,2 0 0,3 1 0,0-2 64,-3 5-96,3-2 80,0 1-96,5 3 64,-1 0 16,-4 0-80,0-2 0,-5-1 80,-2 1-96,-3 2 0,-4 0 16,-3 2 0,-4 0-32,-4 0 16,-4 0-32,-6 0 32,-5 0 32,-3 2-32,-3 3 0,-2 1 0,1 0 0,-6-2 0,-2 1 0,0-3 0,1 0 32,-2 2-32,2 2 32,-1-1-16,0 2-16,0-1 0,1 0 48,-2 3 17,1 1-49,3 1-16,0 0 96,2 4-64,-1-2-32,1 2 0,0-2 16,0 2-48,-1 1 80,-1 4-64,0 1 32,1 7-16,-1 2 32,0 4 32,-1 7 16,1 4 48,-3 4-112,0 0 48,0 2 64,-2 5-128,2 4 16,-3 2 0,2 2-16,-4-2 0,0 3 32,1-6 0,-1 7-16,3 3 0,0 1 0,-1 3 0,-2 0-16,2-7-16,0 1 16,0-1 16,2-4-16,3 4 0,3-2-16,-2-4 32,3 0-16,-1-2 0,-2-2 16,2 1-16,-5 1 0,1 0 0,-6-3 16,0-1-16,0-7 32,-2-2-16,0-5-16,0-1-16,0-7 16,0-4 16,0-7-16,0-5-16,0-6 16,0-1 32,0-3-32,-2-2 0,0 1-48,0-3 48,2 0 16,0 0-16,0 0 0,0-2-32,0 0 32,0 0 0,0 0-48,0 2 0,0 3 16,-4 8-48,0-1 64,2 3 16,-1-6 0,1-5-32,2-4-256,-7 0-145,-17 0-399,-23-4-1089,-29-32-8772</inkml:trace>
  <inkml:trace contextRef="#ctx0" brushRef="#br0">14087 2069 4466,'0'0'320,"0"0"-128,0 0 272,0 0 17,0 0-449,0 0 16,0 0-96,0 0-160,0 2-64,-5-2 175,5 0-111,-4 0 48,1 2 128,0-2 32,3 0 144,0 0 209,0 0 159,0 0-192,0 0 144,0 0 144,0 0-111,0 0 191,0 0-32,0 0-112,0 0-159,0 0-113,0 0 304,0 0 112,0 0-159,0 0-49,0 0-80,0 0-192,0 0 96,0 0 64,0 0-31,0 0-1,0 0-16,0 0-144,0 0 144,0 0-80,0 0-64,0 0 96,0 0 1,0 0-49,0 0 48,0 0 16,0 0 32,0 0 112,0 0-96,0 0 17,0 0-65,0 0-64,0 0 16,0 0 64,0-4-48,0-5 32,0-4-32,0-2-144,0-4-16,-2-5 145,-2-3-81,2-8 64,-4-1 96,4-4-64,-2-5-16,-2-5 0,-1-1-48,3-9-80,-2-4 0,2 0 17,0-2-17,-2 2-96,2 4 64,1 0 80,1 4-96,-2 0-32,4 1 0,-3-1 0,0 3 0,1 3-16,-4 8 0,0 6 0,-1-1 32,3 5-48,-2 6 16,2 0 32,-4 7 16,4 0-16,2 2 16,0 0-32,-4 4-16,6 2-16,-2 5 32,2 0-32,0 1 16,0 3 0,0-2-16,0 4 0,0-2 32,0 2-32,0 0-16,0 0-32,0-3 48,0 3 0,10-2 16,6-4-16,3-1 32,5-1 0,3 0-16,-2-3-16,-1 0 32,-5 2-16,-2 3-16,-3 2 0,-2-1 16,-3 4-16,-1-2-16,-4 1 0,4 2 16,-4 0 0,1 0-32,2 0 32,0 0 64,-1 0-64,2-2 16,2 2 0,2-4 16,5 0-16,-3-3 0,-3 3-16,-3 0 16,-4 1-16,2 3 16,-6 0-16,0 0 16,0 0-16,0 0 32,0 0-16,0 0-16,0 0 0,0 0 0,0 0 0,0 0 16,0 0-16,0 0 0,2 0 0,-2 0-16,0 0 0,0 0 16,0 0 0,0 0 0,0 0 0,0 0 0,0 0-16,0 0 0,0 0 16,0 0 0,0 0 16,0 0-16,2 0-64,1 0 64,1 0 0,-2 0 0,-2 0-64,0 0-736,0-2-1121,0-4-3218,0-3-9939</inkml:trace>
  <inkml:trace contextRef="#ctx0" brushRef="#br0" timeOffset="21507.9">16196 2712 7347,'0'0'1121,"0"0"-1,0 0 609,0 0-336,0 0-401,0 0-640,0 0-224,-2 88 705,9-29-241,2 1-176,3 4 1,3-4-337,1-5 32,1-7-64,-3-12 112,-2-10-112,-7-9-48,-3-11 0,-2-6 0,0 0 32,0-25 272,0-18-304,-19-13-240,-2-8 224,-5-5 16,1-1 0,7 0-96,5 3 128,11 3-32,2 4 0,12 7-160,21 6 80,10 10 64,9 9-80,3 9 48,3 10-64,-2 9 112,-5 0 0,-6 0 32,-12 9-32,-10 8 0,-8 5 0,-10 4 0,-5 5 96,0 8-80,-22 0 272,-13 3-128,-8 3 272,-9 2-176,-1 7 160,1 3 321,11 1-481,15 0 208,17-4-160,9-5-272,4-7 192,27-12-224,15-4 0,6-13-32,5-7 144,0-6-112,-7 0 0,-12-4-432,-7-13-464,-10-2-769,-7-7-208,-4-4-2353,-7-2-736</inkml:trace>
  <inkml:trace contextRef="#ctx0" brushRef="#br0" timeOffset="22123.79">16981 2917 2785,'0'0'6819,"0"0"-6530,0 0 463,0 0 1713,0 0-848,0 0-849,136-2-352,-113 2-240,-7 0 273,-6 0-433,-5 0 96,-5 10 64,0 8-144,-21 5 544,-18 3 64,-8-1-336,-3-6 193,7-3-225,8-5 32,15-7 32,11-2-288,9-2 80,0 0-128,0 0-32,15 0 16,20 0-112,10 0 128,2 0 0,1 0 64,-7 0-128,-6 15 64,-9 11 0,-7 5-80,-13 6 160,-6 1-80,-4-1 32,-31-5 48,-12-5 80,-8-3-128,-5-5 0,-2-4 96,0-6-64,1-7-64,7-2 0,13 0-416,20 0-993,21 0-2576,0 0-3795</inkml:trace>
  <inkml:trace contextRef="#ctx0" brushRef="#br0" timeOffset="26617.84">19522 6848 10485,'0'0'720,"0"0"-592,-158-47 769,110 39 959,3 8-911,-3 0-497,-4 2-32,-10 25-368,-10 12 320,1 10-15,0 11-49,5 11 368,4 8-80,9 4-79,13 5 175,12 4-528,18-4 368,10 1-240,7-1-256,35-4 192,20-5-224,24-11 0,21-16 48,17-23 65,13-24-113,9-10 0,3-44-32,-6-19-49,-17-16-95,-26-5 16,-29-5 128,-26-3 0,-23-3 32,-22-7 0,0-6 96,-38-3-96,-31 7 80,-24 15-80,-25 21 32,-23 26 64,-9 21-64,-12 24-32,8 2-80,12 28 16,20 24-544,34 14-400,36 15-1025,26 13-2898,26 6-1439</inkml:trace>
  <inkml:trace contextRef="#ctx0" brushRef="#br0" timeOffset="27264.98">19232 7105 1905,'0'0'688,"0"0"49,0 0 319,0 0-256,0 0 321,0 0 880,3 0 336,-3 0 160,0 0-288,-5 17-368,-24 21-64,-6 14-721,-3 4-576,4 1 369,8-3-481,7-7-160,5-6-112,7-16 16,5-12-112,2-8 0,0-5-144,0 0 48,0-28 80,17-22 16,1-16 0,9-7 192,-8 7-192,-3 11 0,1 7 32,-5 16 0,-3 13-32,-2 8 0,-2 11-32,2 0 80,8 9-48,8 31 160,6 14 64,4 8 289,-2 4-433,-3-4-48,1-6-32,-5-7 80,-3-11-80,-4-7 0,-7-12 64,-8-8-176,-2-10 112,0-1 0,0 0-32,-2 0 96,-23 0-64,-8-12 0,-10-5-80,-6 2-96,-6 0 47,-2 2 113,-2 4-64,4 5 64,9 2 16,15 2 0,13 0-16,13 0-112,5 0 112,0 0-400,7 0-512,24 0-545,14 0-848,2-9-1873,-1-6-3810</inkml:trace>
  <inkml:trace contextRef="#ctx0" brushRef="#br0" timeOffset="23164.67">17862 5541 6243,'0'0'6051,"0"0"-5443,0 135 1009,0-73-641,13 2 449,1 3-369,2-5-912,1-7 96,-1-7-160,-6-10 81,-2-10-65,-6-9-96,-2-11 32,0-3 64,0-5-96,0 0 160,0-7 272,-16-22-400,-6-14 208,3-9-240,0-10 80,-1-4-112,6 0 80,5-1-48,5 3 80,4 9-16,0 3-16,16 7-48,13 13 0,-1 11-128,8 8 128,2 13 0,2 0 0,3 0 32,-5 21-64,-7 7 32,-5 2 0,-14 2 64,-12 7-32,0 3 96,-10 1 144,-20 0-256,-6-2 288,-2-1-159,2 1-1,3-2 256,5 3-400,9 3 336,11-2 0,8 0-304,0-5 240,10-6-272,15-4 0,10-10-32,0-8 80,6-6-96,-2-4-288,4 0-864,5-23 143,-5-3-2529,-2-4-79,-6 2-81,-6 0 80,-8 5-432</inkml:trace>
  <inkml:trace contextRef="#ctx0" brushRef="#br0" timeOffset="23749.38">18417 6003 5491,'0'0'848,"0"0"1009,0 0 1776,0 0-1280,0 122-592,2-83-336,3-7-353,-3-7-159,6-5-657,-4-10-64,1-5-128,2-5 48,5 0-224,3 0 16,-1-8-64,-5-4 80,-5 8 112,0 4-32,-4 0 0,0 11-32,0 30 32,-17 16 480,-9 12-192,-5-3 177,2-4-113,3-11 80,5-5-400,4-10 144,3-10-352,8-9-304,6-13-2194,0-4-4657</inkml:trace>
  <inkml:trace contextRef="#ctx0" brushRef="#br0" timeOffset="32956.11">19173 8853 2657,'0'0'0,"0"0"-288,0 0 192,0 0-480,0 0-1121</inkml:trace>
  <inkml:trace contextRef="#ctx0" brushRef="#br0" timeOffset="33147.01">19173 8853 1601,'-130'-41'544,"124"39"-544,6-9-80,0 3-80,3-3-176,18 4-545</inkml:trace>
  <inkml:trace contextRef="#ctx0" brushRef="#br0" timeOffset="33272.97">19168 8716 4818,'0'0'592,"0"0"609,0 0 1008,0 0-992,0 0 415,0 0-111,-102 0-224,79 0-369,8 0-80,10 0-271,5 8-545,12 3 192,35 2-320,18-1 96,16-5-32,4-5-609,1-2-479,-6 0-369,-12 0-288,-21-2 65,-24 0 303,-23 2 353,-4 0 527,-51 0-975</inkml:trace>
  <inkml:trace contextRef="#ctx0" brushRef="#br0">13076 6813 10773,'0'0'1937,"0"0"-288,0 0-33,0 0-15,0 0-657,0 0-415,0 0-17,15 2 80,4 0-64,9 1-31,10-3-113,15 0-112,8 0-16,16-11 0,11-6-112,17-1 48,8 4 48,13-4-47,1 6 15,-11-1-144,-14 0-48,-14 2 0,-19 2-32,-12-1 0,-19 6 16,-14-1 16,-10 5-16,-12 0-48,1 0 16,-3 0 32,0 0 32,0 0 0,0 0 32,0 0-64,0 0-80,0 0-256,0 0-289,0 0-207,0-4-897,-17-2-3745,-4-5-2754</inkml:trace>
  <inkml:trace contextRef="#ctx0" brushRef="#br0">13488 5790 3378,'0'0'896,"0"0"160,0 0 129,0 0-561,0 0 241,0 0-241,0 39 16,0-19 321,0 1-81,0 4-48,0 5-63,0 0-241,0 2 144,0 1-207,0-2 15,0 2-144,0-4-96,0 2-16,0-4-16,0-3-32,0-1-64,0-4 32,2 1-15,0-9-33,-2-1 0,2-3-64,-2-5 16,4-2 16,-4 0 16,2 0 16,-2 0-32,0 0 16,0 0-16,0 0 16,0 0 64,0 0-64,0 0-16,0 0 16,0 0-64,0 2-16,0-2-16,0 4-32,0 5 48,0 0 144,0 1 32,0 1 176,0-1-64,0-1-143,0-3 63,0-2-80,0-1-16,0-3-112,0 0 64,0 0-64,0 0 96,0 0-48,0 0 32,0 0-64,0 0 0,0 0 0,0 0-16,0 0 0,0 2 0,0-2-16,0 0 0,0 2 0,0 0-80,0 2 0,0 7 96,0 6 0,0 1 16,0-2 16,-2-3 0,2-4 0,0-5-32,0-2 0,0 0-32,0-2 0,0 0 32,0 0 32,0 0-32,0 0 0,0 0-128,0 0 16,0 0-224,0 0-129,0 0 113,0-8-80,0-1-80,0-1 16,0 1-113,0 5-15,0-2-16,0 6-513,0 0-432,0 0 833,0 0 288,0 0-224,0 0 255,-8 0 433,-2 8 0,1 0 112,-3 1 161,2 2 127,-1-1 240,1 3 112,-2-4-255,3-3 79,2-2 128,0 1-16,1-3-271,6-2 31,0 0-16,0 0 16,0 0 193,0 0-49,0 0-272,0 0 48,0 0-128,0 0-64,0 0-160,13 0 48,9-4 96,1-5 65,3-4-145,1 3 48,-2 1-96,2-2 48,-3 5 16,-8 2-64,-5 4-16,-3 0 144,-3 0-144,-5 0 64,0 0 112,0 0-144,0 0 80,0 6 32,0 3-16,-13 1-32,-5 1-48,-5-1-32,-6 2 16,0-4-16,-7-2 48,3 3 80,-3-3 1,1 1-1,6-5-48,5-2-32,8 0 16,9 0-32,2 0-48,5 0-32,0 0-32,0 0-64,0 0-96,19-2 208,7-9 16,10 2 32,2-1-48,2 1-64,0-1 32,-6 1-64,-3 0-33,-10 3-15,-9 4 96,-7 2-32,-5 0 16,0 0 64,0 0 64,-9 0 32,-15 0 0,-7 0-80,0 6 16,0-1 0,-2-1 48,0 2-31,6-1 95,5-4-96,11 2-48,4-3 0,4 0-144,3 0-353,0 0-1936,10 0-5138</inkml:trace>
  <inkml:trace contextRef="#ctx0" brushRef="#br0" timeOffset="-11846.66">13642 4520 6739,'0'0'1873,"0"0"-1777,0 0 688,0 0 1601,0 0-880,0 0-608,-16 130-145,14-72 336,-4 11-47,2 12-113,1 11-271,-1 7-385,-2 5-112,0 6 144,-6-2-48,0-3-64,-3-4 80,4-12-240,-1-9 256,4-16-144,4-13-64,2-10-47,0-13-33,2-13 0,0-9 0,0-4 48,0-2-112,0 0 64,0 0-209,-3 0 113,-2-4-160,0-7-48,-1 3-64,0-3-1361,0 4-1328,-2 3-1649,-1 2-1233</inkml:trace>
  <inkml:trace contextRef="#ctx0" brushRef="#br0">13564 6809 5122,'0'0'993,"0"0"-193,0 0 497,0 0-145,0 0-367,0 0 287,0 0 49,0 0 31,0 0-159,0 0-145,0 0-48,0 0-159,0 8-97,0 10 64,0 5 113,0 3-97,0 1-224,0 3-128,0-2 0,0 0-80,0-3-48,0 3-48,0 2 33,0 1-33,0 0 16,0-3 16,0 0 0,0 0 48,0 0-80,0-3 48,0 3-64,0-2 0,0 4-16,0 0-32,0-2-16,0 0 32,0-3-48,0-2 16,0 1 0,0-3 0,0 3 0,0-1 16,4 3 16,2 2 112,-2 0 48,-1-1-48,-3-3 16,2-2-63,0-1-49,-2 0 64,2-4-96,1 2 0,2 3-32,-1-3 64,2 1-48,-2-1 0,1-4 16,-1 2-32,2 0 32,-2 0-32,-2 2 48,4 1 16,-2-4-64,-2 6 32,3-3-16,-3 1 0,3 1 16,0-4-16,-3-4-16,0 2 0,-2 0 16,4 0 0,-2-2-16,0 0 16,0-1-16,0 1 0,1-2-16,2 2 16,-3 0 0,5-1 0,-2 1 0,0-2 0,-1 2 16,-2 2-16,4-2 16,-4-1-16,3 1 0,-3-2 0,0 0 0,4-1 16,-4-1-16,-2-1 0,2 1 16,0-2-16,-2-1 0,0-4 0,0 2 16,0 0-16,0 1 16,0-1-16,0 0 0,0 1 0,0-1 0,0 0 0,0 3 32,0 1-16,0 3-16,0-7 0,-2 2 0,0 1 0,-3-3 0,2 0 0,-1 3-32,1-1 80,-1 0-96,2 1 96,-2 2-48,4-3 0,-2 0 0,2 3-16,0-3 16,0-1 16,0 3-16,0 1-80,0-3 80,0 3 0,0-1 0,0 1 64,-2-1-64,2-1 0,0-1-16,0 3 16,0 1-32,0-1 80,0 0-96,0 1 96,0-8-32,0 5-16,0-1 0,0 3 0,0 4 0,0-3 0,0 1 16,0-2-16,0-5 0,0 2-16,0 3-64,0-5 80,0-2 0,0 1 32,0-3 16,0 0-48,0 0-48,0 0 0,0 0-208,0 0-160,0 0-161,0-13-943,-7-5-2722,-9-3-6019</inkml:trace>
  <inkml:trace contextRef="#ctx0" brushRef="#br0" timeOffset="20323">6371 7269 10789,'0'0'1281,"0"0"-1169,0 0-112,0 0 2129,0 0-689,0 0-1248,15-7-192,6-8 16,1 7 160,-4 4-176,-5 4 0,-5 0 80,-5 0-32,0 12 289,-1 10-49,-2 3 256,0 7 160,-5 5-400,-16 6 17,-10 1 319,-2 3-240,-6 5 128,6-3-192,4-6-127,17-9 239,12-11-400,0-8-48,37-12 48,10-3 80,17-9-128,5-23 0,-5-4 160,-2 4-224,-12 6 64,-12 6-208,-10 12-112,-14 4-465,-14 4-335,0 0-913,0 2-2049,-21 13-2369</inkml:trace>
  <inkml:trace contextRef="#ctx0" brushRef="#br0" timeOffset="19514.14">5555 6843 1825,'0'0'144,"0"0"80,-68-124 96,51 89 368,1 1 225,3 2-689,-1 4 128,4 1 64,4 1 1,-2 5-17,6 3 16,-3 8 240,5 4 225,-2 3 15,2 3 0,0 5-383,0 27-369,0 21 1456,2 14-255,8 9-240,-1 8-401,1-3-352,-6 2 320,4-8-319,-4-2-257,1-13 80,-3-13-144,1-13-32,0-12 112,-1-14-16,-2-5-96,0-3 176,0-3-32,0-29 128,0-15-272,0-13 0,0-8-48,0-5 160,0-6-128,2-2 16,5 2 0,7 6-96,6 11 48,3 17 0,8 9 32,5 12-160,4 11 176,5 9-80,-2 4 80,0 0-96,-3 19 96,-9 13 0,-9 9-64,-10 6 160,-10 2-96,-2 0 0,-7-4 32,-24-2 176,-7-5-80,-5-7 112,-2-8 208,0-6-384,-1-8 96,6-5-80,4-4-32,5 0 161,8 0-177,6 0-32,8-6 80,4 1-64,5 3-32,0 2-160,21 0-49,22 0 161,17 15 128,11 8-64,5 10 16,-5 5 48,-7 5-64,-11 8 32,-13 3 49,-11-1 95,-11 1-64,-10-9 64,-6-11 272,-2-11-400,0-12 32,0-7-80,0-4 0,0 0-784,0-17-1986,0-17-4033,0-7-1937</inkml:trace>
  <inkml:trace contextRef="#ctx0" brushRef="#br0" timeOffset="-8705.33">7025 4590 4690,'0'0'1153,"0"0"-577,0 0 32,0 0 865,0 0-161,0 0-527,0 0-673,0 0 208,0 5-32,0 12 352,0 0 145,0 4-321,-3 1 176,-4 2-31,-2 3-177,2 5 80,-1 5-176,2 3 0,-1 5 145,-3 9-97,2 5 208,4 8-208,2 3-96,2 4 129,0-2-209,0 1 0,0 2 32,0 2-192,0 4 256,0 0-96,0 5-160,0-3 208,0-1-208,0-6 32,0-5 32,0-3-48,0-12-48,-5-11-16,-2-17 64,4-15-64,3-9 0,0-4 0,0 0 32,0 0 32,0 0 0,0 0-32,0 0 0,0 0 97,0 0-129,0 0 0,0 0-32,0 0 80,0 0-48,0 0 0,0 0 32,0 0-112,0 0 80,0 0-48,0 0-33,0-2-591,0-18-640,0-3-2370,0 6-2529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1:01:32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4082,'0'0'5832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01:03:33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4002,'0'0'3708,"0"18"-2806,0 74 960,1-94-871,2-20-354,-3-52-277,0 56 341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17:01:52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4738,'0'0'8527,"9"0"-14234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7-06T17:02:00.291"/>
    </inkml:context>
    <inkml:brush xml:id="br0">
      <inkml:brushProperty name="width" value="0.1" units="cm"/>
      <inkml:brushProperty name="height" value="0.1" units="cm"/>
    </inkml:brush>
    <inkml:context xml:id="ctx1">
      <inkml:inkSource xml:id="inkSrc2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1-07-06T17:00:53.451"/>
    </inkml:context>
    <inkml:brush xml:id="br1">
      <inkml:brushProperty name="width" value="0.07" units="cm"/>
      <inkml:brushProperty name="height" value="0.07" units="cm"/>
    </inkml:brush>
    <inkml:brush xml:id="br2">
      <inkml:brushProperty name="width" value="0.05" units="cm"/>
      <inkml:brushProperty name="height" value="0.05" units="cm"/>
    </inkml:brush>
  </inkml:definitions>
  <inkml:trace contextRef="#ctx0" brushRef="#br0">14576 3946,'-53'-3815</inkml:trace>
  <inkml:trace contextRef="#ctx0" brushRef="#br0" timeOffset="1">14369 448,'154'-317,"8"630</inkml:trace>
  <inkml:trace contextRef="#ctx1" brushRef="#br0">14598 4015 3778,'0'0'1472,"0"0"-607,0 0-97,0 0-208,0 0 49,0 0-273,0 0-16,0 0-80,0 0 256,0 0-79,0 0 95,0-1 160,0-8-16,2-2 97,1 1-305,1-6-208,4-1 144,-2 0-144,2-2 0,-1-2 65,3-1-65,-4 3 48,2 0-32,1-1 64,-2 3-48,0 2-32,1 0-16,-4 2-48,4 1-31,-1-3 15,-3 2-16,1 0-32,0-2 32,-3 0-32,4 0-48,-2 0 16,0 2-32,-1 0-48,2 1 48,0 1-48,-1-2 16,1 0-16,0 3 32,-3-3-32,3 2 16,0-2 0,-3 3-32,0-3 80,1 2 16,-3 1 80,2 1 16,0 0-16,4 1-32,-2-1 0,0-4-48,2 0-32,-4 0-16,3 1 0,-1-3 1,1 2 79,0 0-16,-3 0-64,0 3 96,2-1-80,-2 0 16,0 3-48,2-1 16,1-4-16,3 1 16,1-6-16,-2-1 96,5 2-112,3-3 128,-1 4-112,0-2 208,1 2-96,-4 1 0,3-3-112,2 4 0,1-4 64,1 1 0,0-2-80,-3 4 16,4 0 16,-5 2 0,2 0 48,-3 3 16,-5 1 48,2 0-16,-3 3-80,-2-1 81,4 1-65,1-2-16,2-1 32,5-4-48,-3 0-16,3 0-16,-3 1 0,0 1 0,-1 0 32,-2 3-32,-4 0 32,2 1 0,-1 1 16,-4-1-16,6 1-16,-3-3-16,3-2 16,4 1 32,-2-3-48,5 0 0,-1 0 32,3-2-32,0 0 0,-3 4 0,2 1 16,-5 4-16,2-3 0,1-2 32,-2 0-16,6-1 0,-3 1 0,-3 3 0,5-4-16,-3 2 0,5-3 0,4 0 48,1 0-32,-3 0-16,4 1 16,-3-1 64,-3 0-80,2 2 0,-1 1 48,-1 1-48,1-1 64,-3 3-64,4-4 16,-1 1-16,1-1 80,2 0-64,-1 1 0,-3 1 32,3-2-16,-3 5 16,-2-3-32,-3 3 0,3-1 0,-1 1 48,1 0-48,-3-1 64,1 1-64,-1 0 48,-1-1-48,3-2-16,2 1 80,-1 0-48,0-1 16,-1 3-16,-1-1 0,-1-1-16,2-1 16,1 2 0,0 1-32,-1 0 48,7-3-32,-2 0 48,1 3 0,-1-1-32,2 3 0,-5 2 16,0 0-48,-3 0 16,2 0 0,-1-2-16,2 1 0,1-1 16,-2 2-16,0 0 0,3 2 0,-1-2 0,5 0 17,-3-1-17,6 2 0,-5 1 0,3 0 0,-6-3 32,5 3-32,-3 0 0,-1 0 16,-1 0 0,-4 0 0,2 0 16,1 0 0,-2 0 32,1 0-48,-2 0 64,-1 0-64,6 3 16,1-2-32,-1 8 16,2-3 0,2-1 0,0 1 16,3-4 0,-3 4-16,0 1-16,-2 2-48,-1-3 48,4 3 0,-4-1 32,4 1-32,-1 2 32,-3-3-32,4-1 0,-3-1 0,-5 0 32,-1-2-32,1 5 0,1 0 0,-3-1 32,4 0-32,3 4 0,-3-6-16,3 3 80,-5-3-48,0 1 32,-1-1-48,2 2 32,1 1 32,0-1-48,1 3-16,-3-3 16,0 4 0,3-2 0,-4 1-16,1-1 16,3 1-16,-3-3 0,2-1 16,-2 1 0,1 1-16,-2 0 0,-1 1 32,-1 1-32,1-3 0,-3-1 16,3-1 0,-5 3 0,2 0-16,-2-3 0,-3 3 0,3-3 0,-2 0 0,2 3 0,-3-1 0,3-1 16,1 1-16,-1 3 16,1-4 0,1-1-16,-2 1 0,3 1 16,-1 0 0,0 3 0,3-2 0,-5-1-16,2 1 16,3 0 0,-3 1 16,1-1 0,1-1-16,-1 3-16,-3-5 112,1 3-96,-1 0 16,2 1-16,1 1 0,1-1 16,-1 2 0,-1 0-32,0-1 0,3 2 0,-1 0 16,1 1-32,-1 4 16,4-1 0,-3 0 0,-1-2 16,-3-5 0,-2 3-16,-2-4 0,1 2 0,1 3-80,2-1 96,-4 0-16,0 2 0,1-2 32,0 0 0,-1-3-32,3 3 0,0 0-32,-3 2 32,5-2-32,-4 2 32,2 0 0,-3 2 0,-1 0 0,2 1 64,-1-2-64,1 2-64,-1 1 64,0-2 0,-2-2 0,-1-2 0,-2 0 0,-2-3 0,4 1 0,-4-3 0,2 1 0,3 2 0,-2-1 0,0 3 0,-1-2 32,4 0-32,-4-1 0,4-1-32,-3 2 32,-1-1 0,4-1 0,-6-1 0,2 5 0,4 0 0,-4 2 32,3-2-32,1 2 0,-2-2 0,2 0 16,-1-1-16,0-1 0,-2 0 0,3-2 0,-4-1 0,0 0-16,-1-2-16,0-1 32,1-1 0,-1 1 32,-1-1-16,-2 0-16,0-2 0,0 2-16,2 1 16,3 2 16,-2-4-16,-1 0 0,-2 1-16,0 0 16,0 3 0,2-1 0,0 1 32,4-1-32,-4 4 0,-2-1 16,2-3-16,0 3 0,1-2 16,-1-1-16,-2 0 0,2-1 16,-2-1-16,3 0-16,0-2 0,-3 2 16,2 3 0,0-2 16,0 3 0,-2-2-16,0 1 0,0 1 32,0-1-32,2-1 16,2-4 48,0 4-64,-4-1 0,0 3-16,0 3 16,0-4 48,2 1-16,-2-4-32,0-1 0,0-1 0,0-2 32,3 0-16,-3 0 0,0 0-16,0 0 32,0 0-16,0 2-16,0 2 0,0 4 0,0 1 32,0 0 16,0-3 0,0-2 0,0-1-32,2-3 32,-2 2-64,0-2 48,0 2-16,0 2-16,0 3 16,0-1 16,0-2 0,0-1 1,0-3-17,0 0-32,0 0 16,0 0-17,0 0 17,0 0-80,0 0-272,-11 0-448,-23-7-1697,-14-6-7652</inkml:trace>
  <inkml:trace contextRef="#ctx0" brushRef="#br1" timeOffset="2">14576 3946,'7541'21</inkml:trace>
  <inkml:trace contextRef="#ctx0" brushRef="#br1" timeOffset="3">21841 3828,'276'139,"-553"-2</inkml:trace>
  <inkml:trace contextRef="#ctx0" brushRef="#br0" timeOffset="4">17116 5216,'2381'-5</inkml:trace>
  <inkml:trace contextRef="#ctx0" brushRef="#br0" timeOffset="5">19182 5053,'315'158,"-630"0</inkml:trace>
  <inkml:trace contextRef="#ctx1" brushRef="#br0" timeOffset="-209668.22">15658 11274 11957,'0'0'2193,"152"0"1057,-18 0-801,37 0-1040,31 0-561,31 13-192,15 0-95,15 0-97,-1-3-336,-18-6-16,-24 1-112,-45-3-112,-39 0 0,-46 2-256,-38 0-32,-32 3-225,-20 2-239,-47 7-401,-37 6-1136,-25 8-1345,-6-9-223,4 1-5140</inkml:trace>
  <inkml:trace contextRef="#ctx1" brushRef="#br2" timeOffset="-136717.15">6000 4405 5010,'0'0'1393,"0"0"464,0 0-16,0 0 288,0 0 224,0 0-865,124-2-31,-112-18 176,-1-8-721,1-3-624,0-10-128,-7-2-144,0-2 96,-5-2-80,0 6 0,0 1-16,-5 8-16,-2 4 49,-1 11-49,4 6 0,2 5 32,2 3 16,0 3 96,0 0-144,0 0 16,0 28 32,0 13 128,0 11 160,4 5 96,-4 7-32,0 2-48,0-1 97,-2-7-145,-8-11-208,1-13 16,1-13-112,4-10 0,0-7-128,-2-4-673,6 0-1071,0-8-2915,0-24-3472</inkml:trace>
  <inkml:trace contextRef="#ctx1" brushRef="#br2" timeOffset="-136286.39">6454 4210 7507,'0'0'2834,"0"0"207,0 0-720,0 0 64,0 152-816,5-103-721,12-4-175,9-10-65,9-12-288,8-12-144,7-11-160,5 0 32,1-15 32,-3-20-16,-10-5-64,-10-1-16,-14-2-32,-14 0 48,-5 0 0,-7 5 0,-24 4 32,-10 6 48,-2 11-80,-4 7 80,4 3 0,3 7-32,7 0-48,9 0-48,7 17-32,13 11-896,4 6-1473,6-4-3266,23 0-4177</inkml:trace>
  <inkml:trace contextRef="#ctx1" brushRef="#br2" timeOffset="-135785.46">6620 3682 9973,'0'0'2913,"0"0"64,0 0-352,0 0-800,0 0-848,150-26-433,-107 20-176,-8 1-176,-6 1-144,-7 4-32,-11 0-32,-3 0 16,-6 0-432,-2 0-320,0 0-1217,0 0-2065,0 0-3505</inkml:trace>
  <inkml:trace contextRef="#ctx1" brushRef="#br2" timeOffset="-135516">7144 3329 10213,'0'0'2161,"0"0"368,0 0-736,28 120 496,-21-61-945,3 1-751,-3-2-145,-3-6-256,0-12 0,-2-8-96,-2-13-96,0-6-48,0-8-528,2-5-993,0 0-1873,3-3-1968,2-20-4323</inkml:trace>
  <inkml:trace contextRef="#ctx1" brushRef="#br2" timeOffset="-135272.84">7443 3558 7235,'0'0'2001,"0"0"-256,0 0-817,0 0 577,133-24-688,-102-2-609,-10 1-48,-11-1-144,-10 3 160,0 1 16,-26 5 176,-7 4 416,-10 9-255,3 4-49,1 0 64,2 0-112,8 6 337,7 5 31,8 4-336,5-2-368,9 2-16,0-2-48,0 0-32,19 4 16,7-2-16,5 0 112,4 2-32,2 0-80,-4 2 16,0 9 0,-7 6-16,-7 7 96,-5 4-15,-11 0-33,-3 0 128,0-3-64,0-9-64,-5-5 16,-2-12-48,2-9-16,5-3-497,0-4-1327,0 0-2082,0-6-3506</inkml:trace>
  <inkml:trace contextRef="#ctx1" brushRef="#br2" timeOffset="-134585.31">8558 4099 11013,'0'0'2529,"0"0"-736,0 0-849,0 0 385,0 0-320,-116-113-449,82 110 0,-3 3-112,-6 0-240,-3 20 80,-1 7 33,4 8 111,5 5-96,8 5 160,5 5-32,11 1-31,12 3-65,2-1 16,2 0-112,29-10 64,12-5-176,10-10 0,9-10-16,4-10-96,-2-4-16,-9-4-32,-18 0 0,-12 0-384,-13 0-464,-10 3-865,-2-3-768,0 0-2001,-31 0-8964</inkml:trace>
  <inkml:trace contextRef="#ctx1" brushRef="#br2" timeOffset="-142266.24">1589 3551 592,'0'0'961,"0"0"-561,0 0-256,0 0-16,0 0 1073,0 0-97,0 0-127,-66-6-17,63 6 144,1-2 161,-1 2-208,3 0 159,0 0-143,0 0-49,0 0-160,0 0 145,13 0-353,1 0-192,0 0-47,1 0-129,-4-2 96,-4-13 144,-2 0-240,-5-7-16,0 3 81,-7-2-1,-17 2-32,-9 1-32,-3 6 32,-7 3-112,-2 7-144,-2 2 0,2 0-64,2 21 16,5 13 16,2 11 32,9 9-32,8 4 64,13 1 48,6-1 97,0-9-161,31-8-48,8-15 64,12-17-96,5-9 0,4 0 0,-3-28 80,-5-9-32,-9-6-96,-10 0-32,-8 9 32,-11 11-16,-10 12 48,-4 11 0,0 0 16,0 26-112,0 34 112,0 25 144,-2 12 160,0 5 112,0-5 112,2-8-128,0-7 17,0-16-161,0-17-16,0-17-112,0-12-32,0-14-96,0-6 0,2 0-16,-2-5-240,4-24-577,4-14-559,1-7-1217,7 4-3266,2 7-3425</inkml:trace>
  <inkml:trace contextRef="#ctx1" brushRef="#br2" timeOffset="-141529.4">1960 4167 8996,'0'0'3090,"0"0"-81,0 0-1344,0 0-17,0 0-623,0 0-417,146 62-320,-99-64-112,-7-19-64,-4-1-48,-13 1-32,-11-1 33,-7 6-65,-5 3 16,0 0 112,-17 2-80,-14 7 128,-6 2-16,-8 2-32,-1 0-128,6 13 128,4 12-112,8 5 112,11 0 96,7 5-48,10 1-16,0 2-48,8-1 16,23-8 112,8-5-144,10-9 65,5-4-113,-1-7 16,-1-4-32,-9 0-32,-10 0-64,-7-15-465,-7-4-447,-5-2-241,-5-3-4113,-1 5-3458</inkml:trace>
  <inkml:trace contextRef="#ctx1" brushRef="#br2" timeOffset="-141053.8">2781 4253 12438,'0'0'2273,"0"0"240,0 0-464,0 0-849,0 0-463,0 0-305,152 55-128,-115-55-176,0 0 32,-12 0-144,-3 0-16,-13 0-144,-6 0-480,-3 0-241,0 0-1264,0-3-496,-12-9-2321,-14-3-1665</inkml:trace>
  <inkml:trace contextRef="#ctx1" brushRef="#br2" timeOffset="-140810.24">2787 4091 7059,'0'0'3826,"0"0"-272,0 0-1265,0 0-1057,0 0 145,0 0-273,115-15-735,-70 15 31,-5 0-272,-4 0-32,-10 0-32,-7 0-64,-8 0 48,-5 0-48,-6 0 0,0 0 0,0 0 32,0 0 16,0 0-48,0 0-64,0 0-16,0 0-64,0 0 32,-8 0-80,-1 0 16,0 0-65,-4 0 33,2 2-480,-6-2-1105,-2 0-672,0 4-3218</inkml:trace>
  <inkml:trace contextRef="#ctx1" brushRef="#br2" timeOffset="-139829.78">3723 4011 96,'0'0'15383,"0"0"-13190,0 0-576,0 0-993,0 0 64,0 0-47,68 0-289,-33 0-112,2-2-160,-7-4 80,-4-1-144,-4 1 0,-8-1-32,-7 7 16,-5-2-656,-2 2-145,0 0-1215,0 0-1554,0 0-3793</inkml:trace>
  <inkml:trace contextRef="#ctx1" brushRef="#br2" timeOffset="-139540.78">4055 4430 10645,'0'0'1585,"0"0"1216,0 0-1921,0 0 49,121-94-305,-90 35-416,-7-8-208,-7 3 112,-11-3-80,-6 5-32,0 3 32,-11 9 16,-9 12-32,2 12 48,5 16 112,5 7 593,2 3-33,6 0-208,0 31-128,0 15 65,3 13 383,12 3-336,1-3 65,-5-3-17,-1 0-192,-5-5-160,-3-9-80,-2-5-112,0-12-32,0-7 0,0-10-192,0-6-640,0-2-961,5 0-2993,4-2-3554</inkml:trace>
  <inkml:trace contextRef="#ctx1" brushRef="#br2" timeOffset="-139200.89">4554 4505 7908,'0'0'2273,"0"0"1504,2 159-1343,-2-110 63,0-7-1105,-6-7-944,-2-12-207,1-7-225,2-8-16,-2-8-144,5 0-465,2-21-2640,0-22-737,0-13-1328</inkml:trace>
  <inkml:trace contextRef="#ctx1" brushRef="#br2" timeOffset="-138968.85">4918 3878 8788,'0'0'1761,"0"0"1040,0 0-928,0 0-352,0 0-417,0 0-656,-86 48-159,72-35 255,-1 2 128,-1 4-144,-1 0-160,3 5 33,-3 3 95,1 6 32,4 3-160,7 6-128,5 4 81,0 5-17,10 4-96,21-6-48,9-8-64,7-11-96,6-17 0,1-9 0,-3-4 0,-8 0-32,-10-19-128,-7-9-192,-12-1 112,-12-4-17,-2 4 145,-4 5 96,-23 8 16,-6 8 0,-2 8 64,0 0 128,-2 5-31,6 20 31,6 5-128,5 2-64,6-2-32,9-4 32,5-1-16,0-1-417,10-5-607,16-4-1489,2-4-2786,5-11-1616</inkml:trace>
  <inkml:trace contextRef="#ctx1" brushRef="#br2" timeOffset="-138480.16">5570 4482 4706,'0'0'12902,"0"0"-10677,0 0-608,0 0-833,0 0-96,0 0-319,0 0-193,0 2-64,0-2-16,0 0 0,0 0 96,0 0-128,0 0 112,0 0-144,0 0-32,-3 0-48,-12 0-864,-6 0-3666</inkml:trace>
  <inkml:trace contextRef="#ctx1" brushRef="#br2" timeOffset="-132351.9">1894 5040 7668,'0'0'2048,"0"0"81,0 0-48,0 0-688,0 0-385,0 0-111,0 0-17,12 41 65,-10-20-145,0 9-176,0 8-207,1 8-49,-1 2-16,1 8-32,-1-2-48,3-1 48,-3-6-80,0-2-80,0-4-95,-2-3 15,0-6 0,0-2-64,0-4-16,0-7 0,0 1 16,0-5 0,0-2-16,0-5 0,0-2 32,0-4 0,0 1-16,0-3 16,0 0-16,0 0 64,-4-18 0,-5-16-80,-1-11 0,8-15-16,2-6-16,0 0 32,0 6 16,4 11 16,13 10-32,2 9 0,9 7-48,1 8 16,2 11 32,4 4 0,4 12 32,-2 29 0,0 10 144,-4 7-48,-7 2-48,-7-2 0,-5 1 0,-7-3 0,-7-4-48,0-5-16,0-11 32,-4-10-32,-8-11 16,5-7 16,-3-8 16,1 0 16,-3-19-80,0-28 0,5-19-16,7-12-16,0-5-32,0 4 32,19 9-16,12 14 32,4 13-64,1 20 48,2 16 0,-5 7 16,3 28 16,0 32 32,-7 21 80,-6 11 144,-9 2 48,-9-6-128,-5-13-144,0-9 48,-3-15 1,-13-12-65,1-16-16,1-10 0,3-13-273,6 0-447,5-19-1057,0-19-3329,7-9-3490</inkml:trace>
  <inkml:trace contextRef="#ctx1" brushRef="#br2" timeOffset="-131542.51">2738 5834 8708,'0'0'3201,"0"0"385,0 0-1585,0 0-400,0 0-369,150 81-639,-113-81-337,-3-15-64,-6-7-80,-6-3-48,-10-3 16,-8 0-48,-4 0 48,0 3-32,-12 3 96,-11 7 176,-6 7-160,-7 8-80,-1 0 32,-2 15-48,4 17 80,4 11 129,12 4-81,9 6 48,10 3 32,0-7 48,12-4 64,15-9-256,4-8 48,2-6-32,2-7-48,-2-7-48,-4-6-32,-1-2-16,-1 0-240,2-2-592,1-20-737,1-7-1152,0-1-6243</inkml:trace>
  <inkml:trace contextRef="#ctx1" brushRef="#br2" timeOffset="-130882.82">3491 5816 11221,'0'0'3154,"0"0"-1618,0 0-95,0 0 768,0 0-1265,0 0-527,160 0-193,-125 0-64,-4 0-48,-7 0-16,-9 0-32,-9 0 0,-4 0-64,-2 0-160,0 0-272,0-1-1441,-2-8-2337,-12-4-6563</inkml:trace>
  <inkml:trace contextRef="#ctx1" brushRef="#br2" timeOffset="-131087.65">3522 6007 14919,'0'0'800,"0"0"1121,0 0-720,0 0-65,158 32-432,-123-32-607,-7 0-97,-7 0-65,-8 0-927,-9 0-1281,-4 0-896,0 0-1137,0-9-2241</inkml:trace>
  <inkml:trace contextRef="#ctx1" brushRef="#br2" timeOffset="-129746.18">5369 5341 6451,'0'0'1873,"0"0"1040,0 0 97,0 0-1426,0 0-143,0 0-144,-6-44-577,-11 35-240,-4 0-192,-5 3-48,-11 0-48,-2 2 81,-7 4-177,-7 0-32,4 0-64,-3 16 80,9 10-16,4 4-16,12 2 16,12 1 32,12-8 80,3-1-176,8-5 112,25-6-96,12-7-16,10-6 80,-1 0-64,4-2 16,-6-13-32,-9 2-16,-10 13 16,-9 0-32,-8 24 32,-6 31 0,-10 18 64,0 10 144,0-1 112,-19-10 48,-5-7 17,6-16-49,3-17-208,5-15-64,6-11-64,4-6-80,0 0-1025,0-10-1200,14-14-3521,9-4-3379</inkml:trace>
  <inkml:trace contextRef="#ctx1" brushRef="#br2" timeOffset="-129279.73">5515 6091 10165,'0'0'3793,"10"138"-703,-10-69-513,0-9-976,0-11-673,-8-13-432,-4-15-320,1-8-160,1-13-16,6 0-832,4-23-2658,0-26-3457</inkml:trace>
  <inkml:trace contextRef="#ctx1" brushRef="#br2" timeOffset="-129048.18">5779 5992 6835,'0'0'1553,"0"0"-64,0 0-241,0 0-175,0 0-49,112-152-720,-103 92-112,-9-2 353,0 2 367,-5 7-192,-13 10 161,1 13-97,3 13 176,2 8-31,7 7-65,2 2-223,3 0-305,0 4-240,0 24-48,0 13 208,8 11 224,-2 3-80,2 2 97,-6 2-81,-2-4 0,0-6-224,0-8-96,0-7-96,-8-8 0,2-11-32,1-3-400,0-7-881,3-5-1968,2 0-4659</inkml:trace>
  <inkml:trace contextRef="#ctx1" brushRef="#br2" timeOffset="-128062.98">6606 6013 13558,'0'0'2529,"0"0"1,0 0-882,0 0-639,0 0-401,0 0-416,20 0-144,-16 0-48,-4 0 0,0-2 0,2-4-96,0-3-640,4 3-2594,-2-1-3857</inkml:trace>
  <inkml:trace contextRef="#ctx1" brushRef="#br2" timeOffset="-125946.3">9160 5273 2081,'0'0'9508,"0"0"-7875,0 0 1248,0 137-271,3-75-449,-1-2-1409,0-6-400,0-11-96,4-9-128,-4-13-64,0-10-48,0-7-16,-2-2 32,2-2-16,1 0-16,4-6-16,8-26 16,4-7 112,5-4-64,3 5-48,4 3 16,3 4-80,2 0 80,-8 8-16,-1 2 0,-8 6-48,-7 4-64,-6 4-256,-3 1 48,-3 0-32,0-1-449,-13-2-1167,-5 3 607,-3 6 224,4 0-335,3 0 191,0 0 993,4 18 288,1 3 144,-3 8 1041,7 10 495,0 15 225,5 8-208,0 4-432,2-2-481,18-11-48,1-10-336,0-8 33,5-12-97,1-8-240,4-10-16,4-5-80,6-7-112,2-25-112,2-7-288,-5-1-385,-4 1 497,-13 3-176,-11 10-225,-10 12 305,-2 7 496,0 7 192,0 8 480,-14 25-383,0 9 63,7 1 0,7-11 32,0-10-192,0-9-48,19-9-112,2-4-32,1 0 0,4-19-80,0-16-144,-7-5 32,-5-3 48,-11 0 112,-3 2 32,0 5 0,-22 8 0,-1 9 32,-1 10 432,-1 7 112,2 2-175,-1 0-49,3 9-80,2 17 0,5 2-16,4 7 32,6 13-112,4 7 16,0 7-15,0 5-1,18-1-48,7 4-80,0-1-32,1 4-16,-7-1 0,-7-1-16,-12-2-80,0-5 32,-6-9 48,-23-6 0,-4-6 0,-10-9 16,-4-10 0,1-14 48,3-10-32,2 0-16,13-31-160,7-10 160,14-8-48,7-9 32,9-2 16,26-4 0,16 0-48,11 4-225,-3 4-143,3 13-16,-10 5 48,-9 8 176,-10 9-32,-9-1-81,-5 7-287,-9 4-64,-8 1-1393,-2 6-2033,0 2-5010</inkml:trace>
  <inkml:trace contextRef="#ctx1" brushRef="#br2" timeOffset="-127825.43">7144 5988 8996,'0'0'96,"60"-110"240,-33 47 465,-3-4 1168,-9-3-817,-9 1-223,-6 3-81,0 12-16,-4 11 737,-10 16-48,2 11-65,3 8-687,3 6 47,2 2-64,2 0-255,-3 38-241,2 18-48,3 12 288,0 9-96,0-8-144,3-9-112,8-9-111,-3-8-33,-1-9 0,-2-6-113,-1-11-479,-1-11-816,1-6-1074,2-4-4561</inkml:trace>
  <inkml:trace contextRef="#ctx1" brushRef="#br2" timeOffset="-127500.69">7536 5806 11605,'0'0'2449,"0"0"-656,0 0-240,0 0 416,0 0-721,152 77-1071,-88-88-1,-1-17-112,-11-10-48,-15-5 48,-13 0 0,-17-2-32,-7 7 160,-17 3 32,-25 10 192,-13 8 176,-6 12-191,1 5-321,8 0-80,11 5-64,15 8-881,15 4-784,7-5-2769,4-3-7619</inkml:trace>
  <inkml:trace contextRef="#ctx1" brushRef="#br2" timeOffset="-127080.06">7793 5074 14455,'0'0'3377,"0"0"-383,0 0-1362,0 0-671,0 0-497,0 0-160,109-19 144,-62 10-352,-6 5-32,-8 0-64,-11 2 0,-11 2-48,-5 0-304,-6 0-336,0 0-241,0 0-975,-8 2-3651,-6 4-5330</inkml:trace>
  <inkml:trace contextRef="#ctx1" brushRef="#br2" timeOffset="-126774.64">8301 4974 10485,'0'0'2481,"0"0"880,0 0-1504,0 0-368,134 10-657,-98-1-575,-1 0-113,-4 1-32,-12 5-16,-9-2-48,-10 6 32,0 5-48,-8-2 64,-21 3 0,-4-4 16,0-2-48,2-3-48,3-6-16,7-1 0,4-7 64,7-2-32,6 0-16,4 0 64,0 0 32,0 0-112,0 0-32,0 0 0,2 0-32,15 0 32,9 0 32,3 0 0,2 0 16,-4 9-16,2 5 0,-9 4-16,-6 3-16,-12 5 32,-2 6 0,-7-2 0,-22 0 0,-6-5 16,-1-8 64,0-8-48,3-7 32,4-2 16,6 0 32,6-2-112,3-13-64,6-5-256,8-1-384,0-2-2050,15 4-2160,11 1-3794</inkml:trace>
  <inkml:trace contextRef="#ctx1" brushRef="#br2" timeOffset="-126263.63">8815 4912 7700,'0'0'3841,"0"0"-15,0 0-737,0 0-1296,0 0-464,22 132-481,-22-70-384,0-4-159,0-9-113,0-10-176,0-12 48,0-7-64,0-9-416,0-3-801,-3-6-2737,-2-2-5042</inkml:trace>
  <inkml:trace contextRef="#ctx1" brushRef="#br2" timeOffset="-159638.41">3059 6 16,'0'0'5475,"0"0"-4451,0 0-80,0 0 161,0 0-305,0 0 145,0 0-145,-3-5-192,3 5-95,0 0-273,0 0-240,0 0 0,-5 0-1521,-10 0-1776</inkml:trace>
  <inkml:trace contextRef="#ctx1" brushRef="#br2" timeOffset="-146114.13">7494 1333 10101,'0'0'4290,"0"0"-817,0 0-976,0 0-1200,149-2-401,-84-4-255,-4-3-321,-2 0-192,-8 3-32,-16 0-96,-11 2-64,-9 1 32,-11 3-144,-4 0-401,0 0-399,-19 0-865,-7 0-2865,5 7-3042</inkml:trace>
  <inkml:trace contextRef="#ctx1" brushRef="#br2" timeOffset="-145509.76">8214 1053 5859,'0'0'1696,"0"0"353,0 0-912,0 0 544,0 0-385,0 0-447,0 32-225,-2-8-16,-8 6 97,-5 4 127,-1 2-144,-8-1-79,3-3-49,0-7-96,3-4-336,5-5-80,3-6-48,6-3-32,4-5-400,0-2-1409,0 0-816,4 0-3058,12-15-3425</inkml:trace>
  <inkml:trace contextRef="#ctx1" brushRef="#br2" timeOffset="-145816.13">8167 929 6931,'0'0'1889,"0"0"1409,0 0-801,49 133-753,-37-74-511,-1 6-160,-1 1-49,-2 4-400,-6-3-159,-2-5-225,0-4 80,0-12-208,0-9-48,0-9-64,0-13 0,0-6-144,0-9-625,0 0-1215,0-27-2354,0-11-2674</inkml:trace>
  <inkml:trace contextRef="#ctx1" brushRef="#br2" timeOffset="-153253.46">5458 512 2225,'0'0'464,"0"0"-464,0 0-80,0 0-304,0 0-272</inkml:trace>
  <inkml:trace contextRef="#ctx1" brushRef="#br2" timeOffset="-147690">6499 653 5138,'0'0'2433,"0"0"-143,0 0-1026,0 0-351,0 0 15,0 0-208,-130 81-159,105-51-113,2 4 224,-1 9-80,1 4 593,-1 7-193,5 4-143,2 1-1,7 2-208,10-2-143,0-5 159,12-11-240,19-12-144,7-11-144,7-9 64,6-11-176,-4 0 96,-2-9-32,-7-19-48,-9-6 0,-11 0-32,-10-1-32,-8 5 32,0 7-80,-14 6 0,-13 10 48,-6 7 32,-8 0 32,-1 9-16,-1 15 64,5 8-80,3-1-48,8 4 0,6-1-32,11 5-752,8 1-1185,2-3-5634</inkml:trace>
  <inkml:trace contextRef="#ctx1" brushRef="#br2" timeOffset="-155952.62">10268 651 3586,'0'0'4130,"0"0"-3906,0 0-224,0 0-160,0 0-97,0 0-495,0 0-384,0 37-2626</inkml:trace>
  <inkml:trace contextRef="#ctx1" brushRef="#br2" timeOffset="-154535.53">10121 1802 9620,'0'0'1345,"0"0"-865,0 0-64,0 0 289,0 0 95,0 0-352,11 0-176,-8 0-111,-3 0-145,0 0 64,0 0-32,0 0-96,0 0-177,0 0-991,-3-13-1729,-18-6-3650</inkml:trace>
  <inkml:trace contextRef="#ctx1" brushRef="#br2" timeOffset="-152749.03">73 1320 3169,'0'0'513,"0"0"207,0 0 64,0 0-319,0 0-257,0 0 64,0 0-48,0 0 256,0 0 80,0 0-63,0 0-1,0 2-144,-4-2-80,2 0-160,0 0-32,0 3 16,-3-1 48,-5 0-144,0 4-368,-4-1-1521,-9-1-736</inkml:trace>
  <inkml:trace contextRef="#ctx1" brushRef="#br2" timeOffset="-149431.53">3466 1840 5394,'0'0'2113,"0"0"417,0 0-17,0 0-352,0 0-705,0 0 97,43-81-480,-13 64-497,6 0-176,5 2-240,3 4 32,4 3-128,4 8 32,0 0-80,-7 0 32,-2 21 128,-10 11-176,-11 5 32,-7 7-32,-15 8 16,0 3 16,-8 3 32,-23-4-32,-9-3-32,-5-6 0,-6-3 81,-5 1-65,-6-4 16,1-3-32,3-6 144,13-5-112,10-7 48,8-5 16,13-7 48,6-4-64,8 0 176,0 0-176,10 5-16,23 2 256,20 1 80,11-1 0,4-3-79,6 3-113,-4-1-96,-11-4 0,-9 3-32,-15-5 0,-10 0 0,-13 0-16,-10 1-64,0-3 16,-2 2-16,0-2-96,0 0-272,0 0-641,-10 0-1184,8 0-4738</inkml:trace>
  <inkml:trace contextRef="#ctx1" brushRef="#br2" timeOffset="-148867.22">4528 2581 18360,'0'0'1985,"0"0"-48,0 0-1056,0 0-193,0 0-304,0 0-272,41 0-112,-35-5-32,2-2-448,-2-3-529,0-3-1152,1 0-2753,-5-1-6675</inkml:trace>
  <inkml:trace contextRef="#ctx1" brushRef="#br2" timeOffset="-148634.99">5058 2435 13750,'0'0'1553,"0"0"-641,0 0 977,0 0-960,134-32-209,-89-11-416,0-11-256,-7-9-16,-12-6 48,-12-2-80,-14-3-16,0 0 0,-16 11 32,-8 9 16,3 18-16,6 12 240,5 11 33,4 9 175,4 0 16,2 4-224,0 0-80,0 4-80,11 26 0,13 15 240,5 12 1,-3 5-81,-1 7 64,-6 4 32,-7 2-128,-4-4-32,-8-12-64,0-7-16,0-18-80,0-13-32,0-10-32,0-9-160,0-2-368,0 0-433,-2-11-895,2-21-2386,0-8-3106</inkml:trace>
  <inkml:trace contextRef="#ctx1" brushRef="#br2" timeOffset="-148201.72">5774 2017 8964,'0'0'1777,"0"0"1440,0 0-1104,0 0 128,0 0-800,-14 133-657,14-83 97,0 1-241,2-2 64,17-4-239,7-11-193,3-6-96,8-6-80,9-12 16,2-6-96,6-4 0,-4 0 0,-5-19 0,-2-13-16,-12-9 0,-12-5-64,-14-2-96,-5-1 160,-10 4 0,-23 7 0,-10 5 32,-6 10-16,-11 11 96,-4 9-112,-3 3-128,1 0-336,16 17-513,11 9-944,18-3-3889,17-2-6660</inkml:trace>
  <inkml:trace contextRef="#ctx1" brushRef="#br2" timeOffset="-151123.38">1157 1716 6003,'0'0'1408,"0"0"257,0 0-208,0 0 368,0 0-289,0 0-687,0 0 111,0 0 17,0 0-17,-3 4-64,-8 9-287,-4 2-97,1 0-144,-3 0-64,3 0-64,-3 4 1,3 0-17,-2 5-128,-2 2 32,5-1-48,-2 3-32,3 2-32,2 7 32,2 7 96,-2 6-96,3 3-32,7 3 224,0-1 16,0-3-32,11-8 48,15-3-32,3-11-127,6-6-65,8-11 80,5-13-112,2 0-16,2-9 80,-2-21 16,-7-4-80,-5-7 16,-8-2-16,-7 1-32,-9 3-48,-10 9 16,-4 7 64,0 10-32,0 4 32,0 7-32,-6 2-16,-4 0-48,0 0 16,5 15 64,1 13 0,4 11 0,0 8 16,0-3 224,19 2-144,7-10 64,0-9 16,4-5-96,5-14-48,7-5-16,3-3 80,0-7 16,6-23-80,-9-15-32,3-8 112,-9-7-64,-7 0 0,-16 5-48,-7 5 16,-6 7-80,0 9 64,-19 9-16,-5 7 16,-1 8 0,7 4-96,1 3 80,7 1-16,4 0-32,3 2-16,3 0-288,-2 0-80,2 0-593,0 0-800,0 4-2913,0 13-3506</inkml:trace>
  <inkml:trace contextRef="#ctx1" brushRef="#br2" timeOffset="-150211.15">2326 2433 9236,'0'0'3858,"0"0"-785,0 0-495,0 0-1202,0 0-111,0 0-529,136 2-80,-77-7-431,3-8 63,-2-1-256,-11 3 48,-8 5-48,-12 1-32,-10 3 16,-13 2-48,-3 0 32,-3 0-80,0 0-96,0 0-385,-3 0 1,-13 0-272,-5 7-849,-1-5-2417,1-2-2625</inkml:trace>
  <inkml:trace contextRef="#ctx1" brushRef="#br2" timeOffset="-149921.54">2381 2153 7331,'0'0'2674,"0"0"1039,0 0-1376,0 0-64,0 0-880,0 0-769,52-34 177,-7 22-129,5 4-416,3 1 32,-3 3-112,-5 2-64,-7 2-96,-7 0 0,-10 0-32,-9 0 16,-5 0-16,-7 0-96,0 0-64,0 0-80,0 0-128,0 0-256,0 0-129,-14 0-799,-3 2-2098,3 2-2961</inkml:trace>
  <inkml:trace contextRef="#ctx1" brushRef="#br2" timeOffset="-146690.38">7745 1870 5523,'0'0'2353,"0"0"-449,0 0 722,0 0-801,0 0-529,0 0-399,-133 0-193,93 4 208,-3 3-15,2 4-17,1 6-368,4 2 81,5 2-113,5 1-64,9 1-192,6-1 240,8-1-272,3-1-48,0-1 17,10 2-129,16-2 96,10 5-112,7-1 16,6 5 0,4 4 96,-1 4-80,-7 7-32,-10 2-16,-12-2 48,-19 0-48,-4-5 0,-10 3 32,-27-5 16,-11-2-32,-11-8 128,-11-13-128,4-11 32,-3-2-16,12-4 0,14-15-32,14-5-128,17-4-240,12-4-465,0-5-944,37 1-2128,2 4-3010</inkml:trace>
  <inkml:trace contextRef="#ctx1" brushRef="#br0" timeOffset="213879.81">8542 11127 7123,'0'0'2321,"0"0"337,0 0-161,0 0-480,0 0-673,0 0-399,12 50-177,12-50-112,9 0-240,14-19-47,15-39-65,12-23-32,7-19-160,5-11-48,-6-5-64,-1 0-16,-16 10 16,-10 12-128,-13 17-32,-13 12 48,-9 18 32,-8 11 80,-3 8 0,-2 11 48,-2 4 0,-3 7-32,0-1 0,0 3 48,0 4 32,0 0-32,0 0-48,0 0 96,0 0-112,0 17 128,-15 13 48,-1 7 32,-3 7 0,-1 8 48,1 16 1,-7 13 15,3 7 64,-2 0-80,5-9-48,7-8-16,11-9-48,2-13-112,0-9-32,15-9 0,13-12-16,5-11 0,10-8-48,3-15 48,8-28-208,1-10 112,-3-2-48,-7 5-48,-12 10 96,-13 12-48,-11 13 80,-9 11 32,0 4 48,-7 15 32,-29 32-32,-6 21 64,-4 7 48,13-4 144,13-16-128,14-12-16,6-13-112,0-11 0,6-8-16,21-5-32,8-6 48,6-2-16,6-28-32,-1-6-32,-8-1 48,-7 9-144,-10 9 160,-11 8-128,-6 11 48,-1 0 32,-3 18-48,0 25 112,0 8 16,0-8 96,0-9 16,12-19-112,14-9-16,12-6 0,0 0 0,2-30 0,-5-11 0,-6-8 64,-12-2-32,-12 2-32,-5 8 48,0 14-48,-29 9 112,-9 16-80,-12 2 0,1 0-32,3 22-112,15-5-96,19 0-1073,12-7-2048,15-3-5684</inkml:trace>
  <inkml:trace contextRef="#ctx1" brushRef="#br0" timeOffset="212993.77">10546 10724 2097,'0'0'848,"0"0"-624,0 0 289,0 0-81,0 0-208,0 0-176,0 0 80,0 0-16,0 13-112,0-13-96</inkml:trace>
  <inkml:trace contextRef="#ctx1" brushRef="#br0" timeOffset="-214677.17">10465 10812 11029,'0'0'3586,"0"0"-481,0 0-1008,0 0-672,0 0-721,160 68-256,-110-68-256,-3 0-64,-6 0-128,-10 0 0,-12-6-528,-9-3-800,-6-5-1938,-4-10-2737,0-4-4017</inkml:trace>
  <inkml:trace contextRef="#ctx1" brushRef="#br0" timeOffset="-214455.05">10553 10564 15511,'0'0'1441,"0"0"800,0 0-528,0 0-801,141 30-528,-84-30-352,0-11-32,-3-2-1857,-9 7-6611</inkml:trace>
  <inkml:trace contextRef="#ctx1" brushRef="#br0" timeOffset="-214058.11">11833 10155 9412,'0'0'1793,"0"0"1345,-8 120-1170,-11-77-351,-5-3-736,-3-5-433,-8-8-336,5-9-16,4-12-96,2-6-16,10 0-416,5 0-545,5 0-623,4-8 431,0 1 945,25 5 176,3 2 48,10 0 80,5 0 192,0 0 48,9 0-64,-5 0-64,2-11-48,-4-16-80,-8-4 49,-6 0-65,-12 5-16,-9 9 144,-6 10 448,-4 7 785,0 7-481,-25 44-240,-18 30-79,-10 22 111,1 0-192,3-13-80,8-16-63,8-18-257,8-18-16,9-12-112,9-11 0,7-9-641,0-6-399,0-13-1281,31-29-3826,11-20-2465</inkml:trace>
  <inkml:trace contextRef="#ctx1" brushRef="#br0" timeOffset="-213628.93">12358 10234 11029,'0'0'2945,"-31"127"33,-10-25-529,-3 5-976,3-6-593,6-20-464,11-23-400,9-24-16,11-17-80,4-17-624,0-13-881,33-42-3249,15-26-1313</inkml:trace>
  <inkml:trace contextRef="#ctx1" brushRef="#br0" timeOffset="-213252.2">12298 10247 13814,'0'0'641,"0"0"1968,0 0-544,0 0-1137,0 0-111,0 0-241,169 5-352,-91-29-128,2 0-96,-10 7-512,-2 9-945,-14 8-3025,-11 0-4434</inkml:trace>
  <inkml:trace contextRef="#ctx1" brushRef="#br0" timeOffset="-213460.5">12701 10241 8196,'0'0'5442,"-57"195"-3297,7-69 1057,-7-9-1265,9-12-737,7-22-864,15-21-240,12-19-96,7-19-256,7-17-688,0-10-1025,14-46-3346,19-24-1984</inkml:trace>
  <inkml:trace contextRef="#ctx1" brushRef="#br0" timeOffset="-213027.04">13014 11026 19417,'0'0'1345,"0"0"-721,0 0 224,0 0-240,0 0-608,0 0-176,43-41-944,-22 22-3170,1 2-6531</inkml:trace>
  <inkml:trace contextRef="#ctx1" brushRef="#br0" timeOffset="-212825.58">13393 11004 18296,'0'0'192,"0"0"-79,107-173 255,-46 94-224,-1-4-144,-13 3-400,-16 12-305,-16 17 241,-13 17 432,-2 14 32,0 9 496,0 7 241,-2 4 47,-8 0-224,1 22-16,-6 29 49,1 22 79,-2 10 80,3-1-143,6-8-241,-2-14-208,7-15-128,-4-15-32,6-13-192,0-11-464,0-6-993,10-17-1697,23-23-5234</inkml:trace>
  <inkml:trace contextRef="#ctx1" brushRef="#br0" timeOffset="-212519.54">14103 10718 7555,'0'0'7620,"0"0"-6355,-89 149 1360,85-121-1281,4-9-543,17-8-657,31-11-80,16-2-64,15-34-112,3-13-112,-3-13 176,-14-7-257,-18 0 65,-24 6 224,-23 9 0,-4 11 16,-46 11 337,-14 13 95,-5 17-64,3 2-192,10 11-176,11 14-48,17 3-945,13 0-1776,15-7-5074</inkml:trace>
  <inkml:trace contextRef="#ctx1" brushRef="#br0" timeOffset="-212130.33">14348 9593 17048,'0'0'2401,"0"0"-1681,0 0 481,0 0-337,124 10-400,-67-10-336,-2 0-128,-8 0-96,-11 0-944,-10-4-2738,-18 0-6771</inkml:trace>
  <inkml:trace contextRef="#ctx1" brushRef="#br0" timeOffset="-211904.81">14946 9197 16055,'0'0'1265,"0"0"1008,0 0-848,0 0-497,0 0-304,142-7-368,-105 22-160,0 7-31,-2 8-49,-8 4 0,-11 7-16,-12 12-16,-4 14 16,-20 5 16,-17 1 16,2-3 48,2-8-80,8-12 16,7-10-32,9-14-321,3-11-511,6-10-769,0-5-2160,3-12-2658</inkml:trace>
  <inkml:trace contextRef="#ctx1" brushRef="#br0" timeOffset="-211627.77">15014 9546 12182,'0'0'4033,"0"0"-2320,0 0 368,0 0-464,0 0-897,167-47-432,-118 32-256,-4 2-32,-4 4-384,-18 7-1329,-15 2-7299</inkml:trace>
  <inkml:trace contextRef="#ctx1" brushRef="#br0" timeOffset="-210626">15843 10615 4402,'0'0'7732,"0"0"-4771,0 0-912,0 0-737,132-53-287,-42 33-433,9 1-128,8 0-159,-6 2-161,-13 6-128,-20 5 16,-17 6-32,-18 0-32,-16 0-433,-11 0-127,-6 0-688,0 8-1426,-25 5-1504,-6 0-3137</inkml:trace>
  <inkml:trace contextRef="#ctx1" brushRef="#br0" timeOffset="-210838.62">16353 10536 12534,'0'0'1729,"0"0"912,-72 135-352,35-75-1153,-2-1-447,4-1-241,2-6-320,9-10-112,5-8-16,2-10-368,5-11-865,0-11-2737,0-2-3393</inkml:trace>
  <inkml:trace contextRef="#ctx1" brushRef="#br0" timeOffset="-210331.65">16956 10653 10069,'0'0'1280,"0"0"1457,0 0-848,0 0 112,0 0-816,0 148-545,-18-97-96,-1 3 17,0-9-209,-1-13-128,9-11-64,3-10-96,8-11 16,0 0 16,0-12 0,0-29-96,13-13-144,18-3-16,9 3 112,2 9 0,3 11-16,-2 8 48,-4 13 16,-6 11-112,-7 2 80,-4 13 16,-8 24 16,-5 3 32,-9 3 80,0-1 80,0-5-32,-17-5-160,1-13 112,1-8-96,1-11 80,7 0 0,7-30-96,0-21-32,29-9-176,21-7-48,9 12-160,3 10 160,-2 17 144,-3 17 80,-5 11 0,-9 9 32,-10 30 64,-14 12 160,-12 4 0,-7 7-64,0-2 80,-24-6-96,-7-7-96,-6-11-48,-4-12 0,-4-12-320,-1-12-529,6 0-2224,2-12-3458</inkml:trace>
  <inkml:trace contextRef="#ctx1" brushRef="#br0" timeOffset="-209137.96">16600 11962 6707,'0'0'5571,"0"0"-3618,0 0 1648,0 0-1408,81 165-912,-43-92-321,-5 2-191,3 2-145,-8-5-240,-1 4-96,-9-8 0,-5-4-48,-7-2-96,-4-17-112,4-11-32,-4-17-32,0-8-144,3-7-432,-5-2-272,0-6-657,0-33-2017,0-2-3201</inkml:trace>
  <inkml:trace contextRef="#ctx1" brushRef="#br0" timeOffset="-209347.72">16652 11958 8756,'0'0'4306,"0"0"-2625,-50 152 1360,19-68-1024,-6 12-608,-8-6-289,-6-3-431,1-7-49,5-12-192,8-17-208,12-17-64,11-16-144,10-16-32,4-2-320,4-30-624,25-28-401,11-17-544,0-17-3105,-1-2-2049</inkml:trace>
  <inkml:trace contextRef="#ctx1" brushRef="#br0" timeOffset="-208857.6">16336 12589 14070,'0'0'1985,"0"0"-576,0 0 592,122-17-897,-54-11-383,4 3-353,-6 1-272,-9 9-96,-7 5-672,-9 7-1841,-18 3-4131</inkml:trace>
  <inkml:trace contextRef="#ctx1" brushRef="#br0" timeOffset="28134.09">22970 4214 8948,'0'0'2129,"0"0"-400,-136 111 144,84-65-160,-3 1-65,-7 2-863,-6 4-513,-8 1-224,0-3-48,6-4-64,21-4-96,13-9-801,20-8-1408,10-14-2993</inkml:trace>
  <inkml:trace contextRef="#ctx1" brushRef="#br0" timeOffset="27758.4">22832 4259 2625,'0'0'785,"0"0"-785,0 0-385,0 0 17,0 0 368,0 0 64,0 0 384,-99-4 353,87 2 127,-3 2 1,5 0 335,2-2 433,-2 2 112,5 0 576,3 0-352,2 0-352,0 0-81,0 0-431,0 19-689,7 13-32,11 9 193,9 3-225,2-3-224,-3-4-80,2-3 0,-6-8-64,-6-3-48,-4-6 16,-9-6-16,-1-2-96,-2-5-560,0-4-209,0 0-1888,0-22-2321,0-12-4355</inkml:trace>
  <inkml:trace contextRef="#ctx1" brushRef="#br0" timeOffset="29158.86">13518 108 9989,'0'0'320,"-66"109"1040,50-56 305,16-12-288,0-11-929,21-13-96,24-10-208,4-7 0,4-5 80,-5-23-32,-11-6-160,-8 2-32,-10 7 32,-12 9 48,-4 12 17,-3 4 287,0 0 176,-13 13-448,-3 17-96,2 12 112,7 8 304,5 9-288,2 10 32,0 13 65,0 7-81,6 9-32,-1 3-64,-5 2-16,0 2-48,-21-5 32,-22-8-32,-11-15 16,-16-17 128,-4-23-128,0-23-16,6-14 64,9-17 0,9-30-48,21-19-16,25-7-272,4-1 64,40 0-209,23 12-367,14 13-272,4 17 47,0 9-1552,-12 12-2753</inkml:trace>
  <inkml:trace contextRef="#ctx1" brushRef="#br0" timeOffset="9370.33">14584 4437 4802,'0'0'1697,"0"0"-609,0 0 385,0 0-128,0 0 31,0 0-559,0 0-1,0 0-176,0 17-95,0 0 31,-10 7-144,-4 6 192,-7 8-127,-4 9-65,-2 6 48,-7 5 48,3-2-352,2-5 161,6-8-113,6-6-144,5-14-80,8-10-32,2-9-112,2-4-689,0 0-735,0 0 207,2-19-320,19-15-720,3-7-832,-3-2-497</inkml:trace>
  <inkml:trace contextRef="#ctx1" brushRef="#br0" timeOffset="9696.27">14551 4495 4802,'0'0'1953,"0"0"-320,0 0-96,0 0 15,0 0-15,0 0-48,18 53 31,-11-14-479,3 3-209,0 4-95,1 0-289,1 4-208,0-3 64,0 0-160,-3-1-96,1-5 48,-3-2-32,-2-14-16,0-5-48,-3-12 0,-2-3-16,2-3 16,1-2-128,-3 0-432,0 0-593,0-4-688,0-18-944,0-2-1089,-5 3-656</inkml:trace>
  <inkml:trace contextRef="#ctx1" brushRef="#br0" timeOffset="10069.44">14368 4892 8084,'0'0'1921,"0"0"-593,0 0-431,0 0 575,0 0 145,0 0-817,146-19-31,-105 11-225,-6-1-176,-4 5-64,-9 1-128,-5 3-176,-10 0-112,-2 0 0,-5 0-752,0 0 31,0 0-319,0 0-1041,-14 0-1073,-8-1-3905</inkml:trace>
  <inkml:trace contextRef="#ctx1" brushRef="#br0" timeOffset="15979.87">16917 3945 368,'0'0'3826,"0"0"-2834,0 0 257,0 0 144,0 0 111,0 0-207,0 0-97,2-4 33,-2 4-321,0 0-335,0 0-113,0 0-112,0 0-112,0 0-16,0 0 48,0 0-32,0 0-111,0 0-65,0 0-48,0 4 0,0 13 160,0 8 208,0 6-112,0-1-32,0-1-80,-6-3-32,2-6-48,2-10-48,2-4 0,-2-1 0,2-5-64,0 0-112,0 0-784,0-17-369,0-9-1520,0-6-481,0 6-2304</inkml:trace>
  <inkml:trace contextRef="#ctx1" brushRef="#br0" timeOffset="26537.54">18012 5639 2081,'0'0'4322,"0"0"-2865,0 0 848,0 0-224,0 0-1185,0 0-544,31-77-16,0 58 129,1 1-97,-1 6-48,4-1-144,-2 7 0,2-1 16,2 3 80,0 4-160,0 0-64,-7 0 16,-2 0-16,-8 19 48,-6 0-96,-3 5 96,-7-3-64,-4 0 16,0-1 81,0-3-81,-10-2-16,-11 4-16,-6-4 128,-1 2-144,-3 3 16,0-7 32,0 1-48,2 0 0,0-8 48,6 0-48,1-4 96,4-2-64,3 2-32,5 1 80,4-3-48,3 2 16,1-2 64,2 0 16,0 0-16,0 0-16,0 0-32,0 0 16,0 0 80,15 0 0,6 0-48,5 0 144,5 4-31,4 5-33,4 6 80,-4 6 48,-2 5-48,-4 3-144,-3 6-80,0 1 160,-6 4-176,-4-1 16,-9-4 128,-5-6-144,-2-3-16,0-3 16,0-5 48,-5-8 80,-9-4 1,2-3-81,0-3-64,1 0-16,1 0 0,8-22-289,2-14-1631,0-17-5156</inkml:trace>
  <inkml:trace contextRef="#ctx1" brushRef="#br0" timeOffset="26204.77">18213 5537 7027,'0'0'1937,"0"0"-1121,0 0 1025,0 0-32,0 0-416,0 0-657,-31 119 97,31-83-161,0 7 304,0 2-319,0 0-145,0 2-288,0-6-48,0-7-32,0-6-96,0-9 16,0-4-48,0-9-16,0-1 0,0-5 0,0 0-80,0 0-160,0 0-865,0 0-1008,0-20-1088,-8-14-1313,6-4-1761</inkml:trace>
  <inkml:trace contextRef="#ctx1" brushRef="#br0" timeOffset="45688.49">20719 7534 6259,'0'0'896,"0"0"-896,0 0-112,0 0 48,0 0 64,0 0 0,0 0-32,0 0-288,-22 9 32,22-9 160,0 0-673,0 0-2528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7-06T16:03:45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57 11381,'0'0'1073,"-43"-30"-513,43 18-4402,-13-3 513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7-06T16:03:51.670"/>
    </inkml:context>
    <inkml:brush xml:id="br0">
      <inkml:brushProperty name="width" value="0.07" units="cm"/>
      <inkml:brushProperty name="height" value="0.07" units="cm"/>
    </inkml:brush>
    <inkml:brush xml:id="br1">
      <inkml:brushProperty name="width" value="0.05" units="cm"/>
      <inkml:brushProperty name="height" value="0.05" units="cm"/>
      <inkml:brushProperty name="color" value="#ED1C24"/>
    </inkml:brush>
    <inkml:brush xml:id="br2">
      <inkml:brushProperty name="width" value="0.1" units="cm"/>
      <inkml:brushProperty name="height" value="0.1" units="cm"/>
    </inkml:brush>
    <inkml:context xml:id="ctx1">
      <inkml:inkSource xml:id="inkSrc1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1" timeString="2021-07-06T16:03:05.996"/>
    </inkml:context>
  </inkml:definitions>
  <inkml:trace contextRef="#ctx0" brushRef="#br0">1269 6734,'-53'-6673</inkml:trace>
  <inkml:trace contextRef="#ctx0" brushRef="#br0" timeOffset="1">1080 338,'136'-277,"4"553</inkml:trace>
  <inkml:trace contextRef="#ctx0" brushRef="#br1" timeOffset="2">1269 1654,'2778'-5</inkml:trace>
  <inkml:trace contextRef="#ctx0" brushRef="#br1" timeOffset="3">3797 1524,'250'125,"-500"0</inkml:trace>
  <inkml:trace contextRef="#ctx0" brushRef="#br2" timeOffset="4">6349 1654,'-1905'0,"1905"3175,1905-3175,-1905-3175</inkml:trace>
  <inkml:trace contextRef="#ctx0" brushRef="#br1" timeOffset="5">8254 4829,'-185'-3022</inkml:trace>
  <inkml:trace contextRef="#ctx0" brushRef="#br1" timeOffset="6">8363 4572,'-109'257,"-31"-499</inkml:trace>
  <inkml:trace contextRef="#ctx0" brushRef="#br1" timeOffset="7">7960 2065,'109'-258,"31"500</inkml:trace>
  <inkml:trace contextRef="#ctx0" brushRef="#br1" timeOffset="8">1269 6099,'5371'21</inkml:trace>
  <inkml:trace contextRef="#ctx0" brushRef="#br1" timeOffset="9">6390 5995,'250'125,"-500"0</inkml:trace>
  <inkml:trace contextRef="#ctx1" brushRef="#br2">12808 362 3554,'0'0'3505,"0"0"-2656,0 0 863,0 0-255,0 0-320,0 0-337,0 0 128,0 0-15,-24-19-81,15 13-160,-3 3-47,-3-3 111,-1 4-128,-3 0-287,-3 2 31,-4 0 80,-2 0-208,-6 17-112,1 4-80,2 5 48,2 6-16,4 11-48,0 6 256,9 11 48,6 0-15,8-7-49,2-8-48,0-13-32,22-8-96,9-14-48,4-10 32,6 0 16,-1-6-80,-2-22 0,-5-8 0,-4-5-112,-8 0 32,-5 1-112,-3 8 128,-11 6 0,-2 13 64,0 7 48,0 4-32,0 2 48,0 0 144,0 15-48,0 15-16,-2 6 64,2 9 48,0 0 64,0 0 97,0-2-81,4-11-96,10-4-80,3-11-128,-3-5-16,3-3-16,-5-5-16,0-4-544,5 0-609,1-6-2064,7-13-4819</inkml:trace>
  <inkml:trace contextRef="#ctx1" brushRef="#br2" timeOffset="587.4">13304 700 6467,'0'0'8148,"0"0"-7604,0 0 608,0 0 193,124-13-577,-71-4-688,-8 3-80,-14 2-848,-12 8-1041,-15 2-2305,-4-2-2065</inkml:trace>
  <inkml:trace contextRef="#ctx1" brushRef="#br2" timeOffset="806.33">13188 442 12966,'0'0'2593,"0"0"-944,0 0 512,0 0-801,124-15-831,-64 6-193,-6 0-320,-4 3-16,-10-1-336,-9 6-1313,-15-2-3169,-10 3-3874</inkml:trace>
  <inkml:trace contextRef="#ctx1" brushRef="#br2" timeOffset="1085.43">14129 1 11221,'0'0'849,"0"0"943,0 0 225,0 0-672,0 0-561,-135 43-143,102-9 239,-1 11-64,4 6-271,-4 9-49,6 8 192,7 1-272,11-1-16,10-3-159,0-8-97,21-12-16,15-8-112,12-16-16,6-10-32,3-11-16,-2 0-128,-10-5-48,-9-18-145,-12-3-47,-15 0 112,-7 1 128,-2 3 128,-4 1 48,-27 4 0,-10 6-16,-11 7-16,-3 4 64,3 0 0,9 24 16,10 5-48,9 1-16,13-4 0,5 0-240,6-7-1473,4-4-3329,23-9-2914</inkml:trace>
  <inkml:trace contextRef="#ctx1" brushRef="#br2" timeOffset="1540.24">14396 326 9156,'0'0'1713,"0"0"112,0 0 736,0 0-752,0 0-48,0 109-561,0-62-560,2 0-255,11-2-33,-5-4-208,5-7-112,-6-11 64,-2-8-80,-3-8-16,-2-5-48,0-2-80,0 0-16,0-26 80,0-10-112,-7-11 64,4-2 112,3 0 16,0 8-16,3 7 0,14 10 0,4 9 32,3 11-16,1 4 0,6 0 64,0 21 80,-4 14 112,-3 5-208,-10 3 16,-7-2 16,-5-5-80,-2-8 64,0-9-48,0-9-16,0-7 0,-7-3 48,-2 0 0,2-17-64,1-22 0,6-10-64,0-9 48,13 4 0,13 8 16,3 7 0,-1 13 0,0 13 0,4 13-16,-1 0 16,0 22 144,-4 21 96,0 6 128,-11 9 1,-1-1-33,-5-3-224,-8-9-32,-2-9-64,0-8-16,0-8-16,-12-5-352,-9-9-689,-6-2-1792,-6-2-7780</inkml:trace>
  <inkml:trace contextRef="#ctx1" brushRef="#br2" timeOffset="3866.6">13631 1720 12806,'0'0'2961,"0"0"-928,0 0 208,0 0-1184,169-6-593,-120 4-400,-4-2-64,-7 1-192,-7-1-801,-7 2-2832,-12 0-3171</inkml:trace>
  <inkml:trace contextRef="#ctx1" brushRef="#br2" timeOffset="3659.26">13664 2035 15223,'0'0'2369,"0"0"-1745,0 0 705,0 0 32,0 0-817,140 19-416,-90-19-128,-5 0-192,-4 0-641,-11-4-1968,-13-4-1425,-13-5-2161</inkml:trace>
  <inkml:trace contextRef="#ctx1" brushRef="#br2" timeOffset="4154.55">14251 1541 9989,'0'0'976,"0"0"1217,0 0 736,0 0-1600,0 0-593,0 0-287,102-73 15,-63 73-112,-6 0-112,-4 2-160,-6 15-16,-11 7-32,-8-1 64,-4 3-96,0 2 96,-12-2 48,-15 2-32,-8 1 64,0 5 145,2 5-97,0 4 32,6 4 192,9-6 160,10-7-304,8-9-32,0-10-127,22-8-97,13-7-48,13 0-32,7-28-97,4-4-175,-2-2 96,-7-3-368,-12 6 64,-12 3 80,-9 10 63,-15 10 257,-2 8 112,0 0 369,-16 6-17,-9 24-208,2 9 64,4 3 288,10-1-16,9-9-176,0-8-47,2-11-129,26-12-128,8-1-64,7 0 32,2-8-32,-2-15-17,-10-5-15,-12-2-32,-11 0-48,-10-2 112,0 0 48,-27 4 16,-10 4-32,-6 7 0,2 11-80,4 4-320,10 2-801,8 0-3521,10 0-4834</inkml:trace>
  <inkml:trace contextRef="#ctx1" brushRef="#br2" timeOffset="4771">15248 1518 16552,'0'0'512,"0"0"464,0 0 1153,0 0-1328,0 0-465,0 0-192,-117 74 304,103-24 304,7 3-175,7-8-209,0-3-48,0-7-160,13-9-96,16-10-64,2-5-176,7-9-224,5-2-561,-1 0-879,1-21-2418,-2-11-3170</inkml:trace>
  <inkml:trace contextRef="#ctx1" brushRef="#br2" timeOffset="5030.76">15557 1618 11365,'0'0'2577,"0"0"-256,-15 124 497,15-79-1458,0-2-991,0-5-273,5-6-96,-1-6-32,-4-11 32,0-7-241,0-8-191,0 0-64,0-4-352,0-26-257,0-10 721,0-10 176,0-3 112,18 4 64,5 8 32,1 13 0,-1 11 32,-1 15-32,-3 2 208,-2 13 560,-3 28 161,-7 12-65,0 5-400,-7-2-112,0-12-95,0-7-193,0-14-32,0-10 0,0-9-16,-4-4-16,-2-6-16,6-28-144,0-16 31,10-9 49,19 1 80,4 7 0,-2 14 16,-2 12 0,-6 11-16,1 14 0,-7 0 129,-3 24 47,-2 14 144,-10 8-16,-2 3 48,0-2-208,0 0-112,-22-4-32,-9-3-640,-8-1-1969,-9-1-6484</inkml:trace>
  <inkml:trace contextRef="#ctx1" brushRef="#br2" timeOffset="2835.51">12800 1466 8820,'0'0'1937,"0"0"-753,0 0 833,0 0-304,0 0-960,0 0-113,0 73 368,0-35 81,0 14-241,0 8-288,0 8-79,0 5 15,0-5-224,0-4-96,0-8 32,2-11-128,2-11 0,-4-15-64,0-8-16,0-9 64,0-2-48,0 0 32,0 0-32,0 0 96,0 0 80,0-4-96,0-9-79,0 2-1,0 2-32,0 8 32,0 1-32,0 0 64,0 0-113,0 0 65,0 0 0,0 0 65,0 0-49,0 0-16,0 0 0,0 0 32,0 0-16,0 0-16,0 0 0,0 0 0,0 0 0,0 0 0,0 0 0,0 0 0,0 0 0,0 0-16,0 0 32,0 0-16,0 0 0,0 0 0,0 0 0,0 0 0,0 0 16,0 0 32,0 0 48,0-5 16,0-3 0,0-3-16,0-8-80,0-2 0,9 1-16,5-3 0,5-3-32,9 5 32,3-3 0,6 9-32,0 4 16,2 5 0,-2 6 16,-4 0 0,-4 0-16,-3 19-16,-7 7 16,-2 10 32,-7 5 16,-6-1 16,-4 1 16,0-2 32,0-5 32,0-4-32,0-9-48,0-8-16,0-6-32,0-5-16,0-2 0,0 0-304,0-7-272,0-19-1169,0-5-4018,0-2-4161</inkml:trace>
  <inkml:trace contextRef="#ctx1" brushRef="#br1" timeOffset="-9978.65">9210 2527 8980,'0'0'2529,"0"0"-112,0 0-96,0 0-224,0 0-688,0 0-400,8 139-257,-8-73-96,0 7-96,0 2-175,0-4-161,0-3-80,0-6-64,-6-11-32,0-8-48,1-11 16,2-15-16,1-6-32,2-7-48,-3-4-128,1 0 80,2 0-32,0 0 31,0-28 113,0-12 16,0-7 0,12 1 16,7 8-16,0 6 0,0 11-16,5 4-48,2 4 64,5 7-48,2 3 48,5 3 0,0 0 32,-2 22-32,-3 5 16,-5 8-16,-8 8 80,-9 1-31,-5 5 15,-6-1-32,0-3 80,-10-5 16,-9-8-16,0-8 112,9-11-128,3-7-48,7-4-48,0-2 0,0 0-176,0 0-448,0-8-913,-2-14-3842,-1-1-10660</inkml:trace>
  <inkml:trace contextRef="#ctx1" brushRef="#br2" timeOffset="10158.65">14655 3413 14823,'0'0'2801,"0"0"-2177,0 0 369,0 0 479,0 0-767,36 147-401,-29-102-192,0 6-16,-5-2 80,-2 0-16,0-1-48,0-6-80,0-9-32,0-14 0,0-9-128,0-10-640,0 0-801,8-25-3185,11-16-2529</inkml:trace>
  <inkml:trace contextRef="#ctx1" brushRef="#br2" timeOffset="10436.62">15102 3406 8228,'0'0'2177,"0"0"752,0 0-128,0 0-1600,0 0-65,146-30-479,-115 28-241,-6 0-256,-5 0-128,-7-1 16,-7 3 16,-6 0-16,0 0 176,0 0-48,0-4 144,-15 0-63,-13-2-257,-5 1 80,-4 5-48,0 0-16,-2 0 16,4 13 32,2 8 64,6 1-16,8-1 112,5-2-160,10-4 256,4-4-144,0 0-176,0-1 0,23 1 0,11 0 0,8-3 64,3 5-16,3-2-32,-8 4-16,-1 5 0,-8 3 0,-8 4 0,-13 4 0,-10 0-208,0 2 192,-36-1 16,-10-7 0,-3-5 0,-9-6 48,4-7-16,1-7 16,14 0-48,10 0 0,10-17-272,16-9-576,3-6-1185,5-4-753,26-3-1744,7 5-2209</inkml:trace>
  <inkml:trace contextRef="#ctx1" brushRef="#br2" timeOffset="10987.62">15763 3314 9332,'0'0'2481,"0"0"-400,0 0-112,0 0-576,0 0-625,-124-2 17,108 19-273,-1 7-144,1 12 192,-1 3-15,7 8-1,8-1-64,2 0-144,0-8-96,17-8-176,13-4-48,11-9-16,2-3-160,5-5-640,4-6-593,3-3-1776,2 0 928,-7-13-4738,-13-15 1840</inkml:trace>
  <inkml:trace contextRef="#ctx1" brushRef="#br2" timeOffset="11279.92">16082 3413 6611,'0'0'4770,"0"0"-3457,0 0 1552,0 0-352,5 130-704,-3-85-1009,1-3-303,1-1-97,-2-11-160,0-4-32,2-9-176,-2-8-32,0-3 64,-2-4-48,0-2-32,0 0 0,0-4 16,0-24-48,0-10-112,0-7 80,0-2 64,0 2 16,5 9-16,9 5 0,0 14-16,5 6 16,1 9 16,1 2 32,5 11 48,0 19 160,0 11 32,-2 1-80,-7-1-176,-5-7 256,-8-6-208,-4-8-48,0-8 0,0-5 17,0-7-33,0 0 160,0-22-160,0-18-176,0-10-1,13 1 81,8 6 80,-1 11-16,3 15 16,-9 9-16,2 5 16,-3 3 32,-2 7 64,-1 25 64,2 13 113,-8 4-17,-2 1 32,-2-10-176,0-4-96,0-3-48,-9-10-352,-15 3-961,-7-7-2129,-6-9-7010</inkml:trace>
  <inkml:trace contextRef="#ctx1" brushRef="#br2" timeOffset="6175.59">13038 3096 11845,'0'0'1345,"-4"133"1216,4-52-80,0-6-880,0-7-945,4-8-496,6-13-31,-5-13-65,-3-12-48,-2-12 16,0-7 0,0-3 16,2 0 0,13 0-16,5-22 32,12 1-64,2 3 16,3 12-16,2 6 0,-4 2 0,-2 28-16,-9 13 16,-12 6 64,-12 7-32,-3-3-32,-26-4 0,-6-3 32,-2-12 16,-4-11-32,0-12 16,4-11 48,-6 0-80,5-19-32,4-14-208,11-3-641,15 2-1568,8 0-112,0 6-1425,26 5-1632</inkml:trace>
  <inkml:trace contextRef="#ctx1" brushRef="#br2" timeOffset="6632.35">13773 3748 14503,'0'0'3185,"0"0"-1104,0 0-688,0 0-353,0 0-640,0 0-208,177 34-144,-121-31 0,-3-3-48,-16 2-64,-10 0-448,-15-2-944,-10 0-2242,-2 0-1392,-4 0-353</inkml:trace>
  <inkml:trace contextRef="#ctx1" brushRef="#br2" timeOffset="6862.18">13736 3558 13302,'0'0'1585,"0"0"1072,125 0-640,-65-2-961,-1 0-767,-2-3-97,-7 5-144,-12-2-48,-9 2 0,-15 0-545,-10 0-2112,-4 11-1377,-2 8-2913</inkml:trace>
  <inkml:trace contextRef="#ctx1" brushRef="#br1" timeOffset="-17949.95">5244 5194 9748,'0'0'1281,"0"0"816,0 0 32,0 0-992,-11 124-321,11-96 128,4 4-191,8 6-17,-3 3-272,3 4-112,-2 0-112,-1-2-47,-4-5-33,0-8-48,-3-6 32,0-11-64,0-7-16,-2-3 64,0-3-64,0 0 32,0 0-48,0 0 160,0-5-160,0-10 0,0-4 16,0-3-48,10 3 0,5-2-16,6 1-48,5 5-16,0 0 64,3 9 16,-3 4-16,-2 2 0,-3 0-48,1 4 48,-6 15 0,-4 9 16,-3 2 16,-6 0 32,-3 0-64,0-4 32,-9-3-16,-16-5 16,-8-4-16,-4-5 32,-8-7-32,-3 0 32,0-2-16,8 0 32,9 0 16,9 0-16,8 0-48,9 0-32,5-4-160,0-2-736,8-3-1953,20-2-3378</inkml:trace>
  <inkml:trace contextRef="#ctx1" brushRef="#br2" timeOffset="21484.85">11189 7560 13894,'0'0'913,"0"0"-817,0 0 0,0 0 320,0 0 48,0 0-96,125-101 97,-87 35 191,5-15 80,0-17-143,0-12-129,-8-1 96,-6 0-496,-10 2 0,-7 8 0,-4 11-16,-6 13 0,-2 20-32,0 18 32,0 16 16,0 18-48,0 5 208,0 0 64,0 28-256,-8 24 129,-1 18 111,-3 9 48,4 7 80,6-5 16,2-6-32,0-9-272,17-17-48,11-10-64,6-11-32,4-15-16,5-13 48,5 0-224,-1-13-48,-2-24-64,-4-1 96,-8-1 16,-8 7 208,-7 11 0,-11 8 32,-5 9 0,-2 4 32,0 0 112,0 32-16,-2 21 96,-5 12 112,7-2-80,0-11-224,7-20-48,21-11 32,6-12-64,9-9 64,6 0-16,-1-15 0,-3-8-16,-7-5 0,-12 2-16,-10 13-32,-8 4 0,-6 9 48,-2 0-16,0 5 32,0 23 16,0 1 96,0 4-80,0-14-32,15-4-16,13-11 0,5-4 0,13 0 16,-3-23-16,0-5 16,-10-2 1,-12-7-1,-9 6-16,-12-2-81,0 10 81,-15 4 81,-18 14-17,-14 5 32,-8 0 0,-9 26-96,2 4-48,15-4-176,18-7-785,25-4-1840,4-2-4723</inkml:trace>
  <inkml:trace contextRef="#ctx1" brushRef="#br2" timeOffset="22328.45">12967 6944 6707,'0'0'6579,"0"0"-4962,0 0 688,0 0-240,0 0-753,0 0-639,98 62-241,-53-62 128,-5 0-336,-4 0-208,-5 0-16,-12 0 0,-5 0-416,-9 0-752,-5 0-1714,-3 0-463,-23 0-4691</inkml:trace>
  <inkml:trace contextRef="#ctx1" brushRef="#br2" timeOffset="22583.54">12837 6814 13990,'0'0'1857,"0"0"-496,0 0 1136,0 0-1184,171-26-721,-117 15-416,-4 5-128,-14-1-48,-10 7-80,-9 0-576,-13 0-1121,-4 2-832,0 13-1233,-14 5-2209</inkml:trace>
  <inkml:trace contextRef="#ctx1" brushRef="#br2" timeOffset="23490.82">13849 6225 13974,'0'0'1025,"0"0"-177,7 120 945,-7-66-448,0-1-673,0-8-624,0-11 80,-2-4-96,-13-13-32,-1-10 0,-1-7-432,1 0-561,3-11-687,9-9 431,4 1 113,0 4 143,2 9 769,20 6 208,-1 0 32,8 0 128,2 9 272,0-1-128,2-6 145,-2-2-257,-5 0-112,-5 0 128,-7 0-32,-6 0 272,-6-2 224,-2 2 161,0 0 559,0 0-239,0 21-465,-2 24-496,-12 13 176,-6 6 17,1-15-97,5-6 16,2-11-112,5-12-176,3-12-16,2-8-352,2 0-1873,0-15-3346</inkml:trace>
  <inkml:trace contextRef="#ctx1" brushRef="#br2" timeOffset="23937.34">14279 6601 14407,'0'0'1456,"0"0"241,0 127 768,-2-89-1472,2-3-737,-2-6-256,-2-3 0,-2-5-208,-1-6-1297,5-6-1729,-1-9-2480,3 0-2530</inkml:trace>
  <inkml:trace contextRef="#ctx1" brushRef="#br2" timeOffset="24330.07">14256 6443 11925,'0'0'2674,"0"0"-465,0 0 96,0 0-881,0 0-703,0 0-353,169 20-208,-117-20-112,-7 0-32,-6 0-32,-12 0-448,-5 0-1377,-13 0-1809,-9 0-4786</inkml:trace>
  <inkml:trace contextRef="#ctx1" brushRef="#br2" timeOffset="24128.57">14526 6567 14455,'0'0'1248,"0"0"1073,-18 154 32,9-107-1440,3-6-625,4-7-256,2-6-32,0-11-96,0-8-496,0-9-1729,0 0-1841,0-11-2545</inkml:trace>
  <inkml:trace contextRef="#ctx1" brushRef="#br2" timeOffset="24794.1">14878 6925 14231,'144'6'0,"-123"-66"0,9-4 432,4-4-112,-6-1-208,-9 9-64,-7 11 32,-10 19-48,-2 13 688,0 13 577,0 4 272,0 0-1,-2 13-1007,-7 25-353,2 15 160,0 10-112,7-6 256,0-1-192,0-7-48,0-8-223,0-11-49,0-9 0,0-8-289,0-7-879,0-6-1826,4 0-4561</inkml:trace>
  <inkml:trace contextRef="#ctx1" brushRef="#br2" timeOffset="24583.32">14878 6925 5683,'0'0'15943,"0"0"-15751,0 0-176,0 0 240,0 0-256,0 0-144,41 0-944,-29 0-2674,-12-5-2961</inkml:trace>
  <inkml:trace contextRef="#ctx1" brushRef="#br2" timeOffset="25089.56">15407 6869 14887,'0'0'2609,"0"0"-1520,0 0 879,0 0-1279,0 0-497,0 0-112,125 62-80,-86-88-64,-10-3-96,-13-4-80,-16-5-32,0 1 223,-14 8 49,-17 1 65,-5 17 63,0 11 0,1 0 48,2 4-176,-1 16-128,13 1-769,6-2-2544,11-6-3795</inkml:trace>
  <inkml:trace contextRef="#ctx1" brushRef="#br2" timeOffset="25447.6">15283 6077 13974,'0'0'4162,"0"0"-2001,0 0-752,0 0-529,0 0-95,128-27-353,-71 18-336,-11 1-96,-9-1-256,-8 9-897,-15-4-2224,-8 4-5555</inkml:trace>
  <inkml:trace contextRef="#ctx1" brushRef="#br2" timeOffset="14008.74">1 651 9732,'0'0'1457,"0"0"1392,0 0-1408,0 0-817,0 0 609,148-43 160,-86 41-769,-5 0-208,-10 2-336,-5 0-32,-5 6-48,-6 20-1537,-15 4-3473</inkml:trace>
  <inkml:trace contextRef="#ctx1" brushRef="#br2" timeOffset="13510.68">353 520 3762,'0'0'3633,"0"0"-2736,0 0 463,0 0 721,16 114 0,3-65-544,-1 2-384,-2 1-145,-5-5 49,1 0-193,-4-7-512,-3-3-128,-1-9-160,-2-5 0,2-6-64,-2-8-16,-2-7-672,0-2-689,0 0-255,0 0-113,-10 0-2481,-13 0-64</inkml:trace>
  <inkml:trace contextRef="#ctx1" brushRef="#br2" timeOffset="13785.82">229 1013 3762,'0'0'2049,"0"0"-257,0 0 770,0 0-625,0 0-545,0 0 289,62 55-545,-10-55-15,5 0-113,-2 0-239,-1-2-257,-5-5-352,-9 5-112,-9 2-32,-13 0-16,-6 0-144,-9 0-1008,-3 7-1105,0 1-1553,-26-1-1569</inkml:trace>
  <inkml:trace contextRef="#ctx1" brushRef="#br1" timeOffset="-6127.51">3351 632 7027,'0'0'1377,"0"0"31,0 0 161,0 0-64,0 0-737,0 0-15,0 0-289,-140-60-240,107 60-16,0 0 32,-6 19 0,1 9-48,5 2 0,5 4 33,3 2 63,11 5 96,7-2-144,7 1-48,0 1-96,5-5 0,26-10 32,7-15-64,8-11 16,5-7 16,-1-25-16,-1-9-80,-10-3-80,-6-5-352,-8-1 160,-11 1-32,-12 0 160,-2 6 144,0 9 32,-16 12 16,-1 9 48,3 9 256,6 4 352,4 0-416,1 22-176,1 8 113,2 6 223,0-2-112,0-2-64,12 3-80,3-7-128,1-3 96,3-3-48,0-6 0,5-3 32,1-8-64,10-5 33,0 0-65,6-9 0,-2-12-16,2-5-64,-3 1-225,-2-2-1984,-15 6-1472,-11 6-6196</inkml:trace>
  <inkml:trace contextRef="#ctx1" brushRef="#br2" timeOffset="25673.55">15692 5637 15015,'0'0'3217,"0"0"-2560,0 0 783,126-17-335,-76 17-545,-1 8-160,-6 29-304,-12 18 80,-14 14-32,-17 10 33,0 0-129,-17-8 96,-14-7-144,6-17-128,3-13-577,8-12-463,7-16-1425,5-6-2722,-2 0-3825</inkml:trace>
  <inkml:trace contextRef="#ctx1" brushRef="#br2" timeOffset="25912.08">15771 5990 12470,'0'0'2369,"0"0"-512,0 0 208,0 0-769,123-45-1056,-68 26-240,-5 6-672,-10 6-4018</inkml:trace>
  <inkml:trace contextRef="#ctx1" brushRef="#br2" timeOffset="27668.46">16421 6328 7587,'0'0'3458,"0"0"-577,0 0-576,0 0-128,0 0-304,8 148-1072,-8-76-161,0 1 48,0 2-143,0-11-353,-2-4-32,-4-11-112,6-13-48,-2-16-16,2-7-32,0-9-481,0-2-575,0-2-1345,0 0-1457,0-6-1777,0-14-1536</inkml:trace>
  <inkml:trace contextRef="#ctx1" brushRef="#br2" timeOffset="27411.94">16127 6401 10405,'0'0'2433,"0"0"128,0 0-144,0 0-528,0 0-865,49 143-447,-36-92 15,-6 3 48,0-1-352,-7-6-127,0-6-129,0-7 0,0-13-32,0-3 0,0-12-465,0-4-655,0-2-1233,0-4-2097,4-26-1905</inkml:trace>
  <inkml:trace contextRef="#ctx1" brushRef="#br2" timeOffset="27923.15">16084 6730 11221,'0'0'1985,"0"0"288,0 0-384,0 0 192,160-6-1025,-96-3-751,0-4-49,-7 2-160,-12 3-96,-12 3-32,-12 5-224,-11 0-1009,-10 0-1344,0 0-1905,-10 5-1505</inkml:trace>
  <inkml:trace contextRef="#ctx1" brushRef="#br2" timeOffset="28204.53">15982 7239 9652,'0'0'2450,"0"0"1119,0 0-816,176 0-944,-105-13-944,6 1-417,-4-6-112,-9 3-112,-12 5-16,-11 3-160,-12 3-48,-15 4-192,-7 0-496,-7 0-1425,0 2-1537,-21 19-3681</inkml:trace>
  <inkml:trace contextRef="#ctx1" brushRef="#br2" timeOffset="28445.14">16087 7605 880,'0'0'12630,"0"0"-11541,0 0 912,11 126 64,9-88-833,-1 3-736,-7-2-111,-5-12-129,-7-1 48,0-11-64,0-7-144,0-3-16,0-5 96,0 0-48,0-24 144,0-6-272,0-10 0,7 4 0,10 5-16,6 10 48,1 6-32,5 7 32,2 8 48,0 0 32,-3 6-48,-7 26 64,-6 0 113,-9 7-113,-4-1 32,-2-4-16,0-6-64,0-15 16,-6-2 0,1-11-32,3 0-16,-1-20-48,3-16-208,0-9 80,10-2 80,16 4 48,3 11 0,4 9 0,0 12-32,2 5 32,2 6 16,-2 10 160,-6 23 256,-6 11-192,-11-1 80,-4 4-48,-8-4-144,0-5-64,-3-8-64,-16-4-16,-7-9-208,-6-4-848,2-13-1585,-1 0-9269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648E9B-E4A4-4E22-BB49-C3E42579D2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85ACA5-1556-478E-9324-49AD07421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247B54-E0EA-46DA-8705-3BA617646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E77C-5925-4A75-804C-6440F1D9D135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72B359-6D92-4D06-8CAE-318826383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BA810F-C544-40E1-8E5E-5394206D2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7D49-2E82-47B8-A7EB-9624F05337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97109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7609D-9902-4166-BB31-B738D1F27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EA9735-FC72-4EBD-B600-4643CB70F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5608000-38F1-43DA-9F15-4A9DC2E6F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E77C-5925-4A75-804C-6440F1D9D135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32A0F5-3115-47A8-B1BE-EA72B578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724A37-3BF8-498F-A290-398E5A205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7D49-2E82-47B8-A7EB-9624F05337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7466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A11FC9-D131-4CFB-B70B-4A9D9C937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757C37-3C83-4789-8F67-3B762CB96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8FA270-455B-493D-957E-B06547472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E77C-5925-4A75-804C-6440F1D9D135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5B0FD0-61D3-4AD9-A317-6DF9BA305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2A3048-3174-40B5-AE24-4A80C05B9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7D49-2E82-47B8-A7EB-9624F05337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1726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97CC69-BF66-49CD-B9B4-D1E26E5B3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800B55-79B6-4F5F-9A90-7DDBD242E1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820F0C6-3647-4F39-A249-1777AAD3D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B2E94A-25A9-4E97-8E31-B1A33F443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E77C-5925-4A75-804C-6440F1D9D135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9C8C95-0041-4413-A7F3-4C6CBBA8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4394E78-2D16-415E-B3B1-F06C87802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7D49-2E82-47B8-A7EB-9624F05337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9133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6E38F-490D-4330-9745-81F733935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6637D5-0CDC-4274-817C-F52592F7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ED1572-B7DB-4F6C-AD10-9D871C5AA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51D9BA-9A2C-4861-8196-2A950E1F58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2E091CC-EAD2-4A8B-AC8A-D8FA2BF38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ABAE230-C1A2-4F20-B87F-45E1BBC86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E77C-5925-4A75-804C-6440F1D9D135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8E6B45E-2FC9-4D2A-BE2F-71EB53C8A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A072451-E5A7-4BDE-9D9B-FBFE24F02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7D49-2E82-47B8-A7EB-9624F05337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70503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A13762-A7F1-4805-BC07-65D1BB69E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4D49F25-E7B8-4C1A-97DC-8DB1DAA5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E77C-5925-4A75-804C-6440F1D9D135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E39E71-1448-45C1-8FDA-7FECC8D3C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1D82FDA-7474-4FB6-B1AF-C217EDD3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7D49-2E82-47B8-A7EB-9624F05337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76641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F0D6136-F1DB-488C-8007-292E0710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E77C-5925-4A75-804C-6440F1D9D135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F63CF72-E86A-4394-8883-73BD01090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5FECDCD-7432-43EB-91BA-BDA592F0D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7D49-2E82-47B8-A7EB-9624F05337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2266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70C138-17DA-41AB-ACC1-14C8E9E67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BEF38E-010B-490F-9959-C1DC07769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71835A-5EF6-48FD-8015-4EBA027CD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DE1244-467A-40AB-B1E6-F86E084C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E77C-5925-4A75-804C-6440F1D9D135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FA95963-B47D-4B62-9316-314C0E7C4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242CA98-8C1B-4067-93B2-B3E5B1FA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7D49-2E82-47B8-A7EB-9624F05337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3226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3B76EC-6F1B-4A6C-B1D2-C162616A5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BA29BF3-17B7-4F2C-A4DD-BD99F6CE23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D2EE0B-E7DF-4A60-9412-66FEDCD9E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5D98FA-D274-4119-B0E0-89AE7E52E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E77C-5925-4A75-804C-6440F1D9D135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D6F559-0FDA-404E-8722-74664349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5A3FEC-8CF6-4FB4-ADBC-E09B89E88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7D49-2E82-47B8-A7EB-9624F05337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14068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CC0A7-572F-4026-91AB-62A191947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C3AC31-8E9C-4621-BFE3-9EAAFAA53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D30A3D-6950-4F38-8172-518217BA3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E77C-5925-4A75-804C-6440F1D9D135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46175C-CBEA-4273-A2EB-88F3AB491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0187BF-22D3-4B1C-A006-F9C52825B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7D49-2E82-47B8-A7EB-9624F05337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554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0396D2F-5A0E-4390-9574-483032ED03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9CC568F-9650-4C53-8DEF-B1C1219DD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259E88-B3C5-4418-91C4-0028799A5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E77C-5925-4A75-804C-6440F1D9D135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C78A07-177E-44EB-BF0B-1FBAF0625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8C1A32-0DB6-4498-97DC-9FE7E9BDD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F67D49-2E82-47B8-A7EB-9624F05337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37148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4E5F490-2EBF-4321-B062-8326E59C5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4E76AFD-8D5F-4FA9-A222-1AEBFAEFD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A7B89A-715C-4AE5-87D9-679907653C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8E77C-5925-4A75-804C-6440F1D9D135}" type="datetimeFigureOut">
              <a:rPr lang="es-AR" smtClean="0"/>
              <a:t>23/6/2022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08F1A2-7835-48EF-8252-FE9E39AB13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110783-6B7F-4E48-A22A-FC1C67E27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67D49-2E82-47B8-A7EB-9624F05337A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726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20.png"/><Relationship Id="rId7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.xml"/><Relationship Id="rId5" Type="http://schemas.openxmlformats.org/officeDocument/2006/relationships/image" Target="../media/image3.png"/><Relationship Id="rId4" Type="http://schemas.openxmlformats.org/officeDocument/2006/relationships/customXml" Target="../ink/ink4.xml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7EB5AE-C5DE-4CF5-8753-170A9944BB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Física II- </a:t>
            </a:r>
            <a:r>
              <a:rPr lang="es-MX" dirty="0" err="1"/>
              <a:t>tn</a:t>
            </a:r>
            <a:r>
              <a:rPr lang="es-MX" dirty="0"/>
              <a:t>- 2021</a:t>
            </a:r>
            <a:endParaRPr lang="es-A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CA9A87-7B3F-43AB-BC62-A5BC361E72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Segundo parcial </a:t>
            </a:r>
          </a:p>
          <a:p>
            <a:r>
              <a:rPr lang="es-MX" dirty="0"/>
              <a:t>7 julio 19 </a:t>
            </a:r>
            <a:r>
              <a:rPr lang="es-MX" dirty="0" err="1"/>
              <a:t>hs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875513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4A64A-831C-4AD1-9FBE-877DBA9A98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MX" sz="2800" i="1" dirty="0">
                <a:latin typeface="Arial" panose="020B0604020202020204" pitchFamily="34" charset="0"/>
                <a:cs typeface="Arial" panose="020B0604020202020204" pitchFamily="34" charset="0"/>
              </a:rPr>
              <a:t>Importante: justificar procedimientos realizados a partir de la teoría.</a:t>
            </a:r>
            <a:br>
              <a:rPr lang="es-MX" sz="2800" i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Se sube </a:t>
            </a:r>
            <a:r>
              <a:rPr lang="es-MX" sz="2800" i="1" dirty="0" err="1">
                <a:latin typeface="Arial" panose="020B0604020202020204" pitchFamily="34" charset="0"/>
                <a:cs typeface="Arial" panose="020B0604020202020204" pitchFamily="34" charset="0"/>
              </a:rPr>
              <a:t>pdf</a:t>
            </a:r>
            <a:r>
              <a:rPr lang="es-MX" sz="2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  <a:t>en espacio de tareas con apellido y tema en nombre archivo y desarrollo a la hora y a las dos horas. </a:t>
            </a:r>
            <a:br>
              <a:rPr lang="es-MX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envía también el </a:t>
            </a:r>
            <a:r>
              <a:rPr lang="es-MX" sz="28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pdf</a:t>
            </a:r>
            <a:r>
              <a:rPr lang="es-MX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completo a pmonzon@frba.utn.edu.ar</a:t>
            </a:r>
            <a:br>
              <a:rPr lang="es-MX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AR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259980-21A3-42B6-8AE8-7D4E8D1383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 Cámara y micrófono  abierto durante todo el examen. 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464214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7862985-FC8B-4E63-9AB1-9DCD5A2A2814}"/>
              </a:ext>
            </a:extLst>
          </p:cNvPr>
          <p:cNvSpPr txBox="1"/>
          <p:nvPr/>
        </p:nvSpPr>
        <p:spPr>
          <a:xfrm rot="10800000" flipV="1">
            <a:off x="622852" y="1311965"/>
            <a:ext cx="102836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MX" sz="1800" dirty="0">
                <a:latin typeface="Arial" panose="020B0604020202020204" pitchFamily="34" charset="0"/>
                <a:cs typeface="Arial" panose="020B0604020202020204" pitchFamily="34" charset="0"/>
              </a:rPr>
              <a:t>1- El circuito de la figura se halla en régimen estacionario. Calcule las mediciones de los instrumentos y carga y polaridad en el C= 2µF.</a:t>
            </a:r>
            <a:endParaRPr lang="es-AR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57B84DE1-D8C1-4423-A281-776EE6A8094D}"/>
                  </a:ext>
                </a:extLst>
              </p14:cNvPr>
              <p14:cNvContentPartPr/>
              <p14:nvPr/>
            </p14:nvContentPartPr>
            <p14:xfrm>
              <a:off x="3102021" y="3000042"/>
              <a:ext cx="9720" cy="1548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57B84DE1-D8C1-4423-A281-776EE6A8094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93381" y="2991402"/>
                <a:ext cx="2736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062876E9-E779-4E9A-BC34-B12E7AF7B0C9}"/>
                  </a:ext>
                </a:extLst>
              </p14:cNvPr>
              <p14:cNvContentPartPr/>
              <p14:nvPr/>
            </p14:nvContentPartPr>
            <p14:xfrm>
              <a:off x="2164245" y="2534478"/>
              <a:ext cx="7200900" cy="3960813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062876E9-E779-4E9A-BC34-B12E7AF7B0C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55245" y="2525479"/>
                <a:ext cx="7218540" cy="397845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5814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85B3A-BBCD-4AC6-9F2A-55661B740D9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33669" y="365125"/>
            <a:ext cx="10296939" cy="1325563"/>
          </a:xfrm>
        </p:spPr>
        <p:txBody>
          <a:bodyPr>
            <a:normAutofit/>
          </a:bodyPr>
          <a:lstStyle/>
          <a:p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2- Un electrón entra por el punto A con una energía de 50 eV en una zona donde existe un campo B. El electrón describe una trayectoria semicircular con una w. Calcule módulo y dirección y sentido del campo B y el radio que describe el electrón. 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CCC7CF4-F8DC-4246-81F3-63652D37A8D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856383" y="1825625"/>
            <a:ext cx="5115340" cy="1169366"/>
          </a:xfrm>
        </p:spPr>
        <p:txBody>
          <a:bodyPr/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endParaRPr lang="es-A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AR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A67F8725-C71A-4DD1-A84C-F7404ABE0BB7}"/>
                  </a:ext>
                </a:extLst>
              </p14:cNvPr>
              <p14:cNvContentPartPr/>
              <p14:nvPr/>
            </p14:nvContentPartPr>
            <p14:xfrm>
              <a:off x="3473541" y="4025322"/>
              <a:ext cx="360" cy="36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A67F8725-C71A-4DD1-A84C-F7404ABE0BB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64901" y="4016682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D4855648-05B0-44E3-AA15-17AFBCD2E653}"/>
                  </a:ext>
                </a:extLst>
              </p14:cNvPr>
              <p14:cNvContentPartPr/>
              <p14:nvPr/>
            </p14:nvContentPartPr>
            <p14:xfrm>
              <a:off x="4465701" y="3130002"/>
              <a:ext cx="1440" cy="42120"/>
            </p14:xfrm>
          </p:contentPart>
        </mc:Choice>
        <mc:Fallback xmlns=""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D4855648-05B0-44E3-AA15-17AFBCD2E65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56701" y="3121002"/>
                <a:ext cx="1908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55DE2707-CD6C-4BFA-A897-AFD5B8A02A9F}"/>
                  </a:ext>
                </a:extLst>
              </p14:cNvPr>
              <p14:cNvContentPartPr/>
              <p14:nvPr/>
            </p14:nvContentPartPr>
            <p14:xfrm>
              <a:off x="4662981" y="3959082"/>
              <a:ext cx="3600" cy="36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55DE2707-CD6C-4BFA-A897-AFD5B8A02A9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54341" y="3950082"/>
                <a:ext cx="212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6556D588-A93A-41AB-B323-5378BBE9AE08}"/>
                  </a:ext>
                </a:extLst>
              </p14:cNvPr>
              <p14:cNvContentPartPr/>
              <p14:nvPr/>
            </p14:nvContentPartPr>
            <p14:xfrm>
              <a:off x="1867798" y="2249487"/>
              <a:ext cx="8269287" cy="4608513"/>
            </p14:xfrm>
          </p:contentPart>
        </mc:Choice>
        <mc:Fallback xmlns=""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6556D588-A93A-41AB-B323-5378BBE9AE0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58798" y="2240487"/>
                <a:ext cx="8295927" cy="463515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3337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66AA6A-5689-4B3B-AD69-AA9A943738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 rot="10800000" flipV="1">
            <a:off x="901148" y="1258957"/>
            <a:ext cx="10230678" cy="1219201"/>
          </a:xfrm>
        </p:spPr>
        <p:txBody>
          <a:bodyPr>
            <a:noAutofit/>
          </a:bodyPr>
          <a:lstStyle/>
          <a:p>
            <a:pPr algn="just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3- En un conductor recto, filiforme y muy largo, que es coplanar con una espira rectangular cerrada,  está establecida un corriente eléctrica continua y constante de 20 A. Calcule el B creado por el hilo, dibuje líneas de campo. Calcule el flujo concatenado por la espira.  Si en  el conductor la corriente  disminuye a la mitad de su valor en un intervalo de tiempo dado, determine el sentido de la corriente inducida en la espira. 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AB3F8EF2-A980-4867-B99D-35A93DAE0C75}"/>
                  </a:ext>
                </a:extLst>
              </p14:cNvPr>
              <p14:cNvContentPartPr/>
              <p14:nvPr/>
            </p14:nvContentPartPr>
            <p14:xfrm>
              <a:off x="2726901" y="4919922"/>
              <a:ext cx="20520" cy="20880"/>
            </p14:xfrm>
          </p:contentPart>
        </mc:Choice>
        <mc:Fallback xmlns=""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AB3F8EF2-A980-4867-B99D-35A93DAE0C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18261" y="4910922"/>
                <a:ext cx="3816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39188E9F-1C8B-4865-997E-600CAA78E6DD}"/>
                  </a:ext>
                </a:extLst>
              </p14:cNvPr>
              <p14:cNvContentPartPr/>
              <p14:nvPr/>
            </p14:nvContentPartPr>
            <p14:xfrm>
              <a:off x="2502728" y="3284970"/>
              <a:ext cx="6007100" cy="2894013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39188E9F-1C8B-4865-997E-600CAA78E6D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84725" y="3266970"/>
                <a:ext cx="6042745" cy="292965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8956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AD9238-EAD6-43D9-9FA3-6FFFD2A27BD4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569843" y="1122363"/>
            <a:ext cx="11012557" cy="2387600"/>
          </a:xfrm>
        </p:spPr>
        <p:txBody>
          <a:bodyPr>
            <a:normAutofit/>
          </a:bodyPr>
          <a:lstStyle/>
          <a:p>
            <a:pPr algn="just"/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4- Por un circuito RLC circula una i(t)= 2 sen (100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t)  (I en A, t en s).</a:t>
            </a:r>
            <a:b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Sabiendo que la potencia activa es de 87 W, y que la tensión del generador adelanta </a:t>
            </a: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/6 con respecto a la corriente, y L= 192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mH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,  calcule R y C, realice el diagrama de impedancias y el fasorial de corrientes y tensiones. Escriba la medición de un voltímetro conectado en el capacitor y escriba las expresiones instantáneas de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Vg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y de </a:t>
            </a:r>
            <a:r>
              <a:rPr lang="es-MX" sz="2000" dirty="0" err="1">
                <a:latin typeface="Arial" panose="020B0604020202020204" pitchFamily="34" charset="0"/>
                <a:cs typeface="Arial" panose="020B0604020202020204" pitchFamily="34" charset="0"/>
              </a:rPr>
              <a:t>Vc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s-A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4904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336</Words>
  <Application>Microsoft Office PowerPoint</Application>
  <PresentationFormat>Panorámica</PresentationFormat>
  <Paragraphs>9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de Office</vt:lpstr>
      <vt:lpstr>Física II- tn- 2021</vt:lpstr>
      <vt:lpstr>Importante: justificar procedimientos realizados a partir de la teoría. Se sube pdf en espacio de tareas con apellido y tema en nombre archivo y desarrollo a la hora y a las dos horas.  Se envía también el pdf completo a pmonzon@frba.utn.edu.ar </vt:lpstr>
      <vt:lpstr>Presentación de PowerPoint</vt:lpstr>
      <vt:lpstr>2- Un electrón entra por el punto A con una energía de 50 eV en una zona donde existe un campo B. El electrón describe una trayectoria semicircular con una w. Calcule módulo y dirección y sentido del campo B y el radio que describe el electrón. </vt:lpstr>
      <vt:lpstr>3- En un conductor recto, filiforme y muy largo, que es coplanar con una espira rectangular cerrada,  está establecida un corriente eléctrica continua y constante de 20 A. Calcule el B creado por el hilo, dibuje líneas de campo. Calcule el flujo concatenado por la espira.  Si en  el conductor la corriente  disminuye a la mitad de su valor en un intervalo de tiempo dado, determine el sentido de la corriente inducida en la espira. </vt:lpstr>
      <vt:lpstr>4- Por un circuito RLC circula una i(t)= 2 sen (100 π t)  (I en A, t en s). Sabiendo que la potencia activa es de 87 W, y que la tensión del generador adelanta π/6 con respecto a la corriente, y L= 192 mH,  calcule R y C, realice el diagrama de impedancias y el fasorial de corrientes y tensiones. Escriba la medición de un voltímetro conectado en el capacitor y escriba las expresiones instantáneas de Vg y de Vc.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Física I- Z1013</dc:title>
  <dc:creator>pat</dc:creator>
  <cp:lastModifiedBy>Patricia Monzón</cp:lastModifiedBy>
  <cp:revision>43</cp:revision>
  <dcterms:created xsi:type="dcterms:W3CDTF">2021-05-20T17:31:03Z</dcterms:created>
  <dcterms:modified xsi:type="dcterms:W3CDTF">2022-06-23T23:46:23Z</dcterms:modified>
</cp:coreProperties>
</file>