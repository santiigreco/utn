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62" r:id="rId6"/>
    <p:sldId id="260" r:id="rId7"/>
    <p:sldId id="261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355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521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024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468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272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2066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823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9059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110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0019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418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5502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7DB60-704C-4CF9-A564-55E274B71BC2}" type="datetimeFigureOut">
              <a:rPr lang="es-AR" smtClean="0"/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8B01C-1E04-43E9-A9ED-C3F397AB6C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396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Dieléctricos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9035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Experiencias de Faraday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8574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  <p:extLst>
      <p:ext uri="{BB962C8B-B14F-4D97-AF65-F5344CB8AC3E}">
        <p14:creationId xmlns:p14="http://schemas.microsoft.com/office/powerpoint/2010/main" val="392668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84784" y="-171400"/>
            <a:ext cx="12060000" cy="649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-1666164"/>
            <a:ext cx="6388174" cy="851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39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083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96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05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00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5416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56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934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4</Words>
  <Application>Microsoft Office PowerPoint</Application>
  <PresentationFormat>Presentación en pantalla (4:3)</PresentationFormat>
  <Paragraphs>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Dieléctricos</vt:lpstr>
      <vt:lpstr>Experiencias de Faraday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Dieléctricos</dc:title>
  <dc:creator>Usuario</dc:creator>
  <cp:lastModifiedBy>Compumundo</cp:lastModifiedBy>
  <cp:revision>19</cp:revision>
  <dcterms:created xsi:type="dcterms:W3CDTF">2020-05-20T18:11:07Z</dcterms:created>
  <dcterms:modified xsi:type="dcterms:W3CDTF">2021-05-13T22:33:04Z</dcterms:modified>
</cp:coreProperties>
</file>