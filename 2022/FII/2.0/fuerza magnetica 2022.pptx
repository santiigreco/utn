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64" r:id="rId10"/>
    <p:sldId id="262" r:id="rId11"/>
    <p:sldId id="263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4:37.8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3922,'0'6'12618,"0"34"-12110,9 151 558,35 204 1,-5-69 239,-36-294-1170,0 6 94,15 74 1,-15-108-2034,-1-13 783,0-15-396,-2-78-7423,0 40 849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4:38.3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1 130 5218,'0'0'11659,"2"0"-10642,94 2 1262,-36 0-1799,0-2 0,110-16 0,9-25-69,-104 22-191,1 3 1,135-12-1,-163 26-199,-4 0 1,-1 1 0,1 2 0,53 8 0,-90-7-15,1 0 0,-1 0 0,0 1 0,0 0 0,11 7 0,22 9-27,-63-49-6355,11 17 1238,-5-3-5495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19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 6227,'0'0'6091,"-4"20"-5091,-31 314 3359,35-328-4330,-31 494 1765,30-488-1313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20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4018,'0'0'7286,"17"-8"-6379,-2 1-753,4-3 20,1 1-1,0 1 1,0 0-1,27-4 1,-2 1 146,0 2 0,1 2 0,0 2 0,0 2 0,52 4 1,-90 0-277,0 1 0,0 0 0,-1 0 0,1 1 0,-1 0 1,1 0-1,-1 1 0,0 0 0,0 0 0,0 0 0,-1 1 0,0 0 1,0 1-1,0-1 0,0 1 0,-1 0 0,0 1 0,8 13 1,-6-9 48,0 1 0,-1 1 0,-1-1 1,0 1-1,-1 0 0,0 0 0,-1 0 1,0 0-1,-1 1 0,0 21 0,-2-25-54,0 1-1,0 0 0,-1 0 0,-1-1 0,-5 20 0,5-24-19,-1 0 0,0-1 0,0 1 0,0-1 0,-1 0 0,0 0 0,0 0 0,0-1 0,-1 1 0,1-1 0,-8 5 0,-8 6 66,-1 0 0,0-2 0,-1 0 0,0-1-1,-1-2 1,0 0 0,-1-1 0,0-2 0,-1 0 0,1-2 0,-1-1 0,-50 3 0,-9-7 1145,83 0-1198,3-14-45,0 10 13,0 1 0,1-1 1,0 1-1,-1 0 0,1 0 1,1 0-1,-1 0 0,0 1 0,0-1 1,1 1-1,0 0 0,-1 0 1,1 0-1,6-2 0,67-22-14,-62 21 13,13-2-1,0 2 0,0 1 0,0 1 0,0 1 0,1 2 0,-1 1 0,29 4 0,-49-3 6,1 1-1,-1 0 1,0 0 0,0 1-1,-1 0 1,1 0 0,-1 1-1,0 0 1,0 0 0,0 0-1,0 1 1,-1 0 0,6 8-1,1 1 1,0 1 1,-1 0-1,-1 0 0,16 33 0,-23-41 4,-1 1 1,0-1-1,0 1 0,-1-1 1,0 1-1,0 0 0,-1 0 1,0 0-1,-1 0 0,1 0 1,-2 0-1,0 0 0,0 0 1,0-1-1,-1 1 0,0 0 1,-1-1-1,0 1 0,0-1 1,-1 0-1,0 0 0,-1 0 1,0 0-1,0-1 0,0 0 1,-1 0-1,0 0 0,0-1 1,-1 0-1,0 0 0,0 0 1,-10 5-1,-3 1 5,-1 0 1,-1-1-1,0-1 1,-1-2-1,1 0 1,-2-1 0,1-1-1,-1-1 1,0-2-1,0 0 1,0-1-1,0-2 1,0 0-1,-41-7 1,54 5-13,0-1 0,-1 0 0,1-1 1,1 0-1,-1-1 0,1 0 0,0-1 0,0 0 1,0 0-1,-11-11 0,20 15-264,0 1 1,0-1-1,1 1 1,-1-1-1,1 0 1,-1 1-1,1-1 0,0 0 1,-1 1-1,1-1 1,0 0-1,0 1 1,1-1-1,-1-3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21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8756,'0'0'6648,"26"1"-5580,160 5 148,-157-7-990,66 1 447,130 16-1,-225-16-675,0 0 0,1 0 0,-1 0-1,0 0 1,1 0 0,-1 0-1,0 0 1,1 0 0,-1 0-1,0 0 1,0 0 0,1 0-1,-1 0 1,0 0 0,1 0-1,-1 1 1,0-1 0,1 0 0,-1 0-1,0 0 1,0 1 0,1-1-1,-1 0 1,0 0 0,0 1-1,0-1 1,1 0 0,-1 0-1,0 1 1,0-1 0,0 0-1,0 1 1,0-1 0,0 0 0,1 1-1,-1-1 1,0 0 0,0 1-1,0-1 1,0 0 0,0 0-1,0 1 1,0-1 0,0 0-1,0 1 1,-1-1 0,1 0-1,0 1 1,0-1 0,0 0 0,0 1-1,0-1 1,0 0 0,-1 0-1,1 1 1,0-1 0,0 0-1,-1 0 1,1 1 0,0-1-1,0 0 1,-1 0 0,1 1-1,-1-1 1,-19 15-1089,-12-2-2123,0 2-2638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23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6 4562,'0'0'7460,"-11"-1"-6540,-3 0-807,-5-2 392,0 2 0,-33 2 0,46-1-400,0 1-1,0 0 1,0 0 0,1 0 0,-1 1-1,0 0 1,1 0 0,-1 1-1,1-1 1,0 1 0,-1 0 0,1 1-1,1-1 1,-7 6 0,1 3-48,0 0 0,1 1 1,1 0-1,0 0 1,0 1-1,1 0 0,1 0 1,1 0-1,0 1 0,0 0 1,2 0-1,-3 22 1,1 12 42,3 0 0,5 78 0,-2-115-73,0 1 0,1-1 0,0 0 0,1 0 0,0 0 1,1 0-1,1 0 0,0-1 0,0 0 0,13 19 1,-14-24-24,0-1 0,0 0 1,1 0-1,0 0 1,0 0-1,0-1 1,1 0-1,-1 0 0,1 0 1,0-1-1,0 0 1,1 0-1,-1 0 1,1-1-1,-1 0 1,1 0-1,0-1 0,-1 0 1,1 0-1,11 0 1,-15-1-2,1 0 1,0 0-1,-1 0 0,1-1 1,-1 1-1,1-1 1,-1 0-1,1 0 0,-1 0 1,0 0-1,1-1 1,-1 1-1,0-1 1,4-3-1,-2 0 5,0-1 1,0 1-1,0-1 0,-1 0 0,0-1 1,4-7-1,58-119 81,-52 99-81,2 0-1,2 0 0,1 2 0,42-55 0,-55 81-7,1 0-1,-1 0 0,1 1 0,0 0 0,0 0 0,0 0 1,1 1-1,-1 1 0,1-1 0,0 1 0,0 0 0,1 1 0,-1 0 1,0 0-1,1 1 0,-1 0 0,1 0 0,0 1 0,-1 0 0,1 1 1,14 2-1,-18-1 1,0-1 0,0 1 0,0 0 1,-1 0-1,1 0 0,-1 1 0,1 0 0,-1 0 1,0 0-1,0 0 0,0 0 0,0 1 0,-1 0 0,1 0 1,-1 0-1,0 0 0,0 0 0,-1 1 0,1-1 1,1 7-1,2 2 2,0 1-1,-2-1 1,1 1 0,-2-1-1,0 1 1,2 21 0,-4-21 4,0 0 0,-1 0 0,-1 0 0,0 0-1,-1 0 1,0-1 0,-1 1 0,-9 25 0,9-32-3,0-1 0,0-1 0,-1 1 0,0 0 0,0-1 0,0 0 1,-1 0-1,0 0 0,0 0 0,0-1 0,0 0 0,-1 0 0,0 0 0,0-1 0,0 1 0,0-1 0,0-1 0,-1 0 0,1 1 0,-9 0 0,5 0 8,-1-1-1,0 0 0,0-1 1,0 0-1,0-1 0,-12-1 1,19 1-25,1-1 0,-1 1 0,1-1 0,-1 0 0,1 0 1,-1 0-1,1-1 0,0 1 0,-1-1 0,1 0 0,0 0 0,0 0 0,0 0 1,1 0-1,-1-1 0,0 1 0,1-1 0,0 0 0,-1 0 0,-2-6 0,-1-3-87,1-1-1,0 0 0,1 0 0,0 0 0,1-1 0,1 1 0,0-1 0,1 0 0,1 0 0,1-21 0,-1 24 68,1 1-1,1 0 0,0 0 1,0 0-1,1 0 0,0 0 1,1 0-1,0 1 0,1-1 1,-1 1-1,2 0 1,-1 1-1,1-1 0,11-10 1,-10 13 23,-1 0 0,1 1-1,1 0 1,-1 0 0,1 1 0,0 0 0,0 0 0,0 0 0,0 2 0,14-4 0,-18 5 15,0 0 0,0 0-1,0 1 1,1 0 0,-1 0 0,0 0 0,0 1 0,0-1 0,1 1 0,-1 0 0,0 0 0,0 0 0,0 1 0,0-1 0,-1 1-1,1 0 1,0 0 0,-1 0 0,1 1 0,-1-1 0,0 1 0,0 0 0,0 0 0,4 4 0,8 14 154,-1 1 0,-1 0-1,-1 0 1,0 1 0,13 43 0,25 129 639,-49-192-794,-1 0 0,1 0 0,0-1 0,-1 1-1,2 0 1,-1-1 0,0 1 0,0-1 0,1 1-1,-1-1 1,1 0 0,3 4 0,-4-5-4,0 0 1,0 0 0,0-1-1,0 1 1,1-1 0,-1 1-1,0 0 1,0-1-1,0 0 1,1 1 0,-1-1-1,0 0 1,0 0 0,1 0-1,-1 0 1,0 0 0,1 0-1,-1 0 1,0 0 0,2-1-1,1 0-2,0-1 0,-1 1-1,1-1 1,0 0 0,-1-1-1,1 1 1,-1-1 0,0 1-1,0-1 1,0 0-1,0 0 1,0 0 0,-1-1-1,5-6 1,42-78-138,-35 60 50,1 0 1,2 1-1,0 1 0,28-32 0,-43 56 90,0 0-1,0 0 0,-1 0 1,1 0-1,0 0 1,1 1-1,-1-1 0,0 1 1,0-1-1,1 1 1,-1 0-1,1 0 0,-1 0 1,1 0-1,-1 1 1,1-1-1,0 1 0,-1-1 1,1 1-1,0 0 1,-1 0-1,1 0 0,0 0 1,-1 1-1,1-1 1,0 1-1,4 1 0,-2 1 16,0 0 1,0 0-1,0 0 0,-1 1 0,1 0 0,-1 0 1,0 0-1,0 0 0,-1 1 0,1 0 0,3 7 1,12 15 61,-14-22-63,0 0-1,-1 1 1,0 0-1,0 0 0,-1 0 1,0 0-1,0 0 1,0 1-1,-1-1 1,3 11-1,-5-16 87,-9-3-174,9 2 69,0 0 0,-1 0 0,1 0 0,0 0 0,-1 0 0,1 0 0,0 0 1,-1-1-1,1 1 0,0 0 0,0 0 0,-1 0 0,1 0 0,0-1 0,0 1 1,-1 0-1,1 0 0,0-1 0,0 1 0,-1 0 0,1-1 0,0 1 0,0 0 0,0-1 1,0 1-1,0 0 0,0 0 0,-1-1 0,1 1 0,0 0 0,0-1 0,0 1 1,0-1-1,0 1 0,0 0 0,0-1 0,0 1 0,0 0 0,1-1 0,-1 1 0,0 0 1,0-1-1,0 1 0,0 0 0,0 0 0,1-1 0,-1 1 0,0-6-40,-1 0 0,2 1-1,-1-1 1,1 0-1,-1 1 1,2-1 0,-1 1-1,0-1 1,5-9 0,-4 13 35,0-1 1,0 1 0,0 0-1,0 0 1,1 0 0,-1 0-1,1 0 1,-1 1 0,1-1-1,-1 1 1,1-1 0,0 1-1,0 0 1,0 0 0,0 0 0,0 0-1,0 1 1,0-1 0,0 1-1,4 0 1,-2-1 14,0 1 0,0-1 0,0 1 1,0 0-1,0 1 0,-1-1 0,1 1 0,0 0 0,0 0 0,0 0 1,-1 1-1,1 0 0,-1 0 0,1 0 0,-1 0 0,0 1 1,0-1-1,0 1 0,5 4 0,-5-1 33,0-1 1,0 1-1,0 0 0,0 0 1,-1 1-1,0-1 0,0 1 1,-1 0-1,0-1 0,0 1 1,-1 0-1,2 14 0,-2 34 361,-1-53-302,0-14 115,-1 4-279,-2-18-84,2 0 1,0-1 0,2 1 0,7-45 0,-8 65 139,2 1 0,-1-1 0,0 1-1,1 0 1,0 0 0,0-1 0,1 1 0,-1 0 0,1 1 0,0-1 0,0 0 0,1 1-1,0 0 1,-1 0 0,1 0 0,1 0 0,-1 0 0,0 1 0,1 0 0,0 0-1,0 0 1,0 1 0,0-1 0,0 1 0,0 0 0,1 1 0,-1-1 0,1 1-1,7 0 1,-9 0 14,0 0-1,0 1 0,1 0 0,-1 0 1,0 1-1,1-1 0,-1 1 0,0 0 1,0 0-1,1 0 0,-1 0 0,0 1 1,0 0-1,5 3 0,-5-2 21,1 1-1,-1 0 1,0 1 0,0-1-1,0 1 1,0 0-1,-1 0 1,0 0-1,5 11 1,0 0 69,0 1 0,-1 1 0,-1-1 0,-1 1 0,0 0 0,-1 0 0,-1 1 0,1 36 0,-4-53 10,-6-12-2478,4-15-920,0-3-2119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23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23 5026,'0'0'1268,"9"39"-359,-1 1-572,4 15 292,2-1 1,30 77-1,-26-85-125,-3 0 0,-1 1 0,-2 1 0,-3 0 0,-2 1-1,3 94 1,-10-141-463,0 0 0,0 0-1,0 0 1,0 0 0,0 0-1,0 0 1,-1 0 0,1 0-1,-1 0 1,1 0 0,-1 0-1,0 0 1,0 0 0,0 0-1,0-1 1,0 1 0,0 0-1,0 0 1,-1-1 0,1 1 0,-1-1-1,1 0 1,-1 1 0,1-1-1,-1 0 1,-2 1 0,0-1 32,1 0 0,-1 0 1,1 0-1,-1-1 1,1 0-1,-1 0 1,0 0-1,1 0 0,-1-1 1,0 1-1,1-1 1,-1 0-1,1 0 0,-1 0 1,-3-2-1,0-1-22,0 0-1,0 0 0,0 0 1,0-1-1,1 0 0,-1-1 1,1 1-1,1-1 0,-1 0 1,1-1-1,0 1 0,-4-9 1,-8-13 129,-22-49 0,38 74-168,-14-36 68,2-2 1,1 1-1,3-1 0,1-1 0,2 0 0,1 0 0,3 0 0,5-80 0,-3 115-82,1 0 0,-1 0 1,2 0-1,-1 0 0,1 0 1,0 1-1,0-1 0,0 1 1,1-1-1,0 1 0,1 0 1,-1 0-1,1 0 0,0 0 1,1 1-1,-1 0 0,1 0 1,0 0-1,1 0 0,-1 1 0,1 0 1,0 0-1,0 0 0,11-4 1,0 1-2,0 2 1,1 0-1,-1 1 1,1 0 0,0 2-1,0 0 1,1 1-1,23 2 1,-37-1 5,1 0 1,-1 1-1,1-1 0,-1 1 1,1 0-1,-1 1 0,1 0 1,-1-1-1,0 2 1,0-1-1,0 0 0,0 1 1,0 0-1,0 0 1,-1 1-1,0-1 0,1 1 1,-1 0-1,-1 0 0,1 0 1,-1 1-1,1-1 1,-1 1-1,0 0 0,-1 0 1,1 0-1,-1 0 1,2 8-1,2 10 129,-1 0 1,-2 1-1,0 0 1,-1-1-1,-3 32 1,1-44-36,0-9-79,0 0 0,0 1 1,0-1-1,-1 1 1,1-1-1,-1 0 0,1 1 1,-1-1-1,0 0 1,0 0-1,0 1 0,0-1 1,0 0-1,-1 0 1,1 0-1,-1 0 1,1 0-1,-1-1 0,0 1 1,0 0-1,0-1 1,1 0-1,-2 1 0,1-1 1,0 0-1,0 0 1,0 0-1,0 0 0,-1 0 1,1 0-1,-4 0 1,-7 1-506,0 0-1,-1-1 1,1 0 0,-22-3 0,10 2-2613,14-1-1558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23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173 249 6467,'0'0'4578,"20"-15"-3580,5-4-649,32-30 1,-54 46-281,-1 0 0,0 0 1,1-1-1,-1 1 0,-1 0 0,1-1 0,0 1 1,-1-1-1,0 0 0,0 1 0,0-1 1,0 0-1,0 0 0,-1 0 0,0 0 1,0 1-1,0-1 0,0 0 0,0 0 1,-1 0-1,0 0 0,0 0 0,0 1 0,0-1 1,0 0-1,-1 1 0,0-1 0,0 1 1,0 0-1,0 0 0,0-1 0,-1 1 1,1 0-1,-1 1 0,0-1 0,0 0 1,0 1-1,0 0 0,0 0 0,-6-3 0,-4-1 177,0 2 0,-1 0 0,0 0 0,0 2 0,0 0 0,0 0 0,0 1 0,0 1 0,-1 0 0,-14 3 0,25-3-229,1 1 0,0-1 0,0 1 0,-1 0 0,1 1 1,0-1-1,0 0 0,0 1 0,0 0 0,1 0 0,-1 0 0,0 0 1,1 0-1,-1 0 0,1 1 0,0-1 0,0 1 0,0-1 1,0 1-1,0 0 0,0 0 0,1 0 0,-1 0 0,-1 6 0,0 2-379,0 0 1,0 0-1,1 1 0,0-1 0,1 0 0,1 13 0,0-23 105,-1 0 1,1 1-1,0-1 0,0 0 1,1 1-1,-1-1 0,0 0 1,0 0-1,1 1 1,-1-1-1,0 0 0,1 0 1,0 1-1,-1-1 0,2 1 1,24 13-6681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24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19 5442,'0'0'8343,"-9"-3"-7118,-26-12-409,34 15-799,1 0 1,0 0 0,0 0-1,-1 0 1,1-1-1,0 1 1,0 0 0,-1 0-1,1 0 1,0 0-1,0 0 1,-1 0-1,1 0 1,0 0 0,0 1-1,-1-1 1,1 0-1,0 0 1,0 0-1,-1 0 1,1 0 0,0 0-1,0 0 1,-1 1-1,1-1 1,0 0-1,0 0 1,0 0 0,-1 0-1,1 1 1,0-1-1,0 0 1,0 0-1,0 1 1,0-1 0,-1 0-1,1 0 1,0 1-1,0-1 1,0 0 0,0 0-1,0 1 1,0-1-1,0 0 1,0 0-1,0 1 1,0-1 0,0 17 27,0-13 61,14 333 1036,-12-283-1092,-1-18-38,-1-35 3,1-19 15,-1-199-126,-1 213 93,1 1 0,0 0-1,1-1 1,-1 1 0,1 0 0,-1 0 0,1 0 0,0 0 0,0-1 0,1 1 0,-1 0 0,0 1 0,1-1 0,0 0 0,0 0 0,0 1 0,0-1 0,0 1 0,0-1 0,1 1 0,-1 0 0,1 0 0,5-3 0,-5 4 1,0 0 0,0 0 0,0 0 1,0 1-1,0-1 0,1 1 0,-1 0 0,0 0 1,0 0-1,1 0 0,-1 0 0,0 1 0,0 0 0,1-1 1,-1 1-1,0 0 0,0 1 0,0-1 0,0 0 0,-1 1 1,1 0-1,0 0 0,-1 0 0,1 0 0,2 3 1,8 7 38,-1 1 1,-1 0 0,0 1 0,-1 1 0,0-1 0,14 33-1,-9-15 86,-2 2-1,14 51 1,-16-16 69,-10-67-163,0-4-27,-1 0-1,1 0 0,-1 0 1,0-1-1,1 1 1,-1 0-1,0 0 0,0-1 1,0 1-1,-1 0 1,0-3-1,0-10-20,0-32-25,0 6 23,2 0 0,6-45 1,-6 75 14,1 1 0,0 0 0,1 0 1,0 0-1,0 0 0,1 0 0,1 1 0,0-1 1,0 1-1,0 1 0,1-1 0,1 1 1,11-13-1,-16 19 6,1-1 1,0 1-1,0 0 0,0 0 1,0 0-1,0 0 0,1 1 1,-1-1-1,0 1 0,1 0 1,-1 0-1,1 0 0,-1 0 1,1 1-1,0-1 1,-1 1-1,1 0 0,-1 0 1,1 0-1,0 1 0,-1-1 1,1 1-1,-1 0 0,1 0 1,-1 0-1,1 1 1,-1-1-1,0 1 0,0-1 1,0 1-1,0 0 0,0 1 1,0-1-1,4 5 0,6 5 44,-1 1 0,0 0 0,-1 1-1,-1 0 1,15 26 0,-10-15-2,-1 1 0,0 1 0,-3 0 0,0 1 1,-1 0-1,-2 0 0,-1 1 0,-1 0 0,-2 1 1,2 37-1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25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130 494 1617,'0'0'9209,"22"-26"-8480,67-83 4,-86 105-647,0 0-1,-1 1 0,1-1 1,-1-1-1,0 1 1,0 0-1,0-1 0,0 1 1,-1-1-1,0 1 1,0-1-1,0 1 0,0-10 1,-2 12-3,1 0 1,0-1 0,-1 1 0,0 0-1,0 0 1,1 0 0,-1 0 0,0 0-1,0 0 1,-1 0 0,1 0-1,0 0 1,-1 1 0,1-1 0,-1 0-1,0 1 1,1-1 0,-1 1 0,-3-2-1,-3-1 177,0 0 0,0 1-1,0 0 1,0 1 0,-1 0-1,1 0 1,-1 1 0,1 0-1,-15 0 1,17 1-239,1 0 0,-1 0 1,0 0-1,1 1 1,-1 0-1,0 0 0,1 0 1,0 1-1,-1 0 0,1 0 1,0 0-1,0 0 0,0 1 1,0 0-1,0 0 0,0 0 1,1 1-1,0 0 0,0 0 1,0 0-1,0 0 0,0 0 1,1 1-1,0-1 0,0 1 1,0 0-1,1 0 0,-1 0 1,1 1-1,0-1 0,-1 8 1,2-12-32,1 1-1,-1-1 1,1 1 0,-1 0 0,1 0-1,-1-1 1,1 1 0,0 0 0,0 0 0,0-1-1,0 1 1,0 0 0,0 0 0,0-1-1,1 1 1,-1 0 0,1 0 0,-1-1 0,1 1-1,0 0 1,-1-1 0,1 1 0,0-1-1,0 1 1,0-1 0,0 0 0,1 1-1,-1-1 1,0 0 0,1 0 0,-1 1 0,0-1-1,1 0 1,-1-1 0,3 2 0,3 0-240,0-1 0,0 0 0,1 0 0,-1 0 0,0-1 0,1 0 0,7-2 0,10 1-682,62 3-2093,-35 0-512,97-8 1,-132 3 3078,-1-1 0,1-1 0,-1-1 0,0 0 0,25-14 0,77-50-123,-78 44 711,-27 18-52,0-1 1,0-1-1,-1 0 1,0 0-1,14-17 1,-22 22 169,0-1-1,0 1 1,-1-1 0,1 0-1,-1 0 1,-1 0 0,1 0-1,-1 0 1,0-1 0,0 1-1,-1-1 1,0 1 0,0-1 0,-1 1-1,1-11 1,-2 14-61,0 0 0,0 1-1,0-1 1,0 0 0,0 0 0,0 1 0,0-1 0,-1 0-1,0 1 1,1 0 0,-1-1 0,0 1 0,0 0 0,0 0 0,-1 0-1,1 0 1,0 0 0,-1 0 0,1 1 0,-1-1 0,0 1-1,1 0 1,-1 0 0,0 0 0,0 0 0,-3 0 0,-2-2 340,0 1 0,0 1 0,-1-1 0,1 1 0,-1 1 0,1 0 0,-1 0 0,-10 2 0,16-1-431,0 0 0,1 0 0,-1 0 0,0 1 0,1-1-1,0 1 1,-1 0 0,1 0 0,0-1 0,0 2 0,0-1 0,0 0-1,0 0 1,0 1 0,0-1 0,1 1 0,0-1 0,-1 1 0,-1 5-1,-16 55 317,14-30-71,2-1 0,1 1 0,3 34 0,-1-28-176,1-19-84,1 0 0,0 0-1,2 0 1,0 0 0,1-1 0,1 0 0,14 31-1,77 123 260,-42-79-285,-27-44-21,32 81 0,-52-110-31,-2 0 1,0 0-1,-1 1 0,-1 0 0,-1-1 0,-1 1 0,-1 26 0,-1-46-6,-1 1-1,1-1 1,0 0 0,-1 1 0,0-1-1,0 0 1,1 0 0,-1 1 0,0-1-1,-1 0 1,1 0 0,0 0 0,-1 0-1,1 0 1,-1-1 0,1 1 0,-1 0-1,0-1 1,0 1 0,0-1 0,0 0-1,0 1 1,0-1 0,0 0 0,0 0-1,0-1 1,0 1 0,-1 0 0,1-1-1,0 1 1,-1-1 0,1 0-1,0 1 1,-5-2 0,1 2-71,-1-2 1,0 1-1,0-1 1,1 0-1,-1 0 1,1 0-1,-1-1 1,1 0-1,0-1 1,-1 0-1,1 1 1,-8-7-1,6 2-219,0 0-1,0-1 1,0 0-1,1 0 1,0-1-1,0 0 1,1 0-1,0 0 1,1-1-1,-6-17 0,1 3-1075,2 0 0,1-1 0,-7-44 0,5-42-4581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25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8388,'0'0'3644,"13"30"-1283,42 101-893,-48-113-1231,1 0 0,-2 1 1,-1 0-1,0 0 0,-1 0 1,-1 1-1,-1-1 1,-1 1-1,-1 22 0,0-33-207,-1-10-25,0 1 0,-1-1 0,1 0 0,0 1 0,0-1-1,0 0 1,0 0 0,0 0 0,0 0 0,0 0 0,0 0-1,0 0 1,1 0 0,-1 0 0,-1-2 0,-3-17-25,1 1 0,1-1 0,0 1 0,2-1 0,0 0 0,3-30-1,-1 7 4,-1 35 3,1 1 1,0-1-1,0 0 0,1 1 0,0-1 0,1 1 0,0 0 0,0 0 0,0 0 1,1 0-1,0 0 0,0 1 0,1-1 0,0 1 0,8-8 0,-10 11 6,0 0-1,0 1 0,0-1 0,1 0 0,-1 1 1,1 0-1,-1 0 0,1 0 0,0 0 1,0 1-1,0 0 0,0-1 0,0 1 1,0 1-1,0-1 0,0 0 0,0 1 1,1 0-1,-1 0 0,0 1 0,0-1 1,0 1-1,0-1 0,1 1 0,-1 1 1,0-1-1,-1 0 0,1 1 0,0 0 1,6 4-1,6 8 56,-1 0 1,0 0-1,-1 1 1,-1 1-1,0 1 1,-1 0 0,-1 0-1,-1 1 1,0 1-1,10 28 1,-16-36 10,-2 0 0,1 0 0,-2 0 0,1 0 0,-2 0 0,0 17 0,0-21-56,0-7-21,0 0 0,0 0 0,1 0 0,-1 1 0,0-1 0,0 0 0,0 0 0,0 1 0,0-1 0,0 0 0,0 0 0,0 0 0,0 1 0,0-1 0,0 0 0,0 0 0,0 0 0,0 1 0,-1-1 0,1 0 0,0 0 0,0 0 0,0 1 0,0-1 0,0 0 0,0 0 0,0 0 0,-1 1 0,1-1 0,0 0 0,0 0 0,0 0 0,0 0 0,-1 0 0,1 0 0,0 1 0,0-1 0,0 0 0,-1 0 0,1 0 0,0 0 0,0 0 0,0 0 0,-1 0 0,1 0 0,0 0 0,0 0 0,0 0 0,-1 0 0,1 0 0,0 0 0,0 0 0,0 0 0,-1 0 0,1 0 0,0 0 0,0 0 0,-1-1 0,-9-11-3473,3-19-2609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26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1 152 11669,'0'0'1865,"36"2"-429,116 0-834,-142-2-559,-1-1-1,0-1 0,1 0 0,-1 0 0,0-1 0,0 0 0,-1 0 0,1-1 0,-1 0 0,1-1 0,-1 0 1,-1 0-1,1-1 0,-1 0 0,0 0 0,0-1 0,10-12 0,-14 16-31,-1-1 0,0 1 1,0 0-1,-1-1 0,1 1 0,-1-1 0,1 1 0,-1-1 0,1-5 1,-2 8 2,0 0 1,1 0 0,-1 0 0,0 0-1,0 0 1,0 0 0,0 0 0,0 0 0,-1 0-1,1 0 1,0 0 0,0 0 0,-1 0 0,1 0-1,0 0 1,-1 0 0,1 1 0,-1-1-1,1 0 1,-1 0 0,0 0 0,1 1 0,-1-1-1,0 0 1,1 1 0,-1-1 0,0 0 0,0 1-1,0-1 1,0 1 0,0-1 0,1 1-1,-1 0 1,0-1 0,0 1 0,0 0 0,0 0-1,0-1 1,0 1 0,-2 0 0,-14-2 283,0 1 0,0 1 1,0 0-1,-28 4 0,38-2-221,0-1-1,0 1 1,0 0-1,1 1 1,-1-1-1,1 2 0,-1-1 1,1 0-1,0 1 1,0 0-1,1 1 1,-1-1-1,1 1 1,-6 7-1,3-2 51,1 0-1,1 1 1,-1 0-1,2 0 1,-1 0-1,2 1 1,-1 0-1,2 0 1,-5 21-1,5-12 158,0 1 1,2-1-1,1 1 1,3 38-1,-2-56-258,0 0 0,0 0-1,0 0 1,0 0 0,0 0 0,1 0 0,0 0-1,0 0 1,0 0 0,0-1 0,1 1 0,-1-1-1,1 1 1,0-1 0,0 0 0,0 0 0,5 3-1,-1-2 0,0 0 0,-1 0 0,2-1-1,-1 1 1,0-2 0,1 1 0,-1-1 0,1 0-1,9 1 1,-6-2-101,0 0-1,0 0 1,0-1-1,0-1 1,0 0-1,0 0 1,0-1-1,0 0 1,0-1-1,-1 0 1,1-1-1,-1 0 1,0-1 0,10-6-1,0-5-1183,-1-1 0,-1-1 0,31-37 0,-8-5-4753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26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14743,'0'0'784,"39"190"2113,-11-64-800,0 0-1280,0-6 95,-3-22-240,-4-6-559,-4-26-33,-3-12-80,-7-26-193,-7-15-527,0-60-10533,-7-10 2577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26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5923,'0'0'7147,"31"16"-5829,-20-9-1223,204 95 1048,-193-92-779,0 1 1,0 1-1,-1 1 1,0 0-1,-1 2 1,-1 0-1,0 2 1,23 26-1,-31-31-227,-2 0 0,0 1 0,-1 0 0,0 1 0,0-1 0,-2 1 0,0 1 0,0-1 0,-2 1 0,0 0 1,0 0-1,-1 1 0,-1-1 0,0 23 0,-3-26-428,-3-12-1259,-6-19-1988,-7-24-2553</inkml:trace>
  <inkml:trace contextRef="#ctx0" brushRef="#br0" timeOffset="1">464 51 10853,'0'0'8132,"7"-41"-9061,17 32-3969,1 9-4658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27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0 2465,'0'0'15445,"-19"16"-14963,2-4-322,10-7-90,-1 0-1,1 0 1,0 1 0,1 0 0,0 0-1,-1 0 1,2 1 0,-1 0-1,1 0 1,0 0 0,1 1 0,-1 0-1,2 0 1,-1 0 0,-4 16 0,2 6 293,2 1 1,1-1-1,1 34 1,2-63-366,0 0 0,0-1 0,0 1 0,0 0 1,1 0-1,-1 0 0,0-1 0,0 1 0,0 0 1,1 0-1,-1-1 0,0 1 0,1 0 0,-1 0 1,1-1-1,-1 1 0,1 0 0,-1-1 0,1 1 1,-1-1-1,1 1 0,0-1 0,-1 1 0,1-1 0,0 1 1,0-1-1,-1 0 0,2 1 0,27 0-281,-20-2 136,-1-1-1,0 0 1,0-1 0,0 0 0,11-6-1,-7 3-1,1 0 0,0 1 0,0 0 0,0 1 0,0 0 0,0 1 0,1 1-1,0 0 1,-1 1 0,1 0 0,0 1 0,0 1 0,-1 0 0,1 1 0,0 1 0,-1 0-1,0 0 1,16 7 0,-19-7 151,0 0 0,0 0-1,1-1 1,-1-1 0,0 0 0,1 0-1,13-2 1,-18 1-11,-5 0-3,0 0 0,0 0 0,-1 0 0,1-1 0,0 1-1,0 0 1,0-1 0,-1 1 0,1 0 0,0-1 0,-1 1 0,1-1-1,0 1 1,-1-1 0,1 0 0,-1 1 0,1-1 0,0 1-1,-1-1 1,0 0 0,1 0 0,-1 1 0,1-1 0,-1 0-1,0 0 1,0 1 0,1-1 0,-1 0 0,0 0 0,0 0-1,0 0 1,0 1 0,0-1 0,0 0 0,0-1 0,0 0 6,0 0 1,0 0 0,0 1 0,-1-1 0,1 0 0,0 0-1,-1 0 1,0 1 0,1-1 0,-1 0 0,0 1-1,0-1 1,0 1 0,0-1 0,0 1 0,0-1 0,0 1-1,-2-2 1,-2 0 89,-1-1 0,0 2 0,0-1 0,0 1 0,0-1 0,0 2 0,-1-1 0,1 1 0,0 0 0,-10-1 0,-74 2 519,54 0-590,5 2-650,1 1 1,0 2-1,-56 15 1,57-13-1335,-32 7-4963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27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 17432,'0'0'2177,"-49"212"-752,35-102-1313,-4-2-112,1-11-465,-4-5-3232,-7-7-11014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0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14 3970,'0'0'10885,"-10"-13"-5555,9 68-5035,2 0 1,3 0-1,2-1 0,3 1 0,21 75 1,-30-130-384,0 1 1,0 0 0,0-1 0,0 1-1,0 0 1,0-1 0,0 1 0,0 0-1,0-1 1,1 1 0,-1-1 0,0 1-1,0 0 1,1-1 0,-1 1 0,0-1-1,1 1 1,-1-1 0,1 1 0,-1-1-1,1 1 1,-1-1 0,1 1 0,-1-1-1,1 1 1,-1-1 0,1 0 0,-1 1-1,1-1 1,0 0 0,0 1 0,2-25-5034,-3-15-2184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0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7988,'0'0'6979,"3"-3"-7091,22 3-2001,10 0-2225,0 0-3394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0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15 271 5587,'0'0'7158,"1"17"-7065,1 53 48,-2-53 41,0-32 690,-17-133 1537,16 134-2219,2 0 0,-1 0 0,2 0-1,4-23 1,-4 31-164,0 1 0,1 0 0,-1 0 0,1 0 0,0 0 0,1 0 0,-1 0 0,1 1 0,-1 0 0,1 0 0,1 0 0,-1 0 0,1 0 0,4-2 0,1-1-6,0 1-1,1 1 0,-1 0 0,1 0 0,0 1 0,0 0 1,0 1-1,1 0 0,-1 1 0,1 0 0,0 1 0,0 0 1,-1 1-1,1 1 0,0 0 0,-1 0 0,1 1 0,0 0 1,-1 1-1,0 0 0,0 1 0,0 1 0,0 0 0,0 0 1,-1 1-1,0 0 0,0 0 0,-1 1 0,0 1 0,0 0 1,-1 0-1,0 0 0,0 1 0,-1 1 0,0-1 0,0 1 1,6 15-1,-6-7 52,-1 1-1,-2 1 1,0-1 0,0 1-1,-2-1 1,-1 1 0,0 0-1,-1 0 1,-4 25 0,-7-16 176,11-29-326,-1 1 0,1-1 0,0 1 0,-1 0-1,1-1 1,-1 1 0,1-1 0,0 1-1,-1-1 1,1 1 0,-1-1 0,0 0 0,1 1-1,-1-1 1,1 0 0,-1 1 0,0-1-1,1 0 1,-1 0 0,1 1 0,-1-1 0,0 0-1,1 0 1,-1 0 0,0 0 0,0 0 0,1 0-1,-1 0 1,0 0 0,1 0 0,-1 0-1,0-1 1,1 1 0,-1 0 0,1 0 0,-1-1-1,0 1 1,1 0 0,-1-1 0,1 1-1,-1 0 1,0-2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1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450 290 8628,'0'0'6307,"-34"-6"-5395,-107-19 238,125 22-935,1 2 0,-1 0 0,0 1 0,0 0 0,-21 4 0,29-3-121,0 1 0,1 0 0,-1 0 1,1 1-1,-1 0 0,1 0 1,0 1-1,0 0 0,-7 6 0,7-4-37,0 1-1,1 0 0,0 0 0,0 0 0,1 1 1,0 0-1,1 0 0,-1 0 0,1 0 1,1 1-1,0 0 0,0 0 0,1 0 0,0 0 1,0 0-1,1 0 0,0 11 0,0-13-39,-1 11 49,0 1 0,2 0 0,0-1 1,5 34-1,-4-48-59,-1 0-1,1-1 1,0 1 0,1 0 0,-1 0-1,1-1 1,0 1 0,0 0 0,0-1-1,0 0 1,0 1 0,1-1-1,0 0 1,-1 0 0,1-1 0,0 1-1,1 0 1,-1-1 0,0 0 0,1 0-1,-1 0 1,1 0 0,0-1 0,-1 1-1,1-1 1,0 0 0,8 2 0,-2-1-41,1-1 0,-1 0 0,1 0 0,0-1 0,-1 0 0,1 0 0,-1-2 0,1 1 0,-1-1 0,1-1 0,-1 0 0,0 0 0,0-1 0,0 0 0,-1-1 0,1 0 0,-1 0 0,0-1 0,-1 0 0,1-1 0,7-8 1,-2-1-125,-1 0 1,-1-1 0,0 0 0,-1-1 0,-1 0 0,-1 0 0,-1-1 0,0-1 0,-2 1 0,8-33 0,-8 19 118,-2 1 0,-1-2-1,-1 1 1,-2 0-1,-7-63 1,6 89 86,-1 1 1,1 0-1,-1 1 1,-1-1-1,1 0 0,-1 0 1,0 1-1,0 0 0,0-1 1,-1 1-1,0 1 1,0-1-1,0 0 0,-1 1 1,1 0-1,-8-5 1,2 0 379,9 20 39,1 40-306,3 0 1,2 0-1,3 0 0,14 53 0,-13-71-66,2 10-34,25 64-1,-35-106-174,0 1 0,-1-1-1,1 1 1,0-1 0,0 0-1,0 1 1,0-1 0,0 0-1,0 0 1,1 1 0,-1-1-1,0 0 1,0 0 0,1 0-1,-1-1 1,1 1 0,-1 0-1,1 0 1,-1-1 0,4 1-1,-3 0-432,0-1-1,0 0 0,0 0 1,0 0-1,1 0 1,-1-1-1,0 1 0,0-1 1,0 1-1,0-1 1,0 0-1,0 1 0,0-1 1,0 0-1,3-3 0,23-20-8311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1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11269,'0'0'2276,"-1"29"-598,4 94-1070,-3-120-596,0 0 0,1 0-1,-1 0 1,1 0 0,0 0 0,0 0-1,0 0 1,0 0 0,0 0 0,1 0-1,-1 0 1,1-1 0,0 1 0,0-1-1,0 1 1,0-1 0,0 0-1,1 0 1,-1 0 0,0 0 0,1 0-1,0-1 1,-1 1 0,7 2 0,-2-2 10,1 0 1,0-1-1,0 1 1,0-2-1,0 1 1,15-2-1,-11 1-6,-5 0-5,-1 0 1,1-1-1,-1 0 0,0 0 1,1 0-1,-1-1 1,0 0-1,0 0 0,0-1 1,0 0-1,-1 0 0,1 0 1,-1-1-1,1 1 0,-1-1 1,0 0-1,-1-1 0,1 1 1,-1-1-1,0 0 0,0 0 1,0-1-1,5-9 0,-3 1 14,0 0 0,-1 0 0,0 0 0,-1-1-1,0 0 1,-2 1 0,0-1 0,0 0 0,-1-18-1,-1 32-97,0 0 0,0 1 0,0-1-1,0 0 1,0 1 0,0-1 0,0 1-1,0-1 1,-1 0 0,1 1 0,0-1-1,0 0 1,-1 1 0,1-1 0,0 1 0,-1-1-1,1 1 1,0-1 0,-1 1 0,1-1-1,-1 1 1,1-1 0,-1 1 0,0-1-1,-9-1-4215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1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 10917,'0'0'3610,"-32"6"-2517,-100 28 52,126-32-1071,1 0 1,0 0-1,-1 0 0,1 1 1,0 0-1,0 0 0,1 0 1,-1 0-1,1 1 0,-1 0 1,1 0-1,0 0 0,1 0 1,-1 1-1,1 0 1,0-1-1,0 1 0,-4 10 1,-1 0 65,-1 0 28,1 2 0,0-1 0,1 1 0,1 0 0,1 1 0,0-1 0,2 1 0,0 0 0,1 0 0,0 0 1,2 32-1,1-47-164,0 1 0,0-1-1,0 0 1,0 0 0,0 0 0,1 0 0,-1 0 0,1-1 0,-1 1 0,1 0 0,0-1 0,1 1 0,-1-1 0,0 0 0,1 1 0,-1-1 0,1 0 0,-1-1 0,1 1 0,0 0 0,0-1-1,0 1 1,0-1 0,0 0 0,0 0 0,0 0 0,0-1 0,7 1 0,12 3-31,-1-1 1,1-2-1,24 0 0,-36-1-7,0 0-34,6 1-459,0-1 1,0 0-1,-1-1 1,1-1-1,0-1 1,-1 0-1,1 0 1,-1-2-1,21-9 1,25-19-5181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2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18 9300,'0'0'9018,"-18"-3"-8279,-59-10 53,72 13-725,0-1 0,0 1 1,0 0-1,0 0 0,0 0 0,0 1 0,0 0 0,0 0 0,0 0 0,0 0 1,0 1-1,0 0 0,1 0 0,-9 4 0,5 1 80,-1-1 0,1 1 0,1 1-1,-14 15 1,9-9 60,1-2-130,0 1-1,1 0 1,1 1 0,0 0 0,0 0 0,2 1 0,0 0 0,0 0 0,2 1 0,-1-1 0,2 1 0,1 1 0,0-1 0,0 0-1,2 1 1,0-1 0,3 31 0,-1-45-77,-1 0 1,1 0-1,0 0 0,0 0 0,1 0 0,-1 0 1,0 0-1,1 0 0,-1-1 0,1 1 0,-1 0 0,1-1 1,0 1-1,0-1 0,0 0 0,0 0 0,0 1 1,0-1-1,0 0 0,0-1 0,0 1 0,0 0 1,0-1-1,1 1 0,-1-1 0,0 0 0,0 1 0,1-1 1,2-1-1,9 2-53,1-1 0,-1 0 1,21-4-1,-24 1-57,0 1 1,-1-2-1,0 1 1,0-1-1,0-1 0,0 0 1,-1 0-1,0-1 1,0 0-1,9-9 1,15-14-969,36-41 0,5-5-1473,-56 59 1787,27-23-1015,-41 36 1648,-1 1 0,0 0 0,0 0 0,1 0 0,0 0-1,-1 1 1,1-1 0,0 1 0,-1 0 0,1 0-1,7 0 1,-10 1 155,-1 1-1,1-1 1,0 1-1,0-1 0,-1 0 1,1 1-1,0 0 1,-1-1-1,1 1 1,-1-1-1,1 1 0,-1 0 1,1 0-1,-1-1 1,0 1-1,1 0 0,-1 0 1,0-1-1,1 1 1,-1 0-1,0 0 1,0 0-1,0-1 0,0 1 1,0 0-1,0 0 1,0 0-1,0 1 1,1 31 688,-1-25-458,0-3-98,8 79 1868,-8-79-1920,1 1 0,1-1 0,-1 0 0,1 1 0,0-1 0,0 0 0,1 0 0,-1 0 0,1 0 1,0-1-1,0 1 0,6 5 0,-6-8-89,-1-1 1,1 1 0,-1-1 0,1 0-1,0 0 1,-1 0 0,1 0 0,0 0-1,0 0 1,0-1 0,0 1 0,0-1 0,-1 0-1,1 0 1,0 0 0,0-1 0,0 1-1,0 0 1,0-1 0,0 0 0,5-2-1,1 0 14,1-1 0,0-1 0,-1 1 0,13-10 0,-15 9-34,0 1 0,1-1 1,-1 1-1,1 1 0,0-1 1,1 1-1,-1 1 1,0 0-1,18-3 0,-20 5 7,0 0-1,0 0 0,0 1 1,0 0-1,0 0 1,0 0-1,0 1 0,0-1 1,0 2-1,-1-1 1,1 1-1,-1-1 0,0 1 1,0 1-1,5 3 1,0-1 11,-1 0 1,1 0-1,0-1 1,0-1-1,1 0 1,-1 0-1,1-1 1,0 0 0,0-1-1,0 0 1,0-1-1,1 0 1,13-1-1,-21 0-9,0 0-1,1-1 1,-1 1 0,0-1-1,0 1 1,1-1-1,-1-1 1,0 1-1,0-1 1,0 1-1,-1-1 1,1 0-1,0 0 1,-1-1-1,1 1 1,-1-1-1,0 0 1,0 0-1,0 0 1,0 0-1,0 0 1,-1-1-1,1 1 1,-1-1-1,0 0 1,0 1-1,0-1 1,-1 0 0,1 0-1,-1 0 1,0-1-1,0 1 1,-1 0-1,1 0 1,-1 0-1,0-6 1,0 6 9,1 0 1,-1-1 0,-1 1 0,1 0 0,-1 0-1,1 0 1,-1 0 0,-1 0 0,1 0 0,-3-6-1,2 8 7,1 0-1,-1 1 0,0-1 1,0 0-1,0 1 1,0-1-1,0 1 0,0 0 1,0 0-1,-1 0 0,1 0 1,0 0-1,-1 0 0,1 0 1,0 1-1,-1-1 0,1 1 1,-1 0-1,-2 0 1,-30-2 196,-46 2-1,47 2-2009,-49-5 0,82 3 1511,0 0 0,0 0-1,0 0 1,0 0 0,0-1-1,0 1 1,0 0 0,0 0-1,0-1 1,0 1 0,0-1-1,1 1 1,-1-1-1,0 1 1,0-1 0,1 1-1,-1-1 1,-1-1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2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2097,'0'0'7825,"0"29"-5149,0 176-803,0-203-1764,0-13 337,0-9-248,0-1 0,2 0 1,0 0-1,1 1 0,8-25 1,-10 39-175,1 1 0,0-1 1,0 1-1,1 0 1,0 0-1,0 0 1,0 0-1,0 0 0,1 1 1,0-1-1,0 1 1,0 0-1,0 0 1,1 1-1,0-1 0,0 1 1,-1 0-1,2 0 1,-1 1-1,0-1 1,1 1-1,-1 0 0,1 1 1,9-2-1,-9 1 25,0 1-1,1 0 0,-1 1 1,0 0-1,1 0 1,-1 0-1,0 1 0,1 0 1,-1 0-1,0 0 0,0 1 1,0 0-1,0 0 0,0 1 1,6 3-1,-7-2-2,0 0-1,-1 0 1,0 0-1,0 0 1,0 0-1,-1 1 1,1 0-1,-1 0 1,0 0-1,-1 0 1,1 0-1,-1 1 1,0-1-1,0 1 1,-1-1-1,2 9 1,1 6-2,-1 0-1,-1 0 1,-1 0 0,-1 0 0,0 0 0,-7 39 0,7-57-77,-1 0 0,0-1 1,1 1-1,-1 0 1,0 0-1,0 0 1,0-1-1,0 1 0,0 0 1,0-1-1,-1 1 1,1-1-1,-1 0 1,1 1-1,-1-1 0,1 0 1,-3 2-1,-24 3-5335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3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 15031,'0'0'2321,"-112"218"-1008,73-143-1313,4-5-785,4-10-5186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4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90 4402,'0'0'10968,"0"25"-9223,-3 195 973,3-156-2129,0-42-505,0-41-346,-1-52 34,4-94-6,-3 159 220,1 1-1,0 0 0,0 0 0,1 0 0,-1 0 1,1 0-1,0 0 0,0 0 0,1 1 1,0-1-1,0 1 0,0 0 0,0 0 0,0 0 1,1 0-1,0 0 0,0 1 0,0-1 1,0 1-1,6-3 0,-6 4 8,-1 0 0,1 1 0,-1 0 0,1-1 0,0 2 0,0-1 0,0 0 0,-1 1 0,1-1 0,0 1 0,0 0 0,0 0 0,0 1 0,0-1 0,0 1 0,-1 0 0,1 0 0,0 0 0,-1 0 0,1 1 0,0 0 0,-1 0 0,0-1 0,1 2 0,-1-1 0,0 0 0,3 4-1,4 5 20,-1-1-1,-1 2 1,0-1-1,-1 1 1,0 0-1,0 1 1,-1 0-1,-1 0 1,-1 0-1,1 0 1,-2 1-1,3 20 1,-10-128 294,4 83-318,0 1 0,1-1 1,0 1-1,1-1 0,0 1 1,0 0-1,1 0 1,1 0-1,5-13 0,-4 18 7,0 0-1,0 0 1,1 0-1,0 1 1,0 0-1,0 0 1,0 1-1,1-1 1,-1 1-1,1 1 1,0-1-1,0 1 0,0 0 1,0 1-1,0 0 1,0 0-1,9 0 1,-5 0 16,0 1 0,0 0 0,1 0 0,-1 1 0,0 0 0,0 1 0,0 1 0,-1-1 0,1 2 0,16 6 0,-19-4 19,1-1 0,-1 1 0,0 0 0,-1 0 0,1 1 0,-1 0 0,-1 1 0,1 0 0,-1-1 1,-1 2-1,0-1 0,0 1 0,0 0 0,-1 0 0,3 11 0,-1 2 112,0 0 0,-2 0 0,-1 1 0,0 0 1,-2 35-1,-1-54-132,0-1 0,0 1 0,-1 0 0,1 0 0,-1-1 1,0 1-1,0 0 0,-1-1 0,1 1 0,-1-1 0,1 0 1,-1 1-1,0-1 0,0 0 0,0 0 0,-1 0 0,-3 3 1,-14 20-93,18-20-294,40-11-15949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4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411 254 9316,'0'0'5782,"2"-24"-4953,4-75-76,-7 96-710,1 0 1,0 1-1,-1-1 1,1 0-1,-1 1 1,0-1-1,0 1 1,0-1-1,0 0 1,0 1-1,-1 0 1,1-1 0,-1 1-1,1 0 1,-1 0-1,0 0 1,0 0-1,0 0 1,0 0-1,0 1 1,-1-1-1,1 1 1,-5-3-1,-1 1 83,0 0 0,1 1 0,-1 0 0,0 0 0,-13 0 0,14 1-46,-9-1 16,0 1-1,-1 0 0,1 2 1,0 0-1,-1 0 0,1 2 1,0 0-1,-20 6 0,25-5-49,1 0 0,0 1-1,0 0 1,1 0 0,-1 1-1,1 0 1,0 1-1,1 0 1,0 0 0,0 1-1,0 0 1,1 0 0,-8 12-1,14-18-43,-1 0 0,1 0 0,-1 0 0,1 0 0,-1 0 0,1 1 0,0-1 0,0 0 0,0 1 0,1-1-1,-1 1 1,0 0 0,1-1 0,0 1 0,-1-1 0,1 1 0,0 0 0,1-1 0,-1 1 0,0-1 0,1 1 0,1 4 0,-1-5-23,1 1 0,0-2 0,0 1 0,0 0 0,0 0 0,0 0 0,1-1 0,-1 0 0,0 1 0,1-1 1,-1 0-1,1 0 0,-1 0 0,1 0 0,0-1 0,-1 1 0,1-1 0,0 1 0,-1-1 0,6 0 0,22 0-548,0-1 0,0-1 0,0-2-1,0-1 1,29-8 0,-21 4-716,-3 4-524,0 1 1,69 1-1,-103 3 1787,4 0 47,0 1 0,0-1 0,0 1-1,0 1 1,0-1 0,-1 1 0,1 0 0,-1 0 0,1 0 0,-1 1 0,7 4 0,-7-4 68,1 0 0,-1-1 0,1 1 0,-1-1-1,1 0 1,0 0 0,0 0 0,0-1 0,0 0 0,0 0 0,8 1 0,-5-2-82,0 0 1,0 0-1,-1-1 1,1 0-1,0 0 1,-1-1-1,1 0 1,-1 0-1,0-1 1,1 0-1,-1 0 1,0-1-1,-1 0 1,1 0-1,-1 0 1,0-1-1,0 0 1,0 0-1,0-1 1,-1 0-1,0 0 1,0 0-1,-1 0 0,0-1 1,6-11-1,-6 7 244,0 0 0,-1 1-1,0-1 1,-1 0 0,0-1-1,-1 1 1,0 0 0,-1 0-1,-1-13 1,1 6 717,0 17-887,-1 1 0,1-1 0,0 0 0,0 1 0,0-1 0,-1 0 0,1 1-1,0-1 1,-1 0 0,1 1 0,-1-1 0,1 1 0,-1-1 0,1 1 0,-1-1-1,1 1 1,-1-1 0,1 1 0,-1-1 0,0 1 0,1 0 0,-1-1 0,1 1-1,-1 0 1,0 0 0,0 0 0,1-1 0,-1 1 0,0 0 0,1 0 0,-1 0 0,-1 0-1,-29 0 766,23 0-552,5 0-260,0 0 0,0 0 1,0 0-1,0 1 0,0-1 0,0 1 0,0 0 1,1 0-1,-1 0 0,0 0 0,0 0 1,1 0-1,-1 1 0,1 0 0,-1-1 0,1 1 1,0 0-1,-1 0 0,1 0 0,0 1 1,0-1-1,1 0 0,-1 1 0,0-1 0,1 1 1,0-1-1,-1 1 0,1 0 0,0 0 1,0 0-1,0 3 0,-2 10 36,1 0 1,0 1-1,1-1 1,2 28-1,0-11-12,3 33 188,20 118 0,-12-114-53,4 93-1,-16-151-173,1 10 18,-1-1 0,0 1 0,-2 0 0,-7 33 0,8-49-38,-1-1 1,0 1-1,0-1 0,0 0 0,-1 0 0,1 0 1,-1 0-1,0 0 0,-1-1 0,1 1 0,-1-1 1,0 0-1,0 0 0,0 0 0,-1-1 0,1 1 1,-1-1-1,0 0 0,0-1 0,0 1 0,0-1 1,-10 3-1,8-3-57,0 0 1,0 0-1,0-1 0,0 0 1,0 0-1,0-1 1,0 0-1,-1 0 0,1 0 1,0-1-1,0 0 1,-8-3-1,11 3-58,0-1 1,1 0-1,-1 0 0,1 0 0,-1 0 0,1-1 1,0 1-1,0-1 0,0 0 0,0 0 0,0 0 0,1 0 1,-1 0-1,1-1 0,0 1 0,0-1 0,0 1 1,1-1-1,-1 0 0,1 0 0,0 1 0,-1-7 1,-2-16-1599,1-1 1,1 1 0,3-39-1,0 41 8,2-73-6371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5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11093,'0'0'2252,"6"31"-860,36 158-573,-40-176-689,0 1 0,-1-1 0,-1 18-1,0-18 27,-2-12-122,0-1-1,0 1 1,1-1-1,-1 0 1,0 0-1,0 0 1,0 0-1,0 0 1,1 0-1,-1 0 1,0 0-1,0-1 1,0 1-1,1-1 1,-1 1-1,0-1 1,-1-1-1,1-1-30,0 0-1,0 0 1,0 0-1,1-1 0,0 1 1,-1-1-1,1 1 0,0-1 1,1 1-1,-1-1 1,0-6-1,1-48-72,1 36 31,-2 13 14,2-1 0,-1 1 0,1 0 0,1-1 0,0 1 1,0 0-1,1 0 0,0 0 0,1 0 0,7-15 0,-7 19-13,0-1 1,0 1 0,1 0 0,-1 1 0,1-1-1,0 1 1,0 0 0,1 0 0,-1 0 0,1 1-1,0 0 1,-1 0 0,2 0 0,-1 1 0,0 0-1,10-2 1,-8 1 2,1 2 0,-1-1 0,1 1-1,0 1 1,0 0 0,-1 0 0,18 3 0,-21-2 58,-1 0 1,1 0 0,0 1 0,-1 0 0,0 0 0,1 0 0,-1 1 0,0-1 0,0 1 0,0 0 0,0 0 0,-1 1 0,1-1 0,-1 1 0,5 6 0,6 11 211,-2 2 0,0 0 0,-1 0-1,-1 1 1,-1 0 0,-2 1 0,0 0 0,-2 0 0,0 0 0,-2 1 0,-1-1 0,-1 1 0,-4 48 0,-5-39 223,8-34-462,-1 0-1,1-1 1,-1 1-1,0 0 1,1 0-1,-1 0 0,0-1 1,1 1-1,-1 0 1,0-1-1,0 1 1,0-1-1,1 1 0,-1-1 1,0 1-1,0-1 1,0 0-1,0 1 0,0-1 1,0 0-1,0 0 1,0 1-1,0-1 1,0 0-1,0 0 0,0 0 1,0 0-1,-2-1 1,2 0-174,0-1 1,0 1-1,0-1 1,0 1 0,1-1-1,-1 1 1,0-1-1,1 1 1,-1-1 0,1 0-1,-1 1 1,1-1-1,0 0 1,0 0-1,0 1 1,0-1 0,0 0-1,0 0 1,0 1-1,0-1 1,1-2 0,0-3-888,-1-39-4871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5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71 135 9076,'0'0'4664,"32"-4"-4395,107-14-15,-131 16-245,0 0 0,-1 0 1,1-1-1,-1 0 1,1 0-1,-1-1 0,0 1 1,0-2-1,-1 1 1,1-1-1,-1 0 0,0 0 1,0-1-1,5-7 1,11-9-21,-21 21 36,-1 1-1,1 0 1,-1 0-1,1 0 1,-1-1-1,0 1 1,1 0-1,-1-1 1,1 1-1,-1 0 1,0-1-1,1 1 1,-1 0-1,0-1 0,1 1 1,-1-1-1,0 1 1,0-1-1,1 1 1,-1 0-1,0-1 1,0 1-1,0-1 1,0 1-1,0-1 1,1 1-1,-1-1 1,0 1-1,0-1 1,0 1-1,0-1 1,-1 1-1,1-1 1,0 1-1,0-1 1,0 1-1,0-1 1,0 1-1,-1-1 1,1 1-1,0-1 0,0 1 1,-1-1-1,-28-6 788,-41 11-20,55 0-687,0-1 0,0 2 0,1 0 0,-1 0 0,1 2-1,1 0 1,-1 0 0,1 1 0,0 1 0,1 0 0,-21 20-1,24-21-2,0 1 0,1 1-1,0-1 1,0 1 0,2 1-1,-1-1 1,1 1-1,0 0 1,1 1 0,1-1-1,0 1 1,0 0 0,1 0-1,1 1 1,-2 14-1,4-19-34,2 47 361,-1-53-415,0 1 0,0 0 0,0 0 0,0 0 0,0-1 0,1 1 0,-1 0 0,1-1 0,0 0 0,0 1 0,0-1 0,0 0 0,0 0 0,0 0 0,1 0 0,2 2-1,4 1-2,-1-1 0,1 0 0,-1 0 0,1-1-1,1 0 1,-1 0 0,0-1 0,13 2 0,79 0-400,-75-5 97,-14 1-314,0 0 0,0-1 0,0-1 0,0 0 1,-1 0-1,1-2 0,-1 1 0,22-11 0,22-14-5062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6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5587,'0'0'7955,"0"253"-4689,0-133-1730,4 6-911,13-6-129,-3-16-144,0-9-240,-10-19-64,-1-13-64,-3-22 16,0-19-224,0-9-736,0-48-11990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6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1 196 4418,'0'0'3764,"31"1"-2763,107 5-297,-123-4-488,-1 1-1,1 0 0,-1 1 1,0 1-1,0 0 1,-1 1-1,1 1 0,-1 0 1,0 0-1,-1 2 1,0-1-1,0 1 0,-1 1 1,0 0-1,-1 1 1,0 0-1,-1 1 0,8 12 1,-6-8 323,-2 0 1,0 1 0,-1 0-1,-1 0 1,-1 1 0,6 24-1,-5-2-1691,-7-83-3018,0-17-1542</inkml:trace>
  <inkml:trace contextRef="#ctx0" brushRef="#br0" timeOffset="1">563 0 8948,'0'0'96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6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0 8260,'0'0'9634,"-26"15"-9088,-80 51-124,102-62-379,-1 1-1,1-1 1,-1 1-1,1 0 1,1 0 0,-1 0-1,1 0 1,-1 1-1,2 0 1,-1-1 0,1 1-1,0 0 1,0 0-1,0 1 1,1-1 0,0 0-1,0 0 1,1 1-1,0 9 1,-1-2 137,0-12-160,0 7 57,0-1 1,1 1-1,0-1 1,0 1-1,1-1 1,2 15-1,-2-20-76,0-1-1,0 1 0,1-1 0,-1 0 1,1 0-1,-1 0 0,1 0 0,0 0 1,-1 0-1,1 0 0,0 0 0,0-1 1,1 1-1,-1-1 0,0 1 0,0-1 1,1 0-1,-1 0 0,1 0 0,-1 0 0,1-1 1,-1 1-1,1-1 0,-1 1 0,4-1 1,40 5-205,1-2 0,69-5 0,-28 0 253,-86 2-53,0-1 0,0 1 1,0-1-1,0 1 0,0-1 0,1 0 1,-1 1-1,0-1 0,0 0 1,-1-1-1,1 1 0,0 0 0,0 0 1,0-1-1,-1 1 0,1-1 1,-1 0-1,1 1 0,-1-1 0,0 0 1,0 0-1,0 0 0,0 0 1,0 0-1,0 0 0,0 0 0,0 0 1,-1 0-1,1 0 0,-1-4 1,3-9 26,-1 1 0,-1-1 1,0-21-1,-1 30-7,0 5-6,0-1-1,-1 1 0,1 0 0,0 0 1,0 0-1,-1 0 0,1 0 0,0 0 1,-1 0-1,1 0 0,-1 0 0,0 0 1,1 0-1,-1 0 0,0 0 0,1 1 1,-1-1-1,0 0 0,0 0 0,0 1 1,0-1-1,0 0 0,1 1 0,-1-1 1,-2 0-1,-1 0 18,-1-1 1,1 1 0,0 0-1,-1 0 1,1 0-1,0 1 1,-6 0 0,1 0-25,1 0 1,-1 1 0,0 0-1,1 0 1,-1 1 0,1 0 0,-12 5-1,11-3-167,1 1-1,0 0 1,0 1-1,1-1 0,0 1 1,0 1-1,0 0 0,1 0 1,-11 14-1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8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1 215 5426,'0'0'8949,"8"34"-6997,50 202 68,-55-223-1862,1 7 21,1-1 0,1 0 1,11 29-1,-16-48-189,-1 0 0,0 0 0,0 0 0,0-1 0,0 1 1,0 0-1,0 0 0,0 0 0,0 0 0,0 0 0,0 0 0,0 0 0,0 0 0,1-1 0,-1 1 0,0 0 0,0 0 0,0 0 0,0 0 0,0 0 1,0 0-1,0 0 0,1 0 0,-1 0 0,0 0 0,0 0 0,0 0 0,0 0 0,0 0 0,0 0 0,1 0 0,-1 0 0,0 0 0,0 0 0,0 0 1,0 0-1,0 0 0,0 0 0,1 0 0,-1 0 0,0 0 0,0 0 0,0 0 0,0 0 0,0 1 0,0-1 0,0 0 0,0 0 0,1 0 0,-1 0 1,0 0-1,0 0 0,0 0 0,0 0 0,0 1 0,0-1 0,0 0 0,0 0 0,0 0 0,0 0 0,0 0 0,0 0 0,0 1 0,0-1 0,3-19-358,-2-26 75,-5-3-705,-17-79 0,11 79 498,-6-86 0,15 109 479,-1 12 18,2 1 1,0 0 0,0 0 0,5-25-1,-4 34 2,0 0 1,0 0-1,0 0 0,0 0 0,1 0 1,-1 0-1,1 0 0,0 0 0,0 1 0,0-1 1,0 0-1,1 1 0,-1 0 0,0 0 0,1 0 1,0 0-1,0 0 0,-1 0 0,1 0 1,0 1-1,0 0 0,7-2 0,2-1 34,0 0-1,0 1 1,1 1-1,-1 0 0,1 1 1,0 1-1,-1 0 1,1 0-1,0 1 1,19 4-1,-27-3 0,0-1 0,-1 1-1,1-1 1,-1 1 0,1 1-1,-1-1 1,0 1 0,0 0-1,0-1 1,0 2 0,0-1-1,-1 0 1,0 1 0,1 0-1,-1-1 1,-1 1 0,1 1-1,0-1 1,-1 0 0,0 1-1,0-1 1,0 1 0,-1-1-1,0 1 1,0 0 0,0 0-1,0-1 1,0 1 0,-1 7-1,1 0 106,-1 0 0,0 0 0,-1 0 0,0 0 0,-3 12-1,2-19-73,1-1-1,-1 1 1,0 0-1,-1-1 1,1 0-1,-1 0 1,1 1-1,-1-1 1,-1-1-1,1 1 1,0 0-1,-1-1 1,0 0-1,-6 5 1,-67 40 671,70-43-627,-1-1 0,0-1 0,0 0 1,0 0-1,0 0 0,-1-1 0,1 0 1,-15 1-1,23-3-171,5-1-77,3 0 129,24-3-60,0 2 1,0 1 0,1 1 0,60 9 0,-84-7 56,-1 0 0,1 1 0,-1 0 0,1 0 1,-1 1-1,0 0 0,-1 0 0,1 1 0,-1-1 1,0 2-1,0-1 0,0 1 0,-1 0 0,0 1 1,0-1-1,0 1 0,-1 1 0,0-1 1,-1 1-1,1-1 0,-1 1 0,-1 0 0,4 11 1,-4-10 19,0 0 1,0 1 0,-1-1-1,0 1 1,-1 0 0,0 0-1,0-1 1,-1 1 0,-1 0-1,1 0 1,-2 0 0,1-1 0,-1 1-1,-1 0 1,1-1 0,-2 0-1,1 0 1,-1 0 0,-1 0-1,0 0 1,0-1 0,-1 0-1,1 0 1,-2 0 0,1-1 0,-1 0-1,0 0 1,-1-1 0,-11 8-1,8-6 37,0-1 0,0 0 0,-1-1 0,0 0 0,0-1 0,-1 0 0,1-1 0,-1-1 0,0 0 0,0-1 0,0 0 0,-1 0 0,1-2 0,-19-1 0,29 1-79,1 0 0,0 0 1,-1 0-1,1 0 0,0 0 0,0-1 0,-1 1 1,1-1-1,0 0 0,0 0 0,0 0 0,0 0 1,0 0-1,0 0 0,0 0 0,0-1 0,0 1 1,1-1-1,-1 1 0,1-1 0,-1 0 0,-1-2 1,1 0-567,-1-1 0,1 0 1,0 0-1,1 0 1,-1-1-1,1 1 1,0 0-1,-1-11 0,1-25-6277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39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83 6099,'0'0'14582,"-59"-19"-13397,59 6-561,0 4-368,3-10-224,29 3-16,10 10-16,0 6-1632,-3 28-3235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49.3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3586,'0'2'16939,"3"23"-16775,1 731 1976,-4-801-16245,0 5 8102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49.7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1185,'0'0'11375,"4"9"-7493,-7 190-1164,9 260-874,5-356-2292,-10-120-4728,0-15 1385,-7 3-1459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50.0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 3522,'0'0'9593,"13"-3"-8301,46-5 365,97-1 0,32-2-700,-186 10-891,7-1-1498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5:50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6627,'0'0'11384,"19"0"-10642,248 0 710,-146 0-3699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07.7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1 317 4770,'0'0'3602,"36"-16"-3213,115-53-2,-140 64-276,-1-1 1,0 0-1,0-1 0,0 0 0,-1 0 0,13-13 0,-18 16 77,-1 0 0,0 0 0,-1-1 0,1 1-1,-1-1 1,1 1 0,-1-1 0,-1 0 0,1 0-1,1-10 1,-2 13-39,0-1-1,-1 0 1,0 1 0,1-1-1,-1 0 1,0 1-1,0-1 1,-1 0-1,1 0 1,0 1 0,-1-1-1,0 0 1,0 1-1,1-1 1,-1 1 0,-1-1-1,1 1 1,0-1-1,-1 1 1,1 0 0,-1 0-1,0 0 1,0 0-1,1 0 1,-5-3 0,-2 0 18,-1 0 0,0 1 0,0 0 0,0 0 1,-19-4-1,28 8-165,-19-5 209,-1 1 1,1 1-1,-1 1 0,-34 0 1,53 2-209,0 0 0,0 1 1,0 0-1,0-1 1,0 1-1,0-1 1,0 1-1,0 0 0,0 0 1,0 0-1,1-1 1,-1 1-1,0 0 1,1 0-1,-1 0 1,0 0-1,1 0 0,-1 0 1,1 0-1,0 0 1,-1 0-1,1 1 1,0-1-1,0 0 0,-1 0 1,1 0-1,0 2 1,-3 42 24,3-38-30,-1 11 15,1 1 0,1-1-1,0 1 1,2-1-1,0 1 1,1-1 0,7 21-1,-5-26 28,0 1-1,1-1 1,0-1-1,1 1 1,1-1-1,0-1 1,0 1-1,1-2 1,20 18-1,-18-19-59,0-1 0,1-1 0,0 0 0,0 0 0,1-1 0,0-1-1,0-1 1,0 0 0,0 0 0,1-1 0,-1-1 0,1-1-1,0 0 1,0-1 0,-1 0 0,1-1 0,17-4 0,-27 4-301,-1 0 1,1 0-1,-1-1 1,1 0-1,-1 1 1,0-2-1,0 1 1,0 0-1,0-1 1,0 0-1,-1 0 1,1 0-1,-1 0 1,5-6-1,9-19-5426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08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11621,'0'0'7044,"140"202"-6516,-94-161-464,-1-3-32,-3-6 32,1-1 0,-8-2-128,-4-4 48,-6-6-592,-1-7-449,-2-12-2513,-5 0-1360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08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285 1 8836,'0'0'7732,"-144"205"-6548,116-154-656,3-7-320,1-6 17,-1-6-225,4-10-112,7-3-385,11-10-2512</inkml:trace>
  <inkml:trace contextRef="#ctx0" brushRef="#br0" timeOffset="1">885 149 4114,'0'0'10864,"-9"-5"-9789,1 1-852,1 0 1,-1 1-1,0 0 1,0 0-1,-1 1 1,1 0-1,-13-2 1,17 4-182,0 0 0,1 0 1,-1 0-1,0 0 1,0 0-1,1 1 1,-1 0-1,0-1 1,1 1-1,-1 1 0,0-1 1,1 1-1,0-1 1,-1 1-1,1 0 1,0 0-1,0 0 0,0 1 1,0-1-1,0 1 1,1-1-1,-4 5 1,0 1 44,1 1 1,0-1 0,1 1 0,-1 0 0,2 0-1,-1 1 1,1-1 0,1 1 0,-2 11-1,1 8 174,0 52 1,3-67-198,0-10-66,0 0-1,1 1 1,-1-1 0,1 0-1,0 0 1,0 0-1,1 0 1,-1 0-1,1 0 1,0 0 0,0 0-1,0 0 1,0-1-1,1 1 1,-1-1-1,1 0 1,0 1 0,0-1-1,0-1 1,0 1-1,1 0 1,-1-1-1,1 0 1,0 0 0,-1 0-1,1 0 1,0 0-1,0-1 1,0 0-1,1 1 1,-1-2 0,0 1-1,8 0 1,-1 0-323,-1 0 0,1-1 0,-1 0 0,1-1 0,0 0 0,-1-1 0,0 0 0,1 0 0,-1-1 1,0-1-1,0 0 0,-1 0 0,11-6 0,35-32-3154,-2-5-2129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08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60 579 7491,'0'0'10181,"0"177"-9573,4-164-544,-1-7-64,1-6 0,-4-22-7379,0-22 992</inkml:trace>
  <inkml:trace contextRef="#ctx0" brushRef="#br0" timeOffset="1">1 1 1313,'0'0'0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09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1 4034,'0'0'1542,"4"42"544,2 23-1321,11 171 1984,-15 34-333,-3-152-1980,1-117-518,0-1 1,0 1 0,0-1-1,0 1 1,0-1 0,0 1-1,0-1 1,0 1-1,0-1 1,0 0 0,-1 1-1,1-1 1,0 1 0,0-1-1,0 1 1,-1-1-1,1 0 1,0 1 0,-1-1-1,1 0 1,0 1 0,-1-1-1,1 0 1,-1 1-1,1-1 1,0 0 0,-1 0-1,1 1 1,-1-1 0,1 0-1,-1 0 1,1 0 0,-1 0-1,1 0 1,-1 1-1,1-1 1,0 0 0,-1 0-1,1 0 1,-1 0 0,1-1-1,-1 1 1,1 0-1,-1 0 1,1 0 0,-1 0-1,1 0 1,-1-1 0,1 1-1,-1 0 1,1 0-1,0-1 1,-1 1 0,1 0-1,0 0 1,-1-1 0,-25-18-2890,-103-136-884,93 108 4847,29 36 443,0 1 1,-1 0-1,-6-16 2823,52 19-4055,17-1-4,1 3 1,0 2-1,108 9 1,-153-4-60,1 1-1,-1 0 1,0 0 0,-1 1 0,1 0 0,-1 1 0,0 0 0,0 1-1,0 0 1,-1 1 0,0 0 0,0 0 0,-1 1 0,11 12 0,-8-7 20,-1 1 0,-1 0 0,0 0 1,-1 0-1,-1 1 0,0 1 0,-1-1 1,-1 1-1,5 21 0,-9-29-36,6 10 110,-7-18-232,0 0 1,0 0-1,0 0 1,0 0-1,0 0 1,1 0-1,-1 0 1,0 0-1,0 0 1,0 0 0,0 0-1,1 0 1,-1 0-1,0 0 1,0 0-1,0 0 1,0 0-1,0-1 1,1 1 0,-1 0-1,0 0 1,0 0-1,0 0 1,0 0-1,0 0 1,0 0-1,0 0 1,1 0-1,-1-1 1,0 1 0,0 0-1,0 0 1,0 0-1,0 0 1,0 0-1,0-1 1,0 1-1,0 0 1,0 0-1,0 0 1,0 0 0,0 0-1,0-1 1,0 1-1,0 0 1,0 0-1,0 0 1,0 0-1,0 0 1,0-1 0,0 1-1,0 0 1,0 0-1,0 0 1,0 0-1,0 0 1,0-1-1,0 1 1,0 0-1,0 0 1,-1 0 0,1 0-1,0 0 1,0-2 7,1-28-135,1 14-55,-2 1 0,0 0-1,0 0 1,-5-21 0,5 33 23,-1 0 1,1 1-1,-1-1 1,0 0-1,0 0 1,0 0-1,-1 1 1,1-1-1,-1 1 1,1-1-1,-1 1 1,0-1-1,0 1 0,0 0 1,0 0-1,0 0 1,-1 0-1,1 0 1,0 1-1,-1-1 1,0 1-1,1-1 1,-1 1-1,0 0 1,0 0-1,1 0 1,-1 0-1,-4 0 1,-30 0-5420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09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33 7075,'0'0'7660,"-11"-6"-6977,-37-17 48,47 22-709,-1 1 1,0-1-1,0 1 1,0-1-1,0 1 1,0 0-1,0 0 1,1 0-1,-1 0 1,0 0-1,0 0 1,0 1-1,0-1 1,0 1 0,1-1-1,-1 1 1,0 0-1,0-1 1,1 1-1,-1 0 1,0 0-1,1 0 1,-1 1-1,1-1 1,-1 0-1,1 0 1,0 1-1,0-1 1,-1 1-1,1-1 1,0 1-1,0 0 1,0 1-1,-5 7 8,2 0 0,-1 0 0,1 0-1,-3 14 1,5-15 48,-2 4-20,0 0-1,2 0 1,-1 1-1,2-1 1,0 1 0,1 15-1,0-25-52,0 0-1,0 0 0,1 0 0,-1 0 1,1 0-1,0 0 0,0-1 1,1 1-1,-1 0 0,1-1 1,0 1-1,-1-1 0,2 1 0,-1-1 1,0 0-1,1 0 0,-1 0 1,1 0-1,0-1 0,0 1 1,0-1-1,0 1 0,1-1 0,-1 0 1,5 2-1,14 2-191,0-1 0,1-1 0,0-1 0,0-1 0,0 0 0,40-4 0,-15 1-1281,5-2-1387,-4-13-2222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0.4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276 20 8292,'0'0'6163,"-19"-4"-5515,-62-12-149,77 16-461,-1 0-1,0 0 1,1 1 0,-1-1 0,1 1-1,-1 0 1,1 0 0,-1 1 0,1-1-1,0 1 1,-1 0 0,1 0 0,0 1 0,0-1-1,1 1 1,-1 0 0,0 0 0,1 0-1,0 0 1,0 1 0,0-1 0,0 1-1,0 0 1,1 0 0,-3 4 0,-3 4 100,-1 0-51,1 0-1,1 1 0,0 0 1,1 1-1,0-1 1,1 1-1,1 0 0,0 1 1,1-1-1,0 0 0,1 1 1,1 0-1,0 0 1,1-1-1,4 25 0,-3-37-113,0 0 0,0 1 0,0-1 0,1-1 0,-1 1 0,1 0 0,-1 0 0,1-1 0,0 1 0,0 0 0,-1-1 0,1 0 0,0 1 0,0-1 0,1 0 0,-1 0 0,0 0 0,0-1 0,0 1 0,1 0 0,-1-1 0,0 1 0,1-1 0,-1 0 0,0 0 0,5 0 0,7 0-334,0 0 1,0 0-1,17-4 1,-18 1 8,-1-1 1,0 0-1,0 0 1,-1-2-1,13-6 1,-15 7 98,0 0 1,0 1 0,1 0 0,-1 0-1,1 1 1,0 0 0,0 1 0,1 0-1,10 0 1,-19 2 251,0 0 0,-1 1 0,1-1 0,-1 1 0,1-1 0,-1 1 0,1 0 0,-1 0 0,0-1 0,1 1 0,-1 0 0,0 0 0,1 0 0,-1 1 0,0-1 0,0 0 0,0 0 0,0 1 0,0-1 0,0 0 0,-1 1 0,1-1 0,0 1 0,-1-1 0,1 1 0,-1-1 0,1 4 0,9 52 353,-8-43-193,0 5 37,-2-11-104,1 0 1,0 0 0,1 1 0,0-1 0,4 10-1,-6-17-95,0 0-1,0-1 0,1 1 1,-1-1-1,0 1 0,0 0 1,1-1-1,-1 1 0,1-1 1,-1 1-1,0-1 0,1 1 0,-1-1 1,1 0-1,-1 1 0,1-1 1,-1 0-1,1 1 0,0-1 1,-1 0-1,1 1 0,-1-1 1,1 0-1,0 0 0,-1 0 0,1 0 1,0 0-1,-1 1 0,1-1 1,-1 0-1,1 0 0,0-1 1,-1 1-1,1 0 0,0 0 1,-1 0-1,1 0 0,0-1 0,-1 1 1,1 0-1,-1 0 0,1-1 1,-1 1-1,1 0 0,-1-1 1,1 1-1,-1-1 0,1 1 1,-1-1-1,1 0 0,1-1-12,0 0 0,0 0 1,0-1-1,0 1 0,-1 0 0,1-1 0,-1 0 0,0 1 0,2-6 1,-1-5 386,-1-1 1,0 1-1,-2-1 1,1 0-1,-1 1 1,-1-1-1,-1 1 1,-6-21-1,5 16-35,3 16-336,0 1 1,1-1 0,-1 1-1,1 0 1,0-1 0,-1 1-1,1-1 1,0 1 0,0-1-1,0 1 1,0-1 0,0 1-1,0-1 1,0 1 0,0-1 0,1 1-1,-1-1 1,1 1 0,-1-1-1,1 1 1,-1 0 0,1-1-1,0 1 1,0 0 0,0-1-1,-1 1 1,1 0 0,0 0-1,2-2 1,1 2-17,0 0 0,0 0 0,0 0 0,0 1 0,1-1 0,-1 1 0,0 0 1,0 0-1,5 1 0,10-1 75,-7 1-22,0 0 0,0 1 0,0 0 1,-1 1-1,1 0 0,-1 1 1,0 0-1,0 1 0,0 0 0,0 1 1,-1 0-1,0 1 0,14 11 1,-2-3 115,-16-12-224,0 0 0,1-1 1,-1 0-1,0-1 1,1 0-1,0 1 1,-1-2-1,1 1 1,0-1-1,-1 0 0,1-1 1,8-1-1,-5 1 57,-1 1 1,1-1-1,-1 2 0,1-1 0,15 4 0,17 11 37,-34-11-262,0-1 1,0 0-1,0 0 0,0-1 0,1 0 0,-1-1 1,1 1-1,-1-2 0,1 1 0,-1-1 0,1 0 0,9-2 1,-16 1-33,-1 1 0,1 0 0,0-1 1,-1 0-1,1 1 0,0-1 0,-1 0 0,1 0 1,-1 0-1,1 0 0,-1 0 0,0 0 0,1 0 1,-1-1-1,1 0 0,17-35-7122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0.7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 0 11029,'0'0'4466,"-28"199"-2897,14-95-817,-7 4-752,-14 9-656,-18-10-4258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1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7892,'0'0'1499,"8"32"643,1 8-1438,44 170 1740,-41-179-2717,-9-55-773,-3 11 826,1-3-69,1 0-1,0 0 1,1 0-1,1 0 1,1 1-1,0-1 1,1 1 0,0 0-1,13-20 1,-17 30 326,1 1 0,0 0 0,0 0 0,0 0 1,0 0-1,1 0 0,-1 1 0,1-1 0,0 1 1,0 0-1,0 0 0,0 1 0,1-1 0,-1 1 1,1 0-1,0 0 0,-1 0 0,1 1 0,0 0 1,0 0-1,0 0 0,0 0 0,0 1 0,0 0 0,0 0 1,0 0-1,0 0 0,1 1 0,-2 0 0,1 0 1,0 1-1,0-1 0,0 1 0,-1 0 0,6 3 1,-2 0 192,0 1 1,0 0-1,0 0 1,0 1 0,-1 0-1,0 0 1,-1 1-1,0 0 1,0 0-1,-1 0 1,0 1 0,6 13-1,6 15 870,20 64 0,-5 1 164,-32-102-1265,0 1 0,0-1 0,1 0 0,-1 1 0,0-1 0,1 0 0,-1 1 0,0-1 0,1 0 0,-1 1 0,1-1 0,-1 0 0,0 0 0,1 0 0,-1 1 0,1-1 0,-1 0 0,0 0 0,1 0 0,-1 0 0,1 0 0,-1 0 0,1 0 0,-1 1 0,1-2 0,-1 1 0,1 0 0,-1 0 0,1 0 0,-1 0 0,0 0 0,1 0 0,-1 0 0,1 0 0,-1-1 0,1 1 0,-1 0 0,0 0 0,1-1 0,-1 1 0,1 0 0,-1-1 0,0 1 0,0 0 0,1-1 0,-1 1 0,0 0 0,1-1 0,-1 0 0,40-54-200,-29 38 136,0 2-1,0 0 1,17-17 0,-24 28 57,0 0 0,1 1 0,-1-1 0,1 1 0,0 0 0,0 0 0,0 0 0,1 1 0,-1 0 0,0 0 0,1 0 0,0 1 0,-1 0 0,13-2 0,-13 3 44,1 0 1,-1 0-1,1 0 0,-1 1 0,1 0 1,0 0-1,-1 0 0,0 1 1,1 0-1,-1 0 0,0 0 0,0 0 1,0 1-1,0 0 0,-1 0 1,6 4-1,-1 3 93,0 0 0,0 0-1,-1 1 1,0 0 0,11 20 0,-14-22-91,0-1 0,-1 1 0,1 0-1,-2 1 1,1-1 0,-1 0 0,-1 1 0,0 0 0,1 12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1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355 276 10533,'0'0'3471,"4"-32"-2353,10-103 138,-13 132-1183,-1-1-1,1 1 1,-1-1-1,0 0 1,0 0-1,0 1 1,0-1-1,-1 0 1,0 1-1,1-1 1,-1 1-1,0-1 1,-1 1-1,1-1 1,-1 1-1,0 0 0,1-1 1,-1 1-1,-1 0 1,-2-4-1,1 5-2,0-1-1,-1 1 1,1 0-1,0 0 0,-1 0 1,1 0-1,-1 1 1,0 0-1,1 0 1,-8-1-1,-5-1 105,-11-1 165,-1 1-1,-57 2 1,54 1-133,28 0-179,0 0 1,0 0-1,0 0 1,0 0-1,0 1 0,0 0 1,1 0-1,-1 0 1,0 0-1,0 1 1,1-1-1,-1 1 1,1 0-1,-1 0 0,1 0 1,0 0-1,0 1 1,0 0-1,0-1 1,0 1-1,1 0 0,-5 6 1,4-2-33,-1 0 1,2 1-1,-1-1 1,1 1-1,0-1 1,0 1-1,1 0 1,0 0-1,1 0 1,0 10-1,0-15-10,0 0 0,0 0 0,0 0 0,1 0 0,-1-1 0,1 1 0,0 0 0,0 0 0,0-1 0,0 1-1,0-1 1,0 1 0,1-1 0,0 1 0,-1-1 0,1 0 0,0 0 0,0 0 0,3 3 0,-1-2-96,1 0 1,-1 0-1,1-1 1,0 0-1,0 1 1,1-1-1,-1-1 1,0 1-1,8 0 1,11 1-1577,0-1-1,0-2 1,39-3 0,-58 2 1049,58-7-4871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1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349 0 8116,'0'0'5026,"2"31"-2860,-2-8-1766,3 45 838,14 87 0,9 4-267,-7 2-1,-3 292 0,-17-432-934,-1 1 0,-1-1 1,-1 0-1,-1 0 0,-13 34 0,16-48-30,-1 0-1,0 0 0,-1 0 0,0 0 1,0-1-1,0 0 0,-1 0 1,0 0-1,0 0 0,0-1 0,-1 0 1,0 0-1,0 0 0,0-1 0,0 1 1,-1-2-1,0 1 0,1-1 1,-11 3-1,10-3-8,-1-1 1,0-1-1,1 0 1,-1 0 0,0 0-1,0-1 1,1 0-1,-1 0 1,0-1-1,1 0 1,-1-1-1,0 0 1,1 0-1,0 0 1,-13-7 0,12 4-14,0 0 1,0 0 0,1-1-1,-1-1 1,1 1 0,1-1 0,0 0-1,0-1 1,0 1 0,1-1 0,-6-12-1,-1-6-70,1 0 0,2 0 0,1-1-1,1-1 1,1 1 0,1-1 0,-1-52-1,2-2-477,10-93 0,-3 146 314,1 0 0,1 1 1,2-1-1,0 1 1,2 1-1,24-49 0,-17 46-484,2 1 0,0 1-1,2 1 1,42-43 0,-40 48-1282,0 2 0,49-33 0,-17 19-2308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2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3970,'0'0'7750,"18"33"-5834,53 103-396,-44-78-359,-23-29-81,-5-16-623,-12-65-748,13 47 234,-2-11-141,1 0 1,0 0 0,1 0-1,1 0 1,6-30 0,-6 43 184,0-1-1,0 0 1,1 0 0,0 1-1,0-1 1,0 1 0,0-1-1,0 1 1,1 0 0,-1 0-1,1 0 1,0 0 0,0 0-1,0 1 1,0-1 0,1 1-1,-1 0 1,1 0 0,-1 0-1,1 1 1,0-1 0,-1 1-1,1 0 1,0 0 0,0 0-1,0 0 1,0 1 0,8-1-1,-5 1 26,0-1-1,0 1 1,0 0-1,0 1 1,0 0-1,0 0 1,0 0-1,0 1 1,0 0-1,0 1 1,-1-1-1,1 1 1,6 5-1,-6-3 48,0 0 0,0 1 0,-1 0 0,0 1 1,-1-1-1,1 1 0,-1 0 0,0 0 0,-1 1 0,7 14 0,0 6 100,-2 0 0,-1 1 0,-1 0 0,-1 1 0,-2 0 0,-1-1 0,-1 1 0,-2 0 0,-4 37 0,4-64-143,0 0 0,0 0 0,-1 0 0,1 0 0,-1 0 0,0 0-1,1 0 1,-1 0 0,-1 0 0,1-1 0,0 1 0,-1 0-1,1-1 1,-1 1 0,0-1 0,0 1 0,0-1 0,-4 3 0,-18 6-1396,-9-8-4078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5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461 19 7091,'0'0'8754,"-22"-3"-7874,-6-2-637,9 1-14,0 1 1,0 1-1,-33 0 1,45 3-189,0 0 1,0 1 0,1-1 0,-1 1 0,0 1 0,1-1 0,0 1 0,-1 0 0,1 0 0,0 1 0,1 0 0,-1 0 0,1 0 0,-1 1 0,1 0 0,1 0 0,-7 8 0,-8 11 81,2 0 1,-25 46-1,25-40-20,2 0 0,1 2 0,1 0-1,1 0 1,3 1 0,0 1-1,2-1 1,2 1 0,-3 59 0,8-91-107,0-1 1,0 1-1,0-1 0,0 1 1,0-1-1,1 0 1,-1 1-1,0-1 1,1 1-1,-1-1 1,1 0-1,-1 1 1,1-1-1,0 0 1,0 0-1,-1 0 1,1 1-1,0-1 1,0 0-1,0 0 1,0 0-1,0 0 1,0 0-1,1-1 1,0 2-1,1-1-53,0 0-1,0 0 1,0-1 0,0 1-1,0-1 1,0 1-1,0-1 1,0 0-1,-1 0 1,1-1-1,6 0 1,0-1-283,0 0 0,0-1 0,0 0 0,-1 0 0,1-1 0,-1 0 0,11-7 0,85-75-7925,-54 45 2073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6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212 342 3970,'0'0'7283,"32"-26"-6504,96-83-123,-124 105-585,1 0-1,-1-1 0,1 1 0,-2-1 0,1 0 0,0 0 0,-1 0 1,0-1-1,4-9 0,-6 11 2,-1 1 0,1-1 0,-1 1 0,1-1 0,-1 1 0,0-1 0,-1 1 0,1-1 0,-2-5 0,0-12 486,2 18-476,-1 0 0,1-1 0,-1 1-1,0 0 1,0 0 0,0 0 0,-1 0 0,1 0-1,-1 0 1,1 0 0,-1 0 0,0 0 0,0 1 0,0-1-1,-1 1 1,1-1 0,-1 1 0,1 0 0,-1 0 0,0 0-1,1 0 1,-1 1 0,0-1 0,0 1 0,-1 0-1,1 0 1,0 0 0,-5-1 0,-10-3 90,0 1 0,-1 1-1,-31-1 1,36 3-130,0 1 0,-1 0 0,1 1 0,0 0 0,0 2 0,0-1 0,0 2 0,-25 8 0,34-9-43,-1 0 0,0 0 0,1 0 0,0 1 0,0 0 0,0 0 0,0 0 0,0 1 0,1-1 0,0 1 0,0 0 0,0 0 0,0 1 0,1-1 0,0 1 0,0-1 0,1 1 0,0 0 0,0 0 0,0 0 0,0 1 0,0 6 0,1-11-53,1 1 0,-1-1 1,1 0-1,0 0 0,0 0 0,0 0 1,0 0-1,0 0 0,0 0 0,0 0 1,0 0-1,1 0 0,-1 0 1,1 0-1,0 0 0,0 0 0,-1 0 1,1 0-1,1 0 0,-1 0 0,0-1 1,0 1-1,0 0 0,1-1 0,-1 1 1,1-1-1,0 0 0,-1 1 0,1-1 1,0 0-1,-1 0 0,4 1 0,3 0-422,1 0 0,0 0 0,-1-1 0,1 0 0,0-1 0,14 0 0,-5-1-77,6 2-680,0-2 0,0-1 0,0-1 0,29-7 0,20-16-2241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6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1 114 1024,'0'0'9885,"6"-18"-9503,24-56-22,-29 72-334,0 1 0,0-1 0,1 1 0,-1-1 0,0 1 0,1 0 1,-1-1-1,1 1 0,-1 0 0,1 0 0,0 0 0,-1 0 0,1 0 0,0 1 1,0-1-1,0 0 0,-1 1 0,1-1 0,0 1 0,0 0 0,0 0 0,0 0 1,0 0-1,0 0 0,0 0 0,0 0 0,0 1 0,0-1 0,0 0 0,-1 1 1,1 0-1,3 1 0,-1-1 48,3 2 40,-1 1-1,1 0 0,0 0 1,-1 0-1,0 1 1,0 0-1,0 0 1,-1 0-1,1 1 1,-1 0-1,-1 0 0,1 0 1,-1 0-1,0 1 1,6 13-1,2 7 304,-1 0 0,14 51-1,-21-57-274,1 2 79,-3-20-13,-2-8 102,0-22-315,-1 16-10,0 1 0,1 0 0,1-1-1,0 1 1,0 0 0,3-11 0,-3 19 9,0-1-1,0 0 1,1 1-1,-1-1 1,0 1-1,1-1 1,0 1 0,-1 0-1,1 0 1,0 0-1,0 0 1,1 0-1,-1 0 1,0 0 0,0 1-1,1-1 1,-1 1-1,1 0 1,0-1 0,-1 1-1,1 0 1,0 1-1,0-1 1,-1 0-1,1 1 1,0 0 0,3-1-1,1 1 23,0 0 0,0 0 0,0 0 0,0 0 0,-1 1 0,1 1 0,0-1 0,-1 1 0,1 0 0,-1 0 0,1 1 0,-1 0 0,0 0 0,0 1 0,0-1 0,8 9 0,-4-3 144,0 0 0,-2 2 0,1-1 1,-1 1-1,0 0 0,-1 0 0,9 22 0,-16-33-147,0 1 0,0-1 0,0 0 0,1 0 0,-1 1 0,0-1 0,0 0 0,0 0 0,0 1 0,0-1 0,0 0 0,1 0 0,-1 1 0,0-1 0,0 0 0,0 0 0,1 0 0,-1 1 0,0-1 0,0 0 0,1 0 0,-1 0 0,0 0 0,0 0 0,1 0 0,-1 1 0,0-1 0,1 0 0,-1 0 0,0 0 0,0 0 0,1 0 0,-1 0 0,0 0 0,1 0 0,-1 0 0,0 0 0,1-1 0,8-9 224,5-26-117,-12 30-64,4-10-29,1 1 0,0 1 0,1-1 0,0 1 0,1 1 0,1-1 0,0 2-1,13-14 1,-17 20-30,1 1 1,-1 0-1,1 0 0,0 1 0,0 0 0,0 0 0,0 1 0,1 0 0,-1 0 0,1 0 0,0 1 0,0 1 0,0-1 1,0 1-1,0 0 0,0 1 0,0 0 0,10 1 0,-13 0 15,-1 0 1,1 0-1,-1 1 0,1 0 1,-1 0-1,1 0 0,-1 0 1,0 1-1,0-1 1,0 1-1,0 0 0,-1 0 1,1 0-1,-1 1 0,0-1 1,0 1-1,0 0 0,0 0 1,-1 0-1,1 0 0,-1 1 1,0-1-1,2 8 1,3 9 174,0 0 0,-2 1 0,5 37 1,-5-14 71,-2 1 1,-3 53 0,-6-61-188,6-37-84,-1 0 0,1 0 1,-1 0-1,0 0 0,1 0 0,-1 0 0,0 0 0,0 0 0,1 0 0,-1 0 0,0 0 0,0-1 0,0 1 0,0 0 0,0-1 0,0 1 1,0-1-1,0 1 0,-1-1 0,1 1 0,0-1 0,0 0 0,0 1 0,0-1 0,-1 0 0,1 0 0,-2 0 0,2 0-107,0 0 0,0-1 0,0 1 0,0-1 0,0 1 1,1-1-1,-1 1 0,0-1 0,0 1 0,0-1 0,1 0 0,-1 1 0,0-1 0,1 0 0,-1 0 0,0 1 0,1-1 0,-1 0 0,1 0 0,-1 0 0,1 0 0,0 0 0,-1 0 0,1 0 0,0 0 0,0 0 0,0 0 0,-1 0 0,1 0 0,0 0 0,1-1 0,-2-40-4294,1 32 2605,0-49-8613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7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123 131 9828,'0'32'1294,"0"-17"-999,0 51 1661,15 111 1,-10-146-1615,10 63 256,6 154 1,-21-246-593,0 0 0,0 0 1,0 0-1,0 0 0,0-1 0,-1 1 0,1 0 1,-1 0-1,1 0 0,-1-1 0,0 1 0,0 0 0,1-1 1,-1 1-1,0-1 0,0 1 0,-1-1 0,1 1 1,0-1-1,0 0 0,-1 0 0,1 0 0,-1 1 0,-2 0 1,2-1-2,0-1-1,0 1 1,1-1 0,-1 0 0,0 0 0,0 0 0,0 0 0,0 0 0,0 0 0,0 0 0,0-1 0,0 1 0,0-1 0,0 1 0,0-1 0,1 0-1,-1 0 1,0 1 0,0-1 0,1-1 0,-1 1 0,1 0 0,-1 0 0,1 0 0,-3-3 0,-4-5-5,1-1 0,0 1 0,0-1 0,1 0 0,0-1-1,1 0 1,-6-13 0,1-5-3,-14-57-1,17 44 10,2 0-1,2 0 1,2-1 0,1 1 0,7-44 0,-5 69-12,1-1 0,1 0 0,1 1 0,1 0 0,0 0 0,1 1 0,1-1 0,0 1 0,1 1 0,1 0 0,1 0 0,0 1 0,0 0 1,1 1-1,1 1 0,1 0 0,20-15 0,-26 23-9,0 0 0,0 1 0,1 0 0,-1 0 0,1 1 0,0 0 0,-1 0 0,1 1 0,0 0 0,0 1 0,17 1 0,-5 0-3,-17-1 34,1 0 0,0 0-1,0 1 1,-1 0-1,1 0 1,0 0-1,-1 1 1,1 0-1,-1 0 1,0 0 0,0 0-1,1 0 1,-1 1-1,-1 0 1,1 0-1,0 0 1,-1 0-1,1 1 1,-1-1 0,0 1-1,0 0 1,-1 0-1,1 0 1,-1 0-1,0 0 1,0 1-1,0-1 1,-1 1 0,1-1-1,1 9 1,-1 0 35,0-1 1,0 1-1,-2-1 1,1 1-1,-1-1 0,-1 1 1,0-1-1,-1 0 1,-1 1-1,-6 21 1,6-28-26,1 0 0,0 0 0,1-1 0,-1 1 0,1 0 0,0 1 0,1-1-1,0 0 1,0 0 0,1 9 0,7-14-132,0-2 88,0-1 1,-1-1 0,1 1 0,0-1-1,-1 0 1,0-1 0,0 0 0,0 0-1,0 0 1,0-1 0,-1 0 0,0 0-1,0-1 1,7-8 0,5-5-45,0-1 1,-2-1 0,19-30-1,-32 46 59,0-1-1,0 0 1,0 0-1,-1 0 1,0 0-1,0 0 0,0 0 1,-1-1-1,0 1 1,0 0-1,0-1 1,-1 1-1,0-1 1,-1-8-1,0 14 10,0-1 1,1 1-1,-1-1 1,0 1-1,0-1 1,0 1-1,0-1 1,0 1-1,0 0 0,-1 0 1,1 0-1,0 0 1,-1-1-1,1 2 1,0-1-1,-1 0 1,1 0-1,-1 0 0,0 1 1,1-1-1,-1 1 1,1-1-1,-1 1 1,0 0-1,0-1 1,1 1-1,-3 0 0,-57-1 207,45 2-118,-9-1-257,1 2-1,0 0 1,0 2 0,-28 8-1,-42 21-3662,22-1-3231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7.7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6003,'0'0'7534,"10"35"-5688,60 216 355,-61-215-1865,-1 0 0,-2 1 1,3 59-1,-9-94-278,0-6-7,-4-92-206,1 59 116,1-1 0,6-59 0,-3 94 38,-1 0-1,1 0 1,0 0-1,0 0 1,0 0-1,0 0 1,1 0 0,-1 0-1,1 1 1,-1-1-1,1 0 1,0 1 0,0-1-1,1 1 1,-1 0-1,0 0 1,1 0 0,-1 0-1,1 0 1,0 0-1,-1 1 1,1-1-1,0 1 1,0 0 0,0 0-1,0 0 1,0 0-1,0 0 1,5 0 0,-4 1 2,1-1 1,0 1 0,-1 0-1,1 1 1,0-1 0,-1 1 0,1 0-1,-1 0 1,1 0 0,-1 1-1,1-1 1,-1 1 0,0 0 0,0 1-1,0-1 1,0 1 0,0-1 0,0 1-1,5 6 1,3 7 97,-2 0-1,0 0 1,0 1-1,-2 0 1,0 1 0,-1 0-1,-1 0 1,6 31-1,-10-44-62,1-74 212,-3 54-252,1 1 0,1-1 0,0 1 0,1-1 1,0 1-1,1 0 0,0 0 0,2 0 0,-1 1 0,15-25 0,-17 34 1,1-1 0,-1 0 0,1 1 0,0-1 0,0 1 0,0 0 0,1 1 0,-1-1 0,1 1 0,0 0 0,0 0 0,0 0 0,0 1 0,1-1 0,-1 1 0,1 1 0,-1-1 0,1 1 0,0 0 0,0 0 0,-1 1 0,1-1 0,0 1 0,0 1 0,-1-1 0,1 1 0,0 0 0,0 0 0,-1 1 0,1-1 0,5 4 0,-3-1 44,0 0 0,-1 1 1,1-1-1,-1 2 0,0-1 0,-1 1 0,1 0 0,-1 1 0,0-1 0,-1 1 0,1 0 0,-2 1 0,1-1 0,-1 1 0,0 0 0,6 16 0,-1 0 97,-2 1-1,0 0 0,-1 0 1,4 44-1,-6 60 357,-4-128-498,0 0 0,0 0 0,0 0 0,0 0 0,0 0 0,0 0 0,0 1 0,0-1 0,0 0 0,-1 0 0,1 0 1,0-1-1,-1 1 0,1 0 0,-1 0 0,1 0 0,-1 0 0,1 0 0,-1 0 0,0-1 0,1 1 0,-2 1 0,-25 2-1093,26-5 881,0 1 0,0 0 0,0 0 1,0-1-1,0 1 0,0-1 0,0 1 0,1-1 0,-1 1 0,0-1 0,0 1 0,0-1 0,0 0 0,1 1 0,-1-1 0,0 0 0,0 0 0,1 0 0,-1 0 0,1 0 0,-1 0 0,1 1 0,-1-1 0,1 0 0,0 0 0,-1 0 1,1-1-1,0 1 0,0 0 0,0 0 0,0 0 0,0 0 0,0 0 0,0 0 0,0-2 0,0-2-1038,-1-27-8438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8.0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226 272 7155,'0'0'6072,"32"-27"-5442,98-88-235,-125 110-356,0 0 1,0-1-1,0 1 0,-1-1 1,8-12-1,-9-8 413,-4 15-134,1 9-251,0 0 0,-1 0 1,1 0-1,-1 0 1,1 1-1,-1-1 1,0 0-1,1 0 0,-1 0 1,0 1-1,0-1 1,0 0-1,-1 1 0,1-1 1,0 1-1,-1-1 1,1 1-1,0 0 0,-1-1 1,0 1-1,1 0 1,-1 0-1,0 0 0,0 0 1,1 1-1,-1-1 1,0 0-1,0 1 1,0-1-1,0 1 0,-2-1 1,-10-1 193,-1 1 1,1 0-1,-20 1 1,19 0-128,0 1-81,-1 1-1,1 1 1,0 0 0,0 1-1,0 1 1,0 0 0,1 1-1,0 1 1,0 0-1,0 1 1,1 0 0,0 1-1,1 1 1,0 0-1,1 0 1,0 1 0,-18 24-1,25-29-49,0 0 1,1 0-1,0 1 0,0-1 0,-4 13 1,6-17-17,1 0 0,-1 0 1,0 0-1,1 1 1,0-1-1,-1 0 0,1 0 1,0 0-1,0 0 1,0 0-1,0 0 1,1 0-1,-1 0 0,0 1 1,1-1-1,-1 0 1,1 0-1,0 0 0,0-1 1,0 1-1,0 0 1,0 0-1,2 2 0,10 2-337,1 0-1,0-1 1,0 0-1,1-1 0,0-1 1,-1 0-1,22 1 1,-23-2-228,1 0 134,156 18-9010,-116-19 5172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8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443 117 5042,'0'0'9992,"-17"-22"-8016,-2-1-1442,-38-39 0,56 61-518,0 0 1,0 1 0,0-1-1,0 0 1,0 0 0,-1 0-1,1 1 1,0-1 0,0 1-1,-1-1 1,1 1 0,0-1-1,-1 1 1,1 0 0,-1-1-1,1 1 1,0 0 0,-1 0-1,1 0 1,-1 0 0,1 1-1,0-1 1,-1 0 0,1 0-1,-1 1 1,1-1 0,0 1-1,-1-1 1,1 1 0,0 0-1,0 0 1,-3 1 0,1 2 37,-1-1 1,1 1 0,0 0 0,0 0 0,0 0 0,-3 8 0,2-6 32,-3 7 36,1 1-1,0-1 1,1 1-1,1 1 1,0-1-1,1 1 0,-3 27 1,3 110 294,3-98-242,4 14-108,15 95 0,-10-109-50,-2 1 0,-3 0 1,-3 60-1,-1-108-69,0-1 0,-1 1 1,0 0-1,0 0 1,-1-1-1,0 1 0,0-1 1,0 0-1,-1 1 1,0-1-1,0 0 0,-1 0 1,1-1-1,-1 1 0,0-1 1,-1 0-1,0 0 1,1 0-1,-2-1 0,1 1 1,0-1-1,-1-1 1,0 1-1,0-1 0,0 0 1,0 0-1,0 0 1,-1-1-1,1 0 0,-1-1 1,1 1-1,-1-1 1,0 0-1,-8-1 0,11 1-249,1-1 1,-1 0-1,0 0 0,0-1 0,0 1 0,1-1 0,-1 0 0,0 0 0,1 0 0,-1 0 0,1 0 0,-1-1 0,1 0 1,0 0-1,-1 0 0,1 0 0,0 0 0,0 0 0,0-1 0,1 0 0,-1 1 0,1-1 0,-1 0 0,1 0 0,0-1 0,0 1 1,1 0-1,-4-8 0,-22-66-7575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8.7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8036,'0'0'5496,"22"31"-4555,72 104-84,-88-127-777,-1 0 0,-1 1 1,1-1-1,-1 1 0,-1 0 1,1 1-1,-2-1 0,1 0 1,-1 1-1,-1 0 0,0-1 1,0 1-1,-1 0 0,-2 18 1,1 6 245,1-23-272,1-6 17,-1 1 0,0-1 0,0 1 0,-1 0 0,0-1 0,0 0 0,0 1 0,-2 5 0,2-10-62,0 0 0,0 1 0,0-1 0,-1 0 0,1 0 0,0 0 0,0 0 0,-1 0 0,1 0 0,-1 0 0,1 0 1,0-1-1,-1 1 0,0 0 0,1-1 0,-1 0 0,1 1 0,-1-1 0,0 0 0,1 0 0,-1 1 0,0-1 0,1-1 0,-1 1 0,0 0 0,1 0 0,-1 0 0,1-1 0,-1 1 0,0-1 0,-1 0 0,1 0-24,0 0 0,1 0 1,-1-1-1,0 1 0,1 0 1,-1-1-1,1 1 0,-1 0 1,1-1-1,-1 0 0,1 1 1,0-1-1,0 0 0,0 0 0,0 0 1,0 0-1,0 0 0,1 1 1,-1-2-1,1 1 0,-1 0 1,1 0-1,0 0 0,0 0 1,0 0-1,0 0 0,0-2 0,-1-4-43,-1-13 0,0-1-1,1 0 0,2 1 1,0-1-1,1 0 0,1 1 1,1 0-1,1 0 0,9-25 1,-11 38 53,1 0 0,-1 0 1,1 0-1,1 0 1,-1 0-1,1 1 0,1 0 1,-1 0-1,1 0 0,1 1 1,-1 0-1,1 0 1,0 1-1,0-1 0,1 2 1,-1-1-1,1 1 0,0 0 1,0 0-1,1 1 0,-1 1 1,1-1-1,-1 1 1,1 0-1,12 0 0,-13 2 74,1-1-1,-1 1 0,0 1 0,1 0 0,-1 0 1,0 0-1,1 1 0,-1 1 0,0-1 1,0 1-1,-1 1 0,1-1 0,-1 1 1,1 1-1,-1-1 0,0 1 0,-1 0 1,1 1-1,-1 0 0,0 0 0,-1 0 0,1 0 1,-1 1-1,-1 0 0,6 10 0,0-1 82,-1 0 0,-1 1 0,-1 0 0,0 0 0,-1 1 0,-1-1 0,3 21 0,-2 2 310,-2 0 0,-2 48 0,-2-87-686,-3-22-3654,-1-9-1829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9.1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0 149 9925,'0'0'3313,"30"3"-2894,12 0-218,44-1 1,-80-2-200,1-1 0,-1 0 1,1-1-1,-1 1 1,1-1-1,-1 0 0,0-1 1,0 1-1,0-1 0,0-1 1,0 1-1,-1-1 0,1 0 1,-1 0-1,7-8 1,2 0-17,-11 9 13,2 1 44,-1-1 0,0 0 1,0 0-1,-1 0 0,1-1 1,-1 1-1,1-1 0,-1 0 1,0 0-1,-1 0 0,1 0 1,-1-1-1,1 1 0,-1-1 1,0 1-1,-1-1 0,3-9 1,-4 13 9,0 0-1,-1 0 1,1 1 0,0-1 0,0 0-1,0 1 1,-1-1 0,1 0 0,0 1-1,-1-1 1,1 1 0,-1-1 0,1 0-1,-1 1 1,1-1 0,-1 1 0,1-1-1,-1 1 1,1 0 0,-1-1 0,1 1-1,-1-1 1,0 1 0,1 0 0,-1 0-1,0-1 1,1 1 0,-1 0 0,0 0-1,0 0 1,1 0 0,-2 0 0,-29-1 878,21 2-685,-1 0-148,0 0-1,1 1 0,-1 0 1,1 1-1,0 1 0,0-1 1,0 1-1,0 1 0,1 0 1,-1 0-1,1 1 1,1 0-1,-1 1 0,1 0 1,0 0-1,0 1 0,1 0 1,-8 11-1,7-10-13,1 1 1,0 1-1,1-1 1,0 1-1,0 0 1,1 0-1,1 1 1,0 0-1,0 0 1,1 0-1,1 0 1,0 0-1,1 0 1,0 1-1,1 22 1,1-32-81,0 0 0,-1 0 0,1 0-1,0 0 1,1 0 0,-1-1 0,0 1 0,1 0 0,0-1 0,-1 1-1,1-1 1,0 0 0,0 1 0,0-1 0,1 0 0,-1 0 0,0-1 0,1 1-1,-1 0 1,1-1 0,0 1 0,-1-1 0,1 0 0,0 0 0,0 0-1,0 0 1,3 0 0,11 2-75,-1-1 0,1 0 0,31-2 0,-29 0-97,4 0-377,1-2 0,-1 0 0,0-1 0,29-7 0,-35 5-761,0-1-1,-1-1 1,26-13-1,35-27-6179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9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10757,'0'0'2113,"0"224"-608,10-100 1296,1-14-1953,7-9-624,-4-9-192,-14-19-32,0-10-48,0-16-768,0-28-1425,-18-19-1505,0 0-1920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19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1 180 5747,'0'0'8852,"207"196"-7316,-165-136-463,-10 0 15,-11 0-255,-14-6-1,-7-13 161,0-3-609,0-13-224,0-16-160,-4-9-1009,1-28-1728,-1-29-3090,4-22-3297</inkml:trace>
  <inkml:trace contextRef="#ctx0" brushRef="#br0" timeOffset="1">320 0 6723,'0'0'2465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20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 1 3153,'0'0'11955,"-27"24"-10794,-85 81-532,108-100-571,0-1 0,0 1 0,0 0 0,1 0-1,0 0 1,0 1 0,0-1 0,1 1 0,-1 0-1,1-1 1,1 1 0,-1 0 0,1 0-1,0 0 1,0 0 0,1 1 0,0-1 0,0 0-1,0 0 1,3 10 0,-1 13 110,-3-23-127,1 1-1,1-1 1,-1 1-1,1 0 1,0-1-1,1 1 1,-1-1-1,5 10 1,-4-13-36,0 1 0,0-1 0,1 0-1,0 0 1,-1 0 0,1 0 0,0 0 0,0-1 0,1 1 0,-1-1 0,1 0 0,-1 0 0,1 0-1,-1 0 1,6 1 0,1 0-121,1 0 0,-1 0 0,1-1-1,-1 0 1,1-1 0,0 0 0,0-1-1,-1 0 1,1-1 0,0 0 0,-1-1 0,1 0-1,0 0 1,-1-1 0,0-1 0,0 1-1,0-2 1,0 1 0,-1-2 0,0 1-1,0-1 1,16-14 0,-16 12-23,-1-1 1,0 0-1,0-1 0,-1 1 0,-1-2 1,1 1-1,-2-1 0,1 0 0,-2 0 1,1 0-1,-2 0 0,1-1 1,-1 0-1,-1 0 0,0 0 0,-1 0 1,0-15-1,-1 25 142,0 0 0,0 1 0,-1-1 1,1 1-1,0-1 0,-1 0 0,1 1 0,-1-1 1,1 1-1,-1-1 0,1 1 0,-1-1 0,0 1 1,0-1-1,0 1 0,0 0 0,0 0 0,0-1 1,0 1-1,-1 0 0,1 0 0,0 0 0,-1 0 1,1 0-1,0 0 0,-1 1 0,1-1 0,-1 0 1,1 1-1,-1-1 0,0 1 0,1 0 0,-3-1 1,-7 0-3,0 0 0,0 1 0,0 0 0,-14 3 1,6-2-72,-54 10-1197,-16 15-3092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16:20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1 11621,'-53'189'0,"-7"29"-1056,-6 6-6756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27:34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2657,'2'0'15453,"441"-12"-13783,-393 10-1789,-46 3-405,-32-1-143,-172-6-5413,130 6 1342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27:36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1 316 896,'1'1'14456,"0"-1"-14436,0 1 0,-1-1 0,1 0 0,0 0 0,0 1 0,0-1 0,0 0 0,0 0 0,-1 0 1,1 0-1,0 0 0,0 0 0,0-1 0,0 1 0,-1 0 0,1 0 0,0 0 0,0-1 1,0 1-1,-1-1 0,2 0 0,23-11 382,-1-2 0,37-27 0,2-1-234,214-116 136,-265 151-149,-16 9-90,-18 10-216,-83 62-195,-112 103-1,202-167 357,14-18-28,21-23-14,199-220-43,-201 228 349,-18 21 214,-10 14-340,-26 25-141,0-1 0,-61 45 0,28-25-122,-5 11-2430,79-80-4402,21-15 3196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27:37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773 1 1313,'0'0'3479,"-2"0"-3463,0 0 1,0 0 0,0 1 0,0-1 0,1 0-1,-1 1 1,0 0 0,0-1 0,0 1 0,1 0 0,-1 0-1,-2 1 1,-136 148-99,37-36 76,-2-17 949,-5-6 0,-129 85-1,228-169-948,8-5-46,-1 0 1,1 0 0,0 0 0,0 0-1,0 0 1,0 1 0,0-1 0,1 1-1,-1 0 1,1 0 0,-5 6 0,15-8-4485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27:38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1 1008,'0'0'4507,"-10"14"-3808,-31 46-27,34-52-562,-1 1 1,0-1 0,0-1-1,-1 0 1,0 0 0,0-1-1,-1 0 1,0 0 0,-13 5-1,-1 1 192,-225 136 3212,248-142-3971,13-5 202,18-4 172,-11-2 64,-1 0 0,1-1-1,-1-2 1,-1 1 0,23-14 0,86-60-702,-76 47 279,-44 29 434,2 1 116,-5 16 603,-3 2-458,-1-1-1,-1 1 1,0-1 0,-1 0-1,0 0 1,-1 0 0,0 0-1,-1 0 1,-12 21 0,-1 5-228,3 0-1,1 1 1,2 1 0,2 0 0,2 0 0,1 1 0,2 0 0,2 55 0,3-95-340,0-9-2041,-1-3 2384,0 1 0,-1-1 0,0 0 0,0 1 0,-1 0 0,0 0 0,0 0 0,-1 0 0,-1 0 0,1 1 0,-2-1 0,1 1 0,-1 0 0,0 1 0,0 0 0,-11-9 0,-8-7 656,-1 2 1,-1 1 0,-42-24 0,67 43-645,1 0-1,0 0 1,-1 0 0,1 0 0,0 0-1,0 0 1,0 0 0,0 0-1,0 0 1,0 0 0,0 0 0,0-1-1,0 1 1,1 0 0,-1-1-1,0 1 1,1-1 0,-1 1 0,1-1-1,0 1 1,-1-4 0,1 4-42,0 0 1,1 0-1,-1 0 1,0 1-1,0-1 1,1 0-1,-1 0 1,1 0-1,-1 0 1,1 0-1,-1 0 1,1 1-1,-1-1 1,1 0-1,0 1 1,-1-1-1,1 0 1,0 1-1,0-1 1,0 1-1,-1-1 1,1 1-1,0-1 1,0 1-1,0-1 1,0 1-1,0 0 1,0 0-1,0-1 1,0 1-1,0 0 1,1 0-1,76-3-146,-74 3-18,1 0 0,0 1 0,-1 0 0,1 0 0,-1 0 0,1 0 0,-1 1 0,0-1 0,0 1 0,1 0 0,-1 1 0,-1-1 0,1 1 0,6 4 0,16 31-5218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51:20.4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0 112,'0'0'4962,"-12"4"5244,10-1-8761,2 2-1338,1 1 0,-1-1 0,1 1 0,0-1 0,0 0 0,1 1 0,-1-1 0,1 0 0,0 0-1,1 0 1,-1 0 0,1-1 0,0 1 0,0-1 0,1 1 0,-1-1 0,1 0 0,0-1 0,0 1 0,0 0 0,0-1 0,9 5 0,41 30 32,1-1-1,3-4 1,0-1 0,2-4-1,1-1 1,111 30 0,-169-56-183,0 0 1,0 0-1,0 0 0,0 0 1,1-1-1,-1 1 1,0-1-1,1 0 0,-1 0 1,0 0-1,1 0 1,-1-1-1,0 1 0,0-1 1,1 0-1,-1 0 1,0 0-1,0 0 0,0-1 1,0 1-1,0-1 1,0 0-1,0 1 0,-1-1 1,1-1-1,-1 1 1,1 0-1,2-5 0,12-7 114,-16 14 218,-1 7-191,-1 1 0,0-1 0,0 0 0,0 0 0,-1 1 0,0-1 0,0 0 1,-1-1-1,-6 13 0,-41 50 28,35-51-80,2 0-1,-13 21 1,39-96-587,33-20 516,-40 68 26,0 1 1,0 0 0,0 0-1,1 1 1,1 0 0,-1 0-1,10-6 1,-17 13 20,1 0 1,-1 0-1,0 0 1,1 0 0,-1 0-1,0 0 1,1 1-1,-1-1 1,0 0-1,1 0 1,-1 0-1,0 0 1,1 0-1,-1 1 1,0-1-1,0 0 1,1 0 0,-1 1-1,0-1 1,0 0-1,1 0 1,-1 1-1,0-1 1,0 0-1,0 1 1,1-1-1,-1 0 1,0 1 0,0-1-1,0 0 1,0 1-1,0-1 1,0 0-1,0 1 1,0-1-1,0 0 1,0 1-1,0-1 1,0 0 0,0 1-1,0-1 1,0 1-1,0-1 1,0 0-1,-1 1 1,2 24 123,-2-21-75,0 52 94,0-17-171,4 45-1,18-40-320,-21-44 264,-2-6 203,1 3-121,0-1 0,-1 1 0,0 0 0,0 0 0,0 0 0,0 0 0,0 0 0,0 0 1,-1 0-1,1 1 0,-1-1 0,0 1 0,0 0 0,0 0 0,0 0 0,0 0 0,0 1 0,-1-1 1,-4-1-1,-1 0 51,0 0 1,-1 1 0,0 0 0,1 0 0,-1 1 0,-13 0 0,23 0-246,0 1 1,0 0 0,0-1-1,0 1 1,0 0 0,0-1-1,0 1 1,0 0 0,0-1-1,0 1 1,0 0 0,0-1-1,0 1 1,0 0-1,0-1 1,1 1 0,-1 0-1,0 0 1,0-1 0,0 1-1,1 0 1,-1 0 0,0-1-1,0 1 1,1 0 0,-1 0-1,0-1 1,0 1 0,1 0-1,-1 0 1,0 0 0,1 0-1,-1 0 1,0 0 0,1-1-1,-1 1 1,0 0 0,1 0-1,-1 0 1,30-6-10150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51:20.9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1 160,'0'0'0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51:21.8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217 198 912,'-24'-196'13138,"24"196"-13059,-1-1-1,1 1 1,0 0-1,-1 0 1,1 0 0,0 0-1,0 0 1,-1 0 0,1 0-1,-1 0 1,1 0-1,0 0 1,-1 0 0,1 0-1,0 0 1,-1 0 0,1 0-1,0 0 1,0 0-1,-1 0 1,1 1 0,0-1-1,-1 0 1,1 0-1,0 0 1,0 0 0,-1 1-1,1-1 1,0 0 0,0 0-1,-1 1 1,1-1-1,0 0 1,0 0 0,0 1-1,-1-1 1,1 0-1,0 1 1,0-1 0,0 0-1,0 1 1,-14 367 1194,10-309-1164,-3 253-50,7-311-337,0-20-861,2-46 1041,0 29 184,-2 1 0,-5-49 0,-10 58 180,15 25-248,0 1 0,-1-1 1,1 1-1,-1-1 0,1 1 1,-1 0-1,1-1 0,-1 1 1,1 0-1,-1 0 0,1-1 1,-1 1-1,1 0 0,-1 0 1,1 0-1,-1 0 0,1 0 1,-1 0-1,0-1 0,1 1 1,-1 0-1,1 1 0,-1-1 1,1 0-1,-1 0 0,0 0 1,1 0-1,-1 0 0,1 0 1,-1 1-1,1-1 0,-1 0 1,1 1-1,-1-1 0,1 0 1,-1 1-1,1-1 0,0 0 1,-1 1-1,1-1 0,-1 1 1,1-1-1,0 1 0,0-1 1,-1 1-1,1-1 0,0 1 1,0-1-1,-1 1 0,1-1 1,0 1-1,0-1 0,0 1 1,0-1-1,0 1 0,0 0 1,0-1-1,0 1 0,-8 25 40,2-1-1,1 1 0,1 1 0,-2 33 1,6 117-127,1-86-226,-1-90-7,0-16-647,1-8 1041,-2 0-1,0 0 1,-2 0 0,0 0 0,-2 0 0,-10-32 0,-24-46 1106,39 101-1178,0 0 0,0 0 1,0 0-1,0-1 0,0 1 1,0 0-1,0 0 0,0 0 0,0 0 1,0-1-1,0 1 0,0 0 1,0 0-1,0 0 0,0 0 1,0-1-1,1 1 0,-1 0 1,0 0-1,0 0 0,0 0 1,0 0-1,0-1 0,0 1 1,0 0-1,0 0 0,1 0 1,-1 0-1,0 0 0,0 0 1,0 0-1,0 0 0,0-1 1,1 1-1,-1 0 0,0 0 1,0 0-1,0 0 0,0 0 1,1 0-1,-1 0 0,0 0 1,0 0-1,0 0 0,0 0 1,1 0-1,-1 0 0,0 0 0,0 0 1,0 0-1,0 0 0,1 0 1,-1 1-1,0-1 0,0 0 1,0 0-1,0 0 0,0 0 1,0 0-1,1 0 0,3 0 101,201 0-374,-204 0 234,1 0 1,0 0-1,-1 1 1,1-1-1,0 0 1,-1 0-1,1 1 1,-1-1-1,1 1 1,-1-1-1,1 1 1,-1 0-1,1 0 1,-1 0-1,1-1 1,-1 1-1,0 1 1,0-1-1,1 0 1,-1 0-1,0 0 1,0 1-1,0-1 1,0 0-1,-1 1 1,2 1 0,0 1-5,-1 1 0,0-1 0,0 1 0,0-1 0,-1 1 0,1 0 0,-1-1 0,0 1 0,-1 7 0,-2 4 23,0-1-1,0 1 0,-2-1 0,0 0 0,-8 17 0,-12 9 232,-2-1 1,-1-1-1,-2-1 0,-2-2 1,-1-2-1,-42 35 0,85-94-1655,38-36-1588,22-15-3055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51:22.8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26 6867,'0'0'11984,"-1"16"-10909,-6 51-245,-6 129 899,13-194-1727,0 0 1,0 0-1,0-1 0,0 1 0,0 0 1,1 0-1,-1-1 0,1 1 0,-1 0 1,1-1-1,0 1 0,0-1 1,-1 1-1,1-1 0,0 1 0,0-1 1,1 1-1,-1-1 0,0 0 1,0 0-1,1 0 0,-1 0 0,0 0 1,1 0-1,-1 0 0,1 0 1,0 0-1,-1-1 0,1 1 0,3 0 1,4 1-1,0 0 1,0-1-1,0-1 1,18 0-1,-10-1 11,-8 1-18,-1-1 1,1-1-1,-1 1 1,0-1-1,1-1 1,-1 1-1,0-1 1,0-1-1,-1 0 0,1 0 1,-1 0-1,10-9 1,-5 4-18,-1 0 0,0-1 1,-1-1-1,0 0 1,-1 0-1,12-19 0,-20 29 19,1-1 0,-1 0-1,1 0 1,-1 0 0,0 0-1,1 0 1,-1-1 0,-1 1 0,1 0-1,0-1 1,0 1 0,-1 0-1,1-1 1,-1 1 0,0 0 0,0-1-1,0 1 1,0-1 0,0 1-1,0-1 1,-1 1 0,1 0 0,-1-1-1,0 1 1,0 0 0,0-1-1,-1-2 1,-2 1 7,0 1 1,-1-1-1,1 1 0,-1 0 1,0 0-1,0 0 0,0 0 1,0 1-1,-6-2 0,5 2 20,0 0 0,1-1 0,-1 1 0,1-1 0,0 0-1,0 0 1,0-1 0,1 0 0,-7-6 0,11 10-16,0 0 0,-1 0 0,1-1 0,0 1 0,0 0 0,0 0 0,0-1 0,0 1 0,0 0 0,0 0 0,0 0 0,0-1 0,0 1 0,0 0 0,0 0 0,0-1 0,0 1 0,0 0 0,0 0 0,0 0 0,0-1 0,1 1 0,-1 0 0,0 0 0,0 0 0,0-1 0,0 1 0,0 0 0,0 0 0,1 0 0,-1 0 0,0-1 0,0 1 0,0 0 0,0 0 0,1 0 0,-1 0 0,0 0 0,0 0 0,0-1 0,1 1 0,-1 0 0,0 0 0,1 0 0,18-5 63,25-1-123,-41 6 76,70-6 12,294-33 93,-309 33-94,-57 6 205,-39 0-1929,24-2-2017,2-8-4762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51:30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8196,'0'0'144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51:51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573 17 2193,'0'0'7724,"-18"-16"-4411,16 16-3189,0 1 1,0-1-1,0 1 0,0-1 0,0 1 1,1 0-1,-1 0 0,0 0 1,0 0-1,1 0 0,-1 1 0,1-1 1,-1 0-1,1 1 0,-1-1 0,1 1 1,0-1-1,0 1 0,-1 0 1,1 0-1,1-1 0,-1 1 0,0 0 1,-1 3-1,-16 57-39,16-50 183,-31 154 1265,-19 301 0,47-133-1221,6-213-240,-2-120-57,1-1 0,-1 1 0,1-1 1,-1 1-1,1-1 0,-1 1 0,1-1 0,-1 1 1,1-1-1,-1 1 0,0-1 0,1 0 0,-1 1 0,0-1 1,1 0-1,-1 1 0,0-1 0,0 0 0,1 0 1,-1 0-1,0 0 0,0 0 0,1 0 0,-1 0 1,0 0-1,0 0 0,0 0 0,-24-2 411,21 1-411,1-1 0,-1 0 0,0 0 0,1 0 0,0 0 0,-1-1 0,1 1 0,0-1 0,0 0 0,0 0-1,-3-5 1,-32-43 20,30 38-28,-55-83 159,62 94-68,-10 190 135,10-75-131,4 134 46,-3-240-144,5 41-28,-4-46 20,-1 0 0,0 0 0,1 0-1,0 0 1,-1 0 0,1 0-1,0 0 1,0 0 0,0-1 0,0 1-1,0 0 1,0 0 0,1-1-1,-1 1 1,1-1 0,-1 1 0,1-1-1,1 2 1,-2-4-42,0 0-1,-1 0 1,1 0-1,-1-1 1,1 1 0,-1 0-1,0 0 1,0 0-1,1-1 1,-1 1 0,0 0-1,0 0 1,0 0-1,0-1 1,0 1 0,-1-2-1,1 0-26,-1-16 105,-1 1-1,-1-1 0,-1 1 0,-1-1 1,0 1-1,-1 0 0,-1 1 1,-1 0-1,0 0 0,-1 0 0,-1 1 1,-1 0-1,0 1 0,-1 1 1,0-1-1,-1 2 0,-1 0 0,0 1 1,-1 0-1,0 1 0,-32-18 1,57 31-5,0-1 1,0-1 0,0 0 0,0 0-1,12-2 1,4 0 0,47-5 37,125-29-1,-134 21-47,1 4-1,121-7 1,-184 18-17,-1 0 0,0 0 1,0 0-1,0 1 0,1-1 0,-1 1 0,0-1 0,0 1 1,0-1-1,0 1 0,0 0 0,0-1 0,0 1 0,0 0 1,0 0-1,0 0 0,-1 0 0,1 0 0,0 0 0,0 0 1,-1 0-1,1 0 0,-1 0 0,1 0 0,-1 0 1,1 1-1,-1-1 0,0 0 0,0 0 0,1 0 0,-1 1 1,0 1-1,0 53 70,0-36-2,-1-3-1,-1 0-1,0-1 1,-1 1 0,-1 0-1,0-1 1,-1 0 0,-1 0-1,-1 0 1,0-1-1,-17 27 1,-9 6 267,-72 80-1,11-16 31,76-83-202,17-28-215,1-19-2124,0-22-806,0-9-3174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51:52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124 117 8788,'0'0'4229,"0"30"-2132,0-2-1601,-1 20 306,3 1 0,9 61 0,1-44-33,3 0 0,3-1 0,40 98 0,-57-157-785,-3-46-2053,-1 0 0,-2 0 0,-2 1 0,-2 0 0,-1 0 0,-20-47 0,-40-68-1763,-11 12 6866,68 125-1902,4 1 6904,9 15-7873,1 0-1,0 0 1,0 0 0,0 0-1,0 1 1,-1-1 0,1 0-1,0 1 1,0-1 0,0 1-1,1-1 1,-1 1 0,0-1-1,0 1 1,0 0 0,0-1-1,0 1 1,0 0 0,1 0-1,0 0 1,144-30 960,1 7 0,279-9 1,-430 32-1206,0 0-1,0 1 1,-1-1 0,1 1 0,0 0 0,0 0 0,0 1 0,0-1 0,-7 4 0,-13 5-359,-14 2-325,-81 27-3450,3 6-3912,58-18 2896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51:5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1297,'0'0'14006,"201"38"-11733,-152-38-1040,-7 0-593,-7-10-176,-7 4-224,-10 3-176,-8 0-64,-3 3-128,-3-3-1280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51:53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2 262 5314,'0'0'5784,"0"10"-4685,0-6-969,0-8 581,0-4-612,-1-12 44,1 0-1,0 0 1,2 0-1,0 0 1,2 0-1,0 0 1,1 1-1,11-29 1,-16 47-104,1-1 0,-1 1 1,1-1-1,0 1 0,-1 0 0,1-1 0,0 1 1,0 0-1,0-1 0,0 1 0,0 0 1,0 0-1,1 0 0,-1 0 0,0 0 0,0 0 1,1 0-1,-1 0 0,1 1 0,-1-1 0,1 0 1,-1 1-1,1-1 0,-1 1 0,1 0 1,-1-1-1,1 1 0,0 0 0,-1 0 0,1 0 1,-1 0-1,1 0 0,0 1 0,-1-1 0,1 0 1,-1 1-1,1-1 0,-1 1 0,1-1 1,-1 1-1,1 0 0,-1 0 0,2 1 0,5 4 189,0 1-1,-1 0 1,0 0 0,0 0-1,8 13 1,-6-10-70,-5-5-93,0 0-1,0 0 0,1-1 1,0 0-1,0 0 0,0 0 1,1 0-1,-1-1 0,1 0 1,7 3-1,-11-5-64,0-1 1,0 1-1,0-1 1,0 1-1,0-1 1,0 0-1,0 0 1,0 0-1,0 0 0,0 0 1,0-1-1,0 1 1,0 0-1,0-1 1,0 0-1,0 1 1,0-1-1,-1 0 1,1 0-1,0 0 0,0 0 1,-1-1-1,1 1 1,-1 0-1,1-1 1,-1 1-1,1-1 1,-1 1-1,0-1 1,0 1-1,0-1 1,0 0-1,2-3 0,4-11 54,-1-1-1,0 1 0,-1-1 0,3-21 0,-4 23 7,-4 12 546,0 10 58,0 56-76,-2 16-91,4-1 1,23 147 0,-25-221-561,7 20 188,-7-23-164,0-1 0,0 1 0,1 0 0,-1-1 0,0 1 0,0-1 0,0 1 0,1-1 0,-1 1 1,0-1-1,1 1 0,-1-1 0,1 1 0,-1-1 0,0 1 0,1-1 0,-1 0 0,1 1 0,-1-1 0,1 0 0,0 1 1,-1-1-1,1 0 0,-1 1 0,1-1 0,-1 0 0,1 0 0,0 0 0,-1 0 0,2 0 0,4-10-3202,-5-30-4053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51:53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10869,'0'0'10197,"228"0"-9461,-112 0-384,4 0-64,-8-16-256,-10 7-32,-21 2-64,-22 7-608,-13 0-1137,-28 0-2145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51:55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1490 4 1873,'0'0'4386,"14"-1"-3271,5 0-659,42-1 5667,-66 6-5018,-50 31-592,-1-2 0,-2-3 1,0-3-1,-95 31 0,-266 56 64,270-77-359,-395 111 260,542-147-545,13 1-858,0-1 837,0-1 1,1 1-1,18-3 0,4 0 91,-18 2-150,0 0 0,0 0-1,-1-2 1,1 0 0,0-1-1,-1 0 1,1-2 0,-1 0-1,0 0 1,0-1 0,-1-1-1,23-15 1,-37 22 142,0 0 0,0 0 0,0 0 0,0 0 0,-1 0 1,1 0-1,0 0 0,0 0 0,0 0 0,0 0 0,0 0 0,0 0 0,0 0 1,0 0-1,-1-1 0,1 1 0,0 0 0,0 0 0,0 0 0,0 0 0,0 0 1,0 0-1,0 0 0,0-1 0,0 1 0,0 0 0,0 0 0,0 0 0,0 0 1,0 0-1,0 0 0,0-1 0,0 1 0,0 0 0,0 0 0,0 0 0,0 0 1,0 0-1,0 0 0,0-1 0,0 1 0,0 0 0,0 0 0,0 0 0,0 0 0,0 0 1,0 0-1,0 0 0,0-1 0,0 1 0,1 0 0,-1 0 0,0 0 0,0 0 1,0 0-1,0 0 0,-15 2 96,-17 11-21,-54 30 0,1 1 169,52-28-89,18-8-15,-1 0 0,0-1 1,-1-1-1,1 0 0,-1-1 1,0-1-1,-28 3 0,45-8-177,0-1 0,0 0 0,0 1-1,0-1 1,0 1 0,0-1 0,0 0-1,0 1 1,1-1 0,-1 1-1,1-1 1,0-2 0,3-2 25,0 0 0,0 1 1,0-1-1,0 1 0,1 0 0,0 0 0,0 0 1,1 1-1,-1 0 0,1 0 0,0 0 0,0 1 1,0 0-1,0 0 0,1 0 0,-1 1 1,10-3-1,5 0 77,1 1 0,-1 1-1,1 1 1,28 0 0,-48 3-33,-1-1 0,1 0 0,-1 1 0,1 0 0,-1-1 0,1 1 0,-1 0 0,0 0 0,0 0-1,1 0 1,-1 0 0,0 0 0,0 0 0,0 0 0,0 0 0,0 0 0,0 1 0,0-1 0,-1 0 0,1 1 0,0-1 0,-1 0 0,1 1-1,-1-1 1,1 1 0,-1-1 0,0 1 0,0-1 0,1 1 0,-1 0 0,-1 1 0,3 63 338,-3-51-290,2 7-39,0-17-56,0 1 1,-1-1-1,0 1 1,0-1-1,-1 1 0,-1 9 1,0-14 12,-1 0 1,1 0-1,0 0 0,0-1 1,0 1-1,0-1 0,-1 0 1,1 1-1,0-1 1,0 0-1,0 0 0,-1-1 1,1 1-1,-2-1 1,-5 1 33,-4 0 68,0 0 0,1-1 0,-1-1 0,1 0 1,-1 0-1,1-1 0,0-1 0,0 0 0,0-1 0,1 0 0,-12-7 1,-15-8 297,0 0-241,70 15-11430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51:57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1 3169,'0'0'4178,"-4"37"-3327,-2 12-530,-12 175 1389,9 149 566,-10 177-1412,14-473-678,-42 338 687,40-441-1172,-36-114-981,41 138 1224,-54-107-1627,50 100 1668,1 1 0,-1-1 1,-1 1-1,0 0 0,0 1 0,0-1 1,-1 1-1,0 1 0,-14-9 0,15 12 285,1 1 1,-1 0-1,0 0 0,0 1 0,-1 0 0,1 0 0,0 0 0,0 1 0,-10 1 0,0-1 743,16 0-661,0 74 776,3 76-311,-2-144-923,1 0 0,1 0 1,-1 0-1,1 0 0,0 0 0,0 0 0,1-1 0,3 8 1,-5-12-664,1-91-2319,0 30 3059,-7-70 1,4 126 53,0-1 1,0 1-1,0 0 1,0 0-1,-1 1 1,0-1-1,0 0 0,-4-6 1,-7-15 1538,21 22 1844,17 2-3852,-22 1 689,131 0 31,206-28 0,-306 23-274,40-8 5,127-4 0,-199 22-105,-4-1 75,1-1 1,-1 1-1,1 0 1,-1-1-1,0 1 1,0-1 0,-1 0-1,1 1 1,-1-1-1,1 0 1,-1-1-1,0 1 1,0 0-1,-1-1 1,1 1-1,0-1 1,-1 0-1,1 0 1,-6 1 0,-5 6-92,-42 25-1590,-81 36 1,25-27-2126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39:00.7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302 57 1409,'0'0'3660,"-6"28"-3225,-18 83-208,24-86-132,11-22-1,3-4-37,-1-1-1,1-1 1,0 0-1,-1-1 1,1-1-1,-1 0 1,-1 0-1,1-1 1,-1-1-1,14-9 1,12-10 115,64-57 0,-100 82-113,0 0 0,0-1 0,0 1 0,0-1 0,-1 0 0,1 0 0,0 1 0,-1-1 0,0 0 1,1 0-1,-1 0 0,0-1 0,0 1 0,0 0 0,0 0 0,-1-1 0,1 1 0,0 0 0,-1-1 0,1-3 0,-2 5 11,0 0-1,0 0 1,0 1-1,0-1 1,1 0-1,-1 0 0,0 1 1,0-1-1,0 1 1,0-1-1,-1 1 1,1-1-1,0 1 0,0-1 1,0 1-1,0 0 1,0 0-1,-1 0 1,1-1-1,0 1 0,0 0 1,0 1-1,0-1 1,-1 0-1,-1 1 1,-3-1 147,-22-3 24,-1 2 0,1 1 0,-1 2 0,1 1 0,0 1 0,0 1 0,-54 17 1,49-8-159,0 2 1,2 1 0,0 1 0,-29 23 0,52-35-58,-1 0 1,2 1-1,-1 0 0,1 0 1,0 0-1,0 1 0,1 0 1,0 0-1,1 1 1,0-1-1,0 1 0,1 1 1,0-1-1,0 1 0,1-1 1,0 1-1,1 0 1,-2 17-1,4-25-38,0 0 0,0-1 0,1 1 0,-1 0 0,0 0 0,1-1 0,-1 1 0,1-1 0,-1 1 1,1 0-1,0-1 0,0 1 0,0-1 0,0 0 0,0 1 0,0-1 0,0 0 0,0 1 0,1-1 0,-1 0 0,0 0 0,1 0 0,-1 0 0,1 0 0,-1-1 0,1 1 1,-1 0-1,1-1 0,0 1 0,-1-1 0,4 1 0,6 1-33,0-1 1,0 0-1,0-1 1,12-1-1,-6 0 10,5 0-95,0-1 0,0-2 1,-1 0-1,1-1 1,-1-1-1,30-13 0,119-66-1584,-116 55 971,-21 13 295,-14 8 190,0 0 1,-1-2-1,0 0 1,0-1-1,-2-1 0,20-18 1,-27 16 229,-14 7 154,-25 4 328,-4 3 65,1 2-1,-1 1 1,0 2 0,-60 14-1,59-8-163,0 1 1,1 2-1,0 1 0,1 2 0,1 1 0,-35 25 1,63-38-340,0-1 1,0 1-1,1-1 0,-1 1 1,1 0-1,0 1 1,1-1-1,-1 0 1,1 1-1,-3 6 1,4-10-30,1 0-1,0 1 1,-1-1 0,1 0 0,0 0 0,0 1 0,0-1 0,0 0 0,0 0 0,0 1 0,0-1-1,1 0 1,-1 0 0,0 0 0,1 1 0,-1-1 0,1 0 0,-1 0 0,1 0 0,-1 0-1,1 0 1,0 0 0,0 0 0,0 0 0,-1 0 0,1 0 0,0-1 0,0 1 0,0 0 0,0 0-1,0-1 1,0 1 0,0-1 0,1 1 0,-1-1 0,0 1 0,0-1 0,0 0 0,1 1 0,-1-1-1,0 0 1,0 0 0,1 0 0,-1 0 0,0 0 0,2-1 0,24 3-251,0-1 1,0-2 0,0-1 0,-1-1-1,1-1 1,0-2 0,49-16-1,-38 7-512,-1 0-1,-1-3 1,-1-1-1,57-40 0,-86 55 696,0 0-1,0-1 0,-1 1 0,0-1 1,0 0-1,0-1 0,0 1 1,-1-1-1,0 0 0,7-12 0,-11 17 105,0 0 0,0 1-1,1-1 1,-1 0-1,0 1 1,0-1 0,0 0-1,0 0 1,0 0-1,0 1 1,0-1 0,0 0-1,0 0 1,-1 1-1,1-1 1,0 0 0,0 1-1,-1-1 1,1 0-1,0 1 1,-1-1 0,1 0-1,0 1 1,-1-1-1,1 0 1,-1 1 0,1-1-1,-1 1 1,0-1-1,1 1 1,-1-1 0,1 1-1,-1 0 1,0-1-1,1 1 1,-1 0 0,0 0-1,0-1 1,1 1-1,-1 0 1,0 0 0,0 0-1,1 0 1,-1 0-1,-1 0 1,-43-1 1239,33 1-984,-28 2 218,0 1 0,0 2-1,1 1 1,0 3 0,0 1-1,1 1 1,0 3 0,1 1-1,-37 21 1,65-31-363,-1 1-1,0 1 1,1-1-1,-12 13 1,19-18-138,0 1 0,0 0 0,1 0 0,-1 0 0,0 1 0,1-1 0,-1 0 0,1 1 0,0-1 1,0 1-1,0-1 0,0 1 0,0-1 0,1 1 0,-1 0 0,1-1 0,-1 1 0,1 0 0,0 0 0,0-1 1,0 1-1,1 4 0,0-6-10,-1 0 1,0-1 0,1 1 0,-1 0 0,0 0-1,1-1 1,-1 1 0,1 0 0,-1 0-1,1-1 1,0 1 0,-1-1 0,1 1-1,0 0 1,-1-1 0,1 1 0,0-1 0,0 0-1,0 1 1,-1-1 0,1 1 0,0-1-1,0 0 1,0 0 0,0 0 0,0 1 0,22 3-61,-1-2 0,1 0 0,0-1 0,-1-1 0,1-1 0,34-6 0,-8-1-270,-1-3 1,48-17-1,-79 22 213,14-3-77,-1-1 1,0-2-1,-1-1 0,-1-1 1,42-28-1,-46 16 249,-24 25-7,1 1-1,-1-1 1,1 1 0,-1-1 0,0 1-1,1-1 1,-1 0 0,0 1 0,1-1 0,-1 0-1,0 1 1,0-1 0,1 0 0,-1 1 0,0-1-1,0 0 1,0 0 0,0 1 0,0-1 0,0 0-1,0 0 1,0 1 0,0-1 0,-1 0-1,1 1 1,0-1 0,0 0 0,-1 1 0,1-1-1,0 0 1,-1 1 0,1-1 0,0 1 0,-1-1-1,1 0 1,-1 1 0,1-1 0,-1 1-1,1 0 1,-1-1 0,0 1 0,1-1 0,-1 1-1,0-1 1,-18-3 332,-1 0 1,1 1-1,0 1 0,-1 1 0,1 1 0,-26 2 1,-7 0 111,-213 10 584,264-12-1119,-1 0 0,1 1 0,0-1-1,0 0 1,-1 0 0,1 1 0,0-1-1,0 1 1,0-1 0,-1 1 0,1-1-1,0 1 1,0 0 0,0-1 0,0 1-1,0 0 1,0 0 0,0 0 0,0 0-1,1 0 1,-1 0 0,0 0 0,0 0 0,1 0-1,-1 0 1,1 0 0,-1 1 0,1-1-1,-1 0 1,1 0 0,0 1 0,0-1-1,-1 0 1,1 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39:14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403 146 5202,'0'0'7166,"0"0"-7078,0 0 0,1 0 0,-1-1 0,1 1 1,-1 0-1,0 0 0,1-1 0,-1 1 0,0 0 0,1-1 0,-1 1 0,0 0 0,1-1 0,-1 1 0,0-1 0,0 1 0,1 0 0,-1-1 0,0 1 0,0-1 0,0 1 0,0-1 0,0 1 0,0 0 0,1-1 0,-1 1 0,0-1 0,0-4-24,0 1 0,-1-1 0,1 1 0,-1-1-1,0 1 1,0-1 0,0 1 0,0 0-1,-1 0 1,0-1 0,0 1 0,0 0 0,0 1-1,-1-1 1,1 0 0,-1 1 0,-5-6-1,1 4-51,0-1 1,0 1-1,-1 1 0,0 0 0,0 0 0,0 0 0,0 1 0,-13-3 0,9 2 29,0 1 0,-1 0 0,1 1 1,-1 1-1,1 0 0,-1 0 0,0 1 0,1 1 0,-1 0 0,1 1 0,-17 5 1,22-5-40,0 0 0,0 1 0,1 0 0,0 0 0,-1 1 0,1 0 0,0 0 0,1 0 0,-1 1 0,1 0 0,0 0 0,0 0 0,1 1 0,-1 0 1,1-1-1,0 2 0,1-1 0,-1 0 0,1 1 0,1-1 0,-4 10 0,1 11-2,0 0 0,1 0 1,2 1-1,1-1 0,3 29 0,-2-10 34,1-43-33,-1 0-1,1 0 1,-1 0 0,1 0 0,0 0 0,0 0 0,0-1 0,1 1 0,-1 0 0,1-1 0,-1 1 0,1-1 0,0 1-1,0-1 1,0 0 0,0 0 0,1 0 0,-1 0 0,0 0 0,1 0 0,-1-1 0,1 1 0,0-1 0,0 1 0,-1-1-1,1 0 1,0 0 0,0-1 0,0 1 0,0-1 0,6 1 0,3 1 18,1-1 1,-1 0-1,1-1 1,-1-1-1,0 0 1,24-4-1,-23 0-39,-1-1 1,1 0-1,-1-1 0,-1 0 0,1-1 1,-1 0-1,-1 0 0,0-1 0,0-1 1,0 0-1,-1 0 0,-1-1 0,0 0 1,11-20-1,-20 38 154,1-1 0,0 0 0,0 1 1,1-1-1,-1 0 0,2 1 0,-1-1 0,1 0 0,2 8 0,8 46 144,-10-12 12,-2 0 0,-3 0 0,-2 0 0,-1 0 0,-3-1 1,-28 88-1,-38 54 235,72-257-3753,6-6-4098,-3 44 790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39:1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7363,'0'0'9589,"249"-34"-8581,-161 11-303,-3 4-177,-12 10-240,-17 3-16,-13 6-224,-19 0-48,-13 0 0,-29 0-6499,-17 0-592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39:18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519 282 5539,'0'0'7448,"0"-5"-6586,2-38 438,0 18-786,-2 0 0,-3-34 0,3 53-488,-1 1-1,1 0 0,-1 0 1,-1 0-1,1 0 0,-1 1 0,0-1 1,0 0-1,0 0 0,-1 1 1,1 0-1,-1-1 0,0 1 0,-1 0 1,1 0-1,-1 1 0,-5-6 1,-1 4-33,0 0 1,0 0 0,0 1 0,0 0-1,-1 1 1,0 0 0,0 1 0,1 0 0,-16 0-1,2 0 0,-1 2-1,1 1 0,-28 4 0,42-3 16,1 1 0,-1 0-1,1 0 1,0 1 0,0 0 0,1 1-1,-1 0 1,1 0 0,0 1 0,0 0-1,1 0 1,0 1 0,0 0 0,0 0-1,1 1 1,0 0 0,-8 13 0,3-2 5,1 0 1,0 1-1,1-1 1,2 2 0,0-1-1,-8 43 1,11-43-12,1 0 1,0 0-1,2 0 1,1 0-1,2 27 1,-2-43-12,1 1 1,0-1-1,0 0 1,0 0-1,1 1 1,-1-1-1,1 0 1,0 0-1,0-1 1,1 1-1,-1 0 1,1-1-1,-1 1 1,1-1 0,0 0-1,1 0 1,-1 0-1,0-1 1,1 1-1,0-1 1,-1 1-1,1-1 1,0 0-1,0-1 1,0 1-1,0-1 1,1 0-1,-1 0 1,0 0-1,7 0 1,6 1-32,-1-2 0,1 0 0,0-1-1,-1-1 1,1 0 0,-1-1 0,0-1 0,0-1 0,0 0 0,-1-1 0,1-1 0,-1 0 0,-1-1 0,17-11 0,-2-2-104,-2 0 0,0-1 0,-1-2 0,-2-1 0,38-48 0,-57 66 159,0 2 7,0 0-1,-1-1 1,0 1 0,0-1-1,-1 0 1,0 0-1,0 0 1,0-1 0,0 1-1,-1-1 1,0 1-1,-1-1 1,1-8 0,-10 31 1117,-12 18-866,2 2-1,1 0 1,1 1 0,2 0-1,2 1 1,2 0 0,1 1 0,-5 57-1,10 369 1413,6-253-1422,-3-179-263,-1-1 1,-2 1-1,-1-1 1,-14 46-1,18-76-408,2-18-985,1 0-1,1 0 1,0 0-1,9-27 1,-2 4-1471,9-42-3643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39:18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2545,'0'0'13062,"245"0"-10997,-143-12-928,0 2-17,-4 1-592,-13 3-320,-22 2-192,-10 1-16,-18 0-608,-7-6-961,-4-7-2288,-10-3-5139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39:18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10965,'0'0'7953,"46"21"-7441,155 67-266,-162-74-209,0-1 1,1-3 0,1-1-1,43 4 1,-42-7-7,52 13 0,-91-18-37,1 0 0,0 0 0,-1 1 0,1-1 0,-1 1 0,1 0 0,-1 0 0,0 0 0,0 0 0,0 1 0,0-1 0,5 6 0,-7-7 3,-1 1-1,1-1 1,0 1 0,-1-1 0,1 1-1,-1-1 1,0 1 0,1 0 0,-1-1-1,0 1 1,0-1 0,0 1 0,0 0-1,0-1 1,-1 1 0,1-1 0,0 1-1,-1 0 1,1-1 0,-1 1 0,0-1-1,1 0 1,-1 1 0,0-1 0,0 1 0,0-1-1,0 0 1,0 0 0,0 1 0,0-1-1,0 0 1,0 0 0,-1 0 0,-2 1-1,-23 18 75,-1 0-1,-2-2 0,0-2 0,-55 23 1,37-18-38,-85 39 38,37-19 185,-160 95 1,247-128-656,16-6-1658,21-10-1338,35-20-1890,17-8-1513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39:19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0 8548,'0'0'3452,"-20"32"-1403,-58 110-635,73-131-1263,0 0 0,1 0 0,1 0 0,0 1 0,1-1 0,0 1 0,0 0-1,1-1 1,1 1 0,1 17 0,0 0 190,-2-18-221,2 0 0,-1 0-1,2 0 1,-1-1 0,1 1 0,5 14 0,-5-21-102,0 1 0,0-1 0,1 0 0,-1 0 0,1 0 1,0 0-1,0 0 0,0 0 0,0-1 0,1 0 0,0 0 0,-1 0 1,1 0-1,0 0 0,1-1 0,6 4 0,4-1-44,1 0 0,-1-1 1,0-1-1,1-1 0,0 0 0,0-1 0,-1 0 0,1-1 0,0-1 0,0-1 1,0 0-1,-1-1 0,1-1 0,-1 0 0,0-1 0,0-1 0,-1 0 0,0-1 1,15-9-1,-16 7-8,0-1 0,0 0 1,-1-1-1,0 0 0,0-1 1,-2 0-1,17-24 0,-21 26 32,0-1 0,-1 0 0,0 0-1,-1 0 1,0 0 0,-1-1 0,0 0-1,-1 0 1,0 1 0,-1-1 0,-1-13-1,1 20 21,-1 0 0,-1 0-1,1 0 1,-1 0 0,0 0-1,0 0 1,0 0-1,-1 0 1,0 0 0,0 1-1,0-1 1,0 1-1,-1-1 1,0 1 0,0 0-1,0 0 1,-7-7-1,2 5 33,0 0-1,-1 0 1,0 1 0,0 0-1,0 1 1,0 0-1,-1 0 1,-12-2-1,-10-2 4,-1 2-1,0 1 0,0 1 0,0 2 0,0 1 0,-1 2 0,-63 9 0,79-6-341,1 1 1,0 0 0,0 1 0,-30 16 0,-20 21-4653,12 8-7654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2:32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9188,'0'0'7385,"0"29"-6718,0 180 541,0 336 908,0-538-2119,2 25-120,-2-31 107,0 0 1,0 0-1,0 0 0,1 0 1,-1 0-1,0 0 0,1 0 1,-1 0-1,0 0 0,1 0 0,-1 0 1,1-1-1,0 1 0,-1 0 1,1 0-1,0-1 0,-1 1 1,1 0-1,0-1 0,0 1 1,-1 0-1,1-1 0,0 1 1,0-1-1,0 0 0,1 1 0,-1-1-89,0 0-1,0-1 0,0 1 0,0 0 1,0-1-1,0 1 0,0-1 0,0 1 0,0-1 1,0 1-1,0-1 0,0 0 0,0 1 0,-1-1 1,1 0-1,0 0 0,0 0 0,-1 0 0,1 0 1,-1 1-1,1-1 0,-1 0 0,1 0 1,-1 0-1,0-1 0,1 1 0,-1 0 0,0 0 1,0 0-1,0-1 0,9-41-2610,-8 36 2023,5-53-4717,-5 2-1850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2:32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9476,'0'0'8788,"28"-1"-7683,-17 1-998,203 7 1016,52 5-269,-150-11-8805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2:33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6867,'0'0'7780,"179"82"-6452,-116-78-559,-3-4-353,-14 0-224,-8 3-176,-13 0-32,-11-3-208,-4 0-2145,-3 0-2065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2:33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1825,'0'0'15207,"193"0"-14071,-122 0-447,-5 0-209,1 6-368,-7 0-112,-8-3-80,-2-3-785,-5 0-2208,-6 0-4434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2:33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0 202 10725,'0'0'6467,"239"86"-6259,-172-64-96,-4-7-96,-14-5-16,-14-10-784,-17 0-2178,-15-19-9507</inkml:trace>
  <inkml:trace contextRef="#ctx0" brushRef="#br0" timeOffset="1">120 0 6403,'0'0'7251,"207"3"-6995,-140 7-256,-1 2-608,-13 10-4562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2:34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376 241 5555,'0'0'8812,"-5"-27"-7321,-21-86-635,25 108-789,-1 0-1,0 1 0,0-1 1,-1 1-1,1 0 0,-1 0 1,0 0-1,0 0 0,0 0 1,0 0-1,-1 1 0,0 0 1,0 0-1,0 0 0,0 0 1,0 0-1,0 1 0,-1 0 1,1 0-1,-1 0 0,1 0 1,-1 1-1,0 0 0,-6-1 1,-4-3 88,-3 1-20,1 0 0,-1 0 0,0 2 0,0 0 0,0 1 0,-36 3 0,51-1-134,-1 0 0,1 0-1,-1 1 1,1-1 0,-1 1 0,1 0 0,0 0 0,-1 0-1,1 0 1,0 0 0,1 1 0,-1-1 0,0 1 0,1 0-1,-1 0 1,1 0 0,0 0 0,0 0 0,0 0 0,1 1-1,-1-1 1,1 1 0,-1-1 0,1 1 0,0 4 0,-2-1-16,2 0 0,-1 1 0,1-1 0,0 0 1,1 1-1,0-1 0,0 0 0,0 1 0,1-1 1,0 0-1,1 1 0,3 10 0,1-7-11,1-1 0,0 1 0,1-2 0,0 1 0,0-1 0,1 0 0,0-1 0,15 11 0,-10-8 18,0 1 0,-1 1 0,21 25-1,-25-24 15,-1 1 0,-1 0-1,0 0 1,-1 0-1,0 1 1,-2 0-1,0 0 1,0 0 0,1 30-1,-1 14 98,-7 79-1,2-116-61,0 2-20,-1-1 0,-1 1 0,-1-1 0,-1 1 0,-1-1 0,-1-1 0,-20 44 0,27-67-66,0 1 1,-1-1-1,1 1 1,0-1-1,-1 1 1,1-1 0,0 1-1,-1-1 1,1 0-1,0 1 1,-1-1-1,1 1 1,-1-1-1,1 0 1,-1 0-1,1 1 1,-1-1-1,1 0 1,-1 0-1,1 1 1,-1-1-1,1 0 1,-1 0-1,0 0 1,1 0-1,-1 0 1,1 0-1,-1 0 1,1 0-1,-1 0 1,0 0-1,1 0 1,-1 0-1,1-1 1,-1 1-1,0 0 1,-17-17-3390,-2-22-2651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2:34.5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 7507,'0'0'7140,"-4"30"-5235,-2 12-1428,-18 148 753,19 28-188,5-162-910,0-54-131,0 0 1,0 0-1,1 0 1,-1 0-1,0 0 1,1 0-1,-1-1 0,1 1 1,-1 0-1,1 0 1,0 0-1,0-1 1,0 1-1,0 0 1,0-1-1,0 1 1,0-1-1,1 1 0,-1-1 1,0 0-1,1 1 1,-1-1-1,1 0 1,1 1-1,1 0-4,1-1 0,-1 1 0,0-1 1,0 0-1,1 0 0,-1 0 0,1-1 0,-1 1 0,1-1 0,5-1 0,2 0-30,-1 0-1,1-1 1,0-1-1,-1 0 1,0 0-1,1-1 0,16-9 1,-14 4 5,-1-1 0,0 0 0,0-1-1,-1 0 1,0-1 0,-1 0 0,0-1 0,-1-1 0,-1 1 0,0-1 0,-1-1 0,-1 0 0,0 0 0,0 0 0,-2-1 0,0 0 0,-1 0-1,-1-1 1,0 1 0,-1-1 0,-1 1 0,0-22 0,-1 34 54,0 1 0,-1-1 0,1 0 0,0 1 0,-1-1 1,0 1-1,0 0 0,0-1 0,0 1 0,0 0 0,-1 0 0,0-1 0,1 1 0,-1 0 0,0 1 0,-1-1 0,-3-4 0,-1 1 129,0 1 0,-1 0 0,0 0 0,1 1 0,-13-5 0,-21-11 548,47 18-673,0 0 0,1 0 0,-1 1-1,0-1 1,1 2 0,8-1 0,48 0-318,78-5 728,-127 4-1224,0 0 0,0 0-1,-1-2 1,1 1-1,-1-2 1,0 0-1,19-10 1,-9-1-5683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2:34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9861,'0'0'9556,"256"44"-9108,-133-31-304,-3-7-144,-11-3-608,-11-3-1697,-17 0-4834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2:35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1 9700,'0'0'6019,"71"211"-3890,-33-126-896,4-2-401,4-8-512,0-15-80,-15-19-240,-6-15 0,-11-17-1040,-14-34-5811,0-32-449</inkml:trace>
  <inkml:trace contextRef="#ctx0" brushRef="#br0" timeOffset="1">401 48 8148,'0'0'6131,"-162"193"-3458,99-121-1649,7-12-576,14-12-384,6-7-64,8-7-912,14-11-3010,14-11-3601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2:35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178 128 8964,'0'0'1622,"-11"36"224,-2 2-1176,4-14-263,2 0 0,0 1 0,2 0 0,0 0 0,2 0 0,-1 45 0,4-59-392,1 0-1,-1 0 1,2 0 0,0-1-1,0 1 1,0 0-1,2-1 1,-1 0-1,1 0 1,1 0-1,0 0 1,0-1-1,1 1 1,0-1 0,0-1-1,1 1 1,0-1-1,1 0 1,0-1-1,0 0 1,13 9-1,-20-16-31,-1 1-1,1-1 0,0 0 0,-1 0 0,1 1 0,-1-1 0,1 0 1,0 0-1,-1 0 0,1 1 0,0-1 0,0 0 0,-1 0 0,1 0 0,0 0 1,-1 0-1,1 0 0,0-1 0,-1 1 0,1 0 0,0 0 0,-1 0 1,1-1-1,-1 1 0,1 0 0,0-1 0,-1 1 0,1 0 0,-1-1 0,1 1 1,-1-1-1,1 1 0,-1-1 0,1 1 0,-1-1 0,0 1 0,1-1 1,-1 1-1,0-1 0,1 0 0,-1 1 0,0-1 0,0 0 0,1 1 0,-1-1 1,0 0-1,0 1 0,0-1 0,0 0 0,0 1 0,0-1 0,0 0 1,0 0-1,1-49 316,-2 41-275,1-2 64,1-15 215,-1 0 0,-1-1 0,-1 1 0,-2 0 0,-1 0 0,-9-31 0,-9-2 395,12 35-336,1 0 0,2-1 0,0 0 0,2 0 0,1 0-1,-4-45 1,9 68-352,1-1-1,-1 1 0,1-1 1,-1 1-1,1-1 1,0 1-1,0 0 0,0-1 1,0 1-1,1 0 1,-1 0-1,1 0 0,-1 0 1,1 0-1,-1 0 0,1 0 1,0 0-1,0 1 1,0-1-1,0 1 0,0-1 1,1 1-1,-1 0 0,0 0 1,1 0-1,-1 0 1,1 0-1,-1 1 0,0-1 1,1 1-1,4-1 1,12-2-25,1 2 1,-1-1 0,25 3 0,-20 0 15,-3-1-8,7-1-16,0 2 1,-1 1-1,34 6 0,-55-7 17,0 0 0,1 1 0,-1 0 1,0 0-1,0 0 0,0 1 0,-1 0 0,1 0 0,-1 1 1,1-1-1,-1 1 0,0 0 0,-1 0 0,1 1 0,-1 0 1,1 0-1,-1 0 0,-1 0 0,6 10 0,-8-13-3,0-1 0,0 1-1,0 0 1,0 0 0,0 0 0,-1 0-1,1 0 1,-1 0 0,1 0 0,-1 0-1,0 0 1,0 0 0,0 0-1,0 0 1,0 0 0,0 0 0,0 0-1,-1 0 1,1 0 0,-1 0-1,0 0 1,1 0 0,-1 0 0,0 0-1,0 0 1,0-1 0,0 1 0,-1 0-1,1-1 1,0 1 0,-1-1-1,1 1 1,-1-1 0,1 0 0,-1 1-1,0-1 1,0 0 0,-3 1-1,-6 3 40,0-2-1,0 1 0,-1-2 0,1 1 0,-19 0 0,21-2-12,-167 6 812,152-7-533,43 0-317,1 1 0,-1 0 0,0 2 0,0 0 1,0 1-1,-1 1 0,1 1 0,-1 0 0,0 1 0,-1 1 0,0 1 0,0 1 0,-1 0 0,0 1 0,0 1 0,22 22 0,-32-27 11,0 0 1,0 0 0,-1 1-1,1 0 1,-2 0-1,1 0 1,-1 1-1,-1-1 1,1 1 0,-2 0-1,3 10 1,-4-14 6,0 0 0,0 0 0,-1 0 0,0 0-1,0 0 1,0 0 0,0 0 0,-1 0 0,0 0 0,0 0 0,0 0 0,-1 0 0,0 0 0,1-1 0,-2 1 0,1-1 0,0 0-1,-1 1 1,0-1 0,0 0 0,0 0 0,-6 5 0,-4 0-2,0 0-1,-1-1 1,0 0 0,0-1-1,-1-1 1,1 0-1,-1-1 1,-1-1 0,1 0-1,-21 2 1,-22 1 38,-82 0 1,89-5-42,33-1-35,0 0 0,-1 0 0,1-2 0,0 0 0,-1-1 0,1-1 1,-29-9-1,45 12-70,0-1-1,1 0 1,-1 0 0,0 0 0,0-1 0,0 1 0,1 0 0,-1-1 0,1 1 0,-1-1 0,1 1 0,-1-1-1,1 0 1,0 1 0,0-1 0,0 0 0,0 0 0,0 0 0,0 0 0,1 0 0,-2-3 0,2 3-198,0 0 0,0 1 1,0-1-1,0 0 0,1 0 1,-1 1-1,0-1 1,1 0-1,-1 1 0,1-1 1,-1 0-1,1 1 0,0-1 1,0 1-1,0-1 0,0 1 1,0-1-1,0 1 1,2-2-1,49-33-9450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2:36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5410,'0'0'16264,"246"98"-15688,-120-76-480,-10-9-96,-21-7-928,-46-6-1729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07.0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257 117 3490,'0'0'8446,"-13"-19"-7344,-42-57 483,55 75-1408,-1-1 1,0 1 0,-6-8 1066,6 8-1066,-1 0 0,1 0-1,0 0 1,-1 1 0,1-1 0,-1 0-1,1 1 1,-1-1 0,-1 0 0,2 1-189,0 1 0,1-1 0,-1 1 0,0-1 1,1 1-1,-1-1 0,1 1 0,-1 0 0,0-1 0,1 1 1,0 0-1,-1-1 0,1 1 0,-1 0 0,1 0 0,0-1 1,-1 1-1,1 0 0,0 1 0,-3 5 290,-16 39 16,1 1-1,3 1 0,-18 92 0,-6 157 239,24 284-193,14-234-271,-9 535 168,10-879-242,1-1 0,-1 1 0,1-1 0,-1 1 0,1-1 0,0 0 0,0 1 0,1-1-1,-1 0 1,0 0 0,1 1 0,-1-1 0,1 0 0,0-1 0,-1 1 0,1 0 0,0 0 0,0-1 0,0 1 0,0-1 0,1 0-1,-1 1 1,0-1 0,0 0 0,1 0 0,-1-1 0,1 1 0,-1 0 0,1-1 0,2 1 0,12 2 23,-1-1 0,0-1 0,23 0 0,2301 6 158,-1863 11-162,-203-4-4,762-5-10,-105-12-79,-713 6 110,556 12 33,-313-16-47,503 3-74,-570 26 87,36 0-18,-371-27 1,99-4-7,-142 1 4,-1 0 0,0-1 0,0 0 0,0-1 0,0-1 0,-1-1 0,27-13 0,-39 16 30,-1 1-1,0-1 1,0 1-1,0-1 1,0 0-1,0 0 1,-1 1-1,1-1 1,-1 0-1,0 0 1,0 0-1,0 0 1,0 1-1,0-1 1,0 0-1,-2-4 1,1-6 137,-1-9-157,-1-1 1,-2 1-1,0 0 1,-1 0 0,-1 1-1,-18-38 1,-15-48 3,29 66-21,3-1 0,1 0 0,0-49-1,5-129 35,4 110-21,19-170 95,-1 57-14,3-40-90,-10 153-9,-9-25 31,-4 112-29,0 22-5,-1 0 0,1 1 0,0-1 0,0 0 0,0 0 0,-1 1 0,1-1 0,0 0 0,-1 1 0,1-1 0,0 0 0,-1 1-1,1-1 1,-1 1 0,1-1 0,-1 1 0,1-1 0,-1 1 0,0-1 0,1 1 0,-1-1 0,0 1 0,1 0 0,-1-1 0,0 1-1,1 0 1,-1 0 0,0 0 0,1-1 0,-1 1 0,0 0 0,0 0 0,1 0 0,-1 0 0,-1 0 0,-34 2-132,28-1 120,-20 4 10,1 1 0,-51 17 0,-14 4 15,15-13-39,1-2 1,-83 0 0,-156-10-124,167-3 87,-445-17-29,-304-3-782,-92-7 494,493-9 433,-487-45-61,543 48-5,-293-40 82,576 46-60,-504-70 38,-7 16-128,551 68 91,0 5 0,-1 5 0,-126 13 0,109 4 47,-102 4-2315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34.7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806 159 1601,'0'0'10882,"2"-1"-10697,-1 1 0,0-1 0,1 0-1,-1 1 1,0-1 0,0 0 0,0 0 0,1 0 0,-1 0 0,0 0-1,0 0 1,0 0 0,1-2 0,-2-9 403,1 9-501,-1-1 0,0 1 0,1-1 0,-1 1 0,0-1 0,-1 1 0,1-1 0,-1 1 0,1 0 0,-1-1-1,0 1 1,0 0 0,-1-1 0,1 1 0,-1 0 0,1 0 0,-1 0 0,0 0 0,0 0 0,0 1 0,-1-1-1,1 0 1,-1 1 0,-4-4 0,-7-2-14,0 1 0,-1 1-1,1 0 1,-1 1 0,0 0 0,0 2-1,-1-1 1,1 2 0,-22-1 0,-14 1-46,-78 7 0,110-2-28,0-1-1,1 2 1,0 1-1,0 0 1,0 1 0,0 1-1,1 1 1,0 0 0,1 1-1,0 1 1,0 0 0,1 1-1,1 1 1,0 1 0,0 0-1,1 0 1,1 1 0,0 1-1,-15 25 1,11-13 1,1 0 0,2 2 0,0 0 0,2 0 0,1 1 0,2 0 0,1 1 0,1 0 0,1 0 0,0 58 0,4-65 2,1-14-3,-1-1 1,2 1 0,-1 0 0,1 0-1,3 10 1,-4-17 0,1-1 0,0 0 0,0 1 0,0-1 0,0 0 0,0 0-1,1 0 1,-1 0 0,1 0 0,-1 0 0,1 0 0,0 0 0,-1-1 0,1 1 0,0-1 0,0 1-1,0-1 1,1 0 0,-1 0 0,0 0 0,0 0 0,1 0 0,-1 0 0,0-1 0,4 1 0,1 0 1,0 0 0,0 0 1,-1-1-1,1 0 1,0-1-1,0 0 1,0 0-1,0 0 1,-1-1-1,1 0 1,-1 0-1,1-1 1,-1 1-1,0-1 1,0-1-1,0 1 1,0-1-1,-1 0 0,11-10 1,3-5 10,-1-1 0,-1-1-1,25-40 1,-34 49-8,14-23 5,-2 0 0,-1-1 1,-3-1-1,19-55 0,26-162 86,-61 248-95,0 5-19,7 46 126,-2 34 631,-6 99 1,0-133-509,-16 249 1070,17-281-1260,0-9-25,-1 1 1,1 0-1,1-1 1,-1 1 0,1 0-1,-1-1 1,4 9-1,-3-12-14,0 1 0,0-1 0,0 0 0,0 0-1,0 1 1,0-1 0,1 0 0,-1 0 0,0 0 0,1 0 0,-1-1-1,0 1 1,1 0 0,-1 0 0,1-1 0,0 1 0,-1-1 0,1 0-1,-1 1 1,1-1 0,0 0 0,-1 0 0,1 0 0,0 0 0,2 0-1,9 0 7,1-1 0,-1 0 0,0 0 0,0-1 0,0-1 0,0 0 0,0-1 0,0 0 0,-1-1 0,0-1 0,0 0 0,14-9 0,5-6 32,-17 11-176,0 0-1,25-12 1,-38 22-533,-18 0-11293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35.1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79 4946,'0'0'14903,"33"8"-13662,-31-8-1222,52 12 333,0-2 0,1-3 0,62 0 0,-27-8-122,0-4 1,173-33-1,-220 30-227,31-9-142,-73 16 75,-1 1 0,0-1 0,1 0 0,-1 1 1,0-1-1,1 0 0,-1 1 0,0-1 0,0 0 0,0 0 0,0 1 1,1-1-1,-1 0 0,0 0 0,0 1 0,-1-1 0,1 0 0,0 0 0,0 1 1,0-1-1,0 0 0,-1 1 0,1-1 0,0 0 0,0 1 0,-1-1 1,1 0-1,-1 1 0,1-1 0,-1 0 0,0 0 0,-23-14-3025,-7-1-3133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35.5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13 8564,'0'0'9650,"15"0"-8943,284-12 1051,-294 12-1652,1-1-628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35.8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29 9973,'0'0'7155,"210"-25"-6947,-174 25-128,-5 0-80,-6 0-240,-8 0-1953,-3-3-3378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36.3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566 140 4898,'0'0'11099,"6"-20"-9792,16-59-440,-22 78-845,1 0 1,-1 0-1,0 0 0,0 0 1,1-1-1,-1 1 0,0 0 1,0 0-1,0 0 0,0 0 1,0 0-1,0 0 0,0 0 1,0 0-1,-1 0 1,1 0-1,0 0 0,-1 0 1,1 0-1,0 0 0,-1 0 1,0 0-1,1 0 0,-1 0 1,1 0-1,-1 0 0,0 1 1,0-1-1,1 0 0,-1 0 1,0 1-1,0-1 0,0 1 1,0-1-1,0 1 0,0-1 1,0 1-1,0-1 0,0 1 1,0 0-1,0-1 0,0 1 1,0 0-1,0 0 1,0 0-1,0 0 0,0 0 1,0 0-1,-2 1 0,-2-2 91,-7-1-57,-1 1 0,1 0 0,-1 1 0,1 0 0,-1 1 0,1 0 0,-1 1 0,1 0 0,0 1 0,0 1 0,0 0 0,0 0 0,1 1 0,0 0 0,0 1 0,0 1 0,0 0 0,-15 14 0,-5 6-23,2 2 1,0 1-1,2 1 0,2 1 0,1 2 0,1 0 0,-18 39 0,26-42 61,1 1 0,1 0 1,2 0-1,1 1 0,2 1 0,1-1 0,2 1 1,-2 59-1,7-90-93,0 0 1,0 0-1,1-1 1,-1 1-1,1 0 0,-1 0 1,1-1-1,0 1 1,0 0-1,1-1 0,-1 1 1,0-1-1,1 0 1,0 1-1,-1-1 1,1 0-1,0 0 0,0 0 1,0 0-1,0 0 1,0 0-1,1-1 0,-1 1 1,1-1-1,-1 0 1,1 1-1,-1-1 1,1 0-1,0-1 0,-1 1 1,1 0-1,0-1 1,0 1-1,4-1 0,7 1-19,0-1 0,0 0 0,0-1 0,0 0 0,0-1 0,15-4 0,-8-1-31,1 0 1,-1-2 0,0 0-1,-1-2 1,0 0 0,-1-1-1,0-1 1,-1-1 0,29-28-1,-18 13-136,-1-1 0,-2-1 0,-1-2 0,34-57 0,-59 89 181,7-9-36,0-1 0,-1 0-1,0 0 1,-1-1 0,-1 0 0,0 0 0,0 0 0,-1 0 0,-1 0-1,2-17 1,-4 27 384,-3 33 134,-35 116-82,23-101-162,3 1 0,1 1 0,3 0 0,-3 69 0,10-101 31,5 16-1164,-4-31 720,1 0 0,0 0 0,0 0-1,0-1 1,0 1 0,0 0 0,0 0-1,0-1 1,0 1 0,0 0 0,1-1-1,-1 1 1,0-1 0,0 0 0,0 1-1,1-1 1,-1 0 0,0 0 0,1 0-1,-1 0 1,0 0 0,0 0 0,3 0-1,27 0-6625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36.9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 98 4978,'0'0'9989,"0"25"-8685,0 185 1034,0-202-2179,0 0 1,-1-1-1,0 1 1,0 0 0,-1 0-1,0-1 1,-1 1 0,1-1-1,-1 0 1,-1 0-1,-4 8 1,7-14 32,-3-7 274,4 2-417,-2-20-20,0 0 0,2 1 1,5-45-1,-2 54-25,0 0 0,1 1 0,0 0 0,1 0-1,0 0 1,1 0 0,1 1 0,9-14 0,-7 13-7,1 1 0,0 0 0,1 0 0,0 1 0,1 1 0,0 0 0,0 0 0,1 1 0,27-13 0,-29 16-16,0 1 0,0 1 1,1 0-1,0 1 1,0 0-1,0 1 0,0 0 1,0 1-1,0 0 1,0 1-1,1 0 1,-1 1-1,16 3 0,-24-2 28,1-1-1,-1 1 0,1 0 0,-1 0 1,0 1-1,1-1 0,-1 1 0,-1 0 0,1 0 1,0 0-1,-1 0 0,1 1 0,-1-1 1,0 1-1,0 0 0,-1 0 0,1 0 1,-1 0-1,0 1 0,0-1 0,0 1 0,0-1 1,-1 1-1,2 8 0,1 11 171,-1 0-1,0 1 1,-2 38-1,-1-50-92,0 3-245,-1 20 552,1-34-573,0-1 1,-1 0 0,1 0 0,-1 0 0,1 0 0,-1 0-1,1 0 1,-1 0 0,0-1 0,1 1 0,-1 0 0,0 0-1,0 0 1,1-1 0,-1 1 0,0 0 0,0-1 0,0 1-1,0-1 1,0 1 0,0-1 0,0 1 0,0-1 0,0 0-1,0 1 1,0-1 0,-1 0 0,0 0 0,-12 1-7913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37.7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 78 4210,'0'0'11651,"4"25"-10478,-1-9-1011,4 15 233,-2 1 0,-1 0 0,-1 0 0,-4 62 0,-2-77-211,-1 0-1,-1-1 0,-1 1 0,-1-1 0,-10 20 1,-11 27 181,27-61-237,1-32 56,-1 5-165,2 1-1,0-1 0,1 0 1,2 1-1,0 0 0,2-1 1,16-41-1,-12 43-13,2-1 1,1 2-1,1 0 1,1 0-1,1 2 1,33-35-1,-41 47-4,1 1 1,0 0-1,1 0 1,-1 1-1,1 0 0,0 1 1,21-8-1,-24 11-1,0 0 0,1 0 1,-1 1-1,0 0 0,1 0 0,-1 1 0,1 0 0,-1 0 0,1 1 0,-1 0 0,1 1 0,-1-1 1,8 4-1,-10-3 21,0 1 1,0 0-1,-1 0 1,1 0 0,-1 1-1,0-1 1,0 1-1,0 0 1,0 0-1,-1 1 1,1-1 0,-1 1-1,0 0 1,-1-1-1,1 1 1,-1 1-1,0-1 1,2 8 0,2 6 54,-2-1 1,0 1-1,-1 0 1,1 22-1,-2-7 67,1 7 104,-3 47 0,-1-78-223,0 0-1,0-1 0,0 1 1,-2-1-1,1 1 0,-1-1 1,0 0-1,-1 0 0,0 0 0,-9 13 1,13-22-39,0 0 1,0 0-1,0 0 1,0 0-1,0 0 1,0 0-1,0-1 1,0 1-1,0 0 1,0 0-1,0 0 1,0 0-1,0 0 1,0 0-1,0-1 1,0 1-1,0 0 1,0 0-1,0 0 1,0 0-1,0 0 1,-1 0-1,1 0 1,0 0-1,0-1 1,0 1-1,0 0 1,0 0-1,0 0 1,0 0-1,-1 0 1,1 0-1,0 0 1,0 0 0,0 0-1,0 0 1,0 0-1,0 0 1,-1 0-1,1 0 1,0 0-1,0 0 1,0 0-1,0 0 1,0 0-1,0 0 1,-1 0-1,1 0 1,0 0-1,0 0 1,0 0-1,0 0 1,0 0-1,0 1 1,-1-1-1,1 0 1,0 0-1,0 0 1,0 0-1,0 0 1,0 0-1,0 0 1,0 0-1,0 1 1,0-1-1,0 0 1,0 0-1,-2-15-1568,2-26-2558,0-14-3305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38.0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 23 4418,'0'0'11152,"-4"23"-9447,3-21-1664,-7 41 942,1 0 0,-1 59 0,8-101-967,1 1-1,-1-1 0,0 0 0,0 1 1,0-1-1,1 0 0,-1 0 0,1 1 1,-1-1-1,1 0 0,-1 0 1,1 0-1,0 0 0,0 1 0,0-1 1,-1 0-1,1 0 0,0-1 0,0 1 1,0 0-1,0 0 0,0 0 0,1-1 1,-1 1-1,0 0 0,0-1 1,0 1-1,1-1 0,-1 0 0,0 1 1,1-1-1,-1 0 0,0 0 0,1 0 1,-1 0-1,0 0 0,1 0 0,-1 0 1,0 0-1,0 0 0,1-1 1,0 1-1,6-2-6,0 1 1,0-1-1,-1 0 1,1-1-1,-1 0 1,10-5-1,8-8-17,-1-2 0,0-1 0,-2-1 0,0-1 0,-2-1 0,0-1 0,-1-1 0,23-38 0,-35 44-517,-8 18 388,0 0-1,0 0 1,1 0 0,-1 0-1,0 0 1,0 0 0,0 0 0,1 0-1,-1 0 1,0 0 0,0 1-1,1-1 1,-1 0 0,0 1-1,1-1 1,-1 0 0,0 1 0,1-1-1,-1 1 1,0-1 0,1 1-1,-1-1 1,0 2 0,-25 20-6202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38.5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64 1 7123,'0'0'8671,"6"20"-7257,0-1-1133,-1 1 1,-1 0-1,0 0 0,-1 0 1,-2 1-1,0-1 0,-1 0 1,-1 1-1,0-1 0,-6 21 1,-3-10 159,-27 55 1,0-2-312,37-83-564,0-6-1837,1 0 1311,0 0 0,1 0 0,-1 1 0,1-1 0,0 0 0,5-8-1,6-17-2781,-4-16-2389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38.8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95 7091,'0'0'10629,"239"0"-9780,-155-13-337,-7-2-208,-10-1-304,-14 0-208,-4-3-1553,-10 10-3682,-11 2-4385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39.2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482 335 2353,'0'0'8615,"16"-28"-6065,53-91-173,-65 113-2166,1-1 1,-1-1-1,-1 1 0,1 0 0,-1-1 0,0 0 1,-1 0-1,0 0 0,0 0 0,-1 0 0,0 0 0,-1 0 1,0-12-1,0 3 266,0 15-427,0 0-1,0 0 1,-1 0 0,1 0 0,-1 0-1,0-1 1,0 1 0,1 1 0,-1-1 0,0 0-1,-1 0 1,1 0 0,0 0 0,0 1-1,-1-1 1,1 1 0,-1-1 0,0 1-1,1-1 1,-1 1 0,0 0 0,0 0 0,1 0-1,-1 0 1,0 0 0,0 0 0,0 1-1,0-1 1,-1 1 0,1-1 0,-2 1-1,-11-3 56,1 2 0,-1-1 0,-22 2 0,23 0-23,-1 1-55,0 1 1,0 0-1,1 1 0,-1 0 0,1 1 0,0 1 1,0 0-1,0 1 0,1 0 0,0 1 1,0 1-1,1 0 0,0 1 0,0 0 0,-14 15 1,-1 3 15,2 1 0,1 1 0,2 1 0,-37 64 0,48-75-26,1 1 1,0 1-1,2 0 0,0 0 0,2 1 0,0-1 1,2 1-1,0 1 0,1-1 0,1 26 1,2-46-20,0 0 0,0 0 0,0 0 0,1 0 0,-1 0 0,1 0 0,-1 0 0,1 0 1,0 0-1,0 0 0,0 0 0,0 0 0,0 0 0,0-1 0,0 1 0,1 0 0,-1-1 1,1 1-1,-1-1 0,1 0 0,-1 1 0,1-1 0,0 0 0,0 0 0,0 0 0,-1 0 1,1-1-1,0 1 0,0 0 0,0-1 0,0 1 0,0-1 0,1 0 0,1 1 0,5-1-23,0 1 0,0-1-1,0-1 1,0 0-1,0 0 1,-1 0-1,15-5 1,1-4-97,-1-1-1,0-1 1,-1 0-1,0-2 1,37-31 0,-32 24-67,2 1-1,45-25 1,-74 45 189,1-1 1,-1 1-1,0 0 0,1 0 0,-1 0 1,1-1-1,-1 1 0,1 0 1,-1 0-1,1 0 0,-1 0 0,1 0 1,-1 0-1,1 0 0,0 0 0,-1 0 1,1 0-1,-1 0 0,1 0 0,-1 0 1,1 0-1,-1 0 0,1 1 1,-1-1-1,1 0 0,-1 0 0,0 1 1,1-1-1,-1 0 0,1 1 0,-1-1 1,1 0-1,-1 1 0,0-1 0,1 0 1,-1 1-1,0-1 0,0 1 1,1-1-1,-1 1 0,0-1 0,0 1 1,0-1-1,1 1 0,-1-1 0,0 1 1,0-1-1,0 1 0,0-1 0,0 2 1,0 34 180,-1-24-74,1 183 1499,0-193-1606,0-1 0,0 0 0,1 1 0,-1-1 0,0 1 0,1-1 0,-1 0 0,1 0 1,0 1-1,-1-1 0,1 0 0,0 0 0,0 0 0,0 0 0,0 0 0,-1 0 0,2 0 0,-1 0 0,0 0 1,0 0-1,0 0 0,0-1 0,0 1 0,1 0 0,-1-1 0,0 1 0,1-1 0,-1 0 0,0 1 0,1-1 1,-1 0-1,0 0 0,1 0 0,-1 0 0,1 0 0,-1 0 0,0 0 0,1 0 0,-1-1 0,2 1 0,4-1-102,1-1-1,-1 1 0,1-1 1,-1 0-1,0 0 0,14-8 1,1-4-1082,-1-1 1,27-25 0,-19 15-1732,32-23-7559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39.5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110 1 11541,'0'0'6035,"-25"161"-4770,11-79-145,-7 10-239,0-10-209,7-13-96,0-18-256,14-26-192,0-15-128,38-10-608,19-35-544,6-3-641,-14 0-1809,-21 16-2913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39.9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48 9172,'0'0'7828,"186"-26"-8068,-133 14-2338,-11 2-2672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40.2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457 1 5250,'0'0'11635,"0"31"-10618,0-4-801,1-1-14,-1 0 0,-1 0 0,-1 0-1,-2 0 1,-12 49 0,-27 54 612,-27 97 417,64-196-1072,0 1 0,2-1 0,1 1 0,2 0 0,3 49 0,-1-77-156,-1 1 0,1 0 1,0 0-1,1-1 1,-1 1-1,1-1 1,-1 1-1,1-1 1,0 0-1,0 0 1,1 0-1,-1 0 0,1 0 1,-1 0-1,1-1 1,0 1-1,0-1 1,0 1-1,0-1 1,0 0-1,1-1 0,-1 1 1,1 0-1,-1-1 1,1 0-1,-1 0 1,1 0-1,0 0 1,4 0-1,8 1-82,-1-1 0,0 0 1,1-1-1,-1 0 0,0-2 0,21-3 0,-12-2-534,0 0 0,0-2 0,-1-1 0,0-1 0,-1 0 0,0-2-1,-1-1 1,0 0 0,-1-2 0,21-20 0,8-22-5798</inkml:trace>
  <inkml:trace contextRef="#ctx0" brushRef="#br0" timeOffset="1">0 500 6915,'0'0'13686,"141"0"-13013,-46-9-465,6-14-208,-6-2-16,-21 3-608,-11 0-1409,-21 0-2722,-24-3-3969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40.6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12 108 5346,'0'0'10408,"-11"78"-5969,11-77-4389,0 1 1,-1 0-1,1 0 0,0 0 0,0 0 1,1 0-1,-1 0 0,0 0 0,1 0 1,-1-1-1,1 1 0,-1 0 0,1 0 1,0 0-1,0-1 0,0 1 0,0 0 1,1 1-1,1-2-23,0 0-1,0 0 1,0 0 0,-1 0 0,1 0-1,0-1 1,0 0 0,0 1-1,0-1 1,0 0 0,5-1 0,7 0 7,1 0 0,-1-2 0,0 0 0,-1 0 0,1-2 1,-1 0-1,1 0 0,-1-1 0,-1-1 0,1 0 1,14-12-1,19-14 39,68-65 1,-94 78-37,-13 11-149,-11 7-1047,-20 7-2429,12-2 2186,-43 14-9918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52.6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619 187 4034,'0'0'3012,"0"-27"-1542,-3-85-35,4 110-1371,-1 1 0,0-1-1,0 0 1,0 0-1,0 0 1,-1 1 0,1-1-1,0 0 1,-1 0 0,1 1-1,-1-1 1,1 0 0,-1 1-1,0-1 1,0 1 0,0-1-1,0 1 1,0-1 0,0 1-1,0-1 1,-1 1 0,1 0-1,0 0 1,-1 0 0,1 0-1,-1 0 1,1 0 0,-1 0-1,1 0 1,-1 0 0,0 1-1,1-1 1,-1 1-1,0-1 1,0 1 0,1 0-1,-1 0 1,0-1 0,0 1-1,0 1 1,1-1 0,-1 0-1,0 0 1,0 1 0,-3 0-1,-5 0 205,4 0-196,0-1 0,0 2 0,0-1 0,0 1 0,0 0 0,0 0 0,1 0-1,-1 1 1,1 0 0,0 0 0,-1 0 0,1 1 0,1-1 0,-1 1 0,1 1 0,-1-1 0,-6 9-1,-7 11 9,1 0 0,-20 39 0,26-45-45,-11 22 11,1 2-1,2-1 1,2 2 0,2 1-1,1 0 1,3 0-1,1 1 1,3 1 0,-4 90-1,11-125-48,0 0-1,1 0 0,0 0 0,1 0 0,0 0 1,0 0-1,6 12 0,-6-19-7,0 1 0,0-1 0,1 0 0,-1 0 0,1-1 0,0 1 0,0 0 0,1-1 0,-1 0 0,1 1 0,0-2-1,0 1 1,0 0 0,0-1 0,0 1 0,0-1 0,1-1 0,6 3 0,3 0-35,1-1-1,-1 0 0,1-1 1,-1-1-1,1 0 1,0-1-1,-1-1 1,1 0-1,0-1 1,-1-1-1,0 0 0,1-1 1,-1 0-1,-1-1 1,21-11-1,4-4-165,-1-1 0,-2-2-1,0-2 1,32-30 0,-41 33 145,-2-1 0,0-1 0,30-41 0,-45 53 83,0-1 0,-1 0 0,-1 0 1,0-1-1,-1 0 0,-1 0 0,0 0 0,-1-1 0,0 0 0,1-17 0,-3 17 90,-1-1 1,0 0-1,-2 1 0,0-1 0,0 0 0,-7-25 0,6 34-55,0 1-1,-1-1 0,1 1 1,-1 0-1,-1 0 0,1 1 1,-1-1-1,0 1 0,-1 0 0,1 0 1,-1 0-1,0 0 0,0 1 1,0 0-1,-1 0 0,0 0 1,-10-5-1,1 3 74,0 0 0,-1 1 0,1 0 0,-1 1 0,0 1 0,-26-2-1,6 4 153,-68 5 0,85-2-226,1 2 0,0 0 0,0 1 0,0 1 0,1 0 0,-1 2 0,2 0 0,-1 1 0,1 0 0,1 1-1,-1 1 1,2 1 0,0 0 0,0 1 0,1 0 0,1 1 0,0 0 0,1 1 0,0 0 0,1 1 0,1 1 0,1-1-1,0 1 1,1 0 0,1 1 0,0 0 0,2 0 0,0 0 0,1 0 0,-1 28 0,3-42-57,1 1 1,0-1-1,0 0 0,0 1 1,0-1-1,1 0 1,0 0-1,0 1 0,0-1 1,0 0-1,1 0 1,-1 0-1,1 0 0,0 0 1,1 0-1,-1-1 1,0 1-1,1-1 1,0 1-1,0-1 0,0 0 1,0 0-1,1 0 1,-1-1-1,1 1 0,-1-1 1,1 0-1,0 0 1,0 0-1,0 0 0,0-1 1,0 0-1,5 2 1,13 2-131,1-1 0,0 0 0,0-2 0,0-1 0,0 0 0,0-2 0,0 0 0,26-6 0,-15 0-334,0-2 0,0 0 0,-1-3 0,52-25-1,-61 26 222,-1-2 0,-1-1-1,-1 0 1,0-2 0,0 0-1,-2-1 1,22-24 0,-34 32 244,0 0 1,-1 0 0,1 0-1,-2 0 1,1-1-1,-1 0 1,-1 0 0,0-1-1,0 1 1,-1-1 0,0 0-1,-1 0 1,-1 0-1,1 0 1,-2 0 0,1 0-1,-2 0 1,1 0-1,-4-16 1,2 21 43,-1-1 1,1 0-1,-1 1 0,0-1 1,-1 1-1,0 0 0,0 0 0,0 0 1,-1 1-1,1-1 0,-1 1 1,-1 0-1,1 0 0,-1 1 1,0 0-1,0 0 0,0 0 0,0 1 1,0 0-1,-1 0 0,0 0 1,-10-2-1,-10-2 143,0 0 1,-1 2-1,1 1 0,-44-1 1,30 3-9,1 2 0,-1 2 1,0 2-1,1 2 1,0 1-1,0 2 0,1 2 1,0 1-1,0 2 1,2 2-1,0 1 0,1 2 1,1 2-1,-36 27 1,61-40-108,0 0 1,1 0-1,0 1 1,1 1-1,-12 15 0,17-20-59,0 1-1,-1 0 0,2 1 0,-1-1 0,1 0 0,0 1 0,0-1 0,1 1 1,0 0-1,0-1 0,1 11 0,0-13-28,0-1 1,1 0-1,0 0 0,0 1 1,0-1-1,0 0 1,0 0-1,1 0 0,-1 0 1,1 0-1,0 0 1,-1-1-1,2 1 0,-1 0 1,0-1-1,0 0 1,1 1-1,-1-1 0,1 0 1,0 0-1,0 0 0,-1-1 1,1 1-1,0-1 1,1 0-1,-1 0 0,0 0 1,0 0-1,0 0 1,5 0-1,14 3-274,0 0 0,0-2-1,33 0 1,-44-2 129,18 0-385,0-1 1,-1-1 0,1-1 0,46-12 0,-64 12 328,-1 0 0,0 0 0,0-1 1,0-1-1,-1 0 0,1 0 0,-1-1 0,0 0 1,0 0-1,-1-1 0,0 0 0,0-1 1,-1 1-1,0-2 0,10-14 0,-17 23 159,7-16-83,-7 15 125,0 1 0,1 0-1,-1-1 1,0 1 0,0-1-1,0 1 1,0 0-1,0-1 1,0 1 0,0-1-1,0 1 1,0 0-1,0-1 1,-1 1 0,1-1-1,0 1 1,0 0 0,0-1-1,0 1 1,-1-1-1,1 1 1,0 0 0,0-1-1,-1 1 1,1 0 0,0-1-1,0 1 1,-1 0-1,1 0 1,0-1 0,-1 1-1,1 0 1,0 0-1,-1 0 1,1 0 0,-1-1-1,1 1 1,0 0 0,-1 0-1,1 0 1,-1 0-1,1 0 1,0 0 0,-1 0-1,0 0 1,-55-1-2246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3:55.9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749 93 3682,'0'0'7131,"-8"-14"-6493,-26-41-180,31 52-414,0 1 0,0 0-1,-1 0 1,1 0-1,-1 0 1,1 0-1,-1 0 1,0 1 0,1 0-1,-1 0 1,0 0-1,0 0 1,0 0-1,0 1 1,0 0 0,1 0-1,-1 0 1,0 0-1,0 1 1,-6 1 0,-6-1 105,3-2-112,0 1 0,0 1-1,0 1 1,0 0 0,1 0 0,-1 1 0,1 1-1,-1 0 1,1 0 0,0 2 0,1-1 0,-1 1 0,1 1-1,-20 16 1,9-6 10,2 0-1,0 2 1,1 0-1,1 1 1,1 1 0,0 1-1,2 0 1,1 1-1,-17 36 1,22-39 20,1-1 1,1 2 0,1-1-1,1 1 1,0 0 0,2 0-1,0 0 1,2 1-1,0-1 1,1 1 0,2-1-1,5 33 1,-5-45-66,1 1-1,0-1 1,0 0 0,1 0 0,0 0-1,0-1 1,1 1 0,0-1 0,1 0-1,0-1 1,0 1 0,1-1 0,0 0-1,13 10 1,-8-9-9,1 1 0,0-2 0,1 0 0,0 0 0,0-2 0,0 0-1,1 0 1,27 4 0,-19-5-6,1-1-1,-1-2 1,1 0-1,-1-2 1,1 0-1,-1-2 1,0 0-1,1-2 1,-2 0-1,1-2 0,-1 0 1,25-13-1,-22 7-46,-1-1-1,0-1 0,-1-2 0,-1 0 0,0-1 1,19-23-1,-32 32 62,-1-2 0,1 1 0,-2-1 0,0 0 0,0-1 0,-1 1 0,0-1 0,-1-1 1,-1 1-1,0-1 0,0 1 0,-2-1 0,1 0 0,-1-1 0,-1-13 0,0 19 22,-1-1 0,0 0-1,-1 0 1,0 1 0,0-1-1,-1 1 1,0-1 0,-1 1-1,0-1 1,0 1 0,0 0-1,-1 0 1,-1 1 0,1-1-1,-1 1 1,0 0 0,-1 0-1,0 1 1,0-1 0,0 1-1,-1 1 1,0-1 0,-13-8-1,5 5 48,0 0 1,-1 1-1,0 1 0,-1 0 0,1 1 0,-1 1 0,0 1 0,0 0 0,-1 1 0,1 1 0,-1 0 0,1 2 0,-1 0 0,0 1 0,1 0 0,-26 7 0,23-3 6,0 1-1,0 0 1,1 2 0,0 0-1,0 1 1,1 2-1,0-1 1,0 2 0,1 0-1,1 1 1,0 1-1,1 1 1,-18 22-1,20-20-24,1 1 0,0 1 0,2-1 0,0 2 0,1 0 0,1 0 0,1 0-1,1 1 1,1 0 0,1 0 0,0 0 0,2 1 0,0-1 0,2 32-1,0-43-45,1-1-1,0 1 0,0 0 0,1-1 0,0 1 0,0-1 0,1 0 0,0 0 1,1 0-1,0 0 0,1-1 0,0 1 0,0-1 0,11 13 0,-6-11-17,-1-1-1,1 0 0,1-1 1,0 0-1,0 0 1,0-1-1,1-1 0,0 0 1,0-1-1,17 5 0,-3-2-19,2-2 0,-1-1 0,1-2 0,-1 0-1,1-2 1,0-1 0,0-1 0,37-7 0,-47 4-26,1-2 1,-1 0 0,0-1 0,0-1-1,-1 0 1,0-1 0,0-1-1,-1-1 1,-1-1 0,0 0 0,0 0-1,-1-2 1,-1 0 0,0 0-1,-1-1 1,-1-1 0,0 0 0,-1 0-1,-1-1 1,0 0 0,-1-1-1,-1 0 1,-1 0 0,-1-1 0,7-38-1,-11 40 81,1 0-1,-2-1 0,-1 1 0,0-1 1,-1 1-1,0 0 0,-2-1 1,0 1-1,-8-19 0,7 25 18,0 2-1,0-1 0,-1 1 1,0-1-1,-1 1 0,0 1 1,0 0-1,-1 0 1,0 0-1,-1 1 0,1 0 1,-1 1-1,-1 0 1,1 0-1,-19-7 0,10 6-1,0 0 0,0 2 0,-1 1-1,0 0 1,0 1 0,0 1-1,0 1 1,0 0 0,-1 2 0,-26 4-1,12 0-22,1 1 0,1 3 0,-1 0 0,1 2 1,-33 17-1,-126 75-16,163-85-628,1 1 0,1 2 1,1 0-1,-33 37 0,2 21-6138,56-79 6719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4:30.63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2457 976,'3'21'6271,"0"-17"-6019,30 0 193,1-2 0,56-3 1,-27 0-378,-27-2-100,0-2 1,0-1-1,0-2 0,-1-1 1,0-2-1,46-20 1,-43 15-5,1 2 0,1 1 0,0 3 0,65-10 1,-47 15 38,1-2 1,-1-3 0,-1-3 0,87-30-1,122-58-310,-208 76-1949,-1-2 0,82-54 0,8-11 4289,-75 46-1335,-3-2 1,-1-4-1,99-99 0,-70 61-674,17-19 38,-85 73 104,-1-2 0,30-53 0,-36 55 248,-6 5-122,-1 0 1,-2 0-1,-1-1 0,-2-1 0,12-66 1,-16 71-131,1 8-168,0 0 0,1 0 0,0 1 1,2 0-1,23-35 0,-19 34 45,-1-1-1,-1-1 1,17-44 0,-12 12 217,-2-1 0,-2 0 0,6-66 0,1-12 698,-9 77-726,-8-5 72,-3 48-115,0 0 0,1 0 0,5-23 0,15-1-120,-4 11-2968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5:06.5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123 206 6339,'0'0'4044,"-2"34"-3478,-1 14-382,-3 137 576,-39 361 1990,13-258-2423,18-156-250,-7 141-149,21-273-19,32 0-56,39 1 375,-24 1-224,0-2-1,0-2 1,1-3-1,61-13 1,-25-5 49,2 3 1,161-16-1,-36 24 15,183-8 27,-234 18-90,358-18 48,-25 12-51,-288 10-14,-76-2 29,247 32 0,143 91 124,-401-91-98,111 13 74,-171-38-113,0 4 0,-1 1 0,-1 3 0,93 38 0,-73-16 6,3-3 1,0-4 0,137 32-1,569 61 6,-748-118-17,0 2 0,0 1 0,-1 2-1,0 1 1,0 2 0,-2 1 0,0 2 0,34 21 0,286 162 11,-303-175-5,1-3 0,0-2 0,2-3 0,0-1 0,70 8 0,-8-10-28,-43-7-3,0 4 0,0 2 1,137 44-1,14 44 34,-7-2-52,-181-85-2,1-1 0,1-2 0,0-1 0,47 3-1,-7-5-232,0-3 0,129-11 0,-194 5 250,0 0 1,0-1 0,0 0 0,0-1-1,-1-1 1,0 0 0,0-1-1,0 0 1,0 0 0,-1-2 0,18-13-1,-15 7 73,0 0 0,0-1 0,-2 0 0,0-1 0,0 0 0,-2-1-1,10-20 1,2-15 216,-2 0 1,-2-2-1,-3 0 0,14-88 0,28-463 1,-22 158-36,-28 403-231,3 1 1,1 0 0,30-71-1,5-17 52,-41 114-11,0-1 0,-1-1 0,-1 1 1,1-28-1,-36 44-267,27 2 210,-190 1-304,-374-13-308,503 2 425,0-2 1,1-4-1,-118-45 0,14 4-848,114 43 970,-1 2-1,-79-7 1,-118 5-125,223 12 209,-827-3-1950,473 7 1355,90 0 471,-340-5-2464,455-10 2051,-226-46 1,295 40 671,-1206-243 3600,547 129-2664,558 102-1111,-197-18-2855,-583 3 1,744 46 1443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5:18.4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74 4786,'0'0'7654,"8"-38"-4799,-5 35-2833,0-1 0,1 0 0,-1 1 0,1 0 0,0 0 0,0 0 0,0 0 0,4-2 0,-7 5-14,0-1-1,0 1 1,-1-1-1,1 1 1,0 0-1,0-1 1,0 1-1,0 0 1,0-1-1,0 1 1,0 0-1,0 0 1,0 0-1,0 0 1,0 0-1,0 0 1,0 0-1,0 0 1,0 1-1,0-1 1,0 0-1,0 0 1,0 1-1,-1-1 1,1 1 0,0-1-1,0 1 1,0-1-1,0 1 1,-1 0-1,1-1 1,0 1-1,-1 0 1,1-1-1,0 1 1,-1 0-1,1 0 1,-1 0-1,1 0 1,-1-1-1,1 1 1,-1 0-1,0 0 1,1 1-1,7 31 261,-2 1 0,-1-1-1,-2 1 1,0 35 0,-1-19-166,8 50 0,-7-85-85,0 0 0,1-1 1,0 0-1,1 1 0,1-2 0,0 1 1,15 23-1,-19-33-22,1 0 0,0 0 0,1 0 0,-1 0 0,1 0 0,-1-1 0,1 0 0,0 1 1,1-2-1,-1 1 0,0 0 0,1-1 0,-1 0 0,1 0 0,0 0 0,0 0 0,0-1 0,0 0 0,0 0 0,0 0 0,0-1 0,0 1 0,0-1 0,0 0 0,0-1 0,0 1 1,9-3-1,-4 0-1,-1 0 1,0-1 0,0 0 0,0-1 0,0 0 0,-1 0-1,1 0 1,-1-1 0,-1-1 0,1 1 0,-1-1 0,0 0-1,6-10 1,-2 2 23,-1 0-1,-1 0 1,-1-1-1,0-1 0,-1 1 1,0-1-1,-2-1 1,0 1-1,-1-1 0,0 1 1,-2-1-1,0 0 1,-1 0-1,-1-1 1,-1 1-1,-4-27 0,4 39 7,-1 0 0,0 1 0,0 0 1,-1-1-1,1 1 0,-1 0 0,0 0 0,-5-5 0,5 6-6,0 0 1,0 0-1,0 0 1,1 0-1,-1 0 1,1-1-1,0 1 0,1-1 1,-1 1-1,1-1 1,0 0-1,0 0 1,0-4-1,1 7-18,1 1-1,-1-1 1,1 1 0,-1-1-1,1 1 1,0 0-1,-1-1 1,1 1-1,0 0 1,0 0 0,0 0-1,0 0 1,0 0-1,0 0 1,1 0-1,-1 0 1,0 0-1,0 0 1,1 0 0,-1 1-1,0-1 1,1 0-1,-1 1 1,1 0-1,-1-1 1,1 1 0,-1 0-1,3-1 1,47-5-17,-50 6 17,162-1 151,-89 2-4936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5:18.8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7716,'0'0'9332,"172"0"-9076,-134 0-64,-6 7-48,-4-1 0,-7 3 16,-7-5-160,0-1-48,-7-3-448,7 0-2017,0 0-2033,-3-13-1505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5:19.1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7043,'0'0'9621,"98"22"-9621,-31-22-32,3 0-1393,-10 0-1248,-14 0-3042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5:19.5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218 13 6707,'0'0'7710,"-26"-4"-6845,1 0-677,0 2 1,-31 0-1,53 2-159,0 1 1,0 0-1,0 0 0,0 1 0,1-1 0,-1 1 0,0-1 1,0 1-1,1 0 0,-1 0 0,1 0 0,0 0 0,-1 0 1,1 1-1,0-1 0,1 1 0,-1-1 0,0 1 0,1 0 1,-1 0-1,1 0 0,0 0 0,0 0 0,0 0 0,0 0 1,0 0-1,1 0 0,-1 6 0,-2 4 110,-4 17 75,0 0 1,2 0-1,2 1 0,1 0 1,1 0-1,1-1 1,6 37-1,-5-60-206,0-1 0,0 0-1,0 0 1,1 0 0,0 0-1,1 0 1,-1 0 0,1 0 0,0-1-1,1 1 1,-1-1 0,1 0-1,0 0 1,0 0 0,1 0-1,0-1 1,-1 0 0,1 0 0,1 0-1,-1-1 1,0 0 0,1 0-1,11 5 1,1-2-44,1-1 0,0-1 0,1 0 0,-1-2 0,1 0 0,30-1 0,-36-2-29,0 0-1,0 0 1,0-2-1,-1 1 1,1-2-1,-1 0 0,0-1 1,0 0-1,0 0 1,0-2-1,-1 0 0,0 0 1,-1-1-1,1 0 1,-2-1-1,1 0 0,-1-1 1,0 0-1,-1-1 1,-1 0-1,1 0 1,-2-1-1,13-25 0,-15 17 272,-5 19 66,-1 7 125,-13 52 73,7-37-385,2 0-1,1 0 1,1 0 0,-1 26 0,4-39-72,-1-2-10,1 0 1,0-1-1,1 1 0,-1 0 1,1-1-1,3 10 0,-3-13-5,0 0 0,0 0 0,0 0 0,0-1 0,1 1-1,-1-1 1,1 1 0,-1-1 0,1 1 0,-1-1 0,1 0 0,0 0 0,0 0-1,-1 0 1,1 0 0,0 0 0,0 0 0,0-1 0,0 1 0,0-1 0,3 1 0,12 2-11,-1-1 1,0 0 0,1-1 0,-1-1-1,0-1 1,1-1 0,-1 0 0,0 0-1,0-2 1,0 0 0,0-1 0,-1-1 0,0 0-1,0-1 1,0 0 0,-1-2 0,0 1-1,-1-2 1,0 0 0,0 0 0,-1-1 0,0-1-1,13-17 1,-20 21 35,0 1-1,-1-1 0,1 0 1,-2 0-1,1-1 1,-1 1-1,0-1 1,-1 0-1,0 0 0,-1 0 1,1 0-1,-2 0 1,1-9-1,-1 12 0,-1 1 0,1-1 0,-1 0 0,0 1 0,0-1 0,-1 1 0,0-1 0,0 1 0,0 0 0,0 0 0,-1 0 0,0 0 0,0 0 0,0 0 0,-1 1 0,0-1 0,0 1 0,0 0 0,0 0 0,-9-6 0,-4 1-69,0-1-1,0 2 1,-1 0-1,0 1 1,0 1-1,-1 1 1,1 1-1,-1 0 1,0 1-1,-21 0 1,37 3-2034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5:20.2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0 209 7684,'0'0'4922,"5"28"-3644,-2-13-1144,4 35 330,4 0 0,28 85 0,-33-120-375,-1 0 1,0-1 1,2 0-1,-1 0 1,2 0 0,0-1-1,0 0 1,18 19-1,-23-64 1322,-5 17-1321,-1 1 0,-1 0 0,0-1 0,-1 1 0,-1 1 0,0-1 0,-14-22 0,-10-23 200,19 31-158,1 0 0,2-1 0,1 0 0,1 0 0,1-1 0,2 1 0,0-58 0,4 84-134,-1 0 0,0 0 0,1 0 0,-1 0 0,1 0 0,0 0 0,0 0 0,0 1 0,0-1 0,0 0 0,1 0 0,0 1 0,-1-1 0,1 1 0,0 0 0,0-1-1,3-2 1,1 0-5,0 1-1,0 0 0,0 0 0,0 0 1,1 1-1,0 0 0,7-2 0,11-3-58,1 2-1,52-7 1,-24 9-104,55 3-1,-56 2-102,-52-1 259,1 0 1,-1 0-1,1 1 1,-1-1-1,0 0 0,1 1 1,-1-1-1,1 1 1,-1 0-1,0-1 1,1 1-1,-1 0 0,0 0 1,0 0-1,1 0 1,-1 0-1,0 0 0,0 0 1,0 0-1,0 0 1,-1 0-1,1 1 0,0-1 1,0 0-1,-1 1 1,1-1-1,-1 1 1,1-1-1,-1 0 0,1 1 1,-1-1-1,0 1 1,0-1-1,0 1 0,0-1 1,0 4-1,0-1 33,0-1-1,-1 1 0,1 0 1,-1 0-1,1 0 0,-1-1 0,0 1 1,-1 0-1,1-1 0,-1 1 1,0-1-1,1 1 0,-1-1 1,-3 4-1,-6 3 68,-1 0-1,1 0 1,-1-1 0,-1-1 0,0 0 0,0-1-1,-25 10 1,-107 28 444,102-34-48,-68 27-1,110-36-467,0-1-1,0 1 0,0 0 1,0 0-1,0 0 0,0 0 1,1-1-1,-1 1 1,1 0-1,-1 0 0,1 0 1,0 0-1,-1 0 0,1 1 1,0-1-1,1 0 0,-1 0 1,0 0-1,0 0 1,1 0-1,-1 0 0,1 0 1,0-1-1,0 1 0,1 2 1,2 4-3,1-1 1,1 0-1,-1 0 0,1 0 1,1-1-1,-1 0 1,1 0-1,0 0 1,15 8-1,80 40 170,-77-42-141,300 122 524,-325-134-570,0 0-1,1 0 1,-1 0-1,0 0 1,0 0-1,1 0 1,-1 0-1,0 0 1,0 0-1,0 0 1,1 0-1,-1 0 1,0 0-1,0 1 1,0-1-1,1 0 1,-1 0-1,0 0 1,0 0-1,0 0 1,1 0-1,-1 1 1,0-1-1,0 0 1,0 0-1,0 0 1,0 1-1,0-1 1,1 0-1,-1 0 1,0 0-1,0 1 1,0-1-1,0 0 1,0 0-1,0 0 1,0 1-1,0-1 1,0 0-1,0 0 1,0 1-1,0-1 1,0 0-1,0 0 1,0 1-1,0-1 1,0 0-1,0 0 1,-1 0-1,1 1 1,0-1-1,0 0 1,0 0-1,0 0 1,0 0-1,0 1 1,-1-1-1,1 0 1,0 0-1,0 0 1,0 0 0,-1 1-1,-11 5-859,-17 4-2062,-9 2-4108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5:25.31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419 297 656,'0'0'5043,"-16"0"-4464,-61 0 285,9 0 3319,71 0-4179,1 0 1,-1-1-1,1 0 0,-1 0 0,0 0 0,1 0 1,-1 0-1,0-1 0,0 1 0,5-5 0,16-6 14,154-57 77,4 7 1,242-49-1,-344 98-204,1 5 1,132 1-1,-213 8 109,0 0 0,-1 0-1,1 0 1,0-1 0,0 1 0,-1 0 0,1 0-1,0 0 1,-1-1 0,1 1 0,0 0-1,-1-1 1,1 1 0,-1 0 0,0-1-1,1 1 1,-1-1 0,1 1 0,-1 0-1,0-1 1,-1 1 0,-18 7 88,-1-1 0,0-1 1,-1 0-1,0-2 0,1-1 1,-42 1-1,29-1-53,-324 10 95,237-14-78,0 6 0,-195 33 0,298-34-49,1 0 0,0 1 1,0 1-1,0 1 0,1 1 0,0 0 0,-26 18 0,34-20-8,0 0 0,1 1 0,0 0-1,0 0 1,0 1 0,1-1 0,0 2-1,1-1 1,0 1 0,0-1 0,1 1-1,0 1 1,0-1 0,1 1 0,-2 9-1,1 2-23,1 0 1,-2 33-1,5-49 22,0 1 1,0 0 0,1-1 0,-1 1-1,1-1 1,0 1 0,1-1 0,-1 0-1,1 1 1,0-1 0,0 0 0,1 0-1,0 0 1,-1 0 0,5 4 0,0-3-15,0 0 0,0-1 1,1 0-1,-1 0 0,1-1 1,0 0-1,1 0 0,-1-1 1,0 0-1,1 0 0,11 1 1,14 2-86,56 2 1,326-19-505,-211 0 323,-178 9 268,-13 1-2,1 0 0,-1 1 0,1 1 0,18 2 0,-30-2 17,0-1-1,0 1 0,-1 0 0,1 0 0,-1 0 0,1 0 0,0 0 0,-1 1 0,0-1 0,1 1 0,-1-1 0,0 1 1,0 0-1,0 0 0,0 0 0,0 0 0,0 0 0,0 0 0,-1 1 0,1-1 0,-1 1 0,0-1 0,0 1 0,0-1 1,0 1-1,0 0 0,0 3 0,1 2 24,0 1 0,-1-1 0,-1 1 0,1-1 0,-1 1 0,-1-1 0,0 1 0,0-1 0,0 1 1,-1-1-1,-1 0 0,1 0 0,-1 0 0,-1 0 0,1 0 0,-1-1 0,-1 1 0,1-1 0,-9 10 0,-25 19 140,-1-1-1,-1-2 0,-89 55 0,-145 57 450,268-143-597,-39 20 251,0-2 0,-89 25 1,159-64-730,29-10 338,0 3 1,2 2-1,1 3 0,0 2 1,1 2-1,1 3 1,1 3-1,0 3 1,0 2-1,78 2 1,-134 3 119,0 1 0,0 1 1,0-1-1,0 0 1,0 1-1,0 0 0,0 0 1,-1 0-1,1 0 1,0 1-1,-1-1 0,1 1 1,-1 0-1,1 0 1,3 4-1,-5-4 14,-1 0 0,1 0 0,-1 0 0,0 0 0,0 0 0,0 1 0,0-1 0,0 0 0,0 1 0,-1-1 0,1 1 0,-1-1 0,0 1 0,0-1 0,0 1 0,0-1 0,0 0 0,0 1 0,-1-1 0,1 1 0,-1-1 0,1 1 0,-1-1 0,0 0 0,0 1 0,-2 3 0,-1 0 78,1 0 1,-1 1-1,-1-2 1,1 1-1,-1 0 1,0-1-1,0 0 1,0 0-1,-10 7 1,-63 37 444,59-37-389,-116 59 501,-175 68-1,-107 55-82,412-192-540,-12 8 72,1 0-1,0 1 0,-20 17 0,34-27-91,0 1 0,-1 0 0,1 0 0,0 0 0,0 0-1,0 1 1,0-1 0,1 0 0,-1 1 0,0 0-1,1-1 1,0 1 0,0 0 0,0-1 0,0 1-1,0 0 1,0 0 0,1 0 0,-1 0 0,1 0 0,0 0-1,0 0 1,0 0 0,0 0 0,1 0 0,-1-1-1,1 1 1,0 0 0,0 0 0,1 3 0,0-4-18,-1 1 1,1-1-1,0 0 0,0 0 1,0 0-1,0 0 1,1 0-1,-1-1 1,1 1-1,-1-1 0,1 1 1,-1-1-1,1 0 1,0 0-1,-1 0 1,6 1-1,52 5-189,-52-6 177,99 3-419,-1-5-1,1-4 0,114-22 0,-21 0 94,-160 24 363,-1 1 1,1 2-1,40 5 0,-75-3 17,1-1-1,-1 0 0,0 1 1,1 0-1,-1 1 0,0-1 1,0 1-1,0 0 0,-1 0 0,1 0 1,-1 1-1,0-1 0,1 1 1,-2 0-1,1 0 0,0 1 1,-1-1-1,0 1 0,0 0 0,0 0 1,-1 0-1,1 0 0,-1 0 1,2 10-1,-2-8 81,0 0 1,-1 0-1,1 0 0,-2 0 1,1 1-1,-1-1 0,0 0 1,0 0-1,-1 0 0,0 0 1,0 1-1,-1-2 0,0 1 1,0 0-1,-1 0 1,0 0-1,0-1 0,0 0 1,-6 8-1,-10 7 110,-1-1-1,-1-1 1,0-1-1,-42 27 1,38-29-88,1 1 1,1 2 0,-39 39-1,60-56-118,0 1-1,0-1 0,0 0 0,0 0 1,1 1-1,-1-1 0,1 1 1,0-1-1,-1 1 0,1 0 1,0-1-1,1 1 0,-1 0 0,0 0 1,1 0-1,-1 3 0,2-5-17,-1 0 0,0 1 0,1-1 0,-1 0-1,1 0 1,0 1 0,-1-1 0,1 0 0,0 0-1,0 0 1,0 0 0,0 0 0,0 0 0,0 0 0,0 0-1,0 0 1,0-1 0,0 1 0,0 0 0,1-1 0,-1 1-1,0-1 1,2 1 0,11 3-95,-1-2-1,0 0 1,1 0 0,-1-2-1,18 0 1,-22 0 110,30-1-190,0-2-1,0-2 1,0-2-1,-1-1 1,0-2-1,-1-1 1,0-2 0,-1-2-1,0-1 1,61-39-1,-53 26 120,-1-2-1,-2-2 0,-1-2 0,-2-2 1,-2-1-1,-1-1 0,48-74 1,32-81 75,-79 126 187,3 1 1,93-117 0,-108 159-156,2 1 1,1 1-1,1 2 1,0 0 0,2 2-1,0 2 1,1 0 0,1 2-1,0 2 1,1 0 0,45-9-1,3 3-96,1 4 0,1 3 1,134-1-1,-161 12 17,-5-2-3,-1 3-1,0 1 1,94 17-1,-91-10 73,-40-7-18,1 1-1,-1 1 1,0-1-1,0 2 1,20 8 608,-23-14-480,-1 1 0,1 0 0,-1 1 0,1 0 0,16 2 0,7 0-121,65-4 6,113 5-102,-210-3 75,27 5-38,-27-5 36,0 0 0,1 0 0,-1 0 0,0 0 0,0 1 0,0-1-1,0 0 1,0 1 0,-1-1 0,1 1 0,0-1 0,0 1 0,0 0 0,0-1-1,0 1 1,-1 0 0,1-1 0,0 1 0,-1 0 0,1 0 0,0 0-1,-1 0 1,1-1 0,-1 1 0,1 2 91,-3-3-18,0 0 0,0 0 1,0 0-1,0 0 0,0-1 1,0 1-1,0-1 0,0 1 1,0-1-1,0 0 0,0 1 1,0-1-1,1 0 0,-1-1 1,0 1-1,0 0 0,1 0 1,-1-1-1,-2-2 0,-29-34-66,28 31 84,-209-249 1479,213 255-1603,0 0 1,0 1-1,0-1 0,0 0 1,0 0-1,0 0 1,1-1-1,-1 1 1,0 0-1,1 0 1,-1 0-1,1 0 1,-1-1-1,1 1 0,0 0 1,-1 0-1,1-1 1,0 1-1,0 0 1,0-2-1,0 2 21,1 0-1,-1 0 0,1 0 1,-1 1-1,1-1 0,0 0 1,-1 0-1,1 1 0,0-1 0,-1 0 1,1 1-1,0-1 0,0 1 1,0-1-1,-1 1 0,1-1 1,0 1-1,0 0 0,0-1 1,2 1-1,7-3-63,1 2 1,0-1-1,21 1 0,-15 1-145,56-3-451,-73 1 687,1 1-1,0 0 0,-1 0 0,1-1 0,-1 1 0,0 0 0,1-1 0,-1 1 1,0-1-1,0 1 0,0 0 0,0-1 0,0 1 0,0-1 0,-1-2 0,1 3 7,0-2-13,0 0 1,-1 0-1,1 1 1,-1-1 0,1 0-1,-1 0 1,0 1-1,0-1 1,-1 0 0,1 1-1,0 0 1,-1-1-1,0 1 1,1 0 0,-1-1-1,0 1 1,0 0-1,0 0 1,0 1 0,-1-1-1,1 0 1,0 1-1,-1-1 1,1 1 0,-1 0-1,1 0 1,-1 0-1,-4-1 1,-7-2-4,0 1 0,1 1-1,-1 0 1,-24 0 0,9 2-16,0 2 0,1 1 0,0 1 0,-1 2 0,2 0 0,-45 17 0,-158 82-2449,196-87 1631,-162 83-5446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5:30.7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355 196 4674,'0'0'5288,"-3"-27"-4763,-12-81-151,15 105-313,-1 0 0,1 0 0,-1 0 0,1 1 0,-1-1 0,0 0 0,0 1 0,0-1 0,0 1 1,-1-1-1,1 1 0,0 0 0,-1-1 0,0 1 0,0 0 0,0 0 0,0 0 0,0 0 0,0 0 0,0 1 0,0-1 0,-1 1 0,-2-2 0,0 2-18,1 0 0,-1 0 0,0 0-1,1 1 1,-1-1 0,0 1 0,1 1-1,-1-1 1,-5 1 0,-5 1 4,13-2-49,0 1 1,-1 0 0,1 0-1,0 0 1,0 0 0,0 0 0,0 1-1,0-1 1,1 0 0,-1 1-1,0 0 1,1-1 0,-1 1 0,1 0-1,-1 0 1,1 0 0,0 0-1,0 0 1,0 0 0,0 0 0,0 0-1,0 0 1,0 0 0,1 1-1,-1 3 1,-15 71 41,14-66-22,-8 95 111,4 0 0,8 113 0,-1-163-76,0-22-9,1-1 1,2 0 0,2 0-1,1-1 1,1 1-1,1-2 1,2 1-1,2-1 1,0-1 0,2 0-1,2-1 1,0-1-1,37 45 1,-53-72-45,0 0 0,0 0 0,0 0-1,0 0 1,0 0 0,0 0 0,0 0 0,0 0 0,0-1 0,0 1 0,1 0-1,-1-1 1,0 1 0,0-1 0,1 1 0,-1-1 0,0 0 0,1 0-1,-1 1 1,1-1 0,-1 0 0,0 0 0,1 0 0,-1 0 0,0-1-1,1 1 1,-1 0 0,0-1 0,1 1 0,-1-1 0,0 1 0,1-1-1,-1 1 1,0-1 0,0 0 0,0 0 0,0 1 0,0-1 0,0 0 0,0 0-1,0 0 1,0 0 0,1-3 0,4-3 20,-1-1 1,0 1-1,0-1 1,7-17-1,3-14 38,-1-1-1,-2-1 1,-1 0 0,7-64-1,-11 27 17,-4-122-1,-5 185-63,0 0 0,-1 0 1,0 0-1,-1 1 0,-1-1 0,-1 1 1,0 0-1,0 0 0,-2 1 1,1 0-1,-13-16 0,9 15 13,0 0 0,0 1 0,-2 0 0,1 1 0,-2 0-1,1 1 1,-2 1 0,1 0 0,-24-12 0,28 19 0,-1 0 1,1 0-1,0 1 0,-1 0 1,1 1-1,-1 0 1,-18 1-1,27 1-33,1-1 1,-1 1-1,1 0 0,0 0 1,-1-1-1,1 1 0,0 0 1,-1 0-1,1 0 1,0 1-1,0-1 0,0 0 1,0 0-1,0 1 0,0-1 1,0 0-1,0 1 0,1-1 1,-1 1-1,1-1 1,-1 3-1,-16 45-300,12-32 34,-12 30-551,-63 195-3103,69-200 2170,3-1 0,1 2 0,-3 84 0,10-86-300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6:55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51 80,'0'0'2783,"-8"-33"7611,-8 25-11944,-12-2-1641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7:04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4498,'0'0'6005,"-8"0"-5065,4 0-819,7 0 211,133 0-8245,-77 0 4138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7:04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2257,'0'0'4802,"183"69"-4562,-155-69-96,7 0-112,4 0 0,3 0-32,0-9-352,0 6-880,4 3-481,-1 0-96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7:04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4610,'0'0'5891,"207"133"-5651,-169-117-240,-6-4-16,0 4 16,-4-3 48,-4-1-48,1 4-272,3 0-801,0 0-559,4 0 271,6-4-736,4-5-864</inkml:trace>
  <inkml:trace contextRef="#ctx0" brushRef="#br0" timeOffset="1">1079 572 4978,'0'0'4178,"130"174"-3778,-106-140-304,4-2-96,0-3-16,0-4-128,1-3-720,-1 0-369,0 0-655,0-6-1266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7:05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2289,'0'0'4802,"56"173"-3345,-38-135-641,-1-3-656,1-3-160,-1-1-16,1-2-784,-4-1-561,4-6-31,-4 0-273,0 0 560,0-3-1312,0 7 1649</inkml:trace>
  <inkml:trace contextRef="#ctx0" brushRef="#br0" timeOffset="1">342 790 960,'0'0'3042,"31"187"-2274,-24-143-47,0-3-305,-3 0 384,3-3-416,0-3-192,0-1-192,3-2-48,1-3-320,-1-4-736,4-13-545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7:05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1 9364,'0'0'625,"0"180"591,0-123-448,0 0-399,0-4-209,0-5-128,0-7-32,0-3-96,-7-4-128,4-8-369,-1-4-639,4-3-2322,0-4 97</inkml:trace>
  <inkml:trace contextRef="#ctx0" brushRef="#br0" timeOffset="1">162 1286 8580,'0'0'3105,"-73"193"-608,51-149-1824,5-6-673,-1 0-1217,-13 0-3489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7:18.4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1281,'0'0'7507,"14"161"-5970,14-158-673,7-3-112,7 0-127,0-19-1,-3-6-560,-8 0 384,-9 12-432,-8 10-32,-7 3-192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7:18.8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71 129 976,'0'0'6446,"-4"31"-6427,-4 7-50,4-14-6,0 0 0,1 0 0,1 40 0,-1-49 54,-3-13-270,5-3 218,0 0-1,0-1 0,0 1 0,0 0 1,0-1-1,0 1 0,0-1 1,1 1-1,-1-1 0,0 0 1,1 1-1,0-1 0,-1 1 1,1-4-1,-21-145-754,16 46 4944,8 108-3996,0 0 0,0-1 0,-1 1 0,1 0 0,-1 0 0,0 0 0,3 8 0,1 2 198,-5-12-325,0 1 0,1-1 0,0 1 0,-1-1 1,1 0-1,0 0 0,0 0 0,1 0 0,-1 0 0,0 0 1,1 0-1,-1-1 0,1 1 0,-1-1 0,1 0 1,4 2-1,-5-3-21,0 0-1,-1 0 1,1 0 0,0 0-1,0 0 1,0 0 0,-1-1-1,1 1 1,0-1 0,0 1 0,0-1-1,-1 1 1,1-1 0,-1 0-1,1 0 1,0 0 0,-1 0 0,1 0-1,-1 0 1,0-1 0,1 1-1,-1 0 1,0-1 0,0 1 0,0-1-1,2-2 1,33-70 361,-8 13-51,-26 62 639,-1 8-31,-1-5-1105,8 47 640,1 0-1,3-1 1,2 0-1,41 95 1,-48-134-120,-2-3-1395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47:34.7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0 231 6611,'0'-3'10250,"0"305"-7820,1-290-2402,0-1 0,1 0 0,0 0 0,1-1 0,0 1-1,1 0 1,0-1 0,1 0 0,0 0 0,0 0 0,1-1-1,0 1 1,1-1 0,0-1 0,0 1 0,1-1-1,0-1 1,0 1 0,1-2 0,0 1 0,1-1 0,-1 0-1,1-1 1,0 0 0,0-1 0,1 0 0,13 4 0,43 6 335,1-3 0,1-2 1,110-2-1,-39-1-101,627 3 669,-449-12-704,-265 3-210,628 13 139,-74-1-147,-136-7 46,215 15 52,-213-15-77,109 6 7,-88-1 270,-348-10 410,-146-29-237,-2 3-428,-1 0 0,0 0 0,-14-43 0,9 36 12,-8-61 1,10-292 484,8 222-50,-2 164-147,-1-3-925,-1 1 445,1 0 1,-1 1 0,1-1 0,-1 0 0,0 1 0,0-1 0,0 1-1,0-1 1,0 1 0,0 0 0,0 0 0,0 0 0,0 0-1,-1 0 1,1 0 0,0 1 0,-1-1 0,1 1 0,0 0 0,-1 0-1,-3 0 1,-7-3-717,-68-9-4329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6:07.9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0 496,'0'0'6024,"0"4"-5410,0 38 102,31 918 4000,-16-791-4557,34 252 114,-45-597-3480,-5-63-3228,-2 154 3351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6:08.5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377 0 576,'0'0'6094,"-17"27"-5481,10-15-548,-16 25 291,2 1-1,2 0 0,-22 60 0,32-70-117,-58 157 1198,53-153-1072,-2 1-1,-1-2 0,-30 43 0,47-74-361,0 1 0,0-1 0,0 0 0,0 0 0,0 1 0,0-1 0,0 0 0,0 1 0,-1-1 0,1 0-1,0 0 1,0 1 0,0-1 0,0 0 0,-1 0 0,1 1 0,0-1 0,0 0 0,-1 0 0,1 1 0,0-1 0,0 0 0,-1 0 0,1 0 0,0 0 0,-1 0 0,1 0 0,0 1-1,0-1 1,-1 0 0,1 0 0,0 0 0,-1 0 0,1 0 0,0 0 0,-1 0 0,1 0 0,0 0 0,-1 0 0,1 0 0,0-1 0,0 1 0,-1 0 0,1 0 0,0 0 0,-1 0-1,1 0 1,0 0 0,0-1 0,-1 1 0,1 0 0,0-1 0,-4-23-78,8-40 52,1 34 67,2 1 0,1 0 0,1 0 1,1 1-1,22-43 0,-3 17-121,64-90 1,-82 129 67,34-42 9,-43 54 0,0 1 1,0 0-1,1-1 0,-1 1 0,1 0 1,0 1-1,-1-1 0,1 0 0,0 1 1,0-1-1,0 1 0,0 0 0,0 0 1,0 0-1,0 1 0,1-1 1,5 0-1,-7 2 6,0 0 1,0 0-1,-1-1 1,1 1-1,0 0 1,-1 1-1,1-1 1,-1 0-1,1 0 1,-1 1-1,0-1 1,1 0-1,-1 1 1,0 0-1,0-1 1,0 1-1,0 0 1,0-1-1,0 1 1,-1 0-1,1 0 1,0 2-1,13 52 325,-11-40-138,5 17 125,5 24 503,34 94 1,-39-132-769,1 0 0,1-1 0,1 0 0,0 0 0,1-1 0,1 0-1,1-1 1,22 21 0,-24-28-18,-10-7-20,0-1 0,1 1-1,-1-1 1,0 1 0,0 0-1,0 0 1,0 0 0,-1 0-1,1 0 1,0 0 0,-1 1-1,0-1 1,1 1 0,-1-1-1,0 1 1,0-1 0,1 6-1,-9-5 390,-133 19 1067,-281 33-216,340-53-1299,81-2 34,0 0 0,-1 0 0,1 0 0,0 0 0,0 0 0,0 0 0,0 0 1,0 0-1,-1 0 0,1 0 0,0 0 0,0 0 0,0 0 0,0 0 0,-1 0 0,1 0 0,0 0 0,0 0 1,0 0-1,0 0 0,0 0 0,0 0 0,-1 0 0,1-1 0,0 1 0,0 0 0,0 0 0,0 0 0,0 0 1,0 0-1,0 0 0,0-1 0,-1 1 0,1 0 0,0 0 0,0 0 0,0 0 0,0 0 0,0-1 1,0 1-1,0 0 0,0 0 0,0 0 0,0 0 0,0 0 0,0-1 0,0 1 0,0 0 0,0 0 0,0 0 1,0 0-1,0 0 0,0-1 0,0 1 0,1 0 0,-1 0 0,0-2-202,0 0 0,0 1-1,0-1 1,0 0 0,1 1 0,-1-1-1,0 1 1,1-1 0,0 0 0,-1 1-1,1-1 1,0 1 0,0 0-1,0-1 1,1-1 0,45-31-6996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6:09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243 249 3506,'0'0'7416,"-7"37"-6052,-2 13-856,-24 179 1622,22 124-198,9-393-2057,-1 0 1,-15-71-1,-32-84-216,18 77-110,-2 11-1470,20 70 2504,-14-71 0,28 106-531,0 1 1,0-1 0,0 1-1,0-1 1,0 1-1,1 0 1,-1-1 0,0 1-1,1-1 1,-1 1-1,1 0 1,0-1-1,-1 1 1,1 0 0,0 0-1,0 0 1,0-1-1,0 1 1,0 0 0,0 0-1,0 0 1,0 1-1,1-1 1,-1 0-1,0 0 1,0 0 0,1 1-1,-1-1 1,0 1-1,1-1 1,2 0 0,58-12-92,-39 10 225,146-38 246,139-25-162,-288 63-176,-33 4 159,-34 4-107,21 3-147,0 1 1,0 2-1,0 0 0,2 1 0,-29 19 0,-113 85 6,125-86-5,-4 2 7,-54 52 0,97-83-9,0 1 0,1-1 0,-1 1 0,1 0 0,-1 0 1,1-1-1,0 1 0,0 0 0,0 0 0,0 0 1,0 0-1,0 1 0,0-1 0,1 0 0,-1 0 1,1 0-1,0 1 0,-1-1 0,1 0 0,0 1 0,0-1 1,1 0-1,-1 0 0,0 1 0,1-1 0,-1 0 1,1 0-1,2 4 0,-1-3-7,0 0 0,0 0 0,0 0 1,0 0-1,1 0 0,-1-1 0,1 1 0,-1-1 0,1 0 1,0 0-1,0 0 0,0 0 0,1-1 0,-1 1 0,0-1 1,7 2-1,31 4-14,1-1 0,0-3 0,0-1 0,63-6-1,-82 3 12,-16 1-52,-1-1 1,1 0-1,0 0 1,0 0-1,-1-1 1,1 0-1,7-3 1,7-9-7067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6:09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7 107 2961,'0'0'3597,"0"28"-1818,0 99 194,0-91 3233,-7-245-4648,32 210-475,-3 6 202,-13-3-210,0 0 1,1-2-1,0 1 0,12 1 0,-19-4-64,0 0 0,0 0 0,1 0 0,-1 0 1,0 0-1,0-1 0,1 0 0,-1 1 0,0-1 0,0-1 0,0 1 1,0 0-1,0-1 0,0 1 0,-1-1 0,1 0 0,4-3 0,4-6 51,-1 0-1,0-1 1,0 1-1,-1-2 0,13-23 1,-21 85 706,-11 154 539,4-112-1043,4-66-252,0-11-17,1 0 1,0 1 0,2-1 0,-1 0 0,5 20 0,-5-34-71,1 1 0,-1 0 0,1-1 1,0 1-1,-1-1 0,1 1 0,0-1 0,0 1 0,0-1 0,-1 1 1,1-1-1,0 1 0,0-1 0,0 0 0,0 0 0,0 0 0,0 1 1,-1-1-1,1 0 0,0 0 0,0 0 0,0 0 0,0 0 0,0-1 1,0 1-1,0 0 0,0 0 0,0-1 0,0 1 0,29-13-4522,-6-25-1918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6:10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5699,'0'0'8067,"179"114"-6146,-67-114-752,11 0-433,0-13-416,-4-18-208,-20 8-112,-22 8-432,-21 11-1841,-28 4-3442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6:13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401 0 1425,'0'0'3873,"-6"4"-3507,-19 19 218,1 1-1,0 0 1,-24 36-1,-60 92 606,107-151-1190,-41 59 227,-56 89 46,95-144-213,2-11-99,2-8 21,1-1 0,0 1 0,1 0 0,0 0 0,1 0 0,1 0 0,9-19 0,57-98 176,-33 64-122,-25 43 61,-6 8 43,1 1 1,1 1-1,0 0 1,0 0 0,2 0-1,15-15 1,-21 27-28,0 1 1,0 0-1,1 0 1,-1 0 0,0 1-1,1 0 1,-1 0 0,0 0-1,1 1 1,-1-1-1,0 1 1,0 0 0,9 4-1,-6 1 41,0 0 0,0 1 0,-1 0 0,0 0 0,0 1 0,-1 0 0,0 0 0,0 0 0,6 14 0,1 4-13,-1-1 0,10 34 1,-13-34-104,-5-14-26,1 0-1,-2 1 0,0-1 0,0 0 0,-1 1 1,1 14-1,-3-25 105,-15 2 162,-50 6-61,-82 2 1,-47 5-92,188-16-456,0 1-1,0 1 1,0-1 0,1 1 0,-1 0 0,0 1 0,1-1 0,-7 5 0,-1 3-4311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6:29.8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391 1 2689,'0'0'8172,"-14"30"-7542,-89 216 1210,81-189-1270,-3-1-1,-2-1 1,-2-1-1,-3-1 0,-2-2 1,-52 59-1,86-109-617,0-1 0,0 0 0,0 1 0,-1-1 0,1 0 1,0 1-1,0-1 0,0 0 0,-1 1 0,1-1 0,0 0 0,0 0 0,-1 1 0,1-1 0,0 0 0,-1 0 0,1 1 0,0-1 0,0 0 0,-1 0 0,1 0 0,-1 0 0,1 0 0,0 1 0,-1-1 0,1 0 0,0 0 1,-1 0-1,1 0 0,0 0 0,-1 0 0,1 0 0,-1 0 0,1 0 0,0 0 0,-1 0 0,1-1 0,0 1 0,-1 0 0,1 0 0,0 0 0,-1 0 0,1-1 0,0 1 0,-1 0 0,1 0 0,0-1 0,-1 1 0,1 0 0,-4-27-1868,12-41-1250,12 3 204,2 2-423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6:30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190 22 3730,'0'0'9778,"-10"-3"-8463,1-2-950,6 3-200,1 1 1,-1-1 0,0 1 0,0-1 0,0 1 0,-1 0 0,1 0 0,0 0 0,0 1 0,-1-1 0,-3 0 0,10 11 335,6 1-386,1 1 1,-1-2-1,2 1 0,-1-2 1,1 1-1,23 14 0,88 45-11,-51-30-68,-26-10-55,-30-18-13,1-1-1,0-1 1,0 0-1,28 9 1,-59-14-791,-13-4 573,1-7 45,0-1 0,0-1 0,1-1 1,0-1-1,1-2 0,-35-23 0,37 22 224,-1 0 0,0 1-1,0 1 1,-2 2 0,1 0 0,-1 2 0,-36-7 0,-14 8 1307,109 1-926,395 5-357,-294-12-1169,-152 20 1126,1 1-1,0 1 1,0 0 0,1 1-1,0 1 1,-27 24 0,-2 0 34,12-11 0,-14 12 141,-1-3 0,-2-1 0,-71 32 0,128-73-3682,33-24 2106,59-40-510,29-8-2307,-71 51 1454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6:52.5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7 597 4018,'0'0'5765,"-1"11"-4620,-5 210 4330,6-102-3984,3-118-1454,0 0 1,0 0 0,0-1-1,1 1 1,-1-1 0,0 0-1,0 0 1,0 0 0,5-1-1,-5 1-11,29-1 68,-1-2-1,63-14 1,-43 7-70,-5 3 26,76 0 0,19-2 23,441-20 120,-301 24-149,491 5-70,-647 7 74,70 2-96,887-9 48,-791 23 48,-143-6 32,166-14 361,-165-5-319,-43 1-113,339 14 59,-97 3-32,-231-13-27,-66-2-4,642 4 105,-431-37 266,-30 1 91,701 9-67,-68 13 99,-802 2-307,-62 7-122,-1 0 7,12-12-35,0 0 0,-1-1 0,-1-1-1,0 0 1,-1 0 0,0 0 0,-1-1 0,-1-1-1,9-26 1,0-12 247,14-86 1,-16 64-214,12-60-16,22-92 93,-46 214-134,-2 12-16,1-1 0,-1 1 0,1-1 1,-1 1-1,1 0 0,0 0 0,-1-1 0,1 1 0,0 0 0,1 0 0,-1 0 0,0 0 1,1 0-1,-1 0 0,1 0 0,2-2 0,-4 2-59,0 1-131,-26 25-3430,-25 19-2813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8:18.67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214 4 1553,'0'0'6440,"-9"3"-5648,-195 110 662,250-109-1758,28-8 485,95-16 0,-95 9-106,97-2 0,-54 13-320,-162 3-1695,33-3 1867,6 0 57,1 0 0,0 0-1,-1 0 1,1 1-1,0 0 1,0 0 0,-1 0-1,1 1 1,0 0-1,-6 2 1,10-3 48,26-2-998,-18 0 984,1-1 0,0 0-1,-1 0 1,0-1-1,1 0 1,-1 0 0,0-1-1,-1 0 1,1 0 0,-1-1-1,9-7 1,-8 6 2,0 1 1,0 0-1,1 0 0,0 0 1,-1 1-1,2 0 0,-1 1 1,16-5-1,-18 7-57,-5 1-99,-1 3-62,-1 0 82,0-1 1,0 1-1,0-1 0,-1 1 0,1-1 0,-1 0 0,1 1 0,-1-1 0,0 0 1,0 0-1,0 0 0,0 0 0,-4 2 0,-4 5-711,-27 28-3615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8:19.79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219 4 1809,'0'0'3252,"-18"0"-1987,-122-3 2032,137 4-3266,0-1 1,1 1-1,-1 0 1,1 0-1,-1 0 1,1 0-1,-1 0 0,1 0 1,0 1-1,-1-1 1,1 1-1,0 0 0,0-1 1,0 1-1,0 0 1,1 0-1,-1 0 1,0 1-1,1-1 0,0 0 1,-1 1-1,1-1 1,0 0-1,0 1 0,0 0 1,1-1-1,-1 1 1,0-1-1,1 4 1,-3 11 105,1 0 1,0 0 0,2 24-1,0-29-67,0-5-38,0 1-1,0-1 0,1 1 0,0-1 0,0 0 0,0 1 1,1-1-1,1 0 0,2 7 0,-3-11-34,0 0-1,0 0 1,0 0-1,1 0 0,-1-1 1,1 1-1,0-1 1,0 0-1,0 0 1,0 0-1,0 0 1,0 0-1,0 0 1,0-1-1,1 0 1,-1 0-1,1 0 0,-1 0 1,1 0-1,6 0 1,2 0-8,0-1 1,0 0-1,0-1 1,0 0 0,0-1-1,0 0 1,-1-1-1,1 0 1,-1-1-1,0-1 1,0 1-1,0-2 1,0 1-1,-1-2 1,0 1-1,0-1 1,-1-1-1,0 0 1,0 0 0,-1-1-1,0 0 1,0 0-1,-1-1 1,0 0-1,9-19 1,-14 25 13,0 1 0,0-1 0,0 0 0,-1 0 0,0 1 0,1-1 0,-2 0 0,1 0 0,0 0 0,-1 0 0,0 0 0,1 0 0,-2 0 0,1 0 1,0 0-1,-1 0 0,-1-5 0,1 7 34,0-1 0,-1 0 1,1 1-1,-1-1 0,0 1 0,0-1 1,0 1-1,0 0 0,0 0 0,-1 0 1,1 0-1,0 0 0,-1 0 1,1 1-1,-1-1 0,0 1 0,0 0 1,1 0-1,-1 0 0,0 0 1,-6-1-1,-13-2 228,0 1 0,0 1 1,0 1-1,0 0 0,0 2 0,-29 4 1,46-3-252,0-1 0,0 1 0,0 0 0,0 0 0,0 1 0,1-1 0,-1 1 0,1 0 0,0 0 1,0 1-1,0-1 0,0 1 0,1 0 0,-1 0 0,1 0 0,0 0 0,0 1 0,-2 5 0,1-4-209,1 1-1,1 0 0,-1-1 1,1 1-1,0 0 0,1 0 1,0 0-1,0 0 1,0 0-1,1 1 0,0-1 1,1 12-1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8:20.47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74 52 560,'8'10'7206,"-9"-10"-7150,1 154 3258,1-153-3317,-1 0 0,0 1 0,1-1 1,-1 1-1,1-1 0,0 0 0,-1 1 1,1-1-1,0 0 0,0 0 0,0 1 1,0-1-1,0 0 0,0 0 0,0 0 0,0 0 1,0 0-1,1-1 0,-1 1 0,0 0 1,1 0-1,-1-1 0,0 1 0,1-1 1,-1 1-1,1-1 0,-1 0 0,1 0 0,-1 1 1,1-1-1,-1 0 0,1 0 0,2-1 1,5 2-174,1-1 0,-1-1 0,1 0 0,11-2 0,-11-1-124,0 1 0,-1-1-1,1-1 1,-1 0 0,0 0 0,0-1 0,-1 0-1,0-1 1,0 1 0,0-2 0,10-13 0,-11 14 84,-1 0 0,0 0 1,-1-1-1,0 0 0,0 0 1,-1 0-1,0-1 0,0 1 1,-1-1-1,0 0 0,-1 0 1,0 0-1,1-12 0,-3 19 260,0 1 0,0 0 0,-1-1 0,1 1-1,0-1 1,-1 1 0,1 0 0,-1-1 0,0 1 0,1 0 0,-1 0-1,0-1 1,0 1 0,0 0 0,0 0 0,0 0 0,0 0-1,0 0 1,0 0 0,0 1 0,0-1 0,-1 0 0,1 0-1,0 1 1,-1-1 0,1 1 0,0-1 0,-1 1 0,1 0 0,0-1-1,-1 1 1,1 0 0,-3 0 0,-59 0 1600,40 1-782,10-1-596,0 1 0,0 1-1,1 0 1,-1 1 0,1 0 0,-1 0 0,1 2 0,0 0 0,1 0 0,-1 1 0,1 0 0,0 1-1,0 0 1,1 1 0,0 0 0,1 1 0,-12 11 0,20-18-284,-1 0 0,1 0 0,-1-1 0,1 1 0,0 0 0,0 0 1,0 0-1,0 1 0,0-1 0,0 0 0,1 0 0,-1 0 0,1 1 0,-1-1 0,1 0 0,0 1 0,0-1 0,0 0 0,0 1 1,0-1-1,1 0 0,-1 0 0,1 1 0,-1-1 0,1 0 0,0 0 0,0 0 0,0 1 0,0-1 0,0 0 0,0-1 0,1 1 1,-1 0-1,1 0 0,-1 0 0,1-1 0,0 1 0,-1-1 0,1 1 0,0-1 0,0 0 0,0 0 0,0 0 0,1 0 1,1 1-1,15 2-999,0-1 0,0-1 0,0-1 0,25-1 0,-26 0-256,24 0-2796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8:21.19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11 119 3057,'0'0'4643,"11"19"-4043,36 59-392,-46-76-190,0 0 1,1 0-1,-1-1 1,1 1-1,-1-1 0,1 1 1,0-1-1,-1 1 1,1-1-1,0 0 0,0 0 1,0 0-1,0 0 1,0 0-1,4 1 0,-4-2-3,-1 0 0,0 0 0,1 0 0,-1-1-1,0 1 1,0 0 0,1 0 0,-1-1 0,0 1-1,0-1 1,1 1 0,-1-1 0,0 1-1,0-1 1,0 0 0,0 0 0,0 0 0,0 1-1,1-2 1,1-2 57,0 0-1,0 0 0,0 0 1,-1 0-1,0-1 1,1 1-1,-2-1 1,1 1-1,2-9 0,-1-6 375,-1-1 0,0 1-1,-2-1 1,0 1-1,-4-24 1,4 41-328,-1 0 0,0 0 0,0 0-1,0 0 1,0 0 0,-1 1 0,1-1 0,0 0 0,-1 1 0,1-1 0,-1 1 0,0-1 0,1 1 0,-1-1 0,0 1 0,0 0 0,0 0 0,0 0 0,0 0-1,0 1 1,0-1 0,-4-1 0,4 2-49,-1-1-1,0 0 1,1 1 0,-1-1-1,0 1 1,0 0-1,1 0 1,-1 0-1,0 0 1,1 0-1,-1 1 1,0-1 0,0 1-1,1 0 1,-1-1-1,1 1 1,-1 1-1,-4 1 1,2 2-46,0 1 1,1-1-1,-1 1 1,1 0-1,1 0 1,-1 0-1,1 0 1,0 1-1,0-1 1,1 1-1,-2 7 1,0 2-40,1-1 0,0 1 0,1 0 1,0 18-1,32-35-1980,-21-2 1370,-1 0 1,0-1-1,-1 0 0,1 0 0,0-1 1,-1 0-1,0 0 0,0 0 0,-1-1 1,12-13-1,34-39-6207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8:21.81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137 35 1473,'0'0'6408,"-3"24"-5728,-11 71-168,14-95-511,0 1-1,-1 0 0,1 0 1,0-1-1,0 1 0,-1 0 1,1 0-1,0-1 0,0 1 0,0 0 1,0 0-1,0 0 0,0 0 1,0-1-1,0 1 0,0 0 1,0 0-1,1 0 0,-1-1 0,0 1 1,1 0-1,-1 0 0,0-1 1,1 1-1,-1 0 0,1-1 1,-1 1-1,1 0 0,-1-1 0,1 1 1,-1-1-1,1 1 0,0-1 1,-1 1-1,2 0 0,11-6-9,-13 5 10,3-1 26,1-1-1,-1 1 0,0-1 1,0 0-1,0 0 1,0 0-1,0 0 1,0-1-1,-1 1 0,1-1 1,-1 1-1,0-1 1,0 0-1,1 0 1,-2 0-1,1 0 0,0-1 1,-1 1-1,0 0 1,2-7-1,1-2 151,-2 0 0,0 0 1,0 0-1,-1-23 0,-1 33-127,0 1-1,0 0 1,0 0 0,-1 0 0,1 0 0,0 0 0,-1-1-1,1 1 1,-1 0 0,1 0 0,-1 0 0,0 0 0,1 0-1,-1 1 1,0-1 0,0 0 0,1 0 0,-1 0 0,0 0-1,0 1 1,0-1 0,0 1 0,0-1 0,0 0 0,-2 0-1,-1 0 67,-1-1 0,1 1-1,-1 0 1,0 0 0,1 0-1,-1 1 1,-5-1 0,4 1-60,0 0 1,-1 0 0,1 1-1,0 0 1,0 0-1,0 0 1,0 1-1,0 0 1,0 0 0,0 0-1,-7 4 1,6 1-6,1-1 1,0 1 0,0 0-1,0 1 1,1-1 0,-9 16-1,12-19-59,0 0-1,0-1 0,1 1 0,-1 0 0,1 0 1,0 0-1,0 0 0,0 0 0,1 0 1,0 0-1,-1 0 0,1 0 0,1 1 0,-1-1 1,0 0-1,1 0 0,0 0 0,2 5 1,-2-8-29,0 0 0,0 0 0,0 1 0,0-1 0,0-1 0,0 1 0,0 0 0,1 0 0,-1 0 0,0-1 0,1 1 0,-1-1 0,0 1 0,1-1 1,-1 1-1,1-1 0,-1 0 0,1 0 0,2 0 0,35 1-757,-28-2 467,-7 2 208,0-1 0,0 0 0,0 0 0,0-1-1,0 1 1,0-1 0,-1 0 0,1 0 0,0 0 0,0 0 0,-1-1 0,1 0 0,-1 0-1,1 1 1,-1-2 0,0 1 0,0 0 0,0-1 0,3-3 0,-3 2 61,0-1 1,-1 0-1,1 1 0,-1-1 1,-1 0-1,1 0 1,-1-1-1,1 1 1,-1 0-1,-1 0 1,1-1-1,-1 1 0,0-8 1,-1 12 113,1-1 0,0 1 0,-1 0-1,1-1 1,-1 1 0,0 0 0,1 0 0,-1-1 0,0 1 0,0 0 0,0 0 0,0 0-1,0 0 1,0 0 0,0 0 0,0 0 0,0 1 0,0-1 0,0 0 0,-1 0 0,1 1-1,0-1 1,0 1 0,-1-1 0,1 1 0,0 0 0,-1-1 0,1 1 0,-1 0 0,1 0-1,-3 0 1,-57-1 1053,44 2-1069,11-1-241,-21 1 285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8:22.26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201 1 3874,'0'0'7569,"-1"7"-6937,2 8-293,-1 4-869,-4-34 393,3 14 137,1 0 1,0 1 0,-1-1 0,0 0 0,1 1-1,-1-1 1,1 0 0,-1 1 0,0-1 0,1 1-1,-1-1 1,0 1 0,0-1 0,0 1-1,1 0 1,-1-1 0,0 1 0,0 0 0,0-1-1,0 1 1,0 0 0,1 0 0,-1 0 0,0 0-1,-2 0 1,-30 0 95,23 1-39,4-1-240,1 0 0,0 1 0,0 0 0,0 1-1,0-1 1,0 1 0,0 0 0,0 0 0,0 0 0,1 1 0,-1 0 0,1-1-1,-7 8 1,-46 31-4803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8:22.993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85 114 3666,'0'0'4682,"9"10"-4314,-3-4-341,1 0 0,-1-1 0,1 0 0,0 0 0,13 8 0,-18-12-21,0 0-1,0 0 1,0-1-1,0 1 1,0 0-1,0-1 1,0 1-1,0-1 1,0 0-1,1 1 1,-1-1-1,0 0 1,0 0-1,0-1 1,0 1-1,0 0 1,1-1-1,-1 1 1,0-1-1,0 0 1,0 0-1,0 0 1,0 0-1,-1 0 1,1 0-1,0 0 1,0 0-1,-1-1 1,1 1-1,0-1 1,-1 1-1,0-1 1,1 0-1,-1 0 1,0 1-1,1-4 0,0 2 27,0 0-1,0 0 1,0 0-1,-1 0 1,1-1-1,-1 1 1,0 0-1,0-1 1,-1 1-1,1-1 1,0 1-1,-1-1 1,0 1-1,0-1 1,0 0-1,-1 1 0,1-1 1,-1 1-1,1-1 1,-1 1-1,0 0 1,-1-1-1,1 1 1,-1 0-1,1 0 1,-1-1-1,0 1 1,0 1-1,0-1 1,-1 0-1,1 0 0,0 1 1,-1-1-1,0 1 1,0 0-1,0 0 1,0 0-1,0 0 1,0 1-1,0-1 1,0 1-1,-1 0 1,-4-2-1,-6-1 165,1 1 1,-1 0-1,0 1 0,0 1 1,0 0-1,-20 2 0,19-1-247,14-1-9,0 1-1,-1 0 1,1 0-1,0 1 1,0-1-1,-1 0 1,1 0-1,0 0 1,0 1-1,0-1 0,0 1 1,-1-1-1,1 1 1,0-1-1,0 1 1,0 0-1,0 0 1,0-1-1,0 1 1,0 0-1,1 0 1,-1 0-1,0 0 0,0 0 1,1 0-1,-1 0 1,0 0-1,1 0 1,-1 0-1,1 0 1,0 1-1,-1-1 1,1 0-1,0 0 0,0 1 1,0-1-1,-1 0 1,2 2-1,-6 33-4085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8:23.87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278 128 2801,'0'0'4047,"-5"-13"-3734,-21-38 65,25 50-300,0 0-1,0 0 0,0 0 0,-1 0 0,1 0 0,0 0 1,-1 0-1,1 0 0,-1 0 0,1 1 0,-1-1 0,1 0 1,-1 1-1,1-1 0,-1 1 0,0 0 0,1 0 0,-1 0 1,0-1-1,1 1 0,-1 1 0,0-1 0,1 0 0,-1 0 1,0 1-1,1-1 0,-1 1 0,1-1 0,-1 1 0,1-1 1,-1 1-1,1 0 0,-1 0 0,1 0 0,0 0 0,-1 0 1,1 0-1,-2 2 0,-3 6 128,1 0 0,0 0-1,0 0 1,1 0 0,0 1 0,1 0 0,0-1 0,1 1 0,0 1-1,0-1 1,1 0 0,0 0 0,1 13 0,1-22-221,0-1 1,0 1 0,1 0-1,-1-1 1,0 1-1,1-1 1,-1 0-1,0 1 1,0-1-1,1 0 1,-1 0 0,1 0-1,-1 0 1,0 0-1,1 0 1,-1 0-1,3-1 1,-1 1-27,3 0-35,-1 0 0,1-1 1,-1 0-1,1 0 1,-1 0-1,0-1 1,1 0-1,-1 0 0,0 0 1,0-1-1,-1 1 1,1-1-1,0 0 0,-1 0 1,0-1-1,1 0 1,-1 1-1,-1-2 0,1 1 1,-1 0-1,4-5 1,-2 0-42,0 1 1,-1-1 0,0 0 0,0 0-1,-1 0 1,0 0 0,-1 0 0,0-1-1,0 0 1,-1 1 0,0-14 0,-1 21 139,-1 1 1,1-1-1,-1 1 1,1-1 0,-1 1-1,0-1 1,0 1 0,1-1-1,-1 1 1,0 0 0,0-1-1,-1 1 1,1 0-1,0 0 1,0 0 0,0 0-1,-1 0 1,1 0 0,-1 0-1,1 0 1,-1 0-1,1 1 1,-1-1 0,1 1-1,-1-1 1,1 1 0,-1 0-1,0-1 1,1 1 0,-1 0-1,-2 0 1,-66-2 862,53 2-595,6 1-157,0 0-1,0 1 1,0 0-1,0 0 0,1 1 1,-1 1-1,1-1 1,0 2-1,-15 8 1,20-11-261,1 1 1,-1 0 0,1-1-1,0 2 1,0-1-1,0 0 1,0 1 0,0 0-1,1 0 1,0 0-1,0 0 1,0 1 0,0-1-1,1 1 1,-1 0-1,1 0 1,0-1 0,1 1-1,-1 1 1,1-1 0,-1 10-1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8:24.42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24 67 2481,'0'0'5661,"18"14"-5346,-1-1-254,1 0-1,27 13 1,-43-25-65,1 0 1,0 0-1,0 0 0,0 0 1,0-1-1,0 0 1,0 1-1,0-1 1,0 0-1,0-1 1,0 1-1,0 0 0,0-1 1,0 0-1,0 1 1,-1-1-1,1-1 1,0 1-1,0 0 1,-1 0-1,1-1 0,-1 0 1,1 1-1,2-4 1,2-1-174,0-1 1,-1 1 0,0-1-1,0-1 1,6-9-1,-11 15 146,0 1 0,1-1 0,-1 0 0,0 0 1,0 0-1,0 0 0,0 0 0,0 0 0,0 0 0,-1 0 0,1 0 0,-1-1 0,1 1 0,-1 0 0,0 0 0,0 0 0,0-1 0,0 1 0,0 0 0,0 0 0,-1 0 0,0-4 0,-1 4 111,1 1-1,-1-1 1,1 1 0,-1 0 0,0-1 0,0 1-1,1 0 1,-1 0 0,0 0 0,0 0 0,0 0-1,0 1 1,0-1 0,0 1 0,-1-1 0,1 1 0,0 0-1,0 0 1,0 0 0,0 0 0,-3 0 0,-11 0 437,0 0 1,1 1 0,-1 1 0,0 0-1,1 1 1,-18 6 0,28-7-617,1 0 0,-1 0 0,1 0 0,-1 1 0,1 0 1,0-1-1,0 1 0,0 1 0,0-1 0,1 1 0,-1-1 0,1 1 0,0 0 1,0 0-1,0 0 0,1 1 0,0-1 0,0 1 0,0-1 0,0 1 0,0 0 1,1 0-1,-2 9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28:24.88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198 1 3362,'0'0'5170,"-23"22"-3772,-68 73-459,67-59-410,24-16-160,1-12-264,-1-7-104,0 0 1,0 0-1,0-1 0,0 1 1,0 0-1,1 0 0,-1-1 1,0 1-1,1 0 1,-1 0-1,0-1 0,1 1 1,-1-1-1,1 1 0,-1 0 1,1-1-1,0 1 0,-1-1 1,1 1-1,-1-1 0,1 1 1,0-1-1,-1 1 0,1-1 1,0 0-1,0 1 0,29 4-19,30-8-267,-53 1 171,1 0 0,0-1-1,-1 1 1,0-2 0,0 1-1,1-1 1,-2 0 0,1 0 0,0-1-1,-1 0 1,8-7 0,-11 9 124,0 0 1,0 0 0,0 0-1,-1 0 1,1 0 0,-1-1-1,1 1 1,-1-1 0,-1 0 0,1 1-1,0-1 1,-1 0 0,0 0-1,0 0 1,0 0 0,0 0-1,0 0 1,-1 0 0,0-1-1,0 1 1,0 0 0,-1 0-1,0-6 1,0 9 36,0 0 0,0 0 0,0 0 0,0 1 0,0-1 0,0 0 0,0 0 0,-1 1 0,1-1 0,0 1 0,0-1 0,-1 1 0,1 0 0,0 0 0,0-1 0,-1 1 0,1 0 0,0 0 0,-1 0 0,1 0 0,0 0 0,-1 0 0,1 1-1,-2 0 1,-3-1 108,-1-1-141,0 1 1,0 0-1,0 0 0,0 0 1,0 1-1,0 0 1,0 1-1,0-1 1,1 1-1,-1 1 1,0-1-1,1 1 0,0 0 1,-1 1-1,1-1 1,-7 7-1,-47 36-2391,-8 7-3932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30:04.15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1625 343 1857,'0'0'4757,"-3"-32"-3957,-15-100-29,17 126-719,0 0 0,-1 0 0,1 0 0,-1 0 1,0 0-1,-1 0 0,0 1 0,1-1 0,-2 1 0,1 0 0,-1 0 0,0 0 0,0 0 0,0 1 0,0-1 0,-1 1 1,0 0-1,0 0 0,0 1 0,0 0 0,-1 0 0,1 0 0,-1 0 0,-8-2 0,9 3-33,-15-6 2,0 2 1,0 0 0,0 1-1,0 1 1,-1 1-1,-27 0 1,-127 6 53,142 1-74,1 0-1,0 3 1,0 1-1,1 1 1,0 1-1,0 2 1,-44 24-1,26-9 11,2 2 0,1 3 0,-69 61 0,91-71 8,0 2 0,2 1 0,1 0 0,2 2 0,0 0 0,1 1-1,2 1 1,1 1 0,-17 47 0,18-31 82,1 1 0,3 0 0,1 1 0,3 0 0,0 91 1,6-122-48,-1 4 36,0 0 0,2 0 0,0 0 0,2 1 0,0-2 0,1 1 0,2 0 0,11 29 0,-8-30-56,1 0 0,1-1-1,1-1 1,1 0 0,0-1 0,2 0 0,25 24-1,-26-30-21,-1 0 0,2-1-1,0-1 1,0 0-1,0-1 1,1-1-1,0-1 1,1 0-1,-1-1 1,23 4-1,27 0 13,0-4 0,110-4 0,-81-2 51,3-2-131,121-20-1,100-32-167,-89 13-175,-174 32 306,225-43-649,-236 42 673,0-3 0,-1-1 0,-1-2 0,43-24 1,-83 40 78,1-1 1,-1 1 0,0-1-1,0 0 1,0 0 0,0 0-1,0 0 1,-1-1 0,1 1-1,-1-1 1,1 0 0,-1 0-1,0 1 1,0-1 0,0-1-1,0 1 1,1-5 0,-3 8-10,0 0 1,0-1 0,1 1 0,-1 0 0,0-1-1,0 1 1,0 0 0,0-1 0,0 1-1,0 0 1,0-1 0,0 1 0,-1 0-1,1 0 1,0-1 0,0 1 0,0 0 0,0-1-1,0 1 1,0 0 0,-1-1 0,1 1-1,0 0 1,0 0 0,0-1 0,-1 1-1,1 0 1,0 0 0,0 0 0,-1-1 0,1 1-1,-1 0 1,-16-4 5,14 4-6,-179-12-56,-37-5-7,53-9 73,2-6 0,2-8 1,1-7-1,-154-68 0,305 110-12,-19-6 44,1-2 0,0-2 0,-32-21 0,53 32-41,1-1 0,0-1 0,0 1 0,0-1 0,0 0 0,1 0 0,0 0 0,0-1-1,1 0 1,0 0 0,0 0 0,0 0 0,1-1 0,0 1 0,1-1 0,0 0 0,-2-12-1,2 10-16,1 0-1,0 0 1,1-1-1,1 1 1,-1 0-1,1 0 1,1 0-1,0 0 1,0 0-1,1 0 1,1 0-1,-1 1 1,2 0-1,-1-1 1,1 2-1,0-1 1,1 0-1,0 1 1,1 0-1,-1 1 1,11-9-1,8-7-40,2 1-1,0 1 1,1 1 0,1 2-1,1 1 1,1 2 0,0 0-1,1 2 1,1 2 0,-1 1-1,2 1 1,-1 2 0,1 1-1,0 2 1,1 1 0,35 2-1,-34 1 57,5-2 3,0 3-1,0 1 0,0 2 0,-1 1 0,58 17 1,-53-8 2,-2 3 0,0 2 0,0 1 0,-2 3 0,-1 1 1,-1 2-1,67 58 0,-84-64 7,-2 0 0,0 2 0,-2 0-1,0 1 1,-2 1 0,0 1 0,-2 0 0,-1 1 0,-1 1 0,-1 0 0,-1 0 0,-1 1 0,8 54 0,-12-45 25,-2 1-1,-1-1 1,-2 1 0,-2-1 0,-7 41 0,4-51-26,-1-1 1,-1 0-1,-2 0 0,0-1 1,-2 0-1,-1-1 0,-24 39 1,9-25-2,-1-2 0,-2 0 0,-2-2 0,-1-2 0,-1-1 0,-2-1 0,-1-2 0,-1-2 0,-64 34 0,55-37 19,-1-2 0,-1-3 0,0-1 0,-2-3 0,1-1-1,-2-3 1,1-2 0,-68 1 0,82-7 85,0-2 1,0-1 0,0-2-1,-48-10 1,74 10-103,0 0 1,1 0 0,0-1 0,-1-1 0,2 0 0,-1 0 0,0-1-1,1 0 1,0-1 0,1 0 0,-1 0 0,2-1 0,-1 0 0,1 0-1,0-1 1,0 1 0,1-2 0,0 1 0,-4-12 0,2 3-31,1-1 0,1-1 0,1 1 1,0-1-1,2 0 0,0 0 0,1-1 1,1 1-1,2-21 0,1 15-25,0 1 0,2 0 1,1 0-1,1 1 0,1-1 0,19-43 0,-4 25-119,2 2 1,2 0-1,1 2 0,3 1 0,66-67 0,-51 62 39,3 2-1,1 2 0,2 2 0,62-33 0,-75 51 113,0 2 0,1 1 0,1 2 0,0 2 0,1 1 1,0 2-1,1 2 0,0 2 0,0 2 0,46 2 0,-62 2 17,0 1 0,-1 1 0,0 1 0,1 1 0,-1 1 0,-1 1 0,0 2 0,0 0 0,0 2-1,-1 0 1,-1 1 0,34 25 0,-11-4 100,-1 2 0,-2 1-1,-2 2 1,-1 2 0,-2 2-1,-1 1 1,-3 2 0,-2 1-1,38 76 1,-58-98-90,-1 1 1,-2 0-1,-1 1 1,0 0 0,-2 0-1,-1 0 1,-2 0-1,0 1 1,-3 45-1,0-58-11,-1 0-1,0 0 0,-1 0 1,0 0-1,-2-1 1,1 1-1,-1-1 0,-1 0 1,-1 0-1,0-1 1,-11 16-1,5-12 24,0 0 0,-1-2 0,0 1 0,-2-2 1,1 0-1,-2-1 0,-23 14 0,9-9 13,-2-2 0,1 0 0,-2-3-1,0-1 1,0-1 0,-1-2 0,0-1 0,-67 3 0,40-7 37,-67-8 0,105 3-70,-1-2 0,1 0-1,0-2 1,1-1 0,-39-16 0,19 1 2,1-1 0,1-3 0,1-1 0,1-2 0,2-1 0,-37-40 0,4-5 2,-109-151-1,160 200-27,2 0-1,1-2 1,1 0-1,2-1 1,0 0-1,2-1 1,-8-35-1,15 49-23,1 0 0,1 0-1,1 0 1,0 0 0,1 0-1,0 0 1,1 0 0,1 0 0,1 0-1,0 1 1,1-1 0,1 1-1,1 0 1,0 0 0,15-28 0,-1 14-121,1 1 0,1 0 0,1 2 0,2 1 0,0 1 0,2 1 0,0 1 0,1 1 1,2 2-1,0 1 0,59-26 0,-38 23-118,1 3 0,1 2 0,1 2-1,0 2 1,0 3 0,104-4 0,-157 13 279,184 1-30,-155 1 27,0 1-1,0 2 0,-1 0 1,32 12-1,-16-1-18,-1 2 0,45 25 0,-69-32-115,0 1 1,-1 1-1,-1 0 1,0 2-1,0 0 1,19 23-1,-33-33 128,0 0 0,-1 1 0,1 0 0,-1 0 0,0 0 0,0 0 0,-1 1 0,0-1 0,0 1 0,-1-1 0,1 1 0,-1 0 0,-1-1 0,1 1 0,-1 0 0,0 0-1,-1-1 1,0 1 0,0 0 0,0-1 0,-1 1 0,0 0 0,0-1 0,-1 0 0,0 0 0,0 0 0,0 0 0,-1 0 0,0 0 0,0-1 0,0 0 0,-7 7 0,-9 4 79,-1 0 0,0-2 1,-1-1-1,-1 0 0,0-2 0,0-1 1,-1 0-1,-1-2 0,1-1 1,-38 6-1,-12-2-11,0-3 0,-101-3-1,131-5-29,-1-1 0,0-3-1,1-1 1,0-3 0,0-1-1,1-2 1,-72-29 0,-111-71 612,-257-169 0,301 169 22,32 19-398,31 17-180,-2 4 0,-177-72 0,281 135-69,0 2 1,-1 0-1,1 1 1,-1 1-1,0 0 1,-1 1-1,1 1 1,0 1-1,-1 1 1,-18 2-1,33-1 21,0 0 1,0 0-1,0 1 0,0 0 0,0 0 0,1 0 0,-1 0 0,1 0 1,-1 1-1,1-1 0,0 1 0,0 0 0,0 0 0,0 0 0,1 0 1,-1 1-1,1-1 0,0 1 0,0 0 0,0-1 0,0 1 0,-1 5 1,-2 6 71,1 1 0,0 0 0,1 0 1,-1 23-1,1-9-42,1 0 1,1 0-1,2-1 1,1 1-1,2 0 0,0 0 1,2-1-1,2 0 1,0 0-1,2-1 0,1 0 1,1 0-1,1-2 1,27 40-1,-13-28-46,2-1 0,2-2 0,1-1 0,2-1 0,1-2-1,1-1 1,2-2 0,1-1 0,53 26 0,-44-29-17,1-3 0,1-2 0,1-2 0,0-2 0,1-2-1,1-3 1,103 7 0,152-16 58,-242-6-176,0-2 0,104-26 0,-132 22 20,7-2-358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30:13.914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520 1 2017,'0'0'2836,"-28"4"-2567,-89 17 110,111-19-331,1-1 1,-1 1-1,1 0 0,0 0 0,-1 0 0,1 1 0,0 0 0,1 0 1,-1 0-1,1 0 0,-1 1 0,1 0 0,0 0 0,-4 5 1,-6 6 95,-12 13 143,0 1 0,2 2 0,1 1-1,2 0 1,1 2 0,1 0 0,2 1 0,2 1 0,-19 62-1,17-30 140,3 0-1,2 0 0,4 1 0,1 109 1,6-169-418,2 0 0,-1 0 0,1 0 0,1 0 0,0 0 1,0 0-1,0-1 0,1 1 0,1-1 0,-1 0 0,1 0 1,1 0-1,0 0 0,0-1 0,0 1 0,1-1 1,0-1-1,0 1 0,0-1 0,1 0 0,0-1 0,1 1 1,-1-1-1,1-1 0,0 0 0,0 0 0,0 0 0,0-1 1,1 0-1,15 3 0,-9-3-13,0 0 0,1-1-1,-1-1 1,0 0 0,1-1 0,-1-1-1,0 0 1,1-1 0,-1-1 0,0 0 0,0-1-1,-1-1 1,1 0 0,-1-1 0,0-1-1,-1 0 1,1-1 0,-1 0 0,-1-1 0,0 0-1,0-1 1,14-15 0,-2-1 31,0 0-1,-2-1 1,-1-2 0,-2 0-1,-1-1 1,-1-1 0,19-47-1,-27 55 45,-1-2-1,-1 1 0,-1-1 0,-1 0 0,-2 0 0,0 0 0,-1-1 1,-2 1-1,-1-1 0,-1 1 0,-5-27 0,3 38-9,-1-1 0,-1 0 1,0 1-1,-1 0 0,0 1 0,-1-1 0,-1 1 0,0 1 1,-1 0-1,0 0 0,-1 1 0,0 0 0,-1 1 1,0 0-1,0 1 0,-1 0 0,-1 1 0,1 1 0,-1 0 1,0 1-1,-1 0 0,0 1 0,1 1 0,-2 0 0,1 1 1,-20-1-1,26 3-45,2 0 37,1 1 0,-1-1 1,0 1-1,0 0 0,0 0 0,0 1 0,1 0 0,-1 0 0,0 1 0,1 0 0,-1 0 0,1 0 0,0 1 0,0 0 0,0 0 0,0 1 0,-8 6 0,-4 7 14,1 2-1,2 0 1,0 0-1,0 2 1,2 0-1,1 0 0,1 1 1,0 1-1,2 0 1,-12 42-1,9-16-25,2 0 0,2 1 1,3 0-1,0 66 0,5-92-41,1 0 1,1 1-1,1-1 1,1 0-1,1 0 1,12 32-1,-11-40-14,1-1-1,1 0 0,1 0 0,0-1 1,0 0-1,2 0 0,-1-1 1,2-1-1,0 0 0,15 12 1,-13-13-56,0-1 1,0-1 0,1-1 0,1 0 0,-1 0-1,1-2 1,1 0 0,-1 0 0,21 2-1,-4-2-227,1-2-1,-1-1 0,59-4 1,-84 1 273,-1-1 1,0 0 0,0 0-1,0 0 1,0-1 0,0 0-1,0-1 1,-1 1-1,1-1 1,-1-1 0,0 1-1,0-1 1,0 0 0,0 0-1,9-9 1,-8 4 19,0 1 1,0-1 0,-1 0-1,-1-1 1,1 0-1,-1 0 1,-1 0-1,0 0 1,3-14-1,2-18 68,-2 0 1,-2 0-1,-1-1 0,-4-49 1,0 91-64,0-21 50,-2 1-1,-1-1 1,0 1-1,-2-1 0,0 1 1,-1 0-1,-1 1 1,-2-1-1,0 2 1,0-1-1,-2 1 0,0 1 1,-2 0-1,0 0 1,-1 1-1,0 1 1,-1 1-1,-25-21 0,22 21 74,-1 0 0,0 1-1,-1 1 1,0 1 0,-27-12-1,33 18-42,0 1 0,0 1 0,0 0 0,-1 1-1,0 0 1,0 1 0,1 1 0,-1 0 0,-21 3-1,31-1-66,1 0-1,-1 0 1,0 1-1,1 0 0,-1 0 1,1 0-1,0 1 0,0 0 1,0-1-1,0 1 0,0 1 1,0-1-1,1 0 0,0 1 1,-1 0-1,1 0 0,1 0 1,-1 0-1,1 0 0,-1 1 1,-1 5-1,-7 15 27,1 0-1,-10 42 1,18-61-37,-12 55-23,2 1-1,3 0 1,2 1 0,3 74-1,4-125-135,0 1-1,1-1 0,1 0 1,0 0-1,1 0 0,0 0 0,1 0 1,0-1-1,1 0 0,0 0 1,1 0-1,0 0 0,1-1 1,0 0-1,0 0 0,1-1 1,0 0-1,17 14 0,43 30-2504,-1-12-2239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7:54:09.8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593 761 688,'0'0'2626,"0"-28"-1084,0-86 184,0 106-1378,0 1 0,-1-1 1,0 1-1,0 0 0,0-1 0,-1 1 1,0 0-1,0 0 0,-1 0 1,-4-8-1,4 11-181,1 0 0,-1 1 1,0-1-1,0 1 0,0-1 1,0 1-1,-1 0 0,0 0 1,1 1-1,-1-1 0,0 1 0,-8-4 1,-2 2 4,0 0 1,-1 1 0,1 1-1,-1 0 1,0 1 0,0 1 0,-23 2-1,3-2-76,24 0-81,-1 1-1,1 0 1,0 1 0,0 0 0,0 0-1,0 1 1,0 1 0,0 0-1,1 0 1,0 1 0,0 0-1,-9 7 1,6-2-10,2-1-1,-1 1 1,1 1-1,1 0 1,0 1-1,0 0 1,1 0-1,-7 15 1,0 2-3,3 1 0,0 0 0,2 1 0,2 0 0,0 1 0,2 0 0,-5 56 0,7-23 50,5 110 0,2-151-40,0 1 1,2-1-1,1 0 0,1 0 1,1-1-1,1 0 1,18 37-1,-11-34-12,0-1 0,2 0 0,0-2 0,2 0 0,1-1 0,0-1 0,2-1 0,0 0 0,1-2 0,1-1 0,1-1 0,0-1 0,34 15 0,-54-28-2,0 0 0,0-1 0,0 1 0,0-1 0,0-1 0,0 1 0,9 0 0,-13-1 7,1-1-1,-1 1 1,1 0 0,-1 0-1,0-1 1,1 1-1,-1-1 1,1 1 0,-1-1-1,0 1 1,1-1 0,-1 0-1,0 0 1,0 0-1,0 0 1,0 0 0,1 0-1,-1 0 1,0 0 0,-1 0-1,1 0 1,0 0-1,0-1 1,0 1 0,-1 0-1,1-1 1,-1 1-1,1 0 1,0-3 0,4-31 44,-1-1 0,-1 0 0,-2 0 0,-4-42 0,0-8-30,3 29-11,-3 0 0,-3 0 1,-19-84-1,16 105 9,-2 0 0,-2 0 0,-1 1 0,-2 1 0,-1 0 0,-30-44 0,28 50-11,8 10 7,-1 1 0,0 1 1,-1 0-1,0 0 0,-19-15 0,31 31-18,0-1-1,0 0 0,0 0 1,0 0-1,0 1 0,0-1 1,0 1-1,0-1 0,0 1 1,-1-1-1,1 1 0,0-1 1,0 1-1,0 0 1,-1 0-1,1 0 0,0 0 1,0 0-1,-1 0 0,1 0 1,0 0-1,0 0 0,-1 0 1,1 1-1,0-1 0,0 1 1,0-1-1,0 1 0,-1-1 1,1 1-1,0-1 0,0 1 1,0 0-1,0 0 1,0 0-1,1-1 0,-1 1 1,0 0-1,0 0 0,0 0 1,1 0-1,-1 0 0,1 1 1,-1 0-1,-4 6-2,1 1-1,1 0 1,0 0 0,-3 15 0,4-19 4,-6 43 4,2 1-1,2 0 0,2 0 1,7 74-1,-3-93 12,1 10 32,1 0-1,2 0 1,3 0-1,0 0 1,3-2-1,1 1 1,2-1-1,1-1 1,43 68-1,-45-84-32,1 0 0,1-1 0,1-1 0,1-1-1,0 0 1,2-2 0,28 21 0,-32-27-17,1-1 0,0 0 0,1-1 0,-1-1 0,2-1 0,-1 0 0,0-1 0,1-1 0,0-1 0,31 1 0,-46-3 15,1-1-1,-1 0 1,0 0-1,1-1 1,-1 1-1,0-1 1,1 0-1,-1 0 1,0 0-1,0-1 1,0 1-1,0-1 1,4-2-1,-5 2 0,-1-1-1,1 0 1,-1 1 0,0-1 0,0 0-1,0 0 1,0 0 0,0 0-1,-1 0 1,1 0 0,-1-1 0,0 1-1,0-1 1,0 1 0,-1 0-1,1-5 1,5-40 68,-3 0 0,-2 0 1,-6-63-1,4 89-64,-13-94 57,-4 1 0,-53-177 0,43 183-133,-192-644-279,207 730 324,13 23 16,-1 0 0,1 0 1,0 0-1,-1 0 0,1-1 1,0 1-1,-1 0 0,1 0 1,0 0-1,-1 0 0,1 0 0,-1 0 1,1 0-1,0 0 0,-1 0 1,1 0-1,0 0 0,-1 1 1,1-1-1,-1 0 0,1 0 1,0 0-1,-1 0 0,1 1 1,0-1-1,0 0 0,-1 0 1,1 0-1,0 1 0,-1-1 1,1 0-1,0 1 0,0-1 1,0 0-1,-1 1 0,-20 48-414,16-38 330,-105 309-5427,34-96-3017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27:40.97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121 281 976,'-1'-5'10867,"-2"29"-10625,-11 70 644,0 111 0,14-153-758,0-35-157,0-37-326,1-17 119,-1 0 1,-3 1-1,0-1 0,-3 1 1,-18-69-1,-28-33 121,51 137 106,1 0-1,0 1 1,0-1-1,0 0 0,-1 0 1,1 1-1,0-1 1,0 0-1,0 0 1,0 1-1,0-1 1,0 0-1,1 0 1,-1 1-1,0-1 0,0 0 1,0 1-1,1-1 1,-1 0-1,0 0 1,1 1-1,-1-1 1,1 1-1,-1-1 1,1 0-1,-1 1 0,1-1 1,-1 1-1,1-1 1,22-11-40,-14 8 59,2-1-10,120-57-86,173-55 1,-299 116-417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27:43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18 434 3650,'0'0'7510,"-2"-4"-6667,0 12 152,-12 508 355,14-515-1721,0-8-331,2-17 374,0 1-1,2 0 1,7-26-1,4-25-104,-4-35-162,-3-160 1,-8 249 657,0 7 9,0 0 1,-1-1-1,-1 1 0,0 1 0,-1-1 1,0 0-1,-1 0 0,0 1 0,-1 0 1,0 0-1,-8-12 0,12 23-51,0 0 0,1-1 0,-1 1 0,0 0 1,1 0-1,-1-1 0,1 1 0,-1 0 0,1-1 0,-1 1 0,1-1 0,0 1 0,0 0 0,0-1 0,0 1 0,0-1 1,0 1-1,0-1 0,0 1 0,1 0 0,-1-1 0,0 1 0,1-1 0,0 1 0,-1 0 0,1 0 0,-1-1 0,1 1 0,0 0 1,0 0-1,0 0 0,0 0 0,0 0 0,0 0 0,0 0 0,0 0 0,0 0 0,0 0 0,1 0 0,0 0 0,8-4 40,0 0 0,0 1-1,0 0 1,14-4-1,-8 3 67,283-94 532,-264 88-736,-33 11-227,-30 5-1303,-120 47-4249,85-30 1550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27:44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4226,'0'0'8004,"228"16"-6884,-164-16-63,-5-6-465,-9-7-448,-12 7-48,-10 3-96,-10 3-176,-11 0-1169,0-4-736,3-5-1296,-3-7-2530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27:44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31 187 4674,'0'0'3444,"-5"24"-3332,-13 73-304,13-218 878,4 83-327,0 21 212,1-1 0,0 1 0,1-1 1,6-28-1,-5 45-480,0 0 1,0 1-1,0-1 0,0 1 1,0-1-1,0 1 1,0 0-1,0 0 0,0 0 1,0 0-1,0 0 1,0 0-1,0 0 0,0 1 1,0-1-1,0 1 1,3 0-1,8 1 30,-2 0-105,1-2 1,0 1 0,-1-2-1,1 1 1,-1-2-1,1 0 1,-1 0-1,1-1 1,18-7-1,-26 8-23,1-1-1,0 1 0,0 0 1,0 0-1,0 1 0,0-1 0,0 1 1,9-1-1,-14 3 3,1-1 0,0 1 0,-1 0 1,1-1-1,-1 1 0,1 0 0,-1-1 0,1 1 0,-1 0 0,1 0 1,-1-1-1,1 1 0,-1 0 0,0 0 0,0 0 0,1-1 0,-1 1 1,0 0-1,0 0 0,0 0 0,0 0 0,0 0 0,0 0 1,0-1-1,-1 2 0,2 4-8,2 26 418,-1 1-1,-2 0 0,-1-1 1,-1 1-1,-2-1 1,-14 57-1,16-77-264,-1 1-531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27:45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60 4322,'0'0'4896,"5"27"-3133,9 69-592,2 124 0,-16-161-955,0-36-420,0-20-368,0-8-463,-4-60-946,-22-112 0,8 63 1597,13 80 438,-5-58 1677,22 91-373,323 1 701,-334 0-2533,-7 3 4,-42 19 22,0-2-1,-97 25 1,55-18-205,86-26 640,-9 2-67,1 2-1,0-1 0,-22 13 0,31-15 95,0-1-1,1 1 1,-1 0 0,1 0-1,0 0 1,-1 0-1,1 1 1,0-1-1,0 0 1,0 1-1,1 0 1,-1-1-1,1 1 1,-1 0-1,1 0 1,0 0 0,0 0-1,0 0 1,1 0-1,-1 0 1,1 0-1,-1 4 1,2-4 64,-1 1 0,0-1 0,1 1 0,0-1 0,0 1 0,0-1 0,0 1 0,1-1 0,-1 0 0,1 0 0,0 0 0,0 0-1,0 0 1,0 0 0,1 0 0,-1-1 0,1 1 0,-1-1 0,1 0 0,0 0 0,0 0 0,0 0 0,0 0 0,0 0 0,1-1 0,-1 0 0,0 1 0,1-1 0,-1-1 0,7 2 0,13 2 169,0-1-1,0 0 1,39-3-1,-45 0-176,21 0 16,0-2 0,0-1 0,55-13 0,-80 14-34,-3 1-4388,-19 3 772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27:46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0 158 6307,'0'0'7998,"0"15"-7579,0 44-326,0-44-127,0-21-652,1-12 293,0 1-1,6-31 1,-5 40 382,-1 1 1,2-1 0,-1 1-1,1 0 1,0 0 0,0 0 0,1 1-1,0-1 1,7-9 0,-10 16 14,-1-1 0,0 1 1,1 0-1,-1-1 0,1 1 1,-1 0-1,1-1 0,-1 1 1,0 0-1,1 0 0,-1 0 1,1-1-1,-1 1 0,1 0 0,0 0 1,-1 0-1,1 0 0,-1 0 1,1 0-1,-1 0 0,1 0 1,-1 0-1,1 0 0,-1 0 1,1 0-1,-1 0 0,1 1 0,-1-1 1,1 0-1,-1 0 0,1 0 1,-1 1-1,1-1 0,-1 0 1,1 1-1,-1-1 0,0 0 1,1 1-1,-1-1 0,1 1 0,18 25 320,0-3-112,-16-22-215,0 0-1,0 0 1,0-1-1,0 1 0,0-1 1,1 0-1,-1 0 1,0 0-1,0 0 1,0-1-1,0 1 1,1-1-1,-1 0 1,0 0-1,0 0 0,0 0 1,-1 0-1,1-1 1,0 0-1,4-3 1,5-3-31,-1-1 1,-1-1-1,14-15 1,-4 4-12,-13 15 17,-5 2 16,1 1 0,0 0 1,0 0-1,1 0 0,-1 1 0,0-1 1,1 1-1,0 0 0,-1 0 0,1 0 1,0 0-1,0 1 0,0 0 0,0-1 0,8 0 1,-11 2 5,-1 1 1,1-1-1,0 0 0,0 1 1,0-1-1,0 0 1,0 1-1,0-1 1,-1 1-1,1-1 0,0 1 1,0 0-1,-1-1 1,1 1-1,0 0 1,-1-1-1,1 1 1,-1 0-1,1 0 0,-1 0 1,1 0-1,-1-1 1,0 1-1,1 0 1,-1 0-1,0 0 1,0 0-1,0 0 0,1 0 1,-1 0-1,0 1 1,1 40 222,-2-30-131,1 11 118,2 12 171,-3 0 0,0 0 0,-3 1 0,-1-2 0,-13 51 0,-10 8 124,27-91-532,-2 1-2309,1-3 1447,-10 0-5183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27:51.8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278 97 96,'0'0'2524,"-15"-15"-1871,-44-49 135,34 47 1887,9 19-997,14-1-1587,1 1 1,0-1-1,0 1 1,-1 0-1,1-1 1,0 1-1,0 0 1,0 0-1,1 0 0,-1 0 1,0 0-1,0 3 1,0-1-91,-10 33 365,1 2 0,3-1 0,1 1 0,-2 56 0,10 163 692,0-212-918,8 710 1117,-28-417-964,6-139-259,0 1-11,8-120 23,-15 89 1,8-89 305,-1 89 0,9 1513 1900,-11-1480-2143,0-1 17,14 412 661,0-598-742,0 0 0,2-1 1,0 1-1,5 17 0,-4-20-711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28:07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1697,'0'0'7518,"-5"31"-7035,-13 100-22,5 78 1352,7-71-968,2-98-626,1 4 99,-2-1 1,-2 0 0,-23 78 0,30-121-363,-1 0 0,1 0 0,0 0 0,0 0 0,0 0 0,0 0 0,0 0 0,0 0 0,0-1 0,-1 1 0,1 0 1,0 0-1,0 0 0,0 0 0,0 0 0,0 0 0,-1 0 0,1 0 0,0 0 0,0 0 0,0 0 0,0 0 0,0 0 0,-1 0 1,1 0-1,0 0 0,0 0 0,0 0 0,0 0 0,0 0 0,-1 0 0,1 1 0,0-1 0,0 0 0,0 0 0,0 0 0,0 0 1,0 0-1,-1 0 0,1 0 0,0 0 0,0 1 0,0-1 0,0 0 0,0 0 0,0 0 0,0 0 0,0 0 0,0 0 1,0 1-1,0-1 0,0 0 0,-4-26-1585,3-41-692,1-2-587,0-5-1401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28:07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3073,'0'0'8527,"-6"22"-7820,1 1-499,3-10-108,0 0 0,-2 0 0,0 0-1,0 0 1,-1-1 0,-1 1 0,0-1 0,-8 12 0,-5 2 392,-1-1 0,-1 0 0,-1-1 0,-1-1 0,-1-2 0,-51 36 0,75-57-504,0-1 0,0 1-1,0 0 1,0 0 0,0 0-1,0 0 1,0 0 0,0 0-1,0 0 1,0 0 0,0 0-1,0 0 1,0 0 0,0-1-1,0 1 1,0 0 0,0 0-1,0 0 1,0 0 0,0 0-1,0 0 1,0 0 0,0 0-1,0 0 1,0 0 0,0 0-1,0 0 1,0 0 0,0-1-1,0 1 1,-1 0 0,1 0-1,0 0 1,0 0 0,0 0-1,0 0 1,0 0 0,0 0-1,0 0 1,0 0 0,0 0-1,0 0 1,0 0 0,0 0-1,-1 0 1,1 0 0,9-14-16,15-17 275,18-16-199,35-35 91,-69 74-141,1 1 1,0 0-1,0 0 0,1 1 1,-1 0-1,2 1 0,13-6 1,-22 10-1,1 0 0,0 0 0,0 1 1,0-1-1,0 1 0,0 0 0,0-1 0,-1 1 1,1 1-1,0-1 0,0 0 0,0 1 1,0-1-1,0 1 0,-1 0 0,1 0 0,0 0 1,-1 0-1,1 1 0,0-1 0,-1 1 1,0-1-1,1 1 0,-1 0 0,0 0 0,0 0 1,0 0-1,0 0 0,0 1 0,1 2 1,5 8 48,-1 0 1,0 0-1,-1 1 1,7 24-1,-7-22 0,-3-8-47,1 2 51,1 1 1,-1 1 0,-1-1 0,0 0 0,-1 1-1,0 0 1,-1-1 0,0 1 0,-2 15 0,-7-23 113,-64 4-90,-143-5 0,119-4-574,106-17-5032,34-8 366,17-3-1374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28:08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3169,'0'0'4675,"6"29"-2800,-5-25-1789,11 58 1161,-3 0 1,2 74 0,-11 92 2001,-16-228-5133,-4 0 1706,0 0-1,1 1 0,-1 1 1,1 1-1,-1 1 0,1 1 0,0 0 1,1 2-1,-1 0 0,1 1 0,1 0 1,-29 19-1,42-24 283,-17 11 213,13-4 1081,58-8-908,0-2-1,0-1 0,0-4 0,79-15 1,-75 9-271,83-4-1,-90 11-194,-47 4-93,1 0 0,0 0 1,0 0-1,0 0 0,0-1 0,0 1 0,0 0 0,-1 0 0,1-1 0,0 1 0,0 0 0,0-1 0,-1 1 0,1-1 1,0 1-1,0-1 0,-1 0 0,1 1 0,-1-1 0,1 0 0,0 1 0,-1-1 0,1 0 0,-1 1 0,1-1 1,-1 0-1,0 0 0,1 0 0,-1-1 0,0 0-348,1 0 0,-1-1 0,0 1 0,0 0 0,-1 0 1,1 0-1,0 0 0,-1-1 0,1 1 0,-1 0 0,-1-3 0,-16-22-4708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28:08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6499,'0'0'9925,"154"-26"-8981,-66 17-624,0 0 0,-4-1-256,-3 1-64,-4-4-144,-14 0-1088,-17 4-2466,-35 9-4306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28:1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0 2673,'0'0'7935,"0"1"-7901,0-1 1,0 0 0,0 0-1,0 0 1,0 0 0,0 0 0,0 0-1,0 1 1,0-1 0,-1 0 0,1 0-1,0 0 1,0 0 0,0 0-1,0 0 1,0 0 0,0 0 0,0 0-1,0 1 1,0-1 0,0 0 0,-1 0-1,1 0 1,0 0 0,0 0-1,0 0 1,0 0 0,0 0 0,0 0-1,-1 0 1,1 0 0,0 0 0,0 0-1,0 0 1,0 0 0,0 0 0,0 0-1,0 0 1,-1 0 0,1 0-1,0 0 1,0 0 0,0 0 0,0 0-1,0 0 1,0 0 0,0 0 0,-1-1-1,1 1 1,0 0 0,0 0-1,0 0 1,0 0 0,0 0 0,0 0-1,0 0 1,-23 66 800,3 1 0,3 0 0,-12 102 0,19-61-451,7 170-1,5-141 78,-3-136-456,1-1 1,-1 0-1,1 0 1,0 0 0,-1 1-1,1-1 1,-1 0 0,1 0-1,0 0 1,-1 0-1,1 0 1,-1 0 0,1 0-1,-1 0 1,1 0 0,0 0-1,-1 0 1,1 0-1,-1 0 1,1 0 0,-1-1-1,1 1 1,0 0 0,-1 0-1,1 0 1,0-1-1,-1 1 1,1 0 0,-1 0-1,1-1 1,0 1 0,0 0-1,-1-1 1,1 1-1,-16-11 47,-58-73-15,54 58-2,-1 2 1,-2 1-1,-48-40 0,70 61-29,1 2-7,0 0 0,0 0 0,-1 1 0,1-1 0,0 0 1,0 0-1,0 0 0,0 1 0,0-1 0,0 0 0,0 0 0,-1 0 0,1 0 1,0 0-1,0 1 0,0-1 0,0 0 0,-1 0 0,1 0 0,0 0 0,0 0 1,0 0-1,-1 0 0,1 0 0,0 0 0,0 1 0,0-1 0,-1 0 0,1 0 1,0 0-1,0 0 0,-1 0 0,1 0 0,0-1 0,0 1 0,0 0 0,-1 0 1,1 0-1,0 0 0,0 0 0,0 0 0,-1 0 0,1 0 0,0 0 0,0 0 1,0-1-1,0 1 0,-1 0 0,1 0 0,0 0 0,0 0 0,0-1 0,0 1 0,0 0 1,0 0-1,-1 0 0,1-1 0,1 11 3,0-1 0,1 0 0,0 1 1,0-1-1,1 0 0,0 0 0,5 9 0,36 69 67,-22-47-14,-10-17-33,0 0-1,2-1 0,0-1 1,2 0-1,24 27 0,-39-56 9,-2-5 0,0-1-1,-1 2 1,-1-1 0,0 0-1,0 0 1,-1 1 0,-1 0-1,0-1 1,-1 2 0,0-1-1,-1 1 1,0 0 0,-1 0 0,0 1-1,-1 0 1,0 1 0,0-1-1,-1 2 1,0-1 0,-1 2-1,0-1 1,-22-10 0,33 18-24,-1 0-1,1 0 1,0 0 0,-1 0 0,1 0 0,0 0-1,-1 0 1,1 0 0,0-1 0,0 1 0,-1 0-1,1 0 1,0 0 0,-1 0 0,1 0 0,0 0-1,0-1 1,-1 1 0,1 0 0,0 0 0,0 0-1,-1-1 1,1 1 0,0 0 0,0 0 0,0-1-1,-1 1 1,1 0 0,0 0 0,0-1 0,0 1-1,0 0 1,0-1 0,0 1 0,0 0 0,0-1-1,0 1 1,-1 0 0,1-1 0,0 1 0,1 0-1,-1-1 1,0 1 0,0 0 0,0 0 0,0-1-1,0 1 1,0 0 0,0-1 0,0 1 0,0 0-1,1 0 1,-1-1 0,26-5 75,59 4-152,-60 2 121,363-6-4,-387 6-46,1 0 1,-1 0 0,1 0 0,-1 0 0,1 1 0,-1-1-1,0 0 1,1 1 0,-1-1 0,1 0 0,-1 1 0,0 0-1,1-1 1,-1 1 0,0 0 0,0 0 0,1 0-1,-1 0 1,0 0 0,0 0 0,0 0 0,0 0 0,0 0-1,-1 0 1,1 1 0,0-1 0,0 0 0,-1 0 0,1 1-1,-1-1 1,1 1 0,-1-1 0,0 0 0,1 1-1,-1-1 1,0 1 0,0-1 0,0 1 0,0-1 0,0 1-1,0-1 1,-1 1 0,1-1 0,0 0 0,-1 1-1,0 1 1,-1 4 6,0 1 0,-1-1 0,1 0 0,-1 0 0,-1 0 0,0 0 0,0-1 0,-6 8 0,-13 11 108,-1-1 0,-1-1 0,-2-1 0,-54 35-1,-128 58 481,183-104-532,21-10-85,0 1 0,0 0 0,0 0 0,0 0 0,1 1 0,-6 4 0,12-16-4239,13-23-3975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28:20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4770,'0'0'8132,"-7"23"-7422,5-15-642,-8 30 322,1 0 0,-6 75-1,-4 947 1623,61-609-1749,34-4 94,-32-200-246,-17-55 144,4 375 0,-31-289-130,63-275 102,-52-3-198,103-1 237,145-20-1,-105 2 0,2 7 0,-1 7-1,197 18 1,132-4-66,-287-11-80,-184 2-94,46-1 69,0 2-1,0 4 1,67 12 0,668 128 154,-634-127-206,226 30 55,-254-34-109,0-5 0,145-10 0,-99-2 18,-98 3-12,0 2 0,131 22 0,-105-5 35,1-4 0,192 1 1,-228-16-68,-71 0 108,15-3-30,-7-8-35,1 0 0,-2-1 0,0 0 1,0-1-1,-1 1 0,-1-1 0,0 0 1,6-24-1,17-117 41,-27 148-46,10-79-16,-4 22 9,3 0 0,36-121 0,-28 133 25,88-283-178,-93 273 151,-3-1-1,2-85 0,-11-127-160,-3 126 52,4-73 16,-5-238 41,-2 405 64,-3 0 0,-25-90 0,-4-22 31,36 164-50,1 1 1,-1 0-1,0 0 0,1 0 1,-1 0-1,0 0 0,0 0 1,0 0-1,0 0 0,0 0 1,0 0-1,0 1 1,0-1-1,-1 0 0,1 1 1,0-1-1,0 1 0,-1-1 1,1 1-1,0-1 0,0 1 1,-1 0-1,1 0 1,0 0-1,-1 0 0,1 0 1,-2 0-1,-53 0-237,32 1 191,-273 20-527,46-2 501,-217-19 24,162-32-21,-8-1 58,-467-15-492,707 42 510,-55-2 48,0-6 0,-173-43 0,-199-35 324,70 17 85,353 56-368,-392-83 210,353 83-255,-2 5 0,-122 1 0,182 12-55,1 0 3,-70 8 1,111-5-30,-1 1 0,1 1-1,0 0 1,0 1 0,1 1-1,-1 1 1,1 0 0,-21 13-1,32-16-112,0-1-1,0 1 1,0 0-1,1 1 1,-1-1 0,-6 11-1,-5 17-4670,15-18-1731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30:23.0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1900 171 5859,'0'0'9505,"-19"0"-9176,-313-1 722,268-6-1046,1-2 1,0-4 0,-65-21 0,-10-2-83,39 13 101,-1 5-1,-1 4 0,-127-1 1,226 15-26,0 0 0,0 0 1,0 0-1,0 1 0,0-1 1,1 1-1,-1-1 1,0 1-1,0 0 0,1 0 1,-1 0-1,0 0 0,1 0 1,-1 0-1,1 0 0,-1 0 1,1 1-1,0-1 0,-1 0 1,1 1-1,0-1 1,0 1-1,0 0 0,0-1 1,0 1-1,1 0 0,-1 0 1,0-1-1,1 1 0,-1 0 1,1 2-1,-3 9-22,2-1 0,-1 1-1,2 23 1,0-5 6,-40 247 840,21-162-513,-86 376 1166,22-128-610,51-152-617,-8 419 0,32-495-236,-5 0 1,-39 166-1,39-232-38,2 2 1,-1 128-1,12-199 23,1 1 1,-1 0-1,0 0 1,1 0 0,-1 0-1,1-1 1,0 1-1,-1 0 1,1 0-1,0-1 1,0 1-1,0-1 1,0 1-1,1-1 1,-1 1 0,0-1-1,1 0 1,-1 1-1,1-1 1,-1 0-1,1 0 1,-1 0-1,1 0 1,0 0 0,-1-1-1,1 1 1,0 0-1,0-1 1,0 1-1,-1-1 1,4 0-1,8 2 5,0 0-1,0-1 0,20-1 0,-18-1-18,865-14 68,33 65-36,-791-40-22,301-1-12,-77-4-21,-268 3 47,146 34 0,-155-25-9,2-3 0,121 7 0,-37-21 68,124 6-65,-235-2 4,-1 2 1,1 2-1,-2 1 0,59 22 0,27 10 4,1-6 0,176 24 0,-102-22-30,-125-25-17,153 3 0,-161-14-19,-1 3-1,137 26 1,-149-16 59,116 11 1,-144-23-7,0-1 1,0-2-1,-1-1 1,1-1 0,0-2-1,29-8 1,399-125-184,-444 133 203,1 0 0,-1-1-1,0 0 1,0-1 0,-1-1 0,0 0-1,0 0 1,-1-1 0,0-1-1,-1 0 1,0 0 0,-1-1 0,0-1-1,0 1 1,-1-1 0,-1 0-1,0-1 1,0 0 0,-2 0 0,1-1-1,-2 1 1,0-1 0,0 0 0,-1 0-1,-1-1 1,-1 1 0,0-19-1,0 20-8,-1 0 0,0-1 0,-1 1 0,-1 0 0,0-1 0,-1 1 0,0 0 0,-1 1 0,0-1 0,-1 1 0,-1-1 0,-10-17 0,4 11-5,0 0-1,2-1 0,0 0 1,2 0-1,0-1 1,1 0-1,1 0 1,1-1-1,1 0 0,1 0 1,1 0-1,1-24 1,1-22 0,-1-48 19,24-200 1,-13 221-5,-4 0 0,-7-102-1,-1 69-63,1 108 34,0 0 1,-2 0-1,0 1 1,-1 0-1,-1-1 0,-1 1 1,-1 1-1,0 0 1,-1 0-1,-2 0 0,1 1 1,-2 0-1,-24-29 1,2 7-269,-31-46 1,36 45 79,-57-61 1,75 91 184,-1 0 1,0 0 0,0 1 0,-1 1 0,-1 0 0,1 0 0,-1 1 0,-1 1-1,1 0 1,-15-3 0,-217-40 52,45 12-7,194 35-30,-167-38 8,-238-88 0,241 63 7,-346-82-1,185 71-90,-251-47 128,-556 16 250,65 100-260,802 7-180,-282 35-1305,186 16-5942,161-17-3431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3:15:20.0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387 10 96,'0'0'1547,"9"0"-1525,12-1-121,-1 0 0,32-6 7783,-55 16-4563,-9 9-2447,0 0-1,-2-1 1,0 0-1,-1-1 0,-27 23 1,-8 10-54,-64 79-150,-80 79 199,193-207-673,0 1 0,-1 0-1,1 0 1,0 0 0,0 0 0,0 0-1,0 0 1,-1 0 0,2 0 0,-1 1-1,0-1 1,0 0 0,0 0-1,0 1 1,1-1 0,-1 1 0,1-1-1,-1 1 1,1-1 0,0 1 0,-1-1-1,1 1 1,0-1 0,0 1-1,0-1 1,0 1 0,0-1 0,1 1-1,-1-1 1,1 3 0,1-1-20,1 1 0,0-1 0,0 0 1,1 0-1,-1 0 0,0-1 0,1 1 0,7 3 1,18 13-31,-18-11 58,-7-5 5,-1-1-1,1 1 1,0 0-1,-1 0 1,0 0-1,0 0 0,0 1 1,4 5-1,-5-2 747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3:16:07.5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1 3570,'0'0'5829,"-6"12"-4919,-17 38-97,22-49-759,0 0 0,0 0 0,1 0 0,-1 0 0,1 0-1,-1 0 1,1 0 0,0 0 0,-1 1 0,1-1 0,0 0-1,0 0 1,0 1 0,0-1 0,0 0 0,0 0 0,0 0-1,0 1 1,0-1 0,1 0 0,-1 0 0,0 0 0,1 1-1,-1-1 1,1 0 0,-1 0 0,1 0 0,0 0 0,-1 0-1,1 0 1,0 0 0,0 0 0,0 0 0,0-1 0,1 2-1,2 0-60,0-1-1,0 1 0,1-1 0,-1 0 0,1 0 0,-1-1 0,8 1 0,6 1 174,326 44 477,-307-42-611,199 3 127,-198-7-102,-38 1-118,1 0 0,-1 0 0,1 0 1,-1 0-1,0 0 0,1 0 0,-1-1 0,0 1 0,0 0 0,1 1 0,-1-1 0,0 0 0,0 0 0,0 0 0,0 0 0,0 0 0,-1 0 0,1 0 0,0 0 0,0 0 0,-1 0 0,1 0 0,0 0 0,-1-1 0,1 1 0,-1 0 0,-1 2 0,-18-6-6643,6-10 1909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3:16:08.1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302 0 2145,'0'0'6638,"-9"26"-5598,-91 326 2204,69-251-2659,27-159-1799,4-178 515,-1 229 810,1 1 1,0 0 0,-1 0 0,0 0-1,-1 0 1,1 0 0,-1 0 0,0 0-1,-1 1 1,1-1 0,-1 0 0,0 1 0,-1 0-1,1 0 1,-1 0 0,0 0 0,-9-7-1,33 9 999,20 5-762,-1 2 0,43 11-1,52 5 40,-76-18-290,-23-1-58,1 2 0,54 11 0,-87-14-43,-1 1 0,0-1 0,1 1 0,-1 0 1,0 0-1,0 0 0,0 1 0,0-1 0,0 0 1,0 1-1,0 0 0,0-1 0,0 1 0,-1 0 1,1 0-1,-1 0 0,1 0 0,-1 0 0,0 0 0,0 0 1,0 0-1,0 1 0,0-1 0,0 0 0,0 1 1,0 2-1,-1-2 13,0 1 0,0 0 1,0 0-1,0-1 0,-1 1 0,1 0 1,-1-1-1,0 1 0,0-1 1,0 1-1,0-1 0,-1 1 0,0-1 1,1 0-1,-1 1 0,-1-1 0,-2 3 1,-6 6 5,-1-1 0,-1 0 0,0-1 0,0-1 0,-1 0 0,0-1 0,0 0 0,-18 6 0,-4 1-7,0-3 1,-55 12-1,14-11 2,1-4 1,-137-1 0,213-8-51,0-1 0,0 1 0,-1-1 0,1 1 0,0-1 0,0 0 1,0 1-1,0-1 0,-1 1 0,1-1 0,0 0 0,0 1 0,0-1 1,0 0-1,1 1 0,-1-1 0,0 1 0,0-1 0,0 0 0,0 1 1,1-1-1,-1 1 0,0-1 0,0 1 0,1-1 0,-1 1 0,1-1 1,-1 1-1,0-1 0,1 1 0,-1-1 0,1 1 0,0-1 0,17-15-1828,0 0-1,1 1 0,27-15 0,18-9-5964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18:10:10.8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2 193 1008,'-2'-16'9186,"728"16"-7735,-714 0-1451,0-2 0,0 0-1,0 0 1,15-6 0,-15 5-8,1-1 0,-1 2 1,1 0-1,17-1 0,208-12-192,-172 10 154,88 7-1,-47 0-20,-24 0-881,138 21-1,-163-17 645,87-1-1,15 0-46,322 11-330,-463-16 679,49 0-9,276 6-176,-24-4-294,-167-4 322,-99-1 195,0-3-1,104-24 0,-20 2 22,158-22 594,-143 18-244,-96 17-374,0 4 0,1 2 0,74-3 0,215 21 535,68-6 528,-19-1-236,-379 0-850,-1 0 1,0 2-1,0 0 1,28 11-1,-30-9-2,0-1 0,1 0 0,0-1 1,-1-1-1,2 0 0,18 0 0,-14-2 1,0 0-1,0 2 1,29 7 0,-17-6 567,10-1-277,-12-3 3289,-56 0-6693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18.16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1 4482,'0'0'2305,"0"6"-2769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27.0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522 34 2865,'0'0'5712,"2"-9"-2828,-32 3-2685,0 1-1,-35-2 1,51 6-216,-15-2 11,0 1-1,0 1 1,0 2 0,-48 6-1,67-5 10,1 1-1,-1-1 1,1 2-1,0-1 1,0 1-1,0 0 1,0 1-1,1 0 1,0 1-1,0 0 1,0 0-1,1 0 1,0 1-1,0 0 1,0 0 0,1 1-1,-8 13 1,7-7-9,1 1 0,1-1 0,0 1 1,1 0-1,1 1 0,0-1 0,1 0 1,0 1-1,1 0 0,3 29 0,-2-28-3,0-13 2,0 0-1,1 0 1,-1-1-1,1 1 0,0 0 1,0-1-1,0 1 0,0-1 1,1 1-1,-1-1 0,1 1 1,0-1-1,0 0 0,0 0 1,0 0-1,1 0 0,-1-1 1,1 1-1,0 0 0,0-1 1,0 0-1,0 0 0,0 0 1,0 0-1,1 0 0,-1 0 1,0-1-1,1 0 0,0 0 1,-1 0-1,1 0 1,6 0-1,12 2-53,0-1 0,1-1 1,-1-1-1,29-4 0,-43 3 28,4 0-4,-1-1 0,0 0 0,0-1 0,0 0 0,0-1 0,0 0 0,-1-1 0,1 0 0,-1-1 0,-1 0 0,1 0 0,-1-1 0,0 0 0,-1-1 0,1 0 0,-2 0 0,1-1 0,-1 0 0,0 0 0,-1-1 0,0 1 0,-1-2 0,0 1 0,0 0 0,-1-1 0,-1 0 0,1 0 0,-2 0 0,2-14 0,0 13 1257,-2 34-498,-1 42 51,-1-61-703,-6 119 1773,-25 147-1,5-64-690,26-211-1201,4-48-1974,-4 46 1086,2 1 1,-1 0-1,1 0 1,0-1-1,1 1 1,-1 0-1,6-9 1,6-4-5083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27.5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0 2913,'0'0'7105,"0"24"-6275,-14 249 1749,9-221-2054,0 63-1,5-114-874,0-10-1859,0-125-3617,0 78 3449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27.9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75 191 224,'-32'-76'3340,"29"61"363,26 14-2068,0-1 0,25-5 0,96-28 219,-42 8-980,-54 14-644,-46 12-177,-48-8-1118,22 7 144,0 0-1,-1 2 0,-26 3 0,42-2 514,0 1 0,0 0-1,1 0 1,-1 1-1,1 1 1,-1-1 0,1 1-1,0 1 1,0-1-1,1 1 1,-11 9 0,0 2 141,1 1 1,0 0 0,1 1 0,1 1 0,-14 23 0,24-34 466,0 0 0,1 0-1,0 1 1,0-1-1,0 1 1,1 0 0,1 0-1,0 1 1,0-1 0,1 0-1,0 1 1,0-1 0,1 1-1,0-1 1,3 18 0,-1-24-78,-1 0 1,1 0 0,0 0 0,-1 0 0,1-1 0,0 1 0,1-1-1,-1 1 1,0-1 0,1 0 0,-1 0 0,1 0 0,0 0 0,0 0 0,-1 0-1,1-1 1,0 0 0,1 1 0,-1-1 0,0 0 0,0-1 0,0 1-1,1 0 1,2-1 0,15 3 377,0-1-1,31 0 1,-45-2-386,20 0 154,-6 1-206,-1-1 1,0 0 0,1-2-1,-1 0 1,0-2-1,0 0 1,26-9 0,-28 2-4515,-49 20 359,-10 10 1016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28.3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99 1713,'0'0'5410,"221"15"-4177,-157-24-593,6-13-480,-7-3-160,0-1-144,-17 10-1281,-21 1-1840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28.7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5298,'0'0'2706,"0"205"207,0-50-1264,0 25-497,7 7-447,14 2-129,0-15-272,4-19-240,-4-16 112,-4-19-176,1-16-208,-1-19-720,-3-22-1137,0-22-1409,0-28-1216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29.0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 6003,'0'0'3681,"-1"37"-2536,12 471 2579,-2 567-1408,-15-957-2161,1-21-991,4-33-2909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29.4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55 7619,'0'0'6211,"151"-7"-6099,-77 7 225,3-6-337,0-7 16,-14 7 64,-10-3-80,-11 2 0,-17 4-128,-11 0-1281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29.7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48 6403,'0'0'6899,"239"-26"-6771,-166 17-128,-6 3 80,-14 2-80,-15 1-1008,-13 3-1890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30.2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275 268 2193,'0'0'9391,"8"-12"-8964,-2 2-366,1 0 18,0 0 0,0 0 0,-1-1 0,-1 0 1,0-1-1,-1 1 0,0-1 0,0 0 0,-1 0 0,1-16 0,-3 22-57,-1 1 0,0-1 0,-1 1-1,1-1 1,-1 1 0,0 0 0,0-1 0,-1 1 0,-2-7 0,2 10-7,0-1 1,0 0-1,-1 1 0,1-1 1,-1 1-1,1 0 0,-1 0 1,0 0-1,1 0 1,-1 0-1,0 1 0,0-1 1,-1 1-1,1 0 0,0 0 1,-5-1-1,-4-1 42,-1 0-1,1 0 0,-1 1 1,0 1-1,0 1 0,1-1 1,-1 2-1,0 0 0,0 0 1,1 1-1,-1 1 0,-20 7 1,27-8-45,0 1 1,0-1-1,1 1 1,-1 1-1,1-1 1,-1 1-1,1 0 1,1 0-1,-1 0 1,0 1 0,1-1-1,0 1 1,0 0-1,0 1 1,1-1-1,0 1 1,0-1-1,0 1 1,1 0-1,0 0 1,0 0-1,0 0 1,1 1-1,0-1 1,0 0-1,0 1 1,1 6-1,0-6-6,0-1-1,0 0 1,0 0 0,1 0-1,0 0 1,0 0-1,1 0 1,0 0-1,0 0 1,3 7-1,-2-9 0,0-1 0,0 1-1,0-1 1,1 0 0,-1 0-1,1 0 1,-1 0 0,1-1-1,0 1 1,0-1-1,0 0 1,0 0 0,1 0-1,8 1 1,33 8 14,-34-10-7,0 2 0,0-1 0,18 8 0,-27-8-11,0-1 1,0 1-1,0 0 1,0 0 0,0 0-1,0 0 1,-1 0 0,1 0-1,-1 1 1,0-1 0,1 1-1,-1 0 1,0 0 0,-1 0-1,1 0 1,0 0-1,0 3 1,5 20 110,-2 0 0,0 0 0,-2 1 1,-1-1-1,-1 1 0,-4 35 0,2-4 149,0-15-43,-3 0 0,-1-1 1,-3 1-1,-22 74 0,25-90-231,5-26-329,2-15-3366,10-24-870,17-14-1153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30.6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75 155 2513,'0'0'4135,"-11"31"-2038,-36 99-443,43-117-1465,1-1-1,0 1 0,0-1 1,2 1-1,-1 0 0,2 0 0,0 0 1,2 20-1,1-1 148,-3-29-320,0 1 1,0-1 0,0 0 0,1 1-1,-1-1 1,1 0 0,0 1 0,0-1-1,0 0 1,1 0 0,-1 0-1,1 0 1,0 0 0,0 0 0,0 0-1,0 0 1,0-1 0,0 1 0,1-1-1,-1 1 1,1-1 0,0 0-1,0 0 1,0-1 0,0 1 0,0 0-1,5 1 1,4 0 17,1 0-1,0-1 1,0 0-1,0-1 1,24-1 0,-34 0-29,5 0 7,0-1 0,0 0-1,0 0 1,0-1 0,0 0 0,0 0 0,0-1 0,-1 0 0,0 0 0,1-1 0,-1 0 0,0 0 0,-1-1 0,1 0 0,-1 0 0,0 0-1,0-1 1,-1 0 0,8-10 0,-6 6 13,0-1 0,0 0 0,-1 0-1,-1 0 1,0-1 0,0 0 0,-1 0 0,-1 0-1,0-1 1,-1 1 0,2-26 0,-3 25 130,0-1-1,-1 0 1,-1 1 0,0-1 0,-1 1-1,0-1 1,-1 1 0,-1 0 0,0-1-1,-1 2 1,0-1 0,-1 1-1,-8-14 1,12 22-182,-1-1 1,1 0-1,-1 1 0,2-1 0,-1 0 0,0 0 1,1 0-1,0 0 0,0 0 0,1-1 1,-1 1-1,1-8 0,0 10-163,1 1 0,-1-1 1,1 1-1,-1 0 0,1-1 0,0 1 1,-1 0-1,1 0 0,0 0 0,1 0 1,-1 0-1,0 0 0,1 0 0,-1 0 1,1 0-1,-1 0 0,1 1 0,0-1 1,0 1-1,0-1 0,0 1 0,0 0 1,0 0-1,0 0 0,0 0 0,0 0 1,3-1-1,36-6-4530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31.2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36 367 5426,'0'0'4867,"-6"27"-4240,-17 85-454,17-74-132,6-38-40,0 0 1,0 0-1,0 0 0,0 0 0,0 0 0,0 0 0,1 0 0,-1 0 0,0 0 0,0 0 0,0 0 0,0 0 0,0 0 0,0 0 1,0 0-1,0 0 0,1 1 0,-1-1 0,0 0 0,0 0 0,0 0 0,0 0 0,0 0 0,0 0 0,0 0 0,0 0 0,0 0 1,0 0-1,0 1 0,0-1 0,1 0 0,-1 0 0,0 0 0,0 0 0,0 0 0,0 0 0,0 0 0,0 0 0,0 1 0,0-1 1,0 0-1,0 0 0,0 0 0,0 0 0,0 0 0,0 0 0,10-28 64,-1-28 77,-3-1 0,-3 1-1,-5-76 1,1 38 319,1 90-461,0-1 1,0 1-1,1-1 1,0 0 0,-1 1-1,2-1 1,-1 1-1,0 0 1,1 0 0,0-1-1,0 1 1,0 0-1,0 0 1,1 0 0,0 1-1,0-1 1,0 1-1,0-1 1,0 1 0,0 0-1,1 0 1,0 1-1,0-1 1,-1 1 0,8-4-1,1 2-22,0-1 0,1 2 0,-1 0 0,1 0 0,-1 1 0,1 1 1,25 0-1,-36 1 19,0 0 0,0 1 0,0-1 0,0 1 0,0 0 0,-1-1 0,1 1 0,0 0 0,0 0 0,0 0 0,-1 1 0,1-1 0,-1 0 0,1 0 0,-1 1 0,1-1-1,-1 1 1,0 0 0,0-1 0,0 1 0,0 0 0,0 0 0,0-1 0,0 1 0,-1 0 0,1 0 0,0 0 0,-1 0 0,0 0 0,1 0 0,-1 0 0,0 0 0,0 0 0,0 0 0,-1 3 0,1-1 58,0 1-1,0-1 0,0 0 1,-1 0-1,0 0 0,1 0 1,-2 0-1,1 0 0,0 0 1,-1 0-1,0 0 0,1 0 1,-2-1-1,1 1 0,0-1 1,-1 1-1,-3 3 0,-12 3 521,-1 0 0,1-1 0,-2-1-1,1-1 1,-1 0 0,0-2 0,0 0 0,-24 1-1,130-9-689,-52 0-87,-1 2 1,1 1-1,0 1 1,50 10-1,-75-9 192,-1 1 0,1 0 0,-1 1 0,0 0 0,0 0 0,-1 0 0,1 1 0,-1 1 0,0-1 0,0 1-1,-1 0 1,0 1 0,0-1 0,0 1 0,-1 0 0,0 1 0,6 12 0,-8-15 11,-1 1-1,0-1 0,0 1 1,0-1-1,-1 1 1,1 0-1,-1 0 1,-1 0-1,1-1 1,-1 1-1,0 0 1,-1 0-1,1 0 1,-1 0-1,0 0 1,-1-1-1,1 1 0,-1 0 1,0-1-1,-1 1 1,1-1-1,-1 0 1,0 0-1,0 0 1,-1 0-1,1-1 1,-9 9-1,-2-1 71,-1 0 0,0-1 0,-1 0 0,0-1 0,-1-1 0,0 0 1,0-1-1,-36 10 0,22-10 41,0 0 1,0-3 0,0 0 0,-53 0-1,83-5-155,-1 0-1,1 0 1,0 0-1,-1 0 1,1 0 0,0 0-1,0 0 1,-1 0-1,1-1 1,0 1-1,-1-1 1,1 1-1,0 0 1,0-1-1,0 0 1,0 1 0,-1-1-1,1 0 1,-1-1-1,2 1-97,-1 0 0,1 0-1,0-1 1,0 1 0,-1 0-1,1-1 1,0 1 0,0 0 0,1 0-1,-1-1 1,0 1 0,0 0-1,0 0 1,1-1 0,-1 1-1,1 0 1,-1 0 0,1 0 0,0-1-1,25-34-5308,14 0-3477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31.7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 0 2785,'0'0'7801,"0"25"-6320,-27 395 2502,0-22-2385,24-308-1495,0 259 93,6-265-342,4 1 0,20 89 0,43 100-2376,-13-99-2106,-17-63-1537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32.1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183 0 4130,'0'0'1521,"-88"196"528,60-73-225,7 19-703,4 16-177,-1 7-47,8-1-321,10-6-240,0-19-336,0-6 32,10-10-64,11-13-272,4-9-1905,-11-19-2065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47.0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749 0 624,'0'0'3266,"-113"193"-2146,78-114-207,0 9-417,0 7 16,0 22 241,-7 19-417,-4 25 0,-14 25-256,-3 7-16,-11 9-128,1-3-817,2-12-1936,5-14-1201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47.7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1092 0 5298,'0'0'1985,"-214"224"240,126-78-768,-3 24-481,0 29-319,-4 13-241,3 6-336,1 0-32,3-10-96,4-9-992,3-12-3010,4-11-3074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54.0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51 4018,'0'0'7958,"24"0"-5621,265-25-993,4-1-1191,-273 26-730,-56 0-9854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46:55.1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25 155 912,'0'0'8207,"-4"-4"-7084,-12-13-363,12 13 969,12 4-1219,36 0-187,0-1 1,0-2 0,0-3 0,-1-1-1,52-15 1,-10-9-223,-58 19-112,1 2 1,1 0 0,-1 2 0,2 1 0,-1 2-1,38-3 1,-67 10-49,0-1-1,0 1 1,-1-1-1,1 1 1,0-1 0,0 1-1,-1-1 1,1 0-1,-1 1 1,1-1-1,-1 1 1,0-1-1,-1 2 1,-2 1-319,-1 0 0,0 0 0,0-1 0,0 0 0,0 0 0,0 0 0,-1-1 0,-7 3 0,-18 5-4405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0:02.8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1377,'0'0'5922,"7"26"-5025,-7-20-225,4-3-304,-4 7-112,7-4-240,-4 0-16,4 7-112,-3-7-1665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0:03.2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1 608,'0'0'7975,"8"5"-6972,28 14-224,-33-18-573,1 1 0,-1-1 0,1 0 1,-1 0-1,1 0 0,0-1 0,-1 1 1,6-1-1,25-3-1919,-22 2-34,4-3-739,-1-7-604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0:03.5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1873,'0'0'6739,"45"51"-6403,-38-48-160,-3-3-32,-1 3 256,1-3-368,-1 3 0,1 0-32,-1-3-304,4 0-1040,4 0-817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0:03.9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2881,'0'0'8548,"42"41"-8180,-39-35 209,-3-2-465,4-1-16,-1 0-128,4-3-80,0 0-641,11 0-671,3 0-1218,0 0-911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0:04.2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2689,'0'0'7326,"13"7"-6320,0 0-831,6 4 487,1-1 0,0 0 0,38 11 0,-28-17-779,15-4-4411,-21 0 1308,0 0-134</inkml:trace>
  <inkml:trace contextRef="#ctx0" brushRef="#br0" timeOffset="1">454 54 1857,'0'0'6179,"63"66"-5955,-56-63-176,-4 0-48,-3 1-16,4-4-16,-1 3-400,1-3-625,3 0-1088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0:04.5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1953,'0'0'5378,"95"57"-5041,-88-51-33,0 4-16,0-7-256,0 0-32,-3 0-32,-1-3-528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0:04.8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1857,'0'0'4962,"80"64"-4898,-69-55-64,-1-3 0,-6 1-16,-1-4-736</inkml:trace>
  <inkml:trace contextRef="#ctx0" brushRef="#br0" timeOffset="1">531 228 1217,'0'0'3345,"95"98"-3313,-88-95 0,-4 3-32,1-3-400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0:05.2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2401,'0'0'4674,"60"114"-4194,-60-107-95,3-1 63,-3-3-64,0 0-336,0 0-48,4 4-208,-1 2-720,1 4-1217,-1-1-1569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0:05.5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4994,'0'0'6435,"31"67"-6435,-27-51-304,-1 6-1985,-3 6-1297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4:39.2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416 67 5186,'0'0'6000,"-2"-6"-5277,1 4-640,0-1-1,0 1 1,0-1-1,0 1 1,-1-1-1,1 1 0,-1 0 1,0-1-1,1 1 1,-1 0-1,0 0 1,0 0-1,-1 1 0,1-1 1,0 0-1,-1 1 1,-3-2-1,-1 0 105,0 0 0,0 1 0,0 0 0,-1 0 1,1 1-1,-11-1 0,-3 0 116,-5 0-96,-1 0 1,1 1-1,0 2 0,-28 4 1,47-5-200,1 2 0,0-1 0,0 1 1,0 0-1,0 0 0,0 1 0,0-1 0,1 1 1,-1 1-1,1-1 0,0 1 0,0 0 0,0 0 1,0 0-1,1 1 0,0-1 0,-1 1 0,2 0 1,-1 1-1,1-1 0,0 1 0,-3 6 0,1 0-8,1 1 0,1 0 0,0 1 0,1-1 0,0 0 0,1 1 0,0-1 0,1 1 0,3 16 0,-3-28-9,1 0-1,-1 0 0,1 0 0,0 0 1,0 0-1,0 0 0,0 0 0,0 0 0,1 0 1,-1-1-1,0 1 0,1 0 0,-1-1 1,1 1-1,0-1 0,-1 1 0,1-1 0,0 0 1,0 0-1,0 0 0,0 0 0,0 0 1,0 0-1,0 0 0,0-1 0,1 1 0,2-1 1,7 3-32,1-2 1,0 0 0,19-1 0,-21 0-3,1 0-13,0 0 1,0-1 0,0-1-1,0 0 1,0-1-1,0 0 1,-1 0-1,22-11 1,-14 4-61,-1-2-1,0 0 1,-1-1 0,19-18-1,-35 29 142,-1 1-14,1 0 0,-1 0-1,1 0 1,-1 0-1,1 0 1,0 1 0,-1-1-1,1 0 1,0 0 0,-1 1-1,1-1 1,0 0 0,0 1-1,0-1 1,0 1-1,0-1 1,-1 1 0,1-1-1,0 1 1,0 0 0,2-1-1,5 12 310,1 15-11,0-1 0,-2 1-1,-1 1 1,-2-1 0,3 38-1,-3 145 684,-5-134-765,1-80-1923,0 2 1302,1-1 0,-1 1-1,1-1 1,0 1 0,0-1 0,0 1 0,0 0-1,1-1 1,2-3 0,3-8-1113,16-37-4245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4:39.7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330 0 4834,'0'0'9242,"-6"14"-8445,0-1-644,-1 0 0,0-1 0,0 0 0,-2 0-1,1-1 1,-2 0 0,1-1 0,-1 0 0,-1 0-1,-11 8 1,-5 0 132,-1 0-1,0-2 1,-1-1 0,0-1-1,-36 11 1,64-25-295,1 0-1,-1 0 1,1 0 0,-1 0 0,1 0 0,-1 0 0,1 0 0,-1 0 0,1 1 0,0-1-1,-1 0 1,1 0 0,-1 1 0,1-1 0,0 0 0,-1 1 0,1-1 0,0 0-1,-1 1 1,1-1 0,0 0 0,-1 1 0,1-1 0,0 1 0,0-1 0,0 1-1,-1-1 1,1 0 0,0 1 0,0-1 0,0 1 0,0-1 0,0 1 0,0-1 0,0 1-1,0 0 1,15 15-93,35 12 197,-45-25-97,197 84 443,-199-86-228,13 6-1947,1-5-4895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4:40.0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14 9268,'0'0'5702,"4"30"-5465,1 8-224,13 45 1,-17-80-14,0 0 0,0 0 0,0 0 0,0 0-1,1 0 1,0 0 0,-1-1 0,1 1 0,0-1 0,0 1 0,1-1 0,-1 0 0,0 1 0,1-1 0,-1 0 0,1-1 0,0 1 0,0 0 0,-1-1 0,1 0 0,0 1 0,0-1 0,0 0 0,1-1 0,-1 1 0,0-1 0,0 1 0,0-1 0,5 0 0,4 1 30,8 2 15,-1-1 1,1 0-1,0-2 0,0-1 1,0 0-1,26-6 0,-38 5-6,0 0-1,0 0 1,-1-1 0,1 0-1,-1 0 1,0-1 0,0 0-1,0 0 1,0 0 0,-1-1-1,1 0 1,-1-1-1,-1 1 1,1-1 0,-1 0-1,0-1 1,0 1 0,5-10-1,-8 12 29,-1 0 0,1 1 0,-1-1 0,1 0 0,-1 0 0,0 0 0,0 0 0,-1 0 0,1 0 0,-1 0 0,0 0 0,0 0 0,0 0 0,-1 0 0,1 0 0,-3-5 0,2 6-21,0 0 0,0 1 1,0-1-1,-1 1 0,0-1 0,1 1 0,-1-1 0,0 1 1,0 0-1,0 0 0,0 0 0,0 0 0,-1 0 1,1 1-1,-1-1 0,1 1 0,-1-1 0,1 1 0,-1 0 1,0 0-1,0 0 0,-2 0 0,-22-3-12,0 1 0,0 1 0,-38 2 0,25 1-213,31-2-66,0 1 0,0 1 0,0 0 0,0 0 0,0 0 0,0 1 0,0 1 0,1-1 0,-1 2 0,1-1 0,-10 6 0,-26 22-4130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4:40.9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85 98 3986,'0'0'8460,"0"-1"-8324,0 0 0,0 0 0,0 0 1,-1 0-1,1 0 0,0-1 0,-1 1 0,1 0 1,0 0-1,-1 0 0,1 0 0,-1 0 1,0 0-1,1 0 0,-1 0 0,-1 0 0,0 0-28,-1 1-1,0 1 0,1-1 1,-1 0-1,1 1 0,-1-1 0,1 1 1,-1 0-1,1-1 0,-1 1 0,1 1 1,0-1-1,0 0 0,-1 0 1,1 1-1,0-1 0,0 1 0,0 0 1,0 0-1,1 0 0,-1 0 1,0 0-1,-1 4 0,0-1-98,1 1 1,0-1-1,0 1 0,0 0 1,1 0-1,0-1 0,0 1 1,1 0-1,0 10 0,0-15-28,1-1 1,0 1-1,0 0 0,-1-1 0,1 1 0,0 0 0,0-1 0,0 1 1,0-1-1,0 1 0,0-1 0,0 0 0,0 1 0,0-1 0,0 0 1,0 0-1,0 0 0,0 0 0,0 0 0,0 0 0,0 0 0,0 0 0,1 0 1,32-2-565,-33 2 506,1 0 49,0 0 1,-1 0-1,1 0 0,0-1 1,-1 1-1,1-1 1,0 1-1,-1-1 0,1 0 1,0 1-1,-1-1 0,1 0 1,-1 0-1,0 0 1,1 0-1,-1-1 0,0 1 1,1 0-1,-1 0 1,0-1-1,0 1 0,0-1 1,0 1-1,-1-1 1,1 1-1,1-4 0,0-2 113,-1 1 0,0-1-1,0 1 1,-1-1 0,0-10-1,0 16-35,0 1 0,-1-1 0,1 0-1,-1 0 1,1 0 0,-1 0-1,0 1 1,1-1 0,-1 0-1,0 1 1,0-1 0,1 0 0,-1 1-1,0-1 1,0 1 0,0-1-1,0 1 1,0 0 0,0-1 0,0 1-1,1 0 1,-1 0 0,0-1-1,0 1 1,0 0 0,0 0 0,0 0-1,0 0 1,-2 1 0,-38-1 402,31 0-373,9 0-86,0 0-1,0 0 1,-1 0 0,1 0 0,0 0 0,0 0 0,-1 0 0,1 1 0,0-1 0,0 0 0,0 1 0,-1-1 0,1 1 0,0-1-1,0 1 1,0 0 0,0 0 0,0-1 0,0 1 0,0 0 0,0 0 0,1 0 0,-1 0 0,0 0 0,0 0 0,1 0 0,-1 0-1,0 0 1,1 0 0,-1 0 0,1 0 0,0 1 0,-1-1 0,1 0 0,0 0 0,0 3 0,29-3-2164,-23-2 1756,0 1-1,0-1 1,0 0-1,-1-1 1,1 1-1,0-1 1,-1-1-1,1 1 1,-1-1-1,1 1 1,-1-1-1,0-1 1,0 1-1,-1-1 1,1 0 0,-1 0-1,0 0 1,0-1-1,0 0 1,0 1-1,-1-1 1,0 0-1,0-1 1,0 1-1,-1-1 1,0 1-1,2-8 1,-2-4-2946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4:41.7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211 995 3714,'-5'-23'1176,"1"0"1,2 0-1,0-1 1,2-26-1,-1-12-36,-59-701 5393,60 778-5627,-1-8-875,1 0 0,0 1 0,1-1 0,-1 0 0,2 1 0,-1-1 0,1 0 0,3 10 0,7 5-11,-8-15-26,1 0 0,-1 1-1,-1-1 1,0 1 0,0 0 0,0 0 0,-1 0 0,2 10 0,-1-235-2387,-3 216 2407,-1 1 1,0 0-1,0 0 1,1 0-1,-1 0 1,0 1-1,0-1 1,1 0-1,-1 0 1,0 0-1,0 1 1,1-1-1,-1 0 1,0 0-1,1 1 1,-1-1-1,0 1 1,1-1-1,-1 1 1,1-1-1,-1 1 1,0-1-1,1 1 1,0-1-1,-1 1 1,1 0-1,-1 1 1,-17 30 193,-29 52-42,-62 85 1,108-191-2253,9-18 2054,-8 40 32,26-45-20,-24 43 32,-1 0 1,0 0-1,0 1 0,1-1 1,-1 1-1,1-1 0,-1 1 1,1 0-1,0-1 0,-1 1 1,1 0-1,0 0 0,0 0 1,0 0-1,0 1 0,0-1 1,0 0-1,0 1 1,0-1-1,0 1 0,0 0 1,3 0-1,-3 0 19,-1 1 0,1 0 0,-1-1-1,0 1 1,0 0 0,0 0 0,1 0 0,-1 0 0,0 0 0,0 0 0,0 0 0,0 0-1,0 0 1,-1 0 0,1 1 0,0-1 0,0 0 0,0 3 0,12 30 405,-8-20-248,12 22 86,-12-27-269,0 1 1,-1 0 0,0 0 0,0 0-1,-1 1 1,-1-1 0,0 1 0,1 11 0,-47-16 493,-30-6-393,73 0-185,1 0-1,-1 0 0,1-1 1,-1 1-1,1 0 1,-1 0-1,1-1 0,-1 1 1,1 0-1,-1-1 0,1 1 1,0 0-1,-1-1 1,1 1-1,-1-1 0,1 1 1,0-1-1,0 1 0,-1-1 1,1 1-1,0-1 1,0 1-1,-1-1 0,1 1 1,0-1-1,0 1 1,0-1-1,0 0 0,0 1 1,0-1-1,0 1 0,0-1 1,0 1-1,0-1 1,0 0-1,0 1 0,0-1 1,1 1-1,-1-1 0,0 1 1,1-2-1,-1 0-396,1 0 0,0 0 0,-1 0 0,1 0 0,0 0 0,0 0-1,0 0 1,1 0 0,-1 0 0,0 0 0,3-3 0,28-11-6239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4:42.4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95 295 7155,'0'0'6606,"0"28"-5640,0 170 226,0-179-1079,1-1 0,6 36-1,-6-48-197,1 1 0,0-1-1,0 0 1,0 0 0,1 0-1,-1 0 1,1 0 0,1-1-1,-1 1 1,1-1 0,0 0 0,5 5-1,-6-11-666,-2-8 596,-1 4 192,0-19 12,0 0 1,-2 0-1,-1 0 1,0 1-1,-9-29 1,-83-208 1741,94 257-1735,0 0 0,0 0 0,0 1-1,1-1 1,0 0 0,-1 0 0,1 0 0,0 0 0,0 0 0,1 0 0,-1 0 0,0 0 0,1 0 0,0 1-1,0-1 1,0 0 0,0 0 0,0 1 0,0-1 0,1 1 0,-1-1 0,1 1 0,0-1 0,0 1 0,0 0-1,0 0 1,0 0 0,4-3 0,6-3-105,-1 1 1,1 0-1,1 1 0,23-9 0,-15 7 142,23-10-140,10-4-424,75-41 0,-122 55 432,-14 5-57,-20 3-170,23 0 188,-20 0-313,1 0 0,0 2 1,-1 0-1,1 2 0,-30 9 1,42-10 54,0 2 1,1-1-1,0 2 1,0-1-1,1 1 0,-1 1 1,1-1-1,1 2 1,-1-1-1,1 1 1,1 1-1,-1-1 0,-6 12 1,7-10-3,1 1 0,0 0 0,1 0 0,0 0 0,1 1 1,0-1-1,0 1 0,-1 15 0,1 4 1907,0 61-1,4-90-1432,1-1-1,-1 1 1,1-1-1,0 1 1,-1-1 0,1 1-1,0-1 1,0 1-1,0-1 1,0 0-1,0 1 1,0-1-1,0 0 1,0 0-1,1 0 1,-1 0 0,0 0-1,1 0 1,-1 0-1,0-1 1,1 1-1,-1 0 1,1-1-1,0 1 1,-1-1-1,1 0 1,-1 1 0,1-1-1,0 0 1,2 0-1,59 3 840,-53-3-674,-1 0-309,10 0 155,1 0 0,-1-1-1,39-8 1,-53 8-402,0-1-1,0 1 0,0-1 1,-1 0-1,1 0 0,-1-1 1,1 0-1,-1 1 0,0-1 1,0-1-1,0 1 1,0 0-1,-1-1 0,1 0 1,-1 0-1,0 0 0,0 0 1,0-1-1,-1 1 1,3-7-1,1-9-4383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4:42.8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0 348 5907,'0'0'1398,"34"-9"-78,112-36-242,-134 41-1010,0-1 0,0 0 0,0 0 1,-1-2-1,0 1 0,0-1 0,-1-1 0,0 0 0,0 0 0,-1-1 0,0 0 1,0-1-1,-1 0 0,11-18 0,-15 21-23,-1 0 0,0 0-1,0 0 1,0 0 0,-1-1 0,0 1 0,0-8 0,-1 11 58,0 1 0,-1 0 0,0-1 1,1 1-1,-1-1 0,-1 1 1,1 0-1,0-1 0,-1 1 0,0 0 1,0-1-1,0 1 0,0 0 1,0 0-1,0 0 0,-1 0 0,0 0 1,-3-4-1,1 3 55,-1 1-1,0-1 1,0 2 0,-1-1-1,1 0 1,0 1 0,-1 0-1,1 0 1,-1 1 0,0 0-1,0 0 1,-6-1 0,-77-1 843,72 3-869,10 0-100,0 1-1,0 0 1,1 0 0,-1 1 0,0 0-1,1 0 1,0 1 0,-1-1 0,1 1 0,0 1-1,0-1 1,1 1 0,-1 0 0,1 0-1,0 1 1,0-1 0,0 1 0,1 0 0,-1 1-1,1-1 1,1 1 0,-1 0 0,-5 12-1,4-8 50,1 0-1,-1 1 1,2 0-1,0 0 1,0 0-1,1 1 1,0-1-1,1 1 0,1-1 1,-1 1-1,2-1 1,0 1-1,3 17 1,-2-24-78,0-1 1,0 0-1,0 0 1,0 0-1,0 0 1,1 0-1,0-1 1,0 1-1,0-1 1,0 0-1,1 0 1,-1 0-1,1 0 1,0 0 0,-1-1-1,1 0 1,0 1-1,1-1 1,-1-1-1,0 1 1,0-1-1,1 0 1,7 2-1,11 1-57,0-1 0,0-1 0,29-1 0,-51-1 50,21-1-826,-1 1 1,1-2 0,-1-1 0,0-1 0,0-1 0,0 0 0,-1-2 0,26-11-1,19-13-4375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4:43.1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1 3714,'0'0'6707,"-7"0"-6915,11 0-849,6 0-1440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4:43.5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74 79 5507,'0'0'3137,"30"-5"-2414,8-1-592,139-30 61,-127 26-103,-35 8-62,-1 0 0,1-2 0,28-9 0,-42 12 128,-6 1 488,-87 4 742,1 3 1,-136 30-1,225-37-1400,0 0-1,0 1 0,-1-1 0,1 1 1,0-1-1,0 1 0,0 0 0,0 0 1,0 0-1,0 0 0,0 0 0,0 1 0,0-1 1,0 0-1,0 1 0,1-1 0,-2 3 1,-2 15-2684,5-1-3637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4:44.7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222 1 2353,'0'0'9959,"0"13"-8265,1 187 1714,-11 455-1437,9-621-1937,-4 22-383,5-56 327,0 0 0,0 0 0,0 0 0,0-1 0,0 1 0,0 0 0,0 0 0,0 0 0,0-1 0,0 1 0,0 0 0,0 0 0,0 0 0,-1-1 0,1 1 0,0 0 0,0 0 0,0 0 0,0 0 0,0 0 1,-1-1-1,1 1 0,0 0 0,0 0 0,0 0 0,0 0 0,-1 0 0,1 0 0,0 0 0,0 0 0,-1 0 0,1 0 0,0 0 0,0 0 0,0 0 0,-1 0 0,1 0 0,0 0 0,0 0 0,0 0 0,-1 0 0,1 0 0,0 0 0,0 0 0,0 0 0,-1 0 0,1 0 0,0 0 0,0 0 0,0 1 0,0-1 0,-1 0 0,1 0 0,0 0 0,0 0 0,0 0 0,0 1 0,0-1 0,-1 0 0,1 0 0,0 0 0,0 1 0,-5-24-95,1-1-1,0-29 1,-8-41 75,12 94 53,0 0 0,0 0 1,0 0-1,-1 0 1,1 0-1,0 0 1,0 1-1,0-1 1,0 0-1,0 0 1,0 0-1,0 0 0,-1 0 1,1 0-1,0 0 1,0 0-1,0 0 1,0 0-1,0 0 1,0 0-1,0 0 1,-1 0-1,1-1 0,0 1 1,0 0-1,0 0 1,0 0-1,0 0 1,0 0-1,0 0 1,0 0-1,-1 0 0,1 0 1,0 0-1,0 0 1,0 0-1,0-1 1,0 1-1,0 0 1,0 0-1,0 0 1,0 0-1,0 0 0,0 0 1,0 0-1,0 0 1,0-1-1,0 1 1,0 0-1,0 0 1,0 0-1,0 0 0,-5 18 200,0 25-95,3-17-126,-2 12-243,2 0 1,5 60-1,-8-121 388,-2 1 0,-1 0 0,0 0 0,-1 1 0,-2 0 1,0 1-1,-1 0 0,-1 1 0,-1 0 0,-30-31 0,43 49-119,0 0 1,0 0-1,0 0 1,0 0-1,1 0 1,-1 0-1,0 0 1,1 0-1,-1 0 0,0 0 1,1 0-1,-1 0 1,1-1-1,0 1 1,-1 0-1,1 0 1,0 0-1,0-1 0,0 1 1,0 0-1,0 0 1,0-1-1,0 1 1,0 0-1,0 0 1,1-1-1,-1 1 1,0 0-1,1 0 0,-1 0 1,1 0-1,0-1 1,-1 1-1,1 0 1,0 0-1,-1 0 1,1 0-1,0 1 0,0-1 1,0 0-1,0 0 1,0 0-1,0 1 1,0-1-1,1 0 1,7-6-146,1 1 1,-1 1 0,20-9 0,-24 12 156,18-6-219,0 1-1,1 1 0,-1 2 1,1 0-1,0 1 0,1 1 1,40 3-1,-63-1 186,-1 0 0,0 0 0,1 1 0,-1-1 1,0 0-1,0 0 0,1 1 0,-1-1 1,0 0-1,0 1 0,0 0 0,1-1 1,-1 1-1,0 0 0,0-1 0,0 1 0,0 0 1,0 0-1,0 0 0,-1 0 0,1 0 1,0 0-1,0 0 0,-1 0 0,1 0 0,0 0 1,-1 1-1,1-1 0,-1 0 0,0 0 1,1 0-1,-1 1 0,1 1 0,-1 53-26,-1-34 68,1-14 33,-1 1-1,0 0 1,0-1 0,-1 1-1,-1-1 1,1 1-1,-1-1 1,-1 0 0,1 0-1,-8 10 1,-5 7 376,-34 39 0,30-40-276,8-7 354,8-6-1422,39-6-11608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4:45.4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73 389 5378,'0'0'4053,"0"29"-3546,-3 156-168,-5-189 122,2-9-374,1-1 0,1 1-1,0-1 1,1 0-1,0 0 1,-1-25 0,0 9 0,-8-89 286,-5-35 2701,17 153-2959,0 0 0,0 0 0,1 0-1,-1-1 1,0 1 0,1 0 0,-1 0 0,1 0 0,-1 0 0,1 0 0,-1 0 0,1 0 0,0 0 0,-1 0 0,1 1 0,0-1-1,0 0 1,0 0 0,0 0 0,0 1 0,0-1 0,-1 1 0,2-1 0,-1 1 0,0-1 0,2 0 0,37-14-602,-28 11 696,152-50-575,50-20-765,-310 71 2260,80 3-1115,0 2-1,-1 0 1,1 1 0,0 0-1,1 1 1,-1 1 0,1 1-1,0 0 1,0 1 0,0 0-1,1 1 1,-16 12 0,21-13-10,1 1 1,-1 0-1,1 0 0,1 0 1,0 1-1,0 0 1,1 0-1,0 1 0,0 0 1,1 0-1,0 0 1,1 1-1,1 0 0,-1-1 1,2 1-1,-1 0 1,1 1-1,0 14 0,1-9 81,0-8-57,1-1 1,0 1-1,0 0 0,3 15 0,-3-22-29,1 0 1,-1 0-1,1 0 0,0 0 0,0 0 0,0 0 0,0 0 0,0 0 1,0 0-1,1 0 0,-1-1 0,0 1 0,1-1 0,0 1 0,-1-1 1,1 1-1,0-1 0,-1 0 0,1 0 0,0 0 0,0 0 1,0 0-1,4 1 0,10 2-43,1-1-1,-1-1 1,1 0 0,-1-1 0,1 0 0,0-2 0,30-4-1,-21 1-268,-2-2 1,1 0-1,0-2 0,31-14 0,-28 9-199,51-25-1967,-33 6-2433,-25 14 452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4:45.8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15 143 3490,'0'0'2323,"-1"27"-938,-4 82-593,0-73-110,3-34-282,1-9 180,1-28-316,3-93-93,-1 113-150,0 0 0,1 0 0,1 0 0,0 0 0,1 1 0,10-22 0,1 15 379,-16 21-367,1 0 1,-1 0 0,0 0 0,1 0-1,-1 0 1,0 0 0,1 0 0,-1 0-1,0 0 1,1 0 0,-1 0 0,0 0-1,1 0 1,-1 0 0,0 0-1,1 0 1,-1 0 0,0 0 0,1 0-1,-1 1 1,0-1 0,0 0 0,1 0-1,-1 0 1,0 1 0,0-1 0,1 0-1,-1 0 1,0 1 0,0-1 0,1 0-1,-1 0 1,0 1 0,0-1 0,0 0-1,1 1 1,10 45 2738,-6-23-2440,-5-21-318,1 0 1,0 0 0,0 0 0,0 0 0,0-1 0,0 1-1,0 0 1,1-1 0,-1 1 0,0-1 0,1 1 0,-1-1 0,1 0-1,0 0 1,-1 0 0,1 1 0,0-2 0,0 1 0,2 1-1,2 0-7,-1-1 0,0 0 0,0 0 0,1 0 0,-1-1 0,1 1 0,6-2 0,2 0 17,0-1 0,0 0 0,0-1 0,26-10 0,70-43 128,-107 55-93,-3 1-46,0 0-1,0 0 1,1-1-1,-1 1 1,0 0 0,0 0-1,1 0 1,-1 0-1,0-1 1,0 1 0,1 0-1,-1 0 1,0 0-1,1 0 1,-1 0 0,0 0-1,0 0 1,1 0-1,-1 0 1,0 0 0,1 0-1,-1 0 1,0 0-1,1 0 1,-1 0-1,0 0 1,0 0 0,1 1-1,-1-1 1,0 0-1,0 0 1,1 0 0,-1 0-1,0 1 1,0-1-1,1 0 1,-1 0 0,0 0-1,0 1 1,0-1-1,1 0 1,-1 0 0,0 1-1,0-1 1,0 0-1,0 0 1,0 1 0,0-1-1,1 0 1,-1 1-1,0-1 1,0 0 0,0 1-1,0-1 1,0 0-1,0 0 1,0 1 0,0-1-1,0 0 1,-1 1-1,1-1 1,0 0 0,0 0-1,0 1 1,0-1-1,0 0 1,0 1 0,-1-1-1,1 16 295,-2 1-1,0-1 0,0 0 1,-2-1-1,0 1 0,-8 20 1,-48 93 462,49-110-1043,-12 29 888,17-13-5146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4:46.1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73 11461,'0'0'6947,"246"7"-6498,-120-7-129,11-13-320,-7-15-352,-28 2-2114,-46 14-7762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5:10.4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 13 1665,'0'0'10821,"-10"-9"-10853,-1 5-1265,-17 4-4113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6T22:55:17.5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7459,'0'0'945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4A633-71B0-407F-A299-E50B5C1CCDD4}" type="datetimeFigureOut">
              <a:rPr lang="es-AR" smtClean="0"/>
              <a:t>6/6/2022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B05E9-16F7-43B8-B91C-CBB327D929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85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4A633-71B0-407F-A299-E50B5C1CCDD4}" type="datetimeFigureOut">
              <a:rPr lang="es-AR" smtClean="0"/>
              <a:t>6/6/2022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B05E9-16F7-43B8-B91C-CBB327D929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556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4A633-71B0-407F-A299-E50B5C1CCDD4}" type="datetimeFigureOut">
              <a:rPr lang="es-AR" smtClean="0"/>
              <a:t>6/6/2022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B05E9-16F7-43B8-B91C-CBB327D929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93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4A633-71B0-407F-A299-E50B5C1CCDD4}" type="datetimeFigureOut">
              <a:rPr lang="es-AR" smtClean="0"/>
              <a:t>6/6/2022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B05E9-16F7-43B8-B91C-CBB327D929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34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4A633-71B0-407F-A299-E50B5C1CCDD4}" type="datetimeFigureOut">
              <a:rPr lang="es-AR" smtClean="0"/>
              <a:t>6/6/2022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B05E9-16F7-43B8-B91C-CBB327D929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5910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4A633-71B0-407F-A299-E50B5C1CCDD4}" type="datetimeFigureOut">
              <a:rPr lang="es-AR" smtClean="0"/>
              <a:t>6/6/2022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B05E9-16F7-43B8-B91C-CBB327D929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4529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4A633-71B0-407F-A299-E50B5C1CCDD4}" type="datetimeFigureOut">
              <a:rPr lang="es-AR" smtClean="0"/>
              <a:t>6/6/2022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B05E9-16F7-43B8-B91C-CBB327D929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8710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4A633-71B0-407F-A299-E50B5C1CCDD4}" type="datetimeFigureOut">
              <a:rPr lang="es-AR" smtClean="0"/>
              <a:t>6/6/2022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B05E9-16F7-43B8-B91C-CBB327D929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5536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4A633-71B0-407F-A299-E50B5C1CCDD4}" type="datetimeFigureOut">
              <a:rPr lang="es-AR" smtClean="0"/>
              <a:t>6/6/2022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B05E9-16F7-43B8-B91C-CBB327D929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63911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4A633-71B0-407F-A299-E50B5C1CCDD4}" type="datetimeFigureOut">
              <a:rPr lang="es-AR" smtClean="0"/>
              <a:t>6/6/2022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B05E9-16F7-43B8-B91C-CBB327D929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3749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4A633-71B0-407F-A299-E50B5C1CCDD4}" type="datetimeFigureOut">
              <a:rPr lang="es-AR" smtClean="0"/>
              <a:t>6/6/2022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B05E9-16F7-43B8-B91C-CBB327D929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884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4A633-71B0-407F-A299-E50B5C1CCDD4}" type="datetimeFigureOut">
              <a:rPr lang="es-AR" smtClean="0"/>
              <a:t>6/6/2022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B05E9-16F7-43B8-B91C-CBB327D9294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271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.png"/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4.png"/><Relationship Id="rId84" Type="http://schemas.openxmlformats.org/officeDocument/2006/relationships/image" Target="../media/image42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6" Type="http://schemas.openxmlformats.org/officeDocument/2006/relationships/image" Target="../media/image8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29.png"/><Relationship Id="rId74" Type="http://schemas.openxmlformats.org/officeDocument/2006/relationships/image" Target="../media/image37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28" Type="http://schemas.openxmlformats.org/officeDocument/2006/relationships/image" Target="../media/image64.png"/><Relationship Id="rId5" Type="http://schemas.openxmlformats.org/officeDocument/2006/relationships/customXml" Target="../ink/ink2.xml"/><Relationship Id="rId90" Type="http://schemas.openxmlformats.org/officeDocument/2006/relationships/image" Target="../media/image45.png"/><Relationship Id="rId95" Type="http://schemas.openxmlformats.org/officeDocument/2006/relationships/customXml" Target="../ink/ink47.xml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64" Type="http://schemas.openxmlformats.org/officeDocument/2006/relationships/image" Target="../media/image32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59.png"/><Relationship Id="rId80" Type="http://schemas.openxmlformats.org/officeDocument/2006/relationships/image" Target="../media/image40.png"/><Relationship Id="rId85" Type="http://schemas.openxmlformats.org/officeDocument/2006/relationships/customXml" Target="../ink/ink42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4.png"/><Relationship Id="rId124" Type="http://schemas.openxmlformats.org/officeDocument/2006/relationships/image" Target="../media/image62.png"/><Relationship Id="rId54" Type="http://schemas.openxmlformats.org/officeDocument/2006/relationships/image" Target="../media/image27.png"/><Relationship Id="rId70" Type="http://schemas.openxmlformats.org/officeDocument/2006/relationships/image" Target="../media/image35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119" Type="http://schemas.openxmlformats.org/officeDocument/2006/relationships/customXml" Target="../ink/ink59.xml"/><Relationship Id="rId44" Type="http://schemas.openxmlformats.org/officeDocument/2006/relationships/image" Target="../media/image22.png"/><Relationship Id="rId60" Type="http://schemas.openxmlformats.org/officeDocument/2006/relationships/image" Target="../media/image30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3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7.png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04" Type="http://schemas.openxmlformats.org/officeDocument/2006/relationships/image" Target="../media/image52.png"/><Relationship Id="rId120" Type="http://schemas.openxmlformats.org/officeDocument/2006/relationships/image" Target="../media/image60.png"/><Relationship Id="rId125" Type="http://schemas.openxmlformats.org/officeDocument/2006/relationships/customXml" Target="../ink/ink62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" Type="http://schemas.openxmlformats.org/officeDocument/2006/relationships/image" Target="../media/image1.jpeg"/><Relationship Id="rId29" Type="http://schemas.openxmlformats.org/officeDocument/2006/relationships/customXml" Target="../ink/ink14.xml"/><Relationship Id="rId24" Type="http://schemas.openxmlformats.org/officeDocument/2006/relationships/image" Target="../media/image12.png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15" Type="http://schemas.openxmlformats.org/officeDocument/2006/relationships/customXml" Target="../ink/ink57.xml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116" Type="http://schemas.openxmlformats.org/officeDocument/2006/relationships/image" Target="../media/image58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94" Type="http://schemas.openxmlformats.org/officeDocument/2006/relationships/image" Target="../media/image47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customXml" Target="../ink/ink64.xml"/><Relationship Id="rId7" Type="http://schemas.openxmlformats.org/officeDocument/2006/relationships/customXml" Target="../ink/ink66.xml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0.png"/><Relationship Id="rId5" Type="http://schemas.openxmlformats.org/officeDocument/2006/relationships/customXml" Target="../ink/ink65.xml"/><Relationship Id="rId10" Type="http://schemas.openxmlformats.org/officeDocument/2006/relationships/image" Target="../media/image66.png"/><Relationship Id="rId4" Type="http://schemas.openxmlformats.org/officeDocument/2006/relationships/image" Target="../media/image310.png"/><Relationship Id="rId9" Type="http://schemas.openxmlformats.org/officeDocument/2006/relationships/customXml" Target="../ink/ink6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13" Type="http://schemas.openxmlformats.org/officeDocument/2006/relationships/customXml" Target="../ink/ink73.xml"/><Relationship Id="rId18" Type="http://schemas.openxmlformats.org/officeDocument/2006/relationships/image" Target="../media/image160.png"/><Relationship Id="rId26" Type="http://schemas.openxmlformats.org/officeDocument/2006/relationships/image" Target="../media/image200.png"/><Relationship Id="rId3" Type="http://schemas.openxmlformats.org/officeDocument/2006/relationships/customXml" Target="../ink/ink68.xml"/><Relationship Id="rId21" Type="http://schemas.openxmlformats.org/officeDocument/2006/relationships/customXml" Target="../ink/ink77.xml"/><Relationship Id="rId7" Type="http://schemas.openxmlformats.org/officeDocument/2006/relationships/customXml" Target="../ink/ink70.xml"/><Relationship Id="rId12" Type="http://schemas.openxmlformats.org/officeDocument/2006/relationships/image" Target="../media/image1310.png"/><Relationship Id="rId17" Type="http://schemas.openxmlformats.org/officeDocument/2006/relationships/customXml" Target="../ink/ink75.xml"/><Relationship Id="rId25" Type="http://schemas.openxmlformats.org/officeDocument/2006/relationships/customXml" Target="../ink/ink79.xml"/><Relationship Id="rId2" Type="http://schemas.openxmlformats.org/officeDocument/2006/relationships/image" Target="../media/image67.emf"/><Relationship Id="rId16" Type="http://schemas.openxmlformats.org/officeDocument/2006/relationships/image" Target="../media/image156.png"/><Relationship Id="rId20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0.png"/><Relationship Id="rId11" Type="http://schemas.openxmlformats.org/officeDocument/2006/relationships/customXml" Target="../ink/ink72.xml"/><Relationship Id="rId24" Type="http://schemas.openxmlformats.org/officeDocument/2006/relationships/image" Target="../media/image190.png"/><Relationship Id="rId5" Type="http://schemas.openxmlformats.org/officeDocument/2006/relationships/customXml" Target="../ink/ink69.xml"/><Relationship Id="rId15" Type="http://schemas.openxmlformats.org/officeDocument/2006/relationships/customXml" Target="../ink/ink74.xml"/><Relationship Id="rId23" Type="http://schemas.openxmlformats.org/officeDocument/2006/relationships/customXml" Target="../ink/ink78.xml"/><Relationship Id="rId10" Type="http://schemas.openxmlformats.org/officeDocument/2006/relationships/image" Target="../media/image1210.png"/><Relationship Id="rId19" Type="http://schemas.openxmlformats.org/officeDocument/2006/relationships/customXml" Target="../ink/ink76.xml"/><Relationship Id="rId4" Type="http://schemas.openxmlformats.org/officeDocument/2006/relationships/image" Target="../media/image910.png"/><Relationship Id="rId9" Type="http://schemas.openxmlformats.org/officeDocument/2006/relationships/customXml" Target="../ink/ink71.xml"/><Relationship Id="rId14" Type="http://schemas.openxmlformats.org/officeDocument/2006/relationships/image" Target="../media/image1410.png"/><Relationship Id="rId22" Type="http://schemas.openxmlformats.org/officeDocument/2006/relationships/image" Target="../media/image180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9.xml"/><Relationship Id="rId42" Type="http://schemas.openxmlformats.org/officeDocument/2006/relationships/image" Target="../media/image430.png"/><Relationship Id="rId63" Type="http://schemas.openxmlformats.org/officeDocument/2006/relationships/customXml" Target="../ink/ink106.xml"/><Relationship Id="rId84" Type="http://schemas.openxmlformats.org/officeDocument/2006/relationships/image" Target="../media/image640.png"/><Relationship Id="rId138" Type="http://schemas.openxmlformats.org/officeDocument/2006/relationships/image" Target="../media/image83.png"/><Relationship Id="rId159" Type="http://schemas.openxmlformats.org/officeDocument/2006/relationships/customXml" Target="../ink/ink147.xml"/><Relationship Id="rId170" Type="http://schemas.openxmlformats.org/officeDocument/2006/relationships/image" Target="../media/image101.png"/><Relationship Id="rId11" Type="http://schemas.openxmlformats.org/officeDocument/2006/relationships/customXml" Target="../ink/ink84.xml"/><Relationship Id="rId32" Type="http://schemas.openxmlformats.org/officeDocument/2006/relationships/image" Target="../media/image380.png"/><Relationship Id="rId53" Type="http://schemas.openxmlformats.org/officeDocument/2006/relationships/customXml" Target="../ink/ink101.xml"/><Relationship Id="rId74" Type="http://schemas.openxmlformats.org/officeDocument/2006/relationships/image" Target="../media/image590.png"/><Relationship Id="rId128" Type="http://schemas.openxmlformats.org/officeDocument/2006/relationships/image" Target="../media/image86.png"/><Relationship Id="rId149" Type="http://schemas.openxmlformats.org/officeDocument/2006/relationships/customXml" Target="../ink/ink142.xml"/><Relationship Id="rId5" Type="http://schemas.openxmlformats.org/officeDocument/2006/relationships/customXml" Target="../ink/ink81.xml"/><Relationship Id="rId95" Type="http://schemas.openxmlformats.org/officeDocument/2006/relationships/customXml" Target="../ink/ink121.xml"/><Relationship Id="rId160" Type="http://schemas.openxmlformats.org/officeDocument/2006/relationships/image" Target="../media/image96.png"/><Relationship Id="rId27" Type="http://schemas.openxmlformats.org/officeDocument/2006/relationships/customXml" Target="../ink/ink88.xml"/><Relationship Id="rId43" Type="http://schemas.openxmlformats.org/officeDocument/2006/relationships/customXml" Target="../ink/ink96.xml"/><Relationship Id="rId48" Type="http://schemas.openxmlformats.org/officeDocument/2006/relationships/image" Target="../media/image460.png"/><Relationship Id="rId64" Type="http://schemas.openxmlformats.org/officeDocument/2006/relationships/image" Target="../media/image540.png"/><Relationship Id="rId69" Type="http://schemas.openxmlformats.org/officeDocument/2006/relationships/customXml" Target="../ink/ink109.xml"/><Relationship Id="rId113" Type="http://schemas.openxmlformats.org/officeDocument/2006/relationships/customXml" Target="../ink/ink127.xml"/><Relationship Id="rId118" Type="http://schemas.openxmlformats.org/officeDocument/2006/relationships/image" Target="../media/image81.png"/><Relationship Id="rId134" Type="http://schemas.openxmlformats.org/officeDocument/2006/relationships/image" Target="../media/image76.png"/><Relationship Id="rId139" Type="http://schemas.openxmlformats.org/officeDocument/2006/relationships/customXml" Target="../ink/ink137.xml"/><Relationship Id="rId80" Type="http://schemas.openxmlformats.org/officeDocument/2006/relationships/image" Target="../media/image620.png"/><Relationship Id="rId85" Type="http://schemas.openxmlformats.org/officeDocument/2006/relationships/customXml" Target="../ink/ink117.xml"/><Relationship Id="rId150" Type="http://schemas.openxmlformats.org/officeDocument/2006/relationships/image" Target="../media/image91.png"/><Relationship Id="rId155" Type="http://schemas.openxmlformats.org/officeDocument/2006/relationships/customXml" Target="../ink/ink145.xml"/><Relationship Id="rId171" Type="http://schemas.openxmlformats.org/officeDocument/2006/relationships/customXml" Target="../ink/ink153.xml"/><Relationship Id="rId12" Type="http://schemas.openxmlformats.org/officeDocument/2006/relationships/image" Target="../media/image280.png"/><Relationship Id="rId17" Type="http://schemas.openxmlformats.org/officeDocument/2006/relationships/customXml" Target="../ink/ink87.xml"/><Relationship Id="rId33" Type="http://schemas.openxmlformats.org/officeDocument/2006/relationships/customXml" Target="../ink/ink91.xml"/><Relationship Id="rId38" Type="http://schemas.openxmlformats.org/officeDocument/2006/relationships/image" Target="../media/image411.png"/><Relationship Id="rId59" Type="http://schemas.openxmlformats.org/officeDocument/2006/relationships/customXml" Target="../ink/ink104.xml"/><Relationship Id="rId103" Type="http://schemas.openxmlformats.org/officeDocument/2006/relationships/customXml" Target="../ink/ink125.xml"/><Relationship Id="rId129" Type="http://schemas.openxmlformats.org/officeDocument/2006/relationships/customXml" Target="../ink/ink132.xml"/><Relationship Id="rId54" Type="http://schemas.openxmlformats.org/officeDocument/2006/relationships/image" Target="../media/image490.png"/><Relationship Id="rId70" Type="http://schemas.openxmlformats.org/officeDocument/2006/relationships/image" Target="../media/image570.png"/><Relationship Id="rId75" Type="http://schemas.openxmlformats.org/officeDocument/2006/relationships/customXml" Target="../ink/ink112.xml"/><Relationship Id="rId91" Type="http://schemas.openxmlformats.org/officeDocument/2006/relationships/customXml" Target="../ink/ink119.xml"/><Relationship Id="rId96" Type="http://schemas.openxmlformats.org/officeDocument/2006/relationships/image" Target="../media/image70.png"/><Relationship Id="rId140" Type="http://schemas.openxmlformats.org/officeDocument/2006/relationships/image" Target="../media/image84.png"/><Relationship Id="rId145" Type="http://schemas.openxmlformats.org/officeDocument/2006/relationships/customXml" Target="../ink/ink140.xml"/><Relationship Id="rId161" Type="http://schemas.openxmlformats.org/officeDocument/2006/relationships/customXml" Target="../ink/ink148.xml"/><Relationship Id="rId166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png"/><Relationship Id="rId28" Type="http://schemas.openxmlformats.org/officeDocument/2006/relationships/image" Target="../media/image360.png"/><Relationship Id="rId49" Type="http://schemas.openxmlformats.org/officeDocument/2006/relationships/customXml" Target="../ink/ink99.xml"/><Relationship Id="rId114" Type="http://schemas.openxmlformats.org/officeDocument/2006/relationships/image" Target="../media/image79.png"/><Relationship Id="rId119" Type="http://schemas.openxmlformats.org/officeDocument/2006/relationships/customXml" Target="../ink/ink130.xml"/><Relationship Id="rId44" Type="http://schemas.openxmlformats.org/officeDocument/2006/relationships/image" Target="../media/image440.png"/><Relationship Id="rId60" Type="http://schemas.openxmlformats.org/officeDocument/2006/relationships/image" Target="../media/image520.png"/><Relationship Id="rId65" Type="http://schemas.openxmlformats.org/officeDocument/2006/relationships/customXml" Target="../ink/ink107.xml"/><Relationship Id="rId81" Type="http://schemas.openxmlformats.org/officeDocument/2006/relationships/customXml" Target="../ink/ink115.xml"/><Relationship Id="rId86" Type="http://schemas.openxmlformats.org/officeDocument/2006/relationships/image" Target="../media/image65.png"/><Relationship Id="rId130" Type="http://schemas.openxmlformats.org/officeDocument/2006/relationships/image" Target="../media/image87.png"/><Relationship Id="rId135" Type="http://schemas.openxmlformats.org/officeDocument/2006/relationships/customXml" Target="../ink/ink135.xml"/><Relationship Id="rId151" Type="http://schemas.openxmlformats.org/officeDocument/2006/relationships/customXml" Target="../ink/ink143.xml"/><Relationship Id="rId156" Type="http://schemas.openxmlformats.org/officeDocument/2006/relationships/image" Target="../media/image94.png"/><Relationship Id="rId172" Type="http://schemas.openxmlformats.org/officeDocument/2006/relationships/image" Target="../media/image102.png"/><Relationship Id="rId13" Type="http://schemas.openxmlformats.org/officeDocument/2006/relationships/customXml" Target="../ink/ink85.xml"/><Relationship Id="rId39" Type="http://schemas.openxmlformats.org/officeDocument/2006/relationships/customXml" Target="../ink/ink94.xml"/><Relationship Id="rId34" Type="http://schemas.openxmlformats.org/officeDocument/2006/relationships/image" Target="../media/image390.png"/><Relationship Id="rId50" Type="http://schemas.openxmlformats.org/officeDocument/2006/relationships/image" Target="../media/image470.png"/><Relationship Id="rId55" Type="http://schemas.openxmlformats.org/officeDocument/2006/relationships/customXml" Target="../ink/ink102.xml"/><Relationship Id="rId76" Type="http://schemas.openxmlformats.org/officeDocument/2006/relationships/image" Target="../media/image600.png"/><Relationship Id="rId97" Type="http://schemas.openxmlformats.org/officeDocument/2006/relationships/customXml" Target="../ink/ink122.xml"/><Relationship Id="rId104" Type="http://schemas.openxmlformats.org/officeDocument/2006/relationships/image" Target="../media/image74.png"/><Relationship Id="rId120" Type="http://schemas.openxmlformats.org/officeDocument/2006/relationships/image" Target="../media/image82.png"/><Relationship Id="rId141" Type="http://schemas.openxmlformats.org/officeDocument/2006/relationships/customXml" Target="../ink/ink138.xml"/><Relationship Id="rId146" Type="http://schemas.openxmlformats.org/officeDocument/2006/relationships/image" Target="../media/image89.png"/><Relationship Id="rId167" Type="http://schemas.openxmlformats.org/officeDocument/2006/relationships/customXml" Target="../ink/ink151.xml"/><Relationship Id="rId7" Type="http://schemas.openxmlformats.org/officeDocument/2006/relationships/customXml" Target="../ink/ink82.xml"/><Relationship Id="rId71" Type="http://schemas.openxmlformats.org/officeDocument/2006/relationships/customXml" Target="../ink/ink110.xml"/><Relationship Id="rId92" Type="http://schemas.openxmlformats.org/officeDocument/2006/relationships/image" Target="../media/image68.png"/><Relationship Id="rId162" Type="http://schemas.openxmlformats.org/officeDocument/2006/relationships/image" Target="../media/image97.png"/><Relationship Id="rId2" Type="http://schemas.openxmlformats.org/officeDocument/2006/relationships/image" Target="../media/image68.emf"/><Relationship Id="rId29" Type="http://schemas.openxmlformats.org/officeDocument/2006/relationships/customXml" Target="../ink/ink89.xml"/><Relationship Id="rId40" Type="http://schemas.openxmlformats.org/officeDocument/2006/relationships/image" Target="../media/image420.png"/><Relationship Id="rId45" Type="http://schemas.openxmlformats.org/officeDocument/2006/relationships/customXml" Target="../ink/ink97.xml"/><Relationship Id="rId66" Type="http://schemas.openxmlformats.org/officeDocument/2006/relationships/image" Target="../media/image550.png"/><Relationship Id="rId87" Type="http://schemas.openxmlformats.org/officeDocument/2006/relationships/customXml" Target="../ink/ink118.xml"/><Relationship Id="rId115" Type="http://schemas.openxmlformats.org/officeDocument/2006/relationships/customXml" Target="../ink/ink128.xml"/><Relationship Id="rId131" Type="http://schemas.openxmlformats.org/officeDocument/2006/relationships/customXml" Target="../ink/ink133.xml"/><Relationship Id="rId136" Type="http://schemas.openxmlformats.org/officeDocument/2006/relationships/image" Target="../media/image77.png"/><Relationship Id="rId157" Type="http://schemas.openxmlformats.org/officeDocument/2006/relationships/customXml" Target="../ink/ink146.xml"/><Relationship Id="rId61" Type="http://schemas.openxmlformats.org/officeDocument/2006/relationships/customXml" Target="../ink/ink105.xml"/><Relationship Id="rId82" Type="http://schemas.openxmlformats.org/officeDocument/2006/relationships/image" Target="../media/image630.png"/><Relationship Id="rId152" Type="http://schemas.openxmlformats.org/officeDocument/2006/relationships/image" Target="../media/image92.png"/><Relationship Id="rId173" Type="http://schemas.openxmlformats.org/officeDocument/2006/relationships/customXml" Target="../ink/ink154.xml"/><Relationship Id="rId14" Type="http://schemas.openxmlformats.org/officeDocument/2006/relationships/image" Target="../media/image290.png"/><Relationship Id="rId30" Type="http://schemas.openxmlformats.org/officeDocument/2006/relationships/image" Target="../media/image370.png"/><Relationship Id="rId35" Type="http://schemas.openxmlformats.org/officeDocument/2006/relationships/customXml" Target="../ink/ink92.xml"/><Relationship Id="rId56" Type="http://schemas.openxmlformats.org/officeDocument/2006/relationships/image" Target="../media/image500.png"/><Relationship Id="rId77" Type="http://schemas.openxmlformats.org/officeDocument/2006/relationships/customXml" Target="../ink/ink113.xml"/><Relationship Id="rId100" Type="http://schemas.openxmlformats.org/officeDocument/2006/relationships/image" Target="../media/image72.png"/><Relationship Id="rId105" Type="http://schemas.openxmlformats.org/officeDocument/2006/relationships/customXml" Target="../ink/ink126.xml"/><Relationship Id="rId147" Type="http://schemas.openxmlformats.org/officeDocument/2006/relationships/customXml" Target="../ink/ink141.xml"/><Relationship Id="rId168" Type="http://schemas.openxmlformats.org/officeDocument/2006/relationships/image" Target="../media/image100.png"/><Relationship Id="rId8" Type="http://schemas.openxmlformats.org/officeDocument/2006/relationships/image" Target="../media/image260.png"/><Relationship Id="rId51" Type="http://schemas.openxmlformats.org/officeDocument/2006/relationships/customXml" Target="../ink/ink100.xml"/><Relationship Id="rId72" Type="http://schemas.openxmlformats.org/officeDocument/2006/relationships/image" Target="../media/image580.png"/><Relationship Id="rId93" Type="http://schemas.openxmlformats.org/officeDocument/2006/relationships/customXml" Target="../ink/ink120.xml"/><Relationship Id="rId98" Type="http://schemas.openxmlformats.org/officeDocument/2006/relationships/image" Target="../media/image71.png"/><Relationship Id="rId121" Type="http://schemas.openxmlformats.org/officeDocument/2006/relationships/customXml" Target="../ink/ink131.xml"/><Relationship Id="rId142" Type="http://schemas.openxmlformats.org/officeDocument/2006/relationships/image" Target="../media/image85.png"/><Relationship Id="rId163" Type="http://schemas.openxmlformats.org/officeDocument/2006/relationships/customXml" Target="../ink/ink149.xml"/><Relationship Id="rId3" Type="http://schemas.openxmlformats.org/officeDocument/2006/relationships/customXml" Target="../ink/ink80.xml"/><Relationship Id="rId46" Type="http://schemas.openxmlformats.org/officeDocument/2006/relationships/image" Target="../media/image450.png"/><Relationship Id="rId67" Type="http://schemas.openxmlformats.org/officeDocument/2006/relationships/customXml" Target="../ink/ink108.xml"/><Relationship Id="rId116" Type="http://schemas.openxmlformats.org/officeDocument/2006/relationships/image" Target="../media/image80.png"/><Relationship Id="rId137" Type="http://schemas.openxmlformats.org/officeDocument/2006/relationships/customXml" Target="../ink/ink136.xml"/><Relationship Id="rId158" Type="http://schemas.openxmlformats.org/officeDocument/2006/relationships/image" Target="../media/image95.png"/><Relationship Id="rId41" Type="http://schemas.openxmlformats.org/officeDocument/2006/relationships/customXml" Target="../ink/ink95.xml"/><Relationship Id="rId62" Type="http://schemas.openxmlformats.org/officeDocument/2006/relationships/image" Target="../media/image530.png"/><Relationship Id="rId83" Type="http://schemas.openxmlformats.org/officeDocument/2006/relationships/customXml" Target="../ink/ink116.xml"/><Relationship Id="rId132" Type="http://schemas.openxmlformats.org/officeDocument/2006/relationships/image" Target="../media/image75.png"/><Relationship Id="rId153" Type="http://schemas.openxmlformats.org/officeDocument/2006/relationships/customXml" Target="../ink/ink144.xml"/><Relationship Id="rId174" Type="http://schemas.openxmlformats.org/officeDocument/2006/relationships/image" Target="../media/image103.png"/><Relationship Id="rId15" Type="http://schemas.openxmlformats.org/officeDocument/2006/relationships/customXml" Target="../ink/ink86.xml"/><Relationship Id="rId36" Type="http://schemas.openxmlformats.org/officeDocument/2006/relationships/image" Target="../media/image400.png"/><Relationship Id="rId57" Type="http://schemas.openxmlformats.org/officeDocument/2006/relationships/customXml" Target="../ink/ink103.xml"/><Relationship Id="rId10" Type="http://schemas.openxmlformats.org/officeDocument/2006/relationships/image" Target="../media/image270.png"/><Relationship Id="rId31" Type="http://schemas.openxmlformats.org/officeDocument/2006/relationships/customXml" Target="../ink/ink90.xml"/><Relationship Id="rId52" Type="http://schemas.openxmlformats.org/officeDocument/2006/relationships/image" Target="../media/image480.png"/><Relationship Id="rId73" Type="http://schemas.openxmlformats.org/officeDocument/2006/relationships/customXml" Target="../ink/ink111.xml"/><Relationship Id="rId78" Type="http://schemas.openxmlformats.org/officeDocument/2006/relationships/image" Target="../media/image610.png"/><Relationship Id="rId94" Type="http://schemas.openxmlformats.org/officeDocument/2006/relationships/image" Target="../media/image69.png"/><Relationship Id="rId99" Type="http://schemas.openxmlformats.org/officeDocument/2006/relationships/customXml" Target="../ink/ink123.xml"/><Relationship Id="rId101" Type="http://schemas.openxmlformats.org/officeDocument/2006/relationships/customXml" Target="../ink/ink124.xml"/><Relationship Id="rId143" Type="http://schemas.openxmlformats.org/officeDocument/2006/relationships/customXml" Target="../ink/ink139.xml"/><Relationship Id="rId148" Type="http://schemas.openxmlformats.org/officeDocument/2006/relationships/image" Target="../media/image90.png"/><Relationship Id="rId164" Type="http://schemas.openxmlformats.org/officeDocument/2006/relationships/image" Target="../media/image98.png"/><Relationship Id="rId169" Type="http://schemas.openxmlformats.org/officeDocument/2006/relationships/customXml" Target="../ink/ink152.xml"/><Relationship Id="rId4" Type="http://schemas.openxmlformats.org/officeDocument/2006/relationships/image" Target="../media/image240.png"/><Relationship Id="rId9" Type="http://schemas.openxmlformats.org/officeDocument/2006/relationships/customXml" Target="../ink/ink83.xml"/><Relationship Id="rId26" Type="http://schemas.openxmlformats.org/officeDocument/2006/relationships/image" Target="../media/image350.png"/><Relationship Id="rId47" Type="http://schemas.openxmlformats.org/officeDocument/2006/relationships/customXml" Target="../ink/ink98.xml"/><Relationship Id="rId68" Type="http://schemas.openxmlformats.org/officeDocument/2006/relationships/image" Target="../media/image560.png"/><Relationship Id="rId112" Type="http://schemas.openxmlformats.org/officeDocument/2006/relationships/image" Target="../media/image78.png"/><Relationship Id="rId133" Type="http://schemas.openxmlformats.org/officeDocument/2006/relationships/customXml" Target="../ink/ink134.xml"/><Relationship Id="rId154" Type="http://schemas.openxmlformats.org/officeDocument/2006/relationships/image" Target="../media/image93.png"/><Relationship Id="rId16" Type="http://schemas.openxmlformats.org/officeDocument/2006/relationships/image" Target="../media/image300.png"/><Relationship Id="rId37" Type="http://schemas.openxmlformats.org/officeDocument/2006/relationships/customXml" Target="../ink/ink93.xml"/><Relationship Id="rId58" Type="http://schemas.openxmlformats.org/officeDocument/2006/relationships/image" Target="../media/image511.png"/><Relationship Id="rId79" Type="http://schemas.openxmlformats.org/officeDocument/2006/relationships/customXml" Target="../ink/ink114.xml"/><Relationship Id="rId102" Type="http://schemas.openxmlformats.org/officeDocument/2006/relationships/image" Target="../media/image73.png"/><Relationship Id="rId144" Type="http://schemas.openxmlformats.org/officeDocument/2006/relationships/image" Target="../media/image88.png"/><Relationship Id="rId90" Type="http://schemas.openxmlformats.org/officeDocument/2006/relationships/image" Target="../media/image67.png"/><Relationship Id="rId165" Type="http://schemas.openxmlformats.org/officeDocument/2006/relationships/customXml" Target="../ink/ink15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5.xml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1.xml"/><Relationship Id="rId18" Type="http://schemas.openxmlformats.org/officeDocument/2006/relationships/image" Target="../media/image1030.png"/><Relationship Id="rId26" Type="http://schemas.openxmlformats.org/officeDocument/2006/relationships/image" Target="../media/image107.png"/><Relationship Id="rId3" Type="http://schemas.openxmlformats.org/officeDocument/2006/relationships/customXml" Target="../ink/ink156.xml"/><Relationship Id="rId21" Type="http://schemas.openxmlformats.org/officeDocument/2006/relationships/customXml" Target="../ink/ink165.xml"/><Relationship Id="rId34" Type="http://schemas.openxmlformats.org/officeDocument/2006/relationships/image" Target="../media/image111.png"/><Relationship Id="rId7" Type="http://schemas.openxmlformats.org/officeDocument/2006/relationships/customXml" Target="../ink/ink158.xml"/><Relationship Id="rId12" Type="http://schemas.openxmlformats.org/officeDocument/2006/relationships/image" Target="../media/image1000.png"/><Relationship Id="rId17" Type="http://schemas.openxmlformats.org/officeDocument/2006/relationships/customXml" Target="../ink/ink163.xml"/><Relationship Id="rId25" Type="http://schemas.openxmlformats.org/officeDocument/2006/relationships/customXml" Target="../ink/ink167.xml"/><Relationship Id="rId33" Type="http://schemas.openxmlformats.org/officeDocument/2006/relationships/customXml" Target="../ink/ink171.xml"/><Relationship Id="rId2" Type="http://schemas.openxmlformats.org/officeDocument/2006/relationships/image" Target="../media/image105.png"/><Relationship Id="rId16" Type="http://schemas.openxmlformats.org/officeDocument/2006/relationships/image" Target="../media/image1020.png"/><Relationship Id="rId20" Type="http://schemas.openxmlformats.org/officeDocument/2006/relationships/image" Target="../media/image1040.png"/><Relationship Id="rId29" Type="http://schemas.openxmlformats.org/officeDocument/2006/relationships/customXml" Target="../ink/ink16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0.png"/><Relationship Id="rId11" Type="http://schemas.openxmlformats.org/officeDocument/2006/relationships/customXml" Target="../ink/ink160.xml"/><Relationship Id="rId24" Type="http://schemas.openxmlformats.org/officeDocument/2006/relationships/image" Target="../media/image106.png"/><Relationship Id="rId32" Type="http://schemas.openxmlformats.org/officeDocument/2006/relationships/image" Target="../media/image110.png"/><Relationship Id="rId5" Type="http://schemas.openxmlformats.org/officeDocument/2006/relationships/customXml" Target="../ink/ink157.xml"/><Relationship Id="rId15" Type="http://schemas.openxmlformats.org/officeDocument/2006/relationships/customXml" Target="../ink/ink162.xml"/><Relationship Id="rId23" Type="http://schemas.openxmlformats.org/officeDocument/2006/relationships/customXml" Target="../ink/ink166.xml"/><Relationship Id="rId28" Type="http://schemas.openxmlformats.org/officeDocument/2006/relationships/image" Target="../media/image108.png"/><Relationship Id="rId36" Type="http://schemas.openxmlformats.org/officeDocument/2006/relationships/image" Target="../media/image112.png"/><Relationship Id="rId10" Type="http://schemas.openxmlformats.org/officeDocument/2006/relationships/image" Target="../media/image990.png"/><Relationship Id="rId19" Type="http://schemas.openxmlformats.org/officeDocument/2006/relationships/customXml" Target="../ink/ink164.xml"/><Relationship Id="rId31" Type="http://schemas.openxmlformats.org/officeDocument/2006/relationships/customXml" Target="../ink/ink170.xml"/><Relationship Id="rId4" Type="http://schemas.openxmlformats.org/officeDocument/2006/relationships/image" Target="../media/image960.png"/><Relationship Id="rId9" Type="http://schemas.openxmlformats.org/officeDocument/2006/relationships/customXml" Target="../ink/ink159.xml"/><Relationship Id="rId14" Type="http://schemas.openxmlformats.org/officeDocument/2006/relationships/image" Target="../media/image1011.png"/><Relationship Id="rId22" Type="http://schemas.openxmlformats.org/officeDocument/2006/relationships/image" Target="../media/image1050.png"/><Relationship Id="rId27" Type="http://schemas.openxmlformats.org/officeDocument/2006/relationships/customXml" Target="../ink/ink168.xml"/><Relationship Id="rId30" Type="http://schemas.openxmlformats.org/officeDocument/2006/relationships/image" Target="../media/image109.png"/><Relationship Id="rId35" Type="http://schemas.openxmlformats.org/officeDocument/2006/relationships/customXml" Target="../ink/ink172.xml"/><Relationship Id="rId8" Type="http://schemas.openxmlformats.org/officeDocument/2006/relationships/image" Target="../media/image98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4.png"/><Relationship Id="rId21" Type="http://schemas.openxmlformats.org/officeDocument/2006/relationships/customXml" Target="../ink/ink182.xml"/><Relationship Id="rId42" Type="http://schemas.openxmlformats.org/officeDocument/2006/relationships/image" Target="../media/image132.png"/><Relationship Id="rId47" Type="http://schemas.openxmlformats.org/officeDocument/2006/relationships/customXml" Target="../ink/ink195.xml"/><Relationship Id="rId63" Type="http://schemas.openxmlformats.org/officeDocument/2006/relationships/customXml" Target="../ink/ink203.xml"/><Relationship Id="rId68" Type="http://schemas.openxmlformats.org/officeDocument/2006/relationships/image" Target="../media/image145.png"/><Relationship Id="rId84" Type="http://schemas.openxmlformats.org/officeDocument/2006/relationships/image" Target="../media/image153.png"/><Relationship Id="rId16" Type="http://schemas.openxmlformats.org/officeDocument/2006/relationships/image" Target="../media/image119.png"/><Relationship Id="rId11" Type="http://schemas.openxmlformats.org/officeDocument/2006/relationships/customXml" Target="../ink/ink177.xml"/><Relationship Id="rId32" Type="http://schemas.openxmlformats.org/officeDocument/2006/relationships/image" Target="../media/image127.png"/><Relationship Id="rId37" Type="http://schemas.openxmlformats.org/officeDocument/2006/relationships/customXml" Target="../ink/ink190.xml"/><Relationship Id="rId53" Type="http://schemas.openxmlformats.org/officeDocument/2006/relationships/customXml" Target="../ink/ink198.xml"/><Relationship Id="rId58" Type="http://schemas.openxmlformats.org/officeDocument/2006/relationships/image" Target="../media/image140.png"/><Relationship Id="rId74" Type="http://schemas.openxmlformats.org/officeDocument/2006/relationships/image" Target="../media/image148.png"/><Relationship Id="rId79" Type="http://schemas.openxmlformats.org/officeDocument/2006/relationships/customXml" Target="../ink/ink211.xml"/><Relationship Id="rId5" Type="http://schemas.openxmlformats.org/officeDocument/2006/relationships/customXml" Target="../ink/ink174.xml"/><Relationship Id="rId19" Type="http://schemas.openxmlformats.org/officeDocument/2006/relationships/customXml" Target="../ink/ink181.xml"/><Relationship Id="rId14" Type="http://schemas.openxmlformats.org/officeDocument/2006/relationships/image" Target="../media/image118.png"/><Relationship Id="rId22" Type="http://schemas.openxmlformats.org/officeDocument/2006/relationships/image" Target="../media/image122.png"/><Relationship Id="rId27" Type="http://schemas.openxmlformats.org/officeDocument/2006/relationships/customXml" Target="../ink/ink185.xml"/><Relationship Id="rId30" Type="http://schemas.openxmlformats.org/officeDocument/2006/relationships/image" Target="../media/image126.png"/><Relationship Id="rId35" Type="http://schemas.openxmlformats.org/officeDocument/2006/relationships/customXml" Target="../ink/ink189.xml"/><Relationship Id="rId43" Type="http://schemas.openxmlformats.org/officeDocument/2006/relationships/customXml" Target="../ink/ink193.xml"/><Relationship Id="rId48" Type="http://schemas.openxmlformats.org/officeDocument/2006/relationships/image" Target="../media/image135.png"/><Relationship Id="rId56" Type="http://schemas.openxmlformats.org/officeDocument/2006/relationships/image" Target="../media/image139.png"/><Relationship Id="rId64" Type="http://schemas.openxmlformats.org/officeDocument/2006/relationships/image" Target="../media/image143.png"/><Relationship Id="rId69" Type="http://schemas.openxmlformats.org/officeDocument/2006/relationships/customXml" Target="../ink/ink206.xml"/><Relationship Id="rId77" Type="http://schemas.openxmlformats.org/officeDocument/2006/relationships/customXml" Target="../ink/ink210.xml"/><Relationship Id="rId8" Type="http://schemas.openxmlformats.org/officeDocument/2006/relationships/image" Target="../media/image115.png"/><Relationship Id="rId51" Type="http://schemas.openxmlformats.org/officeDocument/2006/relationships/customXml" Target="../ink/ink197.xml"/><Relationship Id="rId72" Type="http://schemas.openxmlformats.org/officeDocument/2006/relationships/image" Target="../media/image147.png"/><Relationship Id="rId80" Type="http://schemas.openxmlformats.org/officeDocument/2006/relationships/image" Target="../media/image151.png"/><Relationship Id="rId85" Type="http://schemas.openxmlformats.org/officeDocument/2006/relationships/customXml" Target="../ink/ink214.xml"/><Relationship Id="rId3" Type="http://schemas.openxmlformats.org/officeDocument/2006/relationships/customXml" Target="../ink/ink173.xml"/><Relationship Id="rId12" Type="http://schemas.openxmlformats.org/officeDocument/2006/relationships/image" Target="../media/image117.png"/><Relationship Id="rId17" Type="http://schemas.openxmlformats.org/officeDocument/2006/relationships/customXml" Target="../ink/ink180.xml"/><Relationship Id="rId25" Type="http://schemas.openxmlformats.org/officeDocument/2006/relationships/customXml" Target="../ink/ink184.xml"/><Relationship Id="rId33" Type="http://schemas.openxmlformats.org/officeDocument/2006/relationships/customXml" Target="../ink/ink188.xml"/><Relationship Id="rId38" Type="http://schemas.openxmlformats.org/officeDocument/2006/relationships/image" Target="../media/image130.png"/><Relationship Id="rId46" Type="http://schemas.openxmlformats.org/officeDocument/2006/relationships/image" Target="../media/image134.png"/><Relationship Id="rId59" Type="http://schemas.openxmlformats.org/officeDocument/2006/relationships/customXml" Target="../ink/ink201.xml"/><Relationship Id="rId67" Type="http://schemas.openxmlformats.org/officeDocument/2006/relationships/customXml" Target="../ink/ink205.xml"/><Relationship Id="rId20" Type="http://schemas.openxmlformats.org/officeDocument/2006/relationships/image" Target="../media/image121.png"/><Relationship Id="rId41" Type="http://schemas.openxmlformats.org/officeDocument/2006/relationships/customXml" Target="../ink/ink192.xml"/><Relationship Id="rId54" Type="http://schemas.openxmlformats.org/officeDocument/2006/relationships/image" Target="../media/image138.png"/><Relationship Id="rId62" Type="http://schemas.openxmlformats.org/officeDocument/2006/relationships/image" Target="../media/image142.png"/><Relationship Id="rId70" Type="http://schemas.openxmlformats.org/officeDocument/2006/relationships/image" Target="../media/image146.png"/><Relationship Id="rId75" Type="http://schemas.openxmlformats.org/officeDocument/2006/relationships/customXml" Target="../ink/ink209.xml"/><Relationship Id="rId83" Type="http://schemas.openxmlformats.org/officeDocument/2006/relationships/customXml" Target="../ink/ink213.xml"/><Relationship Id="rId88" Type="http://schemas.openxmlformats.org/officeDocument/2006/relationships/image" Target="../media/image1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15" Type="http://schemas.openxmlformats.org/officeDocument/2006/relationships/customXml" Target="../ink/ink179.xml"/><Relationship Id="rId23" Type="http://schemas.openxmlformats.org/officeDocument/2006/relationships/customXml" Target="../ink/ink183.xml"/><Relationship Id="rId28" Type="http://schemas.openxmlformats.org/officeDocument/2006/relationships/image" Target="../media/image125.png"/><Relationship Id="rId36" Type="http://schemas.openxmlformats.org/officeDocument/2006/relationships/image" Target="../media/image129.png"/><Relationship Id="rId49" Type="http://schemas.openxmlformats.org/officeDocument/2006/relationships/customXml" Target="../ink/ink196.xml"/><Relationship Id="rId57" Type="http://schemas.openxmlformats.org/officeDocument/2006/relationships/customXml" Target="../ink/ink200.xml"/><Relationship Id="rId10" Type="http://schemas.openxmlformats.org/officeDocument/2006/relationships/image" Target="../media/image116.png"/><Relationship Id="rId31" Type="http://schemas.openxmlformats.org/officeDocument/2006/relationships/customXml" Target="../ink/ink187.xml"/><Relationship Id="rId44" Type="http://schemas.openxmlformats.org/officeDocument/2006/relationships/image" Target="../media/image133.png"/><Relationship Id="rId52" Type="http://schemas.openxmlformats.org/officeDocument/2006/relationships/image" Target="../media/image137.png"/><Relationship Id="rId60" Type="http://schemas.openxmlformats.org/officeDocument/2006/relationships/image" Target="../media/image141.png"/><Relationship Id="rId65" Type="http://schemas.openxmlformats.org/officeDocument/2006/relationships/customXml" Target="../ink/ink204.xml"/><Relationship Id="rId73" Type="http://schemas.openxmlformats.org/officeDocument/2006/relationships/customXml" Target="../ink/ink208.xml"/><Relationship Id="rId78" Type="http://schemas.openxmlformats.org/officeDocument/2006/relationships/image" Target="../media/image150.png"/><Relationship Id="rId81" Type="http://schemas.openxmlformats.org/officeDocument/2006/relationships/customXml" Target="../ink/ink212.xml"/><Relationship Id="rId86" Type="http://schemas.openxmlformats.org/officeDocument/2006/relationships/image" Target="../media/image154.png"/><Relationship Id="rId4" Type="http://schemas.openxmlformats.org/officeDocument/2006/relationships/image" Target="../media/image1111.png"/><Relationship Id="rId9" Type="http://schemas.openxmlformats.org/officeDocument/2006/relationships/customXml" Target="../ink/ink176.xml"/><Relationship Id="rId13" Type="http://schemas.openxmlformats.org/officeDocument/2006/relationships/customXml" Target="../ink/ink178.xml"/><Relationship Id="rId18" Type="http://schemas.openxmlformats.org/officeDocument/2006/relationships/image" Target="../media/image120.png"/><Relationship Id="rId39" Type="http://schemas.openxmlformats.org/officeDocument/2006/relationships/customXml" Target="../ink/ink191.xml"/><Relationship Id="rId34" Type="http://schemas.openxmlformats.org/officeDocument/2006/relationships/image" Target="../media/image128.png"/><Relationship Id="rId50" Type="http://schemas.openxmlformats.org/officeDocument/2006/relationships/image" Target="../media/image136.png"/><Relationship Id="rId55" Type="http://schemas.openxmlformats.org/officeDocument/2006/relationships/customXml" Target="../ink/ink199.xml"/><Relationship Id="rId76" Type="http://schemas.openxmlformats.org/officeDocument/2006/relationships/image" Target="../media/image149.png"/><Relationship Id="rId7" Type="http://schemas.openxmlformats.org/officeDocument/2006/relationships/customXml" Target="../ink/ink175.xml"/><Relationship Id="rId71" Type="http://schemas.openxmlformats.org/officeDocument/2006/relationships/customXml" Target="../ink/ink207.xml"/><Relationship Id="rId2" Type="http://schemas.openxmlformats.org/officeDocument/2006/relationships/image" Target="../media/image113.png"/><Relationship Id="rId29" Type="http://schemas.openxmlformats.org/officeDocument/2006/relationships/customXml" Target="../ink/ink186.xml"/><Relationship Id="rId24" Type="http://schemas.openxmlformats.org/officeDocument/2006/relationships/image" Target="../media/image123.png"/><Relationship Id="rId40" Type="http://schemas.openxmlformats.org/officeDocument/2006/relationships/image" Target="../media/image131.png"/><Relationship Id="rId45" Type="http://schemas.openxmlformats.org/officeDocument/2006/relationships/customXml" Target="../ink/ink194.xml"/><Relationship Id="rId66" Type="http://schemas.openxmlformats.org/officeDocument/2006/relationships/image" Target="../media/image144.png"/><Relationship Id="rId87" Type="http://schemas.openxmlformats.org/officeDocument/2006/relationships/customXml" Target="../ink/ink215.xml"/><Relationship Id="rId61" Type="http://schemas.openxmlformats.org/officeDocument/2006/relationships/customXml" Target="../ink/ink202.xml"/><Relationship Id="rId82" Type="http://schemas.openxmlformats.org/officeDocument/2006/relationships/image" Target="../media/image15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Fuerza magnética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Sobre carga en movimiento</a:t>
            </a:r>
          </a:p>
          <a:p>
            <a:r>
              <a:rPr lang="es-AR" dirty="0"/>
              <a:t>Sobre hilo con corriente</a:t>
            </a:r>
          </a:p>
        </p:txBody>
      </p:sp>
    </p:spTree>
    <p:extLst>
      <p:ext uri="{BB962C8B-B14F-4D97-AF65-F5344CB8AC3E}">
        <p14:creationId xmlns:p14="http://schemas.microsoft.com/office/powerpoint/2010/main" val="3749690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-603448"/>
            <a:ext cx="6480720" cy="7250939"/>
          </a:xfr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1BD1E985-5D29-AB60-DD9A-65B5D195509D}"/>
              </a:ext>
            </a:extLst>
          </p:cNvPr>
          <p:cNvGrpSpPr/>
          <p:nvPr/>
        </p:nvGrpSpPr>
        <p:grpSpPr>
          <a:xfrm>
            <a:off x="5497726" y="5853517"/>
            <a:ext cx="468000" cy="469080"/>
            <a:chOff x="5497726" y="5853517"/>
            <a:chExt cx="468000" cy="46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D43EFC16-C0A8-7220-F197-59B070873673}"/>
                    </a:ext>
                  </a:extLst>
                </p14:cNvPr>
                <p14:cNvContentPartPr/>
                <p14:nvPr/>
              </p14:nvContentPartPr>
              <p14:xfrm>
                <a:off x="5738206" y="5910397"/>
                <a:ext cx="44640" cy="41220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D43EFC16-C0A8-7220-F197-59B07087367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29206" y="5901757"/>
                  <a:ext cx="622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1F6B5E2A-6FDC-50DE-2E07-AEFA67094335}"/>
                    </a:ext>
                  </a:extLst>
                </p14:cNvPr>
                <p14:cNvContentPartPr/>
                <p14:nvPr/>
              </p14:nvContentPartPr>
              <p14:xfrm>
                <a:off x="5497726" y="5853517"/>
                <a:ext cx="468000" cy="4824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1F6B5E2A-6FDC-50DE-2E07-AEFA6709433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89086" y="5844877"/>
                  <a:ext cx="48564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FC508F5-98AF-998E-0366-9503172C0A20}"/>
              </a:ext>
            </a:extLst>
          </p:cNvPr>
          <p:cNvGrpSpPr/>
          <p:nvPr/>
        </p:nvGrpSpPr>
        <p:grpSpPr>
          <a:xfrm>
            <a:off x="730606" y="5835517"/>
            <a:ext cx="1505880" cy="642600"/>
            <a:chOff x="730606" y="5835517"/>
            <a:chExt cx="1505880" cy="64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B82DD017-D74B-370B-0CC3-16B74BB05A7F}"/>
                    </a:ext>
                  </a:extLst>
                </p14:cNvPr>
                <p14:cNvContentPartPr/>
                <p14:nvPr/>
              </p14:nvContentPartPr>
              <p14:xfrm>
                <a:off x="843286" y="5982037"/>
                <a:ext cx="25560" cy="3142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B82DD017-D74B-370B-0CC3-16B74BB05A7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5286" y="5964397"/>
                  <a:ext cx="612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EFD902F-BF3E-CD03-8391-AD9B3175DF13}"/>
                    </a:ext>
                  </a:extLst>
                </p14:cNvPr>
                <p14:cNvContentPartPr/>
                <p14:nvPr/>
              </p14:nvContentPartPr>
              <p14:xfrm>
                <a:off x="733126" y="5943877"/>
                <a:ext cx="281160" cy="3474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EFD902F-BF3E-CD03-8391-AD9B3175DF1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5486" y="5925877"/>
                  <a:ext cx="31680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FD2853F4-ED9E-66F8-8143-73514D44454B}"/>
                    </a:ext>
                  </a:extLst>
                </p14:cNvPr>
                <p14:cNvContentPartPr/>
                <p14:nvPr/>
              </p14:nvContentPartPr>
              <p14:xfrm>
                <a:off x="730606" y="5835517"/>
                <a:ext cx="205560" cy="2880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FD2853F4-ED9E-66F8-8143-73514D44454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2966" y="5817517"/>
                  <a:ext cx="241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DA48B1E6-6C70-F1E1-5950-D883B951AB84}"/>
                    </a:ext>
                  </a:extLst>
                </p14:cNvPr>
                <p14:cNvContentPartPr/>
                <p14:nvPr/>
              </p14:nvContentPartPr>
              <p14:xfrm>
                <a:off x="1206526" y="6097237"/>
                <a:ext cx="636840" cy="24588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DA48B1E6-6C70-F1E1-5950-D883B951AB8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88886" y="6079237"/>
                  <a:ext cx="6724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79CCDF51-FF13-BBAE-17FA-FEADC6803503}"/>
                    </a:ext>
                  </a:extLst>
                </p14:cNvPr>
                <p14:cNvContentPartPr/>
                <p14:nvPr/>
              </p14:nvContentPartPr>
              <p14:xfrm>
                <a:off x="1928326" y="6182197"/>
                <a:ext cx="155520" cy="29592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79CCDF51-FF13-BBAE-17FA-FEADC680350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10686" y="6164197"/>
                  <a:ext cx="1911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E522D7A9-7479-D828-96CB-8A35393A033A}"/>
                    </a:ext>
                  </a:extLst>
                </p14:cNvPr>
                <p14:cNvContentPartPr/>
                <p14:nvPr/>
              </p14:nvContentPartPr>
              <p14:xfrm>
                <a:off x="2128846" y="6245197"/>
                <a:ext cx="107640" cy="896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E522D7A9-7479-D828-96CB-8A35393A033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10846" y="6227557"/>
                  <a:ext cx="14328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13241605-AFAE-E2DC-A787-5F0A40A13958}"/>
              </a:ext>
            </a:extLst>
          </p:cNvPr>
          <p:cNvGrpSpPr/>
          <p:nvPr/>
        </p:nvGrpSpPr>
        <p:grpSpPr>
          <a:xfrm>
            <a:off x="2487766" y="6028837"/>
            <a:ext cx="1633320" cy="580680"/>
            <a:chOff x="2487766" y="6028837"/>
            <a:chExt cx="1633320" cy="58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6A6C40C3-8AEB-BA6E-F138-8B1ED0857EEE}"/>
                    </a:ext>
                  </a:extLst>
                </p14:cNvPr>
                <p14:cNvContentPartPr/>
                <p14:nvPr/>
              </p14:nvContentPartPr>
              <p14:xfrm>
                <a:off x="2487766" y="6181117"/>
                <a:ext cx="244440" cy="20448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6A6C40C3-8AEB-BA6E-F138-8B1ED0857EE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70126" y="6163117"/>
                  <a:ext cx="2800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48787E35-2A4F-05BF-DDBC-0325FF86E8CB}"/>
                    </a:ext>
                  </a:extLst>
                </p14:cNvPr>
                <p14:cNvContentPartPr/>
                <p14:nvPr/>
              </p14:nvContentPartPr>
              <p14:xfrm>
                <a:off x="2811766" y="6177517"/>
                <a:ext cx="329760" cy="4320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48787E35-2A4F-05BF-DDBC-0325FF86E8C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94126" y="6159877"/>
                  <a:ext cx="36540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C6D88874-E6DA-F204-6FFC-5A9AC2FD8A0E}"/>
                    </a:ext>
                  </a:extLst>
                </p14:cNvPr>
                <p14:cNvContentPartPr/>
                <p14:nvPr/>
              </p14:nvContentPartPr>
              <p14:xfrm>
                <a:off x="3178246" y="6253837"/>
                <a:ext cx="151200" cy="1382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C6D88874-E6DA-F204-6FFC-5A9AC2FD8A0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60246" y="6236197"/>
                  <a:ext cx="186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7CC28DDD-60DA-446A-6008-AB181DC10EC7}"/>
                    </a:ext>
                  </a:extLst>
                </p14:cNvPr>
                <p14:cNvContentPartPr/>
                <p14:nvPr/>
              </p14:nvContentPartPr>
              <p14:xfrm>
                <a:off x="3416926" y="6285877"/>
                <a:ext cx="183600" cy="1594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7CC28DDD-60DA-446A-6008-AB181DC10EC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399286" y="6268237"/>
                  <a:ext cx="219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24BE5A28-98C0-7E84-14D9-581F92973D23}"/>
                    </a:ext>
                  </a:extLst>
                </p14:cNvPr>
                <p14:cNvContentPartPr/>
                <p14:nvPr/>
              </p14:nvContentPartPr>
              <p14:xfrm>
                <a:off x="3662446" y="6028837"/>
                <a:ext cx="74880" cy="32904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24BE5A28-98C0-7E84-14D9-581F92973D2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644446" y="6010837"/>
                  <a:ext cx="1105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14276074-E176-3924-930C-4129CC097D9A}"/>
                    </a:ext>
                  </a:extLst>
                </p14:cNvPr>
                <p14:cNvContentPartPr/>
                <p14:nvPr/>
              </p14:nvContentPartPr>
              <p14:xfrm>
                <a:off x="3662446" y="6169597"/>
                <a:ext cx="200160" cy="2091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14276074-E176-3924-930C-4129CC097D9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644446" y="6151957"/>
                  <a:ext cx="2358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12649F4C-7122-E3E4-634F-74E32F6CCAFB}"/>
                    </a:ext>
                  </a:extLst>
                </p14:cNvPr>
                <p14:cNvContentPartPr/>
                <p14:nvPr/>
              </p14:nvContentPartPr>
              <p14:xfrm>
                <a:off x="3944326" y="6235837"/>
                <a:ext cx="176760" cy="1177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12649F4C-7122-E3E4-634F-74E32F6CCAF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26326" y="6217837"/>
                  <a:ext cx="2124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B0712FC5-0730-FB19-FA4E-D13105A9C82B}"/>
                    </a:ext>
                  </a:extLst>
                </p14:cNvPr>
                <p14:cNvContentPartPr/>
                <p14:nvPr/>
              </p14:nvContentPartPr>
              <p14:xfrm>
                <a:off x="3275446" y="6084277"/>
                <a:ext cx="53280" cy="25380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B0712FC5-0730-FB19-FA4E-D13105A9C82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57806" y="6066637"/>
                  <a:ext cx="8892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C3F4CBBA-77E7-DEA4-FE82-AB9AEA42064F}"/>
              </a:ext>
            </a:extLst>
          </p:cNvPr>
          <p:cNvGrpSpPr/>
          <p:nvPr/>
        </p:nvGrpSpPr>
        <p:grpSpPr>
          <a:xfrm>
            <a:off x="4595206" y="6297037"/>
            <a:ext cx="1885680" cy="317160"/>
            <a:chOff x="4595206" y="6297037"/>
            <a:chExt cx="188568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BA678C04-CE4A-6257-19DC-C1232DCC1BF9}"/>
                    </a:ext>
                  </a:extLst>
                </p14:cNvPr>
                <p14:cNvContentPartPr/>
                <p14:nvPr/>
              </p14:nvContentPartPr>
              <p14:xfrm>
                <a:off x="4620046" y="6434197"/>
                <a:ext cx="23400" cy="15192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BA678C04-CE4A-6257-19DC-C1232DCC1BF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602406" y="6416557"/>
                  <a:ext cx="59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6465BD5E-2160-1C27-D230-E98B701702C8}"/>
                    </a:ext>
                  </a:extLst>
                </p14:cNvPr>
                <p14:cNvContentPartPr/>
                <p14:nvPr/>
              </p14:nvContentPartPr>
              <p14:xfrm>
                <a:off x="4595206" y="6336997"/>
                <a:ext cx="35640" cy="144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6465BD5E-2160-1C27-D230-E98B701702C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577566" y="6318997"/>
                  <a:ext cx="712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9A5EA3FF-54EC-7572-508E-6348E1DC6A64}"/>
                    </a:ext>
                  </a:extLst>
                </p14:cNvPr>
                <p14:cNvContentPartPr/>
                <p14:nvPr/>
              </p14:nvContentPartPr>
              <p14:xfrm>
                <a:off x="4832806" y="6381637"/>
                <a:ext cx="176400" cy="1479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9A5EA3FF-54EC-7572-508E-6348E1DC6A6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814806" y="6363637"/>
                  <a:ext cx="2120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A494CA8D-78B6-9E03-6581-D65CFC5924F2}"/>
                    </a:ext>
                  </a:extLst>
                </p14:cNvPr>
                <p14:cNvContentPartPr/>
                <p14:nvPr/>
              </p14:nvContentPartPr>
              <p14:xfrm>
                <a:off x="5098486" y="6320077"/>
                <a:ext cx="198720" cy="24012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A494CA8D-78B6-9E03-6581-D65CFC5924F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080846" y="6302437"/>
                  <a:ext cx="2343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B329F5BF-AC3A-7F0D-725D-6FC0D5993984}"/>
                    </a:ext>
                  </a:extLst>
                </p14:cNvPr>
                <p14:cNvContentPartPr/>
                <p14:nvPr/>
              </p14:nvContentPartPr>
              <p14:xfrm>
                <a:off x="5381446" y="6427717"/>
                <a:ext cx="109440" cy="950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B329F5BF-AC3A-7F0D-725D-6FC0D599398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363446" y="6410077"/>
                  <a:ext cx="145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8CCD8E59-4175-141F-EDE3-EBBA674EAB6E}"/>
                    </a:ext>
                  </a:extLst>
                </p14:cNvPr>
                <p14:cNvContentPartPr/>
                <p14:nvPr/>
              </p14:nvContentPartPr>
              <p14:xfrm>
                <a:off x="5589166" y="6453997"/>
                <a:ext cx="158400" cy="1602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8CCD8E59-4175-141F-EDE3-EBBA674EAB6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571166" y="6436357"/>
                  <a:ext cx="1940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20D1E260-1EF0-ED01-3434-B22A40828678}"/>
                    </a:ext>
                  </a:extLst>
                </p14:cNvPr>
                <p14:cNvContentPartPr/>
                <p14:nvPr/>
              </p14:nvContentPartPr>
              <p14:xfrm>
                <a:off x="5860606" y="6460117"/>
                <a:ext cx="424080" cy="1519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20D1E260-1EF0-ED01-3434-B22A4082867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842606" y="6442477"/>
                  <a:ext cx="4597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79F41D24-4F2A-3B4A-1AED-DD7DD4B267B0}"/>
                    </a:ext>
                  </a:extLst>
                </p14:cNvPr>
                <p14:cNvContentPartPr/>
                <p14:nvPr/>
              </p14:nvContentPartPr>
              <p14:xfrm>
                <a:off x="6373966" y="6473797"/>
                <a:ext cx="106920" cy="1170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79F41D24-4F2A-3B4A-1AED-DD7DD4B267B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355966" y="6456157"/>
                  <a:ext cx="1425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220058FE-BA0C-AA08-63FC-09F3B306FCB9}"/>
                    </a:ext>
                  </a:extLst>
                </p14:cNvPr>
                <p14:cNvContentPartPr/>
                <p14:nvPr/>
              </p14:nvContentPartPr>
              <p14:xfrm>
                <a:off x="6285406" y="6297037"/>
                <a:ext cx="78840" cy="15264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220058FE-BA0C-AA08-63FC-09F3B306FCB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267766" y="6279397"/>
                  <a:ext cx="11448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5F760C44-9522-1CAD-1AEA-CF93E49B2615}"/>
              </a:ext>
            </a:extLst>
          </p:cNvPr>
          <p:cNvGrpSpPr/>
          <p:nvPr/>
        </p:nvGrpSpPr>
        <p:grpSpPr>
          <a:xfrm>
            <a:off x="6908206" y="6198037"/>
            <a:ext cx="1579680" cy="547560"/>
            <a:chOff x="6908206" y="6198037"/>
            <a:chExt cx="1579680" cy="54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5F864882-49BB-9719-0903-F781EC5AA5B2}"/>
                    </a:ext>
                  </a:extLst>
                </p14:cNvPr>
                <p14:cNvContentPartPr/>
                <p14:nvPr/>
              </p14:nvContentPartPr>
              <p14:xfrm>
                <a:off x="6908206" y="6390997"/>
                <a:ext cx="238320" cy="1515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5F864882-49BB-9719-0903-F781EC5AA5B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890566" y="6373357"/>
                  <a:ext cx="2739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75256D0D-CE0D-6BD5-7854-3311D034F85E}"/>
                    </a:ext>
                  </a:extLst>
                </p14:cNvPr>
                <p14:cNvContentPartPr/>
                <p14:nvPr/>
              </p14:nvContentPartPr>
              <p14:xfrm>
                <a:off x="7208446" y="6406117"/>
                <a:ext cx="289080" cy="33948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75256D0D-CE0D-6BD5-7854-3311D034F85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190446" y="6388477"/>
                  <a:ext cx="3247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65CA1321-8BAD-A47A-1937-F592F133189F}"/>
                    </a:ext>
                  </a:extLst>
                </p14:cNvPr>
                <p14:cNvContentPartPr/>
                <p14:nvPr/>
              </p14:nvContentPartPr>
              <p14:xfrm>
                <a:off x="7586446" y="6408637"/>
                <a:ext cx="138960" cy="17532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65CA1321-8BAD-A47A-1937-F592F133189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568446" y="6390997"/>
                  <a:ext cx="1746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A443685E-7A87-5931-947F-150F2AB2460B}"/>
                    </a:ext>
                  </a:extLst>
                </p14:cNvPr>
                <p14:cNvContentPartPr/>
                <p14:nvPr/>
              </p14:nvContentPartPr>
              <p14:xfrm>
                <a:off x="7792366" y="6455797"/>
                <a:ext cx="156960" cy="15552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A443685E-7A87-5931-947F-150F2AB2460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774726" y="6437797"/>
                  <a:ext cx="1926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58E3EB18-CB59-C910-F6D6-107EFE2A0612}"/>
                    </a:ext>
                  </a:extLst>
                </p14:cNvPr>
                <p14:cNvContentPartPr/>
                <p14:nvPr/>
              </p14:nvContentPartPr>
              <p14:xfrm>
                <a:off x="8088286" y="6198037"/>
                <a:ext cx="20520" cy="3722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58E3EB18-CB59-C910-F6D6-107EFE2A061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070286" y="6180397"/>
                  <a:ext cx="5616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ED024C9A-ED65-3FAE-7A15-06F57BADE7C9}"/>
                    </a:ext>
                  </a:extLst>
                </p14:cNvPr>
                <p14:cNvContentPartPr/>
                <p14:nvPr/>
              </p14:nvContentPartPr>
              <p14:xfrm>
                <a:off x="8055166" y="6388117"/>
                <a:ext cx="202680" cy="19440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ED024C9A-ED65-3FAE-7A15-06F57BADE7C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37526" y="6370117"/>
                  <a:ext cx="2383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3010F92A-9D7F-7794-DF58-075996A4C8D5}"/>
                    </a:ext>
                  </a:extLst>
                </p14:cNvPr>
                <p14:cNvContentPartPr/>
                <p14:nvPr/>
              </p14:nvContentPartPr>
              <p14:xfrm>
                <a:off x="8340286" y="6429157"/>
                <a:ext cx="147600" cy="12240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3010F92A-9D7F-7794-DF58-075996A4C8D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322646" y="6411157"/>
                  <a:ext cx="18324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7AF40F31-9FF8-DC6D-09CC-071FE0F46FA0}"/>
                  </a:ext>
                </a:extLst>
              </p14:cNvPr>
              <p14:cNvContentPartPr/>
              <p14:nvPr/>
            </p14:nvContentPartPr>
            <p14:xfrm>
              <a:off x="4150246" y="6380197"/>
              <a:ext cx="199800" cy="29520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7AF40F31-9FF8-DC6D-09CC-071FE0F46FA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132606" y="6362557"/>
                <a:ext cx="2354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169403C4-2C80-6A9F-9B26-31995DE167DA}"/>
                  </a:ext>
                </a:extLst>
              </p14:cNvPr>
              <p14:cNvContentPartPr/>
              <p14:nvPr/>
            </p14:nvContentPartPr>
            <p14:xfrm>
              <a:off x="4310806" y="6218557"/>
              <a:ext cx="57240" cy="2988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169403C4-2C80-6A9F-9B26-31995DE167D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293166" y="6200917"/>
                <a:ext cx="9288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upo 46">
            <a:extLst>
              <a:ext uri="{FF2B5EF4-FFF2-40B4-BE49-F238E27FC236}">
                <a16:creationId xmlns:a16="http://schemas.microsoft.com/office/drawing/2014/main" id="{CBB09AD3-6D8D-BC40-098F-81D9279A8242}"/>
              </a:ext>
            </a:extLst>
          </p:cNvPr>
          <p:cNvGrpSpPr/>
          <p:nvPr/>
        </p:nvGrpSpPr>
        <p:grpSpPr>
          <a:xfrm>
            <a:off x="7491406" y="1906477"/>
            <a:ext cx="192240" cy="299520"/>
            <a:chOff x="7491406" y="1906477"/>
            <a:chExt cx="192240" cy="2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90E55232-4E47-F2C1-1C9D-6E70F4A99E30}"/>
                    </a:ext>
                  </a:extLst>
                </p14:cNvPr>
                <p14:cNvContentPartPr/>
                <p14:nvPr/>
              </p14:nvContentPartPr>
              <p14:xfrm>
                <a:off x="7540726" y="1923757"/>
                <a:ext cx="2880" cy="28224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90E55232-4E47-F2C1-1C9D-6E70F4A99E3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523086" y="1905757"/>
                  <a:ext cx="385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864B56A7-A87E-FB1C-0B13-3E43ABA9B3A2}"/>
                    </a:ext>
                  </a:extLst>
                </p14:cNvPr>
                <p14:cNvContentPartPr/>
                <p14:nvPr/>
              </p14:nvContentPartPr>
              <p14:xfrm>
                <a:off x="7676086" y="1906477"/>
                <a:ext cx="7560" cy="27756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864B56A7-A87E-FB1C-0B13-3E43ABA9B3A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58086" y="1888837"/>
                  <a:ext cx="432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269876A6-8515-BCC5-31C6-DE1A4F8D1132}"/>
                    </a:ext>
                  </a:extLst>
                </p14:cNvPr>
                <p14:cNvContentPartPr/>
                <p14:nvPr/>
              </p14:nvContentPartPr>
              <p14:xfrm>
                <a:off x="7491406" y="2065237"/>
                <a:ext cx="154080" cy="1260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269876A6-8515-BCC5-31C6-DE1A4F8D113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473766" y="2047237"/>
                  <a:ext cx="18972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BD40A51D-55C6-93B2-061B-B15CD310E85D}"/>
                  </a:ext>
                </a:extLst>
              </p14:cNvPr>
              <p14:cNvContentPartPr/>
              <p14:nvPr/>
            </p14:nvContentPartPr>
            <p14:xfrm>
              <a:off x="7558366" y="1718917"/>
              <a:ext cx="146880" cy="36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BD40A51D-55C6-93B2-061B-B15CD310E85D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540726" y="1701277"/>
                <a:ext cx="18252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upo 60">
            <a:extLst>
              <a:ext uri="{FF2B5EF4-FFF2-40B4-BE49-F238E27FC236}">
                <a16:creationId xmlns:a16="http://schemas.microsoft.com/office/drawing/2014/main" id="{6EB78EEE-4014-7788-CE25-E35480C05764}"/>
              </a:ext>
            </a:extLst>
          </p:cNvPr>
          <p:cNvGrpSpPr/>
          <p:nvPr/>
        </p:nvGrpSpPr>
        <p:grpSpPr>
          <a:xfrm>
            <a:off x="7415446" y="2374117"/>
            <a:ext cx="1564200" cy="381600"/>
            <a:chOff x="7415446" y="2374117"/>
            <a:chExt cx="156420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2F384338-BC95-CCCD-6406-FB24032EB3B2}"/>
                    </a:ext>
                  </a:extLst>
                </p14:cNvPr>
                <p14:cNvContentPartPr/>
                <p14:nvPr/>
              </p14:nvContentPartPr>
              <p14:xfrm>
                <a:off x="7415446" y="2550157"/>
                <a:ext cx="188640" cy="16344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2F384338-BC95-CCCD-6406-FB24032EB3B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397806" y="2532517"/>
                  <a:ext cx="2242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E528D90C-9BCA-E8DA-7CD7-38FDFE38FC7E}"/>
                    </a:ext>
                  </a:extLst>
                </p14:cNvPr>
                <p14:cNvContentPartPr/>
                <p14:nvPr/>
              </p14:nvContentPartPr>
              <p14:xfrm>
                <a:off x="7639366" y="2559157"/>
                <a:ext cx="169920" cy="15516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E528D90C-9BCA-E8DA-7CD7-38FDFE38FC7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621726" y="2541517"/>
                  <a:ext cx="2055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C296645F-43AF-DAC2-244D-4E1732BBB458}"/>
                    </a:ext>
                  </a:extLst>
                </p14:cNvPr>
                <p14:cNvContentPartPr/>
                <p14:nvPr/>
              </p14:nvContentPartPr>
              <p14:xfrm>
                <a:off x="7636846" y="2552317"/>
                <a:ext cx="370800" cy="17280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C296645F-43AF-DAC2-244D-4E1732BBB45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619206" y="2534677"/>
                  <a:ext cx="406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7A8127F9-C477-9591-6701-8C0538302F16}"/>
                    </a:ext>
                  </a:extLst>
                </p14:cNvPr>
                <p14:cNvContentPartPr/>
                <p14:nvPr/>
              </p14:nvContentPartPr>
              <p14:xfrm>
                <a:off x="8047606" y="2452237"/>
                <a:ext cx="25560" cy="27900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7A8127F9-C477-9591-6701-8C0538302F1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029966" y="2434597"/>
                  <a:ext cx="612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E0BB3747-DF38-0D1E-372F-F435135ACBE6}"/>
                    </a:ext>
                  </a:extLst>
                </p14:cNvPr>
                <p14:cNvContentPartPr/>
                <p14:nvPr/>
              </p14:nvContentPartPr>
              <p14:xfrm>
                <a:off x="8078926" y="2487517"/>
                <a:ext cx="225720" cy="26820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E0BB3747-DF38-0D1E-372F-F435135ACBE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061286" y="2469877"/>
                  <a:ext cx="2613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A8716CBF-C6CB-0A34-124B-953E760F4E2B}"/>
                    </a:ext>
                  </a:extLst>
                </p14:cNvPr>
                <p14:cNvContentPartPr/>
                <p14:nvPr/>
              </p14:nvContentPartPr>
              <p14:xfrm>
                <a:off x="8395366" y="2597677"/>
                <a:ext cx="145800" cy="11412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A8716CBF-C6CB-0A34-124B-953E760F4E2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377726" y="2580037"/>
                  <a:ext cx="181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FAD4EAA2-C42B-9797-CC39-E21D654E2AE4}"/>
                    </a:ext>
                  </a:extLst>
                </p14:cNvPr>
                <p14:cNvContentPartPr/>
                <p14:nvPr/>
              </p14:nvContentPartPr>
              <p14:xfrm>
                <a:off x="8603446" y="2572837"/>
                <a:ext cx="376200" cy="16992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FAD4EAA2-C42B-9797-CC39-E21D654E2AE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85446" y="2554837"/>
                  <a:ext cx="4118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445F482F-2336-1A77-39AA-DB5CD8B6896B}"/>
                    </a:ext>
                  </a:extLst>
                </p14:cNvPr>
                <p14:cNvContentPartPr/>
                <p14:nvPr/>
              </p14:nvContentPartPr>
              <p14:xfrm>
                <a:off x="8835286" y="2374117"/>
                <a:ext cx="54720" cy="2289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445F482F-2336-1A77-39AA-DB5CD8B6896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817286" y="2356117"/>
                  <a:ext cx="9036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66D76611-1A1D-E996-8835-D64B902303A9}"/>
              </a:ext>
            </a:extLst>
          </p:cNvPr>
          <p:cNvGrpSpPr/>
          <p:nvPr/>
        </p:nvGrpSpPr>
        <p:grpSpPr>
          <a:xfrm>
            <a:off x="7658446" y="3001597"/>
            <a:ext cx="945360" cy="489600"/>
            <a:chOff x="7658446" y="3001597"/>
            <a:chExt cx="945360" cy="48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30F938FE-BD96-68CA-C2DC-FD1474EA1DEE}"/>
                    </a:ext>
                  </a:extLst>
                </p14:cNvPr>
                <p14:cNvContentPartPr/>
                <p14:nvPr/>
              </p14:nvContentPartPr>
              <p14:xfrm>
                <a:off x="7658446" y="3001597"/>
                <a:ext cx="316440" cy="15948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30F938FE-BD96-68CA-C2DC-FD1474EA1DE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640446" y="2983957"/>
                  <a:ext cx="352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897E1E13-3BB7-D4DD-1912-72650E17B33B}"/>
                    </a:ext>
                  </a:extLst>
                </p14:cNvPr>
                <p14:cNvContentPartPr/>
                <p14:nvPr/>
              </p14:nvContentPartPr>
              <p14:xfrm>
                <a:off x="8089366" y="3018517"/>
                <a:ext cx="135360" cy="9936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897E1E13-3BB7-D4DD-1912-72650E17B33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071726" y="3000877"/>
                  <a:ext cx="171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EB9EB674-40AD-30D9-7A4C-69346B87C726}"/>
                    </a:ext>
                  </a:extLst>
                </p14:cNvPr>
                <p14:cNvContentPartPr/>
                <p14:nvPr/>
              </p14:nvContentPartPr>
              <p14:xfrm>
                <a:off x="8210326" y="3012037"/>
                <a:ext cx="155520" cy="4791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EB9EB674-40AD-30D9-7A4C-69346B87C72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192326" y="2994037"/>
                  <a:ext cx="19116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F14C44D2-9C19-1B47-0A19-1763B607A3AD}"/>
                    </a:ext>
                  </a:extLst>
                </p14:cNvPr>
                <p14:cNvContentPartPr/>
                <p14:nvPr/>
              </p14:nvContentPartPr>
              <p14:xfrm>
                <a:off x="8450806" y="3042637"/>
                <a:ext cx="153000" cy="18900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F14C44D2-9C19-1B47-0A19-1763B607A3A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433166" y="3024637"/>
                  <a:ext cx="18864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id="{61BCDC16-77FB-D89B-D9BD-D6937354ED35}"/>
              </a:ext>
            </a:extLst>
          </p:cNvPr>
          <p:cNvGrpSpPr/>
          <p:nvPr/>
        </p:nvGrpSpPr>
        <p:grpSpPr>
          <a:xfrm>
            <a:off x="7591126" y="3716917"/>
            <a:ext cx="1697040" cy="912600"/>
            <a:chOff x="7591126" y="3716917"/>
            <a:chExt cx="1697040" cy="91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3A2AE395-CB37-671F-4B11-1D8AC98F2A35}"/>
                    </a:ext>
                  </a:extLst>
                </p14:cNvPr>
                <p14:cNvContentPartPr/>
                <p14:nvPr/>
              </p14:nvContentPartPr>
              <p14:xfrm>
                <a:off x="7591126" y="3716917"/>
                <a:ext cx="165960" cy="21744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3A2AE395-CB37-671F-4B11-1D8AC98F2A3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573486" y="3698917"/>
                  <a:ext cx="2016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1AFBE7AB-087E-AD11-F104-058CC7C3E32C}"/>
                    </a:ext>
                  </a:extLst>
                </p14:cNvPr>
                <p14:cNvContentPartPr/>
                <p14:nvPr/>
              </p14:nvContentPartPr>
              <p14:xfrm>
                <a:off x="7725046" y="3805477"/>
                <a:ext cx="150120" cy="12312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1AFBE7AB-087E-AD11-F104-058CC7C3E32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707406" y="3787837"/>
                  <a:ext cx="185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4EDD9C02-3F35-5AA8-FD54-F595DE2867F2}"/>
                    </a:ext>
                  </a:extLst>
                </p14:cNvPr>
                <p14:cNvContentPartPr/>
                <p14:nvPr/>
              </p14:nvContentPartPr>
              <p14:xfrm>
                <a:off x="7921246" y="3794317"/>
                <a:ext cx="329040" cy="17064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4EDD9C02-3F35-5AA8-FD54-F595DE2867F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903606" y="3776677"/>
                  <a:ext cx="3646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B915A1FB-E01A-C1AF-1C5A-3B1310202AE4}"/>
                    </a:ext>
                  </a:extLst>
                </p14:cNvPr>
                <p14:cNvContentPartPr/>
                <p14:nvPr/>
              </p14:nvContentPartPr>
              <p14:xfrm>
                <a:off x="8303206" y="3796117"/>
                <a:ext cx="231480" cy="3016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B915A1FB-E01A-C1AF-1C5A-3B1310202AE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85566" y="3778117"/>
                  <a:ext cx="2671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F399E4AF-A025-4BE7-8071-E842C71261D0}"/>
                    </a:ext>
                  </a:extLst>
                </p14:cNvPr>
                <p14:cNvContentPartPr/>
                <p14:nvPr/>
              </p14:nvContentPartPr>
              <p14:xfrm>
                <a:off x="7701286" y="4195717"/>
                <a:ext cx="261000" cy="18900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F399E4AF-A025-4BE7-8071-E842C71261D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683646" y="4177717"/>
                  <a:ext cx="2966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C257F5DD-3776-3AB6-3BF6-87DF217AD3A8}"/>
                    </a:ext>
                  </a:extLst>
                </p14:cNvPr>
                <p14:cNvContentPartPr/>
                <p14:nvPr/>
              </p14:nvContentPartPr>
              <p14:xfrm>
                <a:off x="8033566" y="4248997"/>
                <a:ext cx="153720" cy="11088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C257F5DD-3776-3AB6-3BF6-87DF217AD3A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015926" y="4231357"/>
                  <a:ext cx="189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BC79D35B-1BB2-0536-55E6-7A7BD8D14B53}"/>
                    </a:ext>
                  </a:extLst>
                </p14:cNvPr>
                <p14:cNvContentPartPr/>
                <p14:nvPr/>
              </p14:nvContentPartPr>
              <p14:xfrm>
                <a:off x="8205646" y="4246837"/>
                <a:ext cx="159480" cy="38268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BC79D35B-1BB2-0536-55E6-7A7BD8D14B5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188006" y="4228837"/>
                  <a:ext cx="19512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78791EE5-1AD7-8F5F-DDF8-7FEA4C03AC55}"/>
                    </a:ext>
                  </a:extLst>
                </p14:cNvPr>
                <p14:cNvContentPartPr/>
                <p14:nvPr/>
              </p14:nvContentPartPr>
              <p14:xfrm>
                <a:off x="8420566" y="4223077"/>
                <a:ext cx="195120" cy="15912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78791EE5-1AD7-8F5F-DDF8-7FEA4C03AC5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02926" y="4205077"/>
                  <a:ext cx="2307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1387162F-BA31-1216-AFA4-880D6D70B6FA}"/>
                    </a:ext>
                  </a:extLst>
                </p14:cNvPr>
                <p14:cNvContentPartPr/>
                <p14:nvPr/>
              </p14:nvContentPartPr>
              <p14:xfrm>
                <a:off x="8691286" y="4220557"/>
                <a:ext cx="186120" cy="13464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1387162F-BA31-1216-AFA4-880D6D70B6F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673286" y="4202557"/>
                  <a:ext cx="2217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34129ED7-2F5B-EA40-4184-784109B4FD36}"/>
                    </a:ext>
                  </a:extLst>
                </p14:cNvPr>
                <p14:cNvContentPartPr/>
                <p14:nvPr/>
              </p14:nvContentPartPr>
              <p14:xfrm>
                <a:off x="8991886" y="4044517"/>
                <a:ext cx="19440" cy="30744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34129ED7-2F5B-EA40-4184-784109B4FD3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974246" y="4026517"/>
                  <a:ext cx="550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CC751E9D-9958-79DE-5C5C-DF4D5673F11A}"/>
                    </a:ext>
                  </a:extLst>
                </p14:cNvPr>
                <p14:cNvContentPartPr/>
                <p14:nvPr/>
              </p14:nvContentPartPr>
              <p14:xfrm>
                <a:off x="8971726" y="4143517"/>
                <a:ext cx="115560" cy="2606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CC751E9D-9958-79DE-5C5C-DF4D5673F11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954086" y="4125517"/>
                  <a:ext cx="1512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338C0207-5EDD-FB5E-9A93-66AF1130B899}"/>
                    </a:ext>
                  </a:extLst>
                </p14:cNvPr>
                <p14:cNvContentPartPr/>
                <p14:nvPr/>
              </p14:nvContentPartPr>
              <p14:xfrm>
                <a:off x="9140566" y="4205797"/>
                <a:ext cx="147600" cy="14868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338C0207-5EDD-FB5E-9A93-66AF1130B89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122926" y="4188157"/>
                  <a:ext cx="183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AC8B5313-5409-1FAF-6876-400B0D4DBD01}"/>
                    </a:ext>
                  </a:extLst>
                </p14:cNvPr>
                <p14:cNvContentPartPr/>
                <p14:nvPr/>
              </p14:nvContentPartPr>
              <p14:xfrm>
                <a:off x="8785966" y="4047757"/>
                <a:ext cx="64800" cy="22788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AC8B5313-5409-1FAF-6876-400B0D4DBD0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768326" y="4030117"/>
                  <a:ext cx="100440" cy="26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65772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/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5639"/>
            <a:ext cx="5400675" cy="720090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0C4587EE-02C9-EE60-E690-883B29A3D443}"/>
                  </a:ext>
                </a:extLst>
              </p14:cNvPr>
              <p14:cNvContentPartPr/>
              <p14:nvPr/>
            </p14:nvContentPartPr>
            <p14:xfrm>
              <a:off x="4779886" y="3322218"/>
              <a:ext cx="179640" cy="720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0C4587EE-02C9-EE60-E690-883B29A3D4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70886" y="3313578"/>
                <a:ext cx="19728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upo 7">
            <a:extLst>
              <a:ext uri="{FF2B5EF4-FFF2-40B4-BE49-F238E27FC236}">
                <a16:creationId xmlns:a16="http://schemas.microsoft.com/office/drawing/2014/main" id="{A4667668-0D05-FEAF-C7AA-7DEC71990154}"/>
              </a:ext>
            </a:extLst>
          </p:cNvPr>
          <p:cNvGrpSpPr/>
          <p:nvPr/>
        </p:nvGrpSpPr>
        <p:grpSpPr>
          <a:xfrm>
            <a:off x="4343566" y="3745218"/>
            <a:ext cx="368640" cy="424440"/>
            <a:chOff x="4343566" y="3745218"/>
            <a:chExt cx="36864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9F9143B4-B1DD-5713-C6D7-77A63F5C4317}"/>
                    </a:ext>
                  </a:extLst>
                </p14:cNvPr>
                <p14:cNvContentPartPr/>
                <p14:nvPr/>
              </p14:nvContentPartPr>
              <p14:xfrm>
                <a:off x="4343566" y="4054818"/>
                <a:ext cx="173880" cy="11484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9F9143B4-B1DD-5713-C6D7-77A63F5C431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34926" y="4046178"/>
                  <a:ext cx="1915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FE855B7A-D3DE-B518-05FB-093449DC1860}"/>
                    </a:ext>
                  </a:extLst>
                </p14:cNvPr>
                <p14:cNvContentPartPr/>
                <p14:nvPr/>
              </p14:nvContentPartPr>
              <p14:xfrm>
                <a:off x="4406926" y="3831618"/>
                <a:ext cx="278640" cy="24480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FE855B7A-D3DE-B518-05FB-093449DC186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97926" y="3822978"/>
                  <a:ext cx="2962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53008B78-7171-12B3-9210-319124336E20}"/>
                    </a:ext>
                  </a:extLst>
                </p14:cNvPr>
                <p14:cNvContentPartPr/>
                <p14:nvPr/>
              </p14:nvContentPartPr>
              <p14:xfrm>
                <a:off x="4554886" y="3745218"/>
                <a:ext cx="157320" cy="26208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53008B78-7171-12B3-9210-319124336E2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45886" y="3736578"/>
                  <a:ext cx="174960" cy="27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41857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2866330"/>
          </a:xfrm>
        </p:spPr>
        <p:txBody>
          <a:bodyPr/>
          <a:lstStyle/>
          <a:p>
            <a:r>
              <a:rPr lang="es-AR" dirty="0"/>
              <a:t>Fuerza de </a:t>
            </a:r>
            <a:r>
              <a:rPr lang="es-AR" dirty="0" err="1"/>
              <a:t>Lorentz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03161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980728"/>
            <a:ext cx="6034617" cy="4525963"/>
          </a:xfrm>
        </p:spPr>
      </p:pic>
    </p:spTree>
    <p:extLst>
      <p:ext uri="{BB962C8B-B14F-4D97-AF65-F5344CB8AC3E}">
        <p14:creationId xmlns:p14="http://schemas.microsoft.com/office/powerpoint/2010/main" val="422515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s-AR" dirty="0"/>
              <a:t>P 1 </a:t>
            </a:r>
            <a:r>
              <a:rPr lang="es-AR" dirty="0" err="1"/>
              <a:t>gn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06216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5BD72A9-A87B-49FA-AE89-0F14FB090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1533"/>
            <a:ext cx="9144000" cy="43349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0476174A-6DD6-9CEA-3534-7827C5B8115D}"/>
                  </a:ext>
                </a:extLst>
              </p14:cNvPr>
              <p14:cNvContentPartPr/>
              <p14:nvPr/>
            </p14:nvContentPartPr>
            <p14:xfrm>
              <a:off x="4265446" y="2631628"/>
              <a:ext cx="258120" cy="22428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0476174A-6DD6-9CEA-3534-7827C5B811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56446" y="2622628"/>
                <a:ext cx="275760" cy="24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upo 6">
            <a:extLst>
              <a:ext uri="{FF2B5EF4-FFF2-40B4-BE49-F238E27FC236}">
                <a16:creationId xmlns:a16="http://schemas.microsoft.com/office/drawing/2014/main" id="{0E71798C-F849-EF0B-3B3A-AF0E8F709528}"/>
              </a:ext>
            </a:extLst>
          </p:cNvPr>
          <p:cNvGrpSpPr/>
          <p:nvPr/>
        </p:nvGrpSpPr>
        <p:grpSpPr>
          <a:xfrm>
            <a:off x="4480726" y="3173428"/>
            <a:ext cx="102240" cy="393480"/>
            <a:chOff x="4480726" y="3173428"/>
            <a:chExt cx="102240" cy="39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68CB48B8-4D21-95D7-8084-0D116C3D5FF1}"/>
                    </a:ext>
                  </a:extLst>
                </p14:cNvPr>
                <p14:cNvContentPartPr/>
                <p14:nvPr/>
              </p14:nvContentPartPr>
              <p14:xfrm>
                <a:off x="4558486" y="3244348"/>
                <a:ext cx="360" cy="36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68CB48B8-4D21-95D7-8084-0D116C3D5FF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49846" y="32357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1EB57EC6-374E-6E3D-6F9F-38AB0AAAE2E1}"/>
                    </a:ext>
                  </a:extLst>
                </p14:cNvPr>
                <p14:cNvContentPartPr/>
                <p14:nvPr/>
              </p14:nvContentPartPr>
              <p14:xfrm>
                <a:off x="4480726" y="3173428"/>
                <a:ext cx="102240" cy="39348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1EB57EC6-374E-6E3D-6F9F-38AB0AAAE2E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472086" y="3164788"/>
                  <a:ext cx="119880" cy="41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F39D77EC-BFD0-539B-C2E0-7328DCA8A055}"/>
                  </a:ext>
                </a:extLst>
              </p14:cNvPr>
              <p14:cNvContentPartPr/>
              <p14:nvPr/>
            </p14:nvContentPartPr>
            <p14:xfrm>
              <a:off x="4422046" y="2383588"/>
              <a:ext cx="279720" cy="12708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F39D77EC-BFD0-539B-C2E0-7328DCA8A05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13406" y="2374948"/>
                <a:ext cx="29736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1EAC66BC-D7DE-7CE6-EF21-4BEC87B77E32}"/>
                  </a:ext>
                </a:extLst>
              </p14:cNvPr>
              <p14:cNvContentPartPr/>
              <p14:nvPr/>
            </p14:nvContentPartPr>
            <p14:xfrm>
              <a:off x="-1260194" y="3988108"/>
              <a:ext cx="360" cy="3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1EAC66BC-D7DE-7CE6-EF21-4BEC87B77E3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1269194" y="397910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upo 16">
            <a:extLst>
              <a:ext uri="{FF2B5EF4-FFF2-40B4-BE49-F238E27FC236}">
                <a16:creationId xmlns:a16="http://schemas.microsoft.com/office/drawing/2014/main" id="{37A22F32-2CE7-50B4-2336-72AC091CBAC3}"/>
              </a:ext>
            </a:extLst>
          </p:cNvPr>
          <p:cNvGrpSpPr/>
          <p:nvPr/>
        </p:nvGrpSpPr>
        <p:grpSpPr>
          <a:xfrm>
            <a:off x="3010126" y="2498428"/>
            <a:ext cx="1552680" cy="962280"/>
            <a:chOff x="3010126" y="2498428"/>
            <a:chExt cx="1552680" cy="96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F0B56C83-0A94-446D-4AB3-D7B002379142}"/>
                    </a:ext>
                  </a:extLst>
                </p14:cNvPr>
                <p14:cNvContentPartPr/>
                <p14:nvPr/>
              </p14:nvContentPartPr>
              <p14:xfrm>
                <a:off x="3558766" y="2514268"/>
                <a:ext cx="255960" cy="64728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F0B56C83-0A94-446D-4AB3-D7B00237914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49766" y="2505628"/>
                  <a:ext cx="27360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4E413E92-B0FC-BADC-9321-4EA0B05FE68F}"/>
                    </a:ext>
                  </a:extLst>
                </p14:cNvPr>
                <p14:cNvContentPartPr/>
                <p14:nvPr/>
              </p14:nvContentPartPr>
              <p14:xfrm>
                <a:off x="3089326" y="3054628"/>
                <a:ext cx="267480" cy="26964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4E413E92-B0FC-BADC-9321-4EA0B05FE68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080686" y="3045628"/>
                  <a:ext cx="2851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69A46044-4F4F-A4BA-0728-3C620EE930FD}"/>
                    </a:ext>
                  </a:extLst>
                </p14:cNvPr>
                <p14:cNvContentPartPr/>
                <p14:nvPr/>
              </p14:nvContentPartPr>
              <p14:xfrm>
                <a:off x="3146566" y="3189988"/>
                <a:ext cx="141840" cy="1404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69A46044-4F4F-A4BA-0728-3C620EE930F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37566" y="3180988"/>
                  <a:ext cx="159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2B68A304-CEB2-742B-6630-40FCFF0B04B5}"/>
                    </a:ext>
                  </a:extLst>
                </p14:cNvPr>
                <p14:cNvContentPartPr/>
                <p14:nvPr/>
              </p14:nvContentPartPr>
              <p14:xfrm>
                <a:off x="3322966" y="3283228"/>
                <a:ext cx="131040" cy="17748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2B68A304-CEB2-742B-6630-40FCFF0B04B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14326" y="3274228"/>
                  <a:ext cx="148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84BAB5B9-EE13-B732-7C0B-09F4A49D6C13}"/>
                    </a:ext>
                  </a:extLst>
                </p14:cNvPr>
                <p14:cNvContentPartPr/>
                <p14:nvPr/>
              </p14:nvContentPartPr>
              <p14:xfrm>
                <a:off x="3010126" y="2985148"/>
                <a:ext cx="317520" cy="1188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84BAB5B9-EE13-B732-7C0B-09F4A49D6C1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01126" y="2976148"/>
                  <a:ext cx="335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D5110EFA-4D54-F508-B3F6-FE8F1DABEB9F}"/>
                    </a:ext>
                  </a:extLst>
                </p14:cNvPr>
                <p14:cNvContentPartPr/>
                <p14:nvPr/>
              </p14:nvContentPartPr>
              <p14:xfrm>
                <a:off x="3992206" y="3185308"/>
                <a:ext cx="570600" cy="24084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D5110EFA-4D54-F508-B3F6-FE8F1DABEB9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83206" y="3176308"/>
                  <a:ext cx="5882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F1523EA0-1DDB-2394-6E00-CF5422C9B97D}"/>
                    </a:ext>
                  </a:extLst>
                </p14:cNvPr>
                <p14:cNvContentPartPr/>
                <p14:nvPr/>
              </p14:nvContentPartPr>
              <p14:xfrm>
                <a:off x="3573886" y="2498428"/>
                <a:ext cx="295920" cy="62136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F1523EA0-1DDB-2394-6E00-CF5422C9B97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65246" y="2489788"/>
                  <a:ext cx="313560" cy="639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41758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48A74CA-8C09-423C-B8D0-B0E846360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64"/>
            <a:ext cx="9144000" cy="66186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6C01D12C-7997-F4E2-A183-592A4B4DB535}"/>
                  </a:ext>
                </a:extLst>
              </p14:cNvPr>
              <p14:cNvContentPartPr/>
              <p14:nvPr/>
            </p14:nvContentPartPr>
            <p14:xfrm>
              <a:off x="1840846" y="1447948"/>
              <a:ext cx="297000" cy="13032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6C01D12C-7997-F4E2-A183-592A4B4DB5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6846" y="1339948"/>
                <a:ext cx="404640" cy="34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upo 5">
            <a:extLst>
              <a:ext uri="{FF2B5EF4-FFF2-40B4-BE49-F238E27FC236}">
                <a16:creationId xmlns:a16="http://schemas.microsoft.com/office/drawing/2014/main" id="{00FB9759-0533-6690-C020-B6E4DBB728D7}"/>
              </a:ext>
            </a:extLst>
          </p:cNvPr>
          <p:cNvGrpSpPr/>
          <p:nvPr/>
        </p:nvGrpSpPr>
        <p:grpSpPr>
          <a:xfrm>
            <a:off x="1794046" y="1497628"/>
            <a:ext cx="226800" cy="367200"/>
            <a:chOff x="1794046" y="1497628"/>
            <a:chExt cx="22680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A539845B-F95D-1349-8636-0722E473E40C}"/>
                    </a:ext>
                  </a:extLst>
                </p14:cNvPr>
                <p14:cNvContentPartPr/>
                <p14:nvPr/>
              </p14:nvContentPartPr>
              <p14:xfrm>
                <a:off x="1803406" y="1497628"/>
                <a:ext cx="147960" cy="36720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A539845B-F95D-1349-8636-0722E473E40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94406" y="1488628"/>
                  <a:ext cx="1656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9DCC3460-8526-B850-38BF-08DD50E8A4A6}"/>
                    </a:ext>
                  </a:extLst>
                </p14:cNvPr>
                <p14:cNvContentPartPr/>
                <p14:nvPr/>
              </p14:nvContentPartPr>
              <p14:xfrm>
                <a:off x="1794046" y="1739908"/>
                <a:ext cx="226800" cy="3348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9DCC3460-8526-B850-38BF-08DD50E8A4A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85046" y="1731268"/>
                  <a:ext cx="24444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74FFF0B5-B6F4-F43B-F0B3-E6B33681D9DF}"/>
              </a:ext>
            </a:extLst>
          </p:cNvPr>
          <p:cNvGrpSpPr/>
          <p:nvPr/>
        </p:nvGrpSpPr>
        <p:grpSpPr>
          <a:xfrm>
            <a:off x="426046" y="1585108"/>
            <a:ext cx="1080000" cy="531360"/>
            <a:chOff x="426046" y="1585108"/>
            <a:chExt cx="1080000" cy="53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EA6D332B-1095-9AAE-313D-0C45AE90D3DD}"/>
                    </a:ext>
                  </a:extLst>
                </p14:cNvPr>
                <p14:cNvContentPartPr/>
                <p14:nvPr/>
              </p14:nvContentPartPr>
              <p14:xfrm>
                <a:off x="468166" y="1585108"/>
                <a:ext cx="214920" cy="53136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EA6D332B-1095-9AAE-313D-0C45AE90D3D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9526" y="1576468"/>
                  <a:ext cx="23256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F232E8EB-E9A0-71C8-4270-7AB3EC9C6321}"/>
                    </a:ext>
                  </a:extLst>
                </p14:cNvPr>
                <p14:cNvContentPartPr/>
                <p14:nvPr/>
              </p14:nvContentPartPr>
              <p14:xfrm>
                <a:off x="426046" y="1905868"/>
                <a:ext cx="306360" cy="3348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F232E8EB-E9A0-71C8-4270-7AB3EC9C632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7406" y="1897228"/>
                  <a:ext cx="324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152030A9-BDED-E521-93AC-FB2D5CC01D01}"/>
                    </a:ext>
                  </a:extLst>
                </p14:cNvPr>
                <p14:cNvContentPartPr/>
                <p14:nvPr/>
              </p14:nvContentPartPr>
              <p14:xfrm>
                <a:off x="926806" y="1759348"/>
                <a:ext cx="274680" cy="23544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152030A9-BDED-E521-93AC-FB2D5CC01D0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18166" y="1750348"/>
                  <a:ext cx="2923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CDF71FEB-5870-08EA-BA11-2B504D8BBD8C}"/>
                    </a:ext>
                  </a:extLst>
                </p14:cNvPr>
                <p14:cNvContentPartPr/>
                <p14:nvPr/>
              </p14:nvContentPartPr>
              <p14:xfrm>
                <a:off x="1255486" y="1878868"/>
                <a:ext cx="250560" cy="18828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CDF71FEB-5870-08EA-BA11-2B504D8BBD8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46486" y="1869868"/>
                  <a:ext cx="26820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7C9FD945-EDE8-AF41-DD6E-E38C1EB55893}"/>
              </a:ext>
            </a:extLst>
          </p:cNvPr>
          <p:cNvGrpSpPr/>
          <p:nvPr/>
        </p:nvGrpSpPr>
        <p:grpSpPr>
          <a:xfrm>
            <a:off x="6386566" y="307108"/>
            <a:ext cx="1728360" cy="563400"/>
            <a:chOff x="6386566" y="307108"/>
            <a:chExt cx="1728360" cy="56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555C7E6C-A2DE-C490-9D5E-58CDD5103A38}"/>
                    </a:ext>
                  </a:extLst>
                </p14:cNvPr>
                <p14:cNvContentPartPr/>
                <p14:nvPr/>
              </p14:nvContentPartPr>
              <p14:xfrm>
                <a:off x="6483766" y="390268"/>
                <a:ext cx="20520" cy="30384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555C7E6C-A2DE-C490-9D5E-58CDD5103A3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75126" y="381268"/>
                  <a:ext cx="381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061A78C7-1106-9535-F182-AAF11938455A}"/>
                    </a:ext>
                  </a:extLst>
                </p14:cNvPr>
                <p14:cNvContentPartPr/>
                <p14:nvPr/>
              </p14:nvContentPartPr>
              <p14:xfrm>
                <a:off x="6386566" y="408268"/>
                <a:ext cx="229320" cy="756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061A78C7-1106-9535-F182-AAF1193845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377926" y="399268"/>
                  <a:ext cx="2469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8E397045-4790-F658-D623-50D87BE55562}"/>
                    </a:ext>
                  </a:extLst>
                </p14:cNvPr>
                <p14:cNvContentPartPr/>
                <p14:nvPr/>
              </p14:nvContentPartPr>
              <p14:xfrm>
                <a:off x="6416806" y="548308"/>
                <a:ext cx="159480" cy="3348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8E397045-4790-F658-D623-50D87BE5556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08166" y="539308"/>
                  <a:ext cx="177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AC2CCE58-756C-F0C6-1889-D7FD80BCAB1E}"/>
                    </a:ext>
                  </a:extLst>
                </p14:cNvPr>
                <p14:cNvContentPartPr/>
                <p14:nvPr/>
              </p14:nvContentPartPr>
              <p14:xfrm>
                <a:off x="6405646" y="307108"/>
                <a:ext cx="231840" cy="612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AC2CCE58-756C-F0C6-1889-D7FD80BCAB1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396646" y="298468"/>
                  <a:ext cx="2494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A4E5F829-15C2-B2DD-7934-4B276EBCD49A}"/>
                    </a:ext>
                  </a:extLst>
                </p14:cNvPr>
                <p14:cNvContentPartPr/>
                <p14:nvPr/>
              </p14:nvContentPartPr>
              <p14:xfrm>
                <a:off x="6695086" y="582508"/>
                <a:ext cx="185040" cy="12096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A4E5F829-15C2-B2DD-7934-4B276EBCD49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86086" y="573508"/>
                  <a:ext cx="202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34445C3A-D221-01F2-BA82-C2F41BF3B3F8}"/>
                    </a:ext>
                  </a:extLst>
                </p14:cNvPr>
                <p14:cNvContentPartPr/>
                <p14:nvPr/>
              </p14:nvContentPartPr>
              <p14:xfrm>
                <a:off x="6922606" y="510508"/>
                <a:ext cx="135720" cy="36000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34445C3A-D221-01F2-BA82-C2F41BF3B3F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13966" y="501508"/>
                  <a:ext cx="15336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F6666113-1AE5-2D48-5EE0-D8E49533D6CD}"/>
                    </a:ext>
                  </a:extLst>
                </p14:cNvPr>
                <p14:cNvContentPartPr/>
                <p14:nvPr/>
              </p14:nvContentPartPr>
              <p14:xfrm>
                <a:off x="7181806" y="515188"/>
                <a:ext cx="234360" cy="21204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F6666113-1AE5-2D48-5EE0-D8E49533D6C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172806" y="506548"/>
                  <a:ext cx="2520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A076A52F-0332-DDB2-7EF1-DF3C43D4B5E8}"/>
                    </a:ext>
                  </a:extLst>
                </p14:cNvPr>
                <p14:cNvContentPartPr/>
                <p14:nvPr/>
              </p14:nvContentPartPr>
              <p14:xfrm>
                <a:off x="7099726" y="359308"/>
                <a:ext cx="283680" cy="2412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A076A52F-0332-DDB2-7EF1-DF3C43D4B5E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90726" y="350668"/>
                  <a:ext cx="301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543AC30D-62B1-F83E-0758-86524E2A0306}"/>
                    </a:ext>
                  </a:extLst>
                </p14:cNvPr>
                <p14:cNvContentPartPr/>
                <p14:nvPr/>
              </p14:nvContentPartPr>
              <p14:xfrm>
                <a:off x="7500406" y="570988"/>
                <a:ext cx="144360" cy="21312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543AC30D-62B1-F83E-0758-86524E2A030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491406" y="562348"/>
                  <a:ext cx="1620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279F9BE3-660E-4469-5492-55CD4B80592F}"/>
                    </a:ext>
                  </a:extLst>
                </p14:cNvPr>
                <p14:cNvContentPartPr/>
                <p14:nvPr/>
              </p14:nvContentPartPr>
              <p14:xfrm>
                <a:off x="7810726" y="537508"/>
                <a:ext cx="241920" cy="23040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279F9BE3-660E-4469-5492-55CD4B80592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801726" y="528508"/>
                  <a:ext cx="2595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8181F9C2-2E7D-C7CA-0A63-AB1B3CA33FE3}"/>
                    </a:ext>
                  </a:extLst>
                </p14:cNvPr>
                <p14:cNvContentPartPr/>
                <p14:nvPr/>
              </p14:nvContentPartPr>
              <p14:xfrm>
                <a:off x="7887046" y="391348"/>
                <a:ext cx="227880" cy="5040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8181F9C2-2E7D-C7CA-0A63-AB1B3CA33FE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878406" y="382348"/>
                  <a:ext cx="245520" cy="6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477D7F3D-3441-91BE-A3B2-EEAC718E3615}"/>
                  </a:ext>
                </a:extLst>
              </p14:cNvPr>
              <p14:cNvContentPartPr/>
              <p14:nvPr/>
            </p14:nvContentPartPr>
            <p14:xfrm>
              <a:off x="4605286" y="2316628"/>
              <a:ext cx="3173400" cy="932760"/>
            </p14:xfrm>
          </p:contentPart>
        </mc:Choice>
        <mc:Fallback xmlns=""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477D7F3D-3441-91BE-A3B2-EEAC718E361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551646" y="2208988"/>
                <a:ext cx="3281040" cy="11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upo 45">
            <a:extLst>
              <a:ext uri="{FF2B5EF4-FFF2-40B4-BE49-F238E27FC236}">
                <a16:creationId xmlns:a16="http://schemas.microsoft.com/office/drawing/2014/main" id="{3E2C5596-761E-570C-097C-CAA36DD4B1CA}"/>
              </a:ext>
            </a:extLst>
          </p:cNvPr>
          <p:cNvGrpSpPr/>
          <p:nvPr/>
        </p:nvGrpSpPr>
        <p:grpSpPr>
          <a:xfrm>
            <a:off x="158206" y="3828988"/>
            <a:ext cx="1627200" cy="474480"/>
            <a:chOff x="158206" y="3828988"/>
            <a:chExt cx="162720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95D99DEA-B786-A33E-C3AB-C1D6983FC390}"/>
                    </a:ext>
                  </a:extLst>
                </p14:cNvPr>
                <p14:cNvContentPartPr/>
                <p14:nvPr/>
              </p14:nvContentPartPr>
              <p14:xfrm>
                <a:off x="201766" y="3975508"/>
                <a:ext cx="297360" cy="27936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95D99DEA-B786-A33E-C3AB-C1D6983FC39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92766" y="3966508"/>
                  <a:ext cx="3150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9117F056-4C9F-D9FE-AFCC-6F71C6317A1C}"/>
                    </a:ext>
                  </a:extLst>
                </p14:cNvPr>
                <p14:cNvContentPartPr/>
                <p14:nvPr/>
              </p14:nvContentPartPr>
              <p14:xfrm>
                <a:off x="158206" y="3828988"/>
                <a:ext cx="316440" cy="4464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9117F056-4C9F-D9FE-AFCC-6F71C6317A1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49206" y="3819988"/>
                  <a:ext cx="334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D6C6145C-0C9F-675A-AE35-C66FD4627382}"/>
                    </a:ext>
                  </a:extLst>
                </p14:cNvPr>
                <p14:cNvContentPartPr/>
                <p14:nvPr/>
              </p14:nvContentPartPr>
              <p14:xfrm>
                <a:off x="697846" y="4131388"/>
                <a:ext cx="117360" cy="504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D6C6145C-0C9F-675A-AE35-C66FD462738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89206" y="4122388"/>
                  <a:ext cx="1350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D289B768-1791-2B5B-9365-13854B6850E9}"/>
                    </a:ext>
                  </a:extLst>
                </p14:cNvPr>
                <p14:cNvContentPartPr/>
                <p14:nvPr/>
              </p14:nvContentPartPr>
              <p14:xfrm>
                <a:off x="707926" y="4012948"/>
                <a:ext cx="120600" cy="1044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D289B768-1791-2B5B-9365-13854B6850E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99286" y="4004308"/>
                  <a:ext cx="1382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21E7C26B-8C9B-3B44-7C48-B1F7A575287C}"/>
                    </a:ext>
                  </a:extLst>
                </p14:cNvPr>
                <p14:cNvContentPartPr/>
                <p14:nvPr/>
              </p14:nvContentPartPr>
              <p14:xfrm>
                <a:off x="992326" y="3924388"/>
                <a:ext cx="225360" cy="29628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21E7C26B-8C9B-3B44-7C48-B1F7A575287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83686" y="3915748"/>
                  <a:ext cx="2430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50FC9938-B4B1-CCFF-6E91-E286977E9CDD}"/>
                    </a:ext>
                  </a:extLst>
                </p14:cNvPr>
                <p14:cNvContentPartPr/>
                <p14:nvPr/>
              </p14:nvContentPartPr>
              <p14:xfrm>
                <a:off x="1299406" y="4147588"/>
                <a:ext cx="170280" cy="15588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50FC9938-B4B1-CCFF-6E91-E286977E9CD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290406" y="4138588"/>
                  <a:ext cx="187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9272930A-A8A6-0DC8-68F3-CC90CFA76B29}"/>
                    </a:ext>
                  </a:extLst>
                </p14:cNvPr>
                <p14:cNvContentPartPr/>
                <p14:nvPr/>
              </p14:nvContentPartPr>
              <p14:xfrm>
                <a:off x="1615486" y="4044268"/>
                <a:ext cx="169920" cy="18900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9272930A-A8A6-0DC8-68F3-CC90CFA76B2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606486" y="4035268"/>
                  <a:ext cx="1875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2CC99956-49CF-6477-C2CF-BFAD4955701F}"/>
                    </a:ext>
                  </a:extLst>
                </p14:cNvPr>
                <p14:cNvContentPartPr/>
                <p14:nvPr/>
              </p14:nvContentPartPr>
              <p14:xfrm>
                <a:off x="1661206" y="3835468"/>
                <a:ext cx="118440" cy="9612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2CC99956-49CF-6477-C2CF-BFAD4955701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652206" y="3826828"/>
                  <a:ext cx="13608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98572961-19EF-4828-703D-AA15B9BCC39B}"/>
              </a:ext>
            </a:extLst>
          </p:cNvPr>
          <p:cNvGrpSpPr/>
          <p:nvPr/>
        </p:nvGrpSpPr>
        <p:grpSpPr>
          <a:xfrm>
            <a:off x="2014006" y="3962908"/>
            <a:ext cx="1088640" cy="391680"/>
            <a:chOff x="2014006" y="3962908"/>
            <a:chExt cx="1088640" cy="3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E8035D83-2337-58DF-8D2B-B2D682241431}"/>
                    </a:ext>
                  </a:extLst>
                </p14:cNvPr>
                <p14:cNvContentPartPr/>
                <p14:nvPr/>
              </p14:nvContentPartPr>
              <p14:xfrm>
                <a:off x="2059366" y="4111948"/>
                <a:ext cx="34200" cy="16740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E8035D83-2337-58DF-8D2B-B2D68224143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050726" y="4103308"/>
                  <a:ext cx="518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1F2AE757-224E-086C-5970-A2B46AEBA63A}"/>
                    </a:ext>
                  </a:extLst>
                </p14:cNvPr>
                <p14:cNvContentPartPr/>
                <p14:nvPr/>
              </p14:nvContentPartPr>
              <p14:xfrm>
                <a:off x="2014006" y="4137148"/>
                <a:ext cx="229320" cy="3456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1F2AE757-224E-086C-5970-A2B46AEBA63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005006" y="4128148"/>
                  <a:ext cx="246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0146C37D-2050-FB60-49B8-A028E7CA114A}"/>
                    </a:ext>
                  </a:extLst>
                </p14:cNvPr>
                <p14:cNvContentPartPr/>
                <p14:nvPr/>
              </p14:nvContentPartPr>
              <p14:xfrm>
                <a:off x="2250166" y="4009708"/>
                <a:ext cx="267120" cy="25380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0146C37D-2050-FB60-49B8-A028E7CA114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241526" y="4000708"/>
                  <a:ext cx="284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89DF08BE-AAC5-6716-27E4-8D3C5D178DE1}"/>
                    </a:ext>
                  </a:extLst>
                </p14:cNvPr>
                <p14:cNvContentPartPr/>
                <p14:nvPr/>
              </p14:nvContentPartPr>
              <p14:xfrm>
                <a:off x="2568766" y="4148308"/>
                <a:ext cx="84960" cy="20628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89DF08BE-AAC5-6716-27E4-8D3C5D178DE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560126" y="4139668"/>
                  <a:ext cx="1026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4EFC2A07-4058-9D98-CBE9-E37E0C87259E}"/>
                    </a:ext>
                  </a:extLst>
                </p14:cNvPr>
                <p14:cNvContentPartPr/>
                <p14:nvPr/>
              </p14:nvContentPartPr>
              <p14:xfrm>
                <a:off x="2521966" y="4265668"/>
                <a:ext cx="101520" cy="1728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4EFC2A07-4058-9D98-CBE9-E37E0C87259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513326" y="4256668"/>
                  <a:ext cx="119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141225A1-44EA-BC16-4517-9FC61175BB29}"/>
                    </a:ext>
                  </a:extLst>
                </p14:cNvPr>
                <p14:cNvContentPartPr/>
                <p14:nvPr/>
              </p14:nvContentPartPr>
              <p14:xfrm>
                <a:off x="2805286" y="3962908"/>
                <a:ext cx="297360" cy="33516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141225A1-44EA-BC16-4517-9FC61175BB2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796286" y="3954268"/>
                  <a:ext cx="315000" cy="35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8A9F5344-0B29-1DC9-C6DA-938E40D780F0}"/>
                  </a:ext>
                </a:extLst>
              </p14:cNvPr>
              <p14:cNvContentPartPr/>
              <p14:nvPr/>
            </p14:nvContentPartPr>
            <p14:xfrm>
              <a:off x="2994646" y="3753748"/>
              <a:ext cx="154800" cy="82440"/>
            </p14:xfrm>
          </p:contentPart>
        </mc:Choice>
        <mc:Fallback xmlns=""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8A9F5344-0B29-1DC9-C6DA-938E40D780F0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985646" y="3745108"/>
                <a:ext cx="1724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F304533E-B909-39BC-8812-63A33DE11691}"/>
                  </a:ext>
                </a:extLst>
              </p14:cNvPr>
              <p14:cNvContentPartPr/>
              <p14:nvPr/>
            </p14:nvContentPartPr>
            <p14:xfrm>
              <a:off x="1088446" y="3961828"/>
              <a:ext cx="364680" cy="320760"/>
            </p14:xfrm>
          </p:contentPart>
        </mc:Choice>
        <mc:Fallback xmlns=""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F304533E-B909-39BC-8812-63A33DE11691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34806" y="3853828"/>
                <a:ext cx="472320" cy="5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BD59F37E-348E-1A4B-8BA8-C5B2CF906005}"/>
                  </a:ext>
                </a:extLst>
              </p14:cNvPr>
              <p14:cNvContentPartPr/>
              <p14:nvPr/>
            </p14:nvContentPartPr>
            <p14:xfrm>
              <a:off x="2272846" y="4001428"/>
              <a:ext cx="373680" cy="339480"/>
            </p14:xfrm>
          </p:contentPart>
        </mc:Choice>
        <mc:Fallback xmlns=""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BD59F37E-348E-1A4B-8BA8-C5B2CF906005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219206" y="3893788"/>
                <a:ext cx="481320" cy="55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C61C6724-DAA8-836F-2B9C-F9A6819EB22A}"/>
                  </a:ext>
                </a:extLst>
              </p14:cNvPr>
              <p14:cNvContentPartPr/>
              <p14:nvPr/>
            </p14:nvContentPartPr>
            <p14:xfrm>
              <a:off x="2572726" y="501868"/>
              <a:ext cx="1054080" cy="896040"/>
            </p14:xfrm>
          </p:contentPart>
        </mc:Choice>
        <mc:Fallback xmlns=""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C61C6724-DAA8-836F-2B9C-F9A6819EB22A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518726" y="393868"/>
                <a:ext cx="1161720" cy="11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3041C7BF-E89E-179F-D4D0-BC4F309F0AA4}"/>
                  </a:ext>
                </a:extLst>
              </p14:cNvPr>
              <p14:cNvContentPartPr/>
              <p14:nvPr/>
            </p14:nvContentPartPr>
            <p14:xfrm>
              <a:off x="4198486" y="3729988"/>
              <a:ext cx="3264480" cy="1068480"/>
            </p14:xfrm>
          </p:contentPart>
        </mc:Choice>
        <mc:Fallback xmlns=""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3041C7BF-E89E-179F-D4D0-BC4F309F0AA4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189486" y="3720988"/>
                <a:ext cx="3282120" cy="108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upo 57">
            <a:extLst>
              <a:ext uri="{FF2B5EF4-FFF2-40B4-BE49-F238E27FC236}">
                <a16:creationId xmlns:a16="http://schemas.microsoft.com/office/drawing/2014/main" id="{4F78B1B7-754C-68F9-3449-EC308549F4CD}"/>
              </a:ext>
            </a:extLst>
          </p:cNvPr>
          <p:cNvGrpSpPr/>
          <p:nvPr/>
        </p:nvGrpSpPr>
        <p:grpSpPr>
          <a:xfrm>
            <a:off x="2438806" y="5148748"/>
            <a:ext cx="1286280" cy="239400"/>
            <a:chOff x="2438806" y="5148748"/>
            <a:chExt cx="128628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CD0022B3-5E53-243D-A664-45CCE9A71307}"/>
                    </a:ext>
                  </a:extLst>
                </p14:cNvPr>
                <p14:cNvContentPartPr/>
                <p14:nvPr/>
              </p14:nvContentPartPr>
              <p14:xfrm>
                <a:off x="2438806" y="5148748"/>
                <a:ext cx="276840" cy="20376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CD0022B3-5E53-243D-A664-45CCE9A7130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29806" y="5140108"/>
                  <a:ext cx="2944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8F1523AA-79B3-799E-4E49-F5968A968F58}"/>
                    </a:ext>
                  </a:extLst>
                </p14:cNvPr>
                <p14:cNvContentPartPr/>
                <p14:nvPr/>
              </p14:nvContentPartPr>
              <p14:xfrm>
                <a:off x="2724286" y="5348188"/>
                <a:ext cx="131760" cy="1044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8F1523AA-79B3-799E-4E49-F5968A968F5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715646" y="5339188"/>
                  <a:ext cx="149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95B7A3C3-A407-7140-25F9-1D3F4F98CA1D}"/>
                    </a:ext>
                  </a:extLst>
                </p14:cNvPr>
                <p14:cNvContentPartPr/>
                <p14:nvPr/>
              </p14:nvContentPartPr>
              <p14:xfrm>
                <a:off x="2762086" y="5226508"/>
                <a:ext cx="123120" cy="828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95B7A3C3-A407-7140-25F9-1D3F4F98CA1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753446" y="5217508"/>
                  <a:ext cx="1407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F1928569-750C-0A8C-4648-2A9063574A49}"/>
                    </a:ext>
                  </a:extLst>
                </p14:cNvPr>
                <p14:cNvContentPartPr/>
                <p14:nvPr/>
              </p14:nvContentPartPr>
              <p14:xfrm>
                <a:off x="3022726" y="5152708"/>
                <a:ext cx="352080" cy="21240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F1928569-750C-0A8C-4648-2A9063574A4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014086" y="5144068"/>
                  <a:ext cx="3697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353BF1EE-98EA-000E-7141-BA52832968D4}"/>
                    </a:ext>
                  </a:extLst>
                </p14:cNvPr>
                <p14:cNvContentPartPr/>
                <p14:nvPr/>
              </p14:nvContentPartPr>
              <p14:xfrm>
                <a:off x="3522046" y="5159188"/>
                <a:ext cx="203040" cy="22896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353BF1EE-98EA-000E-7141-BA52832968D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513046" y="5150188"/>
                  <a:ext cx="220680" cy="2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C25514B5-698E-205E-7DD2-22C8BEFF5F47}"/>
                  </a:ext>
                </a:extLst>
              </p14:cNvPr>
              <p14:cNvContentPartPr/>
              <p14:nvPr/>
            </p14:nvContentPartPr>
            <p14:xfrm>
              <a:off x="4913806" y="4646548"/>
              <a:ext cx="1425240" cy="828360"/>
            </p14:xfrm>
          </p:contentPart>
        </mc:Choice>
        <mc:Fallback xmlns=""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C25514B5-698E-205E-7DD2-22C8BEFF5F4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859806" y="4538548"/>
                <a:ext cx="1532880" cy="10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579CC6B0-503A-23F3-CA4F-DCBDA7811947}"/>
                  </a:ext>
                </a:extLst>
              </p14:cNvPr>
              <p14:cNvContentPartPr/>
              <p14:nvPr/>
            </p14:nvContentPartPr>
            <p14:xfrm>
              <a:off x="6567286" y="5943988"/>
              <a:ext cx="182160" cy="403560"/>
            </p14:xfrm>
          </p:contentPart>
        </mc:Choice>
        <mc:Fallback xmlns=""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579CC6B0-503A-23F3-CA4F-DCBDA7811947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513646" y="5835988"/>
                <a:ext cx="289800" cy="6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10E2A004-4094-E0FF-5EA4-2951616B3900}"/>
                  </a:ext>
                </a:extLst>
              </p14:cNvPr>
              <p14:cNvContentPartPr/>
              <p14:nvPr/>
            </p14:nvContentPartPr>
            <p14:xfrm>
              <a:off x="2077006" y="1435348"/>
              <a:ext cx="19440" cy="18720"/>
            </p14:xfrm>
          </p:contentPart>
        </mc:Choice>
        <mc:Fallback xmlns=""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10E2A004-4094-E0FF-5EA4-2951616B3900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068366" y="1426348"/>
                <a:ext cx="370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8768D810-AD88-A1DB-0228-7D6D82BB87D3}"/>
                  </a:ext>
                </a:extLst>
              </p14:cNvPr>
              <p14:cNvContentPartPr/>
              <p14:nvPr/>
            </p14:nvContentPartPr>
            <p14:xfrm>
              <a:off x="2076646" y="1378468"/>
              <a:ext cx="71640" cy="360"/>
            </p14:xfrm>
          </p:contentPart>
        </mc:Choice>
        <mc:Fallback xmlns=""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8768D810-AD88-A1DB-0228-7D6D82BB87D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067646" y="1369468"/>
                <a:ext cx="892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CAFFB973-B0D5-DB9F-5C8B-64932C95C126}"/>
                  </a:ext>
                </a:extLst>
              </p14:cNvPr>
              <p14:cNvContentPartPr/>
              <p14:nvPr/>
            </p14:nvContentPartPr>
            <p14:xfrm>
              <a:off x="2407126" y="1455508"/>
              <a:ext cx="181080" cy="25200"/>
            </p14:xfrm>
          </p:contentPart>
        </mc:Choice>
        <mc:Fallback xmlns=""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CAFFB973-B0D5-DB9F-5C8B-64932C95C126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398126" y="1446868"/>
                <a:ext cx="1987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A6B68417-C4EC-FB73-EB52-049559388F41}"/>
                  </a:ext>
                </a:extLst>
              </p14:cNvPr>
              <p14:cNvContentPartPr/>
              <p14:nvPr/>
            </p14:nvContentPartPr>
            <p14:xfrm>
              <a:off x="2838046" y="1558108"/>
              <a:ext cx="514800" cy="341640"/>
            </p14:xfrm>
          </p:contentPart>
        </mc:Choice>
        <mc:Fallback xmlns=""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A6B68417-C4EC-FB73-EB52-049559388F4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2829406" y="1549108"/>
                <a:ext cx="53244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D02F4F2F-DE68-AEB0-3682-583D94EF1414}"/>
                  </a:ext>
                </a:extLst>
              </p14:cNvPr>
              <p14:cNvContentPartPr/>
              <p14:nvPr/>
            </p14:nvContentPartPr>
            <p14:xfrm>
              <a:off x="3473806" y="2048068"/>
              <a:ext cx="164880" cy="471240"/>
            </p14:xfrm>
          </p:contentPart>
        </mc:Choice>
        <mc:Fallback xmlns=""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D02F4F2F-DE68-AEB0-3682-583D94EF1414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465166" y="2039428"/>
                <a:ext cx="18252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088F1241-0CFE-B75F-3167-66BC43E8A99A}"/>
                  </a:ext>
                </a:extLst>
              </p14:cNvPr>
              <p14:cNvContentPartPr/>
              <p14:nvPr/>
            </p14:nvContentPartPr>
            <p14:xfrm>
              <a:off x="3616726" y="2707588"/>
              <a:ext cx="73800" cy="589320"/>
            </p14:xfrm>
          </p:contentPart>
        </mc:Choice>
        <mc:Fallback xmlns=""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088F1241-0CFE-B75F-3167-66BC43E8A99A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3608086" y="2698948"/>
                <a:ext cx="91440" cy="60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upo 76">
            <a:extLst>
              <a:ext uri="{FF2B5EF4-FFF2-40B4-BE49-F238E27FC236}">
                <a16:creationId xmlns:a16="http://schemas.microsoft.com/office/drawing/2014/main" id="{1B1E7312-11AA-6466-9119-4DFC3088EF27}"/>
              </a:ext>
            </a:extLst>
          </p:cNvPr>
          <p:cNvGrpSpPr/>
          <p:nvPr/>
        </p:nvGrpSpPr>
        <p:grpSpPr>
          <a:xfrm>
            <a:off x="2188246" y="1972108"/>
            <a:ext cx="235080" cy="192960"/>
            <a:chOff x="2188246" y="1972108"/>
            <a:chExt cx="23508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3E41E50C-EC44-655A-9F8F-58547E49FD49}"/>
                    </a:ext>
                  </a:extLst>
                </p14:cNvPr>
                <p14:cNvContentPartPr/>
                <p14:nvPr/>
              </p14:nvContentPartPr>
              <p14:xfrm>
                <a:off x="2188246" y="1972108"/>
                <a:ext cx="99000" cy="5940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3E41E50C-EC44-655A-9F8F-58547E49FD4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179606" y="1963108"/>
                  <a:ext cx="1166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85CD8ECE-7795-D5EF-3014-FD51C31B2487}"/>
                    </a:ext>
                  </a:extLst>
                </p14:cNvPr>
                <p14:cNvContentPartPr/>
                <p14:nvPr/>
              </p14:nvContentPartPr>
              <p14:xfrm>
                <a:off x="2318566" y="2027908"/>
                <a:ext cx="104760" cy="13716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85CD8ECE-7795-D5EF-3014-FD51C31B248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309566" y="2019268"/>
                  <a:ext cx="122400" cy="15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D80C5F1A-D610-E403-DA62-6E61F0B88C5E}"/>
                  </a:ext>
                </a:extLst>
              </p14:cNvPr>
              <p14:cNvContentPartPr/>
              <p14:nvPr/>
            </p14:nvContentPartPr>
            <p14:xfrm>
              <a:off x="6257686" y="601588"/>
              <a:ext cx="2158200" cy="322560"/>
            </p14:xfrm>
          </p:contentPart>
        </mc:Choice>
        <mc:Fallback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D80C5F1A-D610-E403-DA62-6E61F0B88C5E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6248688" y="592578"/>
                <a:ext cx="2175837" cy="3402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upo 89">
            <a:extLst>
              <a:ext uri="{FF2B5EF4-FFF2-40B4-BE49-F238E27FC236}">
                <a16:creationId xmlns:a16="http://schemas.microsoft.com/office/drawing/2014/main" id="{0D1C3A85-2948-417F-C94B-1AC101CBE113}"/>
              </a:ext>
            </a:extLst>
          </p:cNvPr>
          <p:cNvGrpSpPr/>
          <p:nvPr/>
        </p:nvGrpSpPr>
        <p:grpSpPr>
          <a:xfrm>
            <a:off x="1918966" y="554068"/>
            <a:ext cx="235800" cy="803520"/>
            <a:chOff x="1918966" y="554068"/>
            <a:chExt cx="235800" cy="80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508927D4-ECFD-01F1-6EC9-6FD34D0777F6}"/>
                    </a:ext>
                  </a:extLst>
                </p14:cNvPr>
                <p14:cNvContentPartPr/>
                <p14:nvPr/>
              </p14:nvContentPartPr>
              <p14:xfrm>
                <a:off x="2103646" y="782668"/>
                <a:ext cx="35640" cy="57492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508927D4-ECFD-01F1-6EC9-6FD34D0777F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085646" y="764668"/>
                  <a:ext cx="71280" cy="61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38AE21D3-EC83-F48C-C11D-F21AD08A6BF2}"/>
                    </a:ext>
                  </a:extLst>
                </p14:cNvPr>
                <p14:cNvContentPartPr/>
                <p14:nvPr/>
              </p14:nvContentPartPr>
              <p14:xfrm>
                <a:off x="1918966" y="554068"/>
                <a:ext cx="235800" cy="25056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38AE21D3-EC83-F48C-C11D-F21AD08A6BF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900966" y="536068"/>
                  <a:ext cx="27144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04F0A1D8-B83B-43E5-6E61-145583180D4B}"/>
              </a:ext>
            </a:extLst>
          </p:cNvPr>
          <p:cNvGrpSpPr/>
          <p:nvPr/>
        </p:nvGrpSpPr>
        <p:grpSpPr>
          <a:xfrm>
            <a:off x="1278166" y="854668"/>
            <a:ext cx="249480" cy="404280"/>
            <a:chOff x="1278166" y="854668"/>
            <a:chExt cx="249480" cy="40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27FBE6EC-6A92-01EA-C990-94F1939FE278}"/>
                    </a:ext>
                  </a:extLst>
                </p14:cNvPr>
                <p14:cNvContentPartPr/>
                <p14:nvPr/>
              </p14:nvContentPartPr>
              <p14:xfrm>
                <a:off x="1278166" y="854668"/>
                <a:ext cx="220680" cy="33084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27FBE6EC-6A92-01EA-C990-94F1939FE27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260166" y="836668"/>
                  <a:ext cx="256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8969D60F-E4E7-25B2-B097-781EE9EFC931}"/>
                    </a:ext>
                  </a:extLst>
                </p14:cNvPr>
                <p14:cNvContentPartPr/>
                <p14:nvPr/>
              </p14:nvContentPartPr>
              <p14:xfrm>
                <a:off x="1418566" y="1085428"/>
                <a:ext cx="109080" cy="17352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8969D60F-E4E7-25B2-B097-781EE9EFC93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400566" y="1067788"/>
                  <a:ext cx="144720" cy="20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0B594134-FE38-13E0-36E5-280AE9EA71F9}"/>
                  </a:ext>
                </a:extLst>
              </p14:cNvPr>
              <p14:cNvContentPartPr/>
              <p14:nvPr/>
            </p14:nvContentPartPr>
            <p14:xfrm>
              <a:off x="1238926" y="610948"/>
              <a:ext cx="330480" cy="4140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0B594134-FE38-13E0-36E5-280AE9EA71F9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221286" y="592948"/>
                <a:ext cx="3661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E4727803-3039-D250-4531-9C78A8E48DC9}"/>
                  </a:ext>
                </a:extLst>
              </p14:cNvPr>
              <p14:cNvContentPartPr/>
              <p14:nvPr/>
            </p14:nvContentPartPr>
            <p14:xfrm>
              <a:off x="3504406" y="411868"/>
              <a:ext cx="177480" cy="181080"/>
            </p14:xfrm>
          </p:contentPart>
        </mc:Choice>
        <mc:Fallback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E4727803-3039-D250-4531-9C78A8E48DC9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3486406" y="393868"/>
                <a:ext cx="213120" cy="2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upo 93">
            <a:extLst>
              <a:ext uri="{FF2B5EF4-FFF2-40B4-BE49-F238E27FC236}">
                <a16:creationId xmlns:a16="http://schemas.microsoft.com/office/drawing/2014/main" id="{4F1B8040-E851-79DA-CA33-7A779EB7DCCE}"/>
              </a:ext>
            </a:extLst>
          </p:cNvPr>
          <p:cNvGrpSpPr/>
          <p:nvPr/>
        </p:nvGrpSpPr>
        <p:grpSpPr>
          <a:xfrm>
            <a:off x="8231206" y="2615428"/>
            <a:ext cx="214920" cy="259200"/>
            <a:chOff x="8231206" y="2615428"/>
            <a:chExt cx="214920" cy="25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E008B610-E80C-8FAF-1AA8-02462659C63F}"/>
                    </a:ext>
                  </a:extLst>
                </p14:cNvPr>
                <p14:cNvContentPartPr/>
                <p14:nvPr/>
              </p14:nvContentPartPr>
              <p14:xfrm>
                <a:off x="8282686" y="2615428"/>
                <a:ext cx="141120" cy="25920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E008B610-E80C-8FAF-1AA8-02462659C63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264686" y="2597788"/>
                  <a:ext cx="1767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92A6E141-84D3-DBAB-D9D5-1EDB514BDE70}"/>
                    </a:ext>
                  </a:extLst>
                </p14:cNvPr>
                <p14:cNvContentPartPr/>
                <p14:nvPr/>
              </p14:nvContentPartPr>
              <p14:xfrm>
                <a:off x="8231206" y="2669068"/>
                <a:ext cx="214920" cy="14112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92A6E141-84D3-DBAB-D9D5-1EDB514BDE7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213566" y="2651068"/>
                  <a:ext cx="250560" cy="17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11036F56-E28C-2FEE-D977-1B985B74A2AE}"/>
                  </a:ext>
                </a:extLst>
              </p14:cNvPr>
              <p14:cNvContentPartPr/>
              <p14:nvPr/>
            </p14:nvContentPartPr>
            <p14:xfrm>
              <a:off x="62086" y="4145068"/>
              <a:ext cx="3193560" cy="34488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11036F56-E28C-2FEE-D977-1B985B74A2AE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44086" y="4127068"/>
                <a:ext cx="322920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817391DD-B0F8-7A98-B5FB-895A5F3B3CA3}"/>
                  </a:ext>
                </a:extLst>
              </p14:cNvPr>
              <p14:cNvContentPartPr/>
              <p14:nvPr/>
            </p14:nvContentPartPr>
            <p14:xfrm>
              <a:off x="2145766" y="1372708"/>
              <a:ext cx="266760" cy="44640"/>
            </p14:xfrm>
          </p:contentPart>
        </mc:Choice>
        <mc:Fallback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817391DD-B0F8-7A98-B5FB-895A5F3B3CA3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2092126" y="1264708"/>
                <a:ext cx="37440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1F4F65CE-AFBC-9CE9-2AB0-785EF3882863}"/>
                  </a:ext>
                </a:extLst>
              </p14:cNvPr>
              <p14:cNvContentPartPr/>
              <p14:nvPr/>
            </p14:nvContentPartPr>
            <p14:xfrm>
              <a:off x="2611606" y="1524988"/>
              <a:ext cx="133560" cy="10260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1F4F65CE-AFBC-9CE9-2AB0-785EF3882863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2557966" y="1416988"/>
                <a:ext cx="24120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8AFF8473-9EF1-1E3C-701C-15E0E0A166D7}"/>
                  </a:ext>
                </a:extLst>
              </p14:cNvPr>
              <p14:cNvContentPartPr/>
              <p14:nvPr/>
            </p14:nvContentPartPr>
            <p14:xfrm>
              <a:off x="3107326" y="1525708"/>
              <a:ext cx="128160" cy="87840"/>
            </p14:xfrm>
          </p:contentPart>
        </mc:Choice>
        <mc:Fallback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8AFF8473-9EF1-1E3C-701C-15E0E0A166D7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3053686" y="1418068"/>
                <a:ext cx="23580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60561217-9278-BBCF-67B9-2CD25204FD58}"/>
                  </a:ext>
                </a:extLst>
              </p14:cNvPr>
              <p14:cNvContentPartPr/>
              <p14:nvPr/>
            </p14:nvContentPartPr>
            <p14:xfrm>
              <a:off x="3629326" y="1555228"/>
              <a:ext cx="63720" cy="8604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60561217-9278-BBCF-67B9-2CD25204FD58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3575686" y="1447588"/>
                <a:ext cx="17136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8B00528B-6478-06B4-17A8-82FC03FFB327}"/>
                  </a:ext>
                </a:extLst>
              </p14:cNvPr>
              <p14:cNvContentPartPr/>
              <p14:nvPr/>
            </p14:nvContentPartPr>
            <p14:xfrm>
              <a:off x="3640846" y="1251028"/>
              <a:ext cx="73800" cy="65160"/>
            </p14:xfrm>
          </p:contentPart>
        </mc:Choice>
        <mc:Fallback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8B00528B-6478-06B4-17A8-82FC03FFB327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3586846" y="1143028"/>
                <a:ext cx="18144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AEE1D84D-3878-E4CD-16D4-2234898280D6}"/>
                  </a:ext>
                </a:extLst>
              </p14:cNvPr>
              <p14:cNvContentPartPr/>
              <p14:nvPr/>
            </p14:nvContentPartPr>
            <p14:xfrm>
              <a:off x="3733006" y="851788"/>
              <a:ext cx="72360" cy="32040"/>
            </p14:xfrm>
          </p:contentPart>
        </mc:Choice>
        <mc:Fallback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AEE1D84D-3878-E4CD-16D4-2234898280D6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3679366" y="744148"/>
                <a:ext cx="1800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06CB2AE5-2AC9-EA07-3389-202F2B771F5A}"/>
                  </a:ext>
                </a:extLst>
              </p14:cNvPr>
              <p14:cNvContentPartPr/>
              <p14:nvPr/>
            </p14:nvContentPartPr>
            <p14:xfrm>
              <a:off x="2638246" y="843868"/>
              <a:ext cx="83880" cy="6192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06CB2AE5-2AC9-EA07-3389-202F2B771F5A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2584606" y="735868"/>
                <a:ext cx="19152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C2B56FF3-C756-2248-BC23-6CD2E49E7097}"/>
                  </a:ext>
                </a:extLst>
              </p14:cNvPr>
              <p14:cNvContentPartPr/>
              <p14:nvPr/>
            </p14:nvContentPartPr>
            <p14:xfrm>
              <a:off x="2653366" y="2174068"/>
              <a:ext cx="114120" cy="7812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C2B56FF3-C756-2248-BC23-6CD2E49E7097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2599726" y="2066428"/>
                <a:ext cx="22176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6FB28070-8040-94E6-EA58-18788BA54B02}"/>
                  </a:ext>
                </a:extLst>
              </p14:cNvPr>
              <p14:cNvContentPartPr/>
              <p14:nvPr/>
            </p14:nvContentPartPr>
            <p14:xfrm>
              <a:off x="3116686" y="2179828"/>
              <a:ext cx="91080" cy="5004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6FB28070-8040-94E6-EA58-18788BA54B02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3062686" y="2072188"/>
                <a:ext cx="19872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24AF4D6B-0FFC-8B07-A291-A144AC2055EC}"/>
                  </a:ext>
                </a:extLst>
              </p14:cNvPr>
              <p14:cNvContentPartPr/>
              <p14:nvPr/>
            </p14:nvContentPartPr>
            <p14:xfrm>
              <a:off x="3530686" y="2226628"/>
              <a:ext cx="104400" cy="7380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24AF4D6B-0FFC-8B07-A291-A144AC2055EC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3477046" y="2118988"/>
                <a:ext cx="21204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B89F6193-4AC5-DCE2-15DC-8DD16971F2C2}"/>
                  </a:ext>
                </a:extLst>
              </p14:cNvPr>
              <p14:cNvContentPartPr/>
              <p14:nvPr/>
            </p14:nvContentPartPr>
            <p14:xfrm>
              <a:off x="7656286" y="4004668"/>
              <a:ext cx="1080720" cy="69732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B89F6193-4AC5-DCE2-15DC-8DD16971F2C2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7602286" y="3896668"/>
                <a:ext cx="1188360" cy="9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C66BC8E3-F9E1-280A-EBC3-7355D7EF8015}"/>
                  </a:ext>
                </a:extLst>
              </p14:cNvPr>
              <p14:cNvContentPartPr/>
              <p14:nvPr/>
            </p14:nvContentPartPr>
            <p14:xfrm>
              <a:off x="6880846" y="5178628"/>
              <a:ext cx="286200" cy="44820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C66BC8E3-F9E1-280A-EBC3-7355D7EF8015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6826846" y="5070988"/>
                <a:ext cx="393840" cy="66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0262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29289"/>
            <a:ext cx="8272858" cy="54287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33FF796E-4FAB-FD99-371E-DA1D6D42F29D}"/>
                  </a:ext>
                </a:extLst>
              </p14:cNvPr>
              <p14:cNvContentPartPr/>
              <p14:nvPr/>
            </p14:nvContentPartPr>
            <p14:xfrm>
              <a:off x="3442846" y="3422188"/>
              <a:ext cx="272880" cy="63252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33FF796E-4FAB-FD99-371E-DA1D6D42F2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9206" y="3314188"/>
                <a:ext cx="380520" cy="84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6186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s-AR" dirty="0"/>
              <a:t>P 7 </a:t>
            </a:r>
            <a:r>
              <a:rPr lang="es-AR" dirty="0" err="1"/>
              <a:t>gn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92513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404664"/>
            <a:ext cx="7344816" cy="65162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994121B9-0287-3B12-56FF-AFCCE1EA77B5}"/>
                  </a:ext>
                </a:extLst>
              </p14:cNvPr>
              <p14:cNvContentPartPr/>
              <p14:nvPr/>
            </p14:nvContentPartPr>
            <p14:xfrm>
              <a:off x="3548326" y="612028"/>
              <a:ext cx="176760" cy="24084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994121B9-0287-3B12-56FF-AFCCE1EA77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94326" y="504028"/>
                <a:ext cx="284400" cy="45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upo 9">
            <a:extLst>
              <a:ext uri="{FF2B5EF4-FFF2-40B4-BE49-F238E27FC236}">
                <a16:creationId xmlns:a16="http://schemas.microsoft.com/office/drawing/2014/main" id="{7C25FDFA-FC24-384F-E530-AD766A75CA8E}"/>
              </a:ext>
            </a:extLst>
          </p:cNvPr>
          <p:cNvGrpSpPr/>
          <p:nvPr/>
        </p:nvGrpSpPr>
        <p:grpSpPr>
          <a:xfrm>
            <a:off x="3447526" y="501508"/>
            <a:ext cx="337320" cy="367920"/>
            <a:chOff x="3447526" y="501508"/>
            <a:chExt cx="33732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2B234773-120A-3936-97F7-5ED7569DA39E}"/>
                    </a:ext>
                  </a:extLst>
                </p14:cNvPr>
                <p14:cNvContentPartPr/>
                <p14:nvPr/>
              </p14:nvContentPartPr>
              <p14:xfrm>
                <a:off x="3538606" y="501508"/>
                <a:ext cx="158400" cy="34380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2B234773-120A-3936-97F7-5ED7569DA39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529606" y="492868"/>
                  <a:ext cx="1760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C85C7035-B3A0-E329-58F5-978F166B7031}"/>
                    </a:ext>
                  </a:extLst>
                </p14:cNvPr>
                <p14:cNvContentPartPr/>
                <p14:nvPr/>
              </p14:nvContentPartPr>
              <p14:xfrm>
                <a:off x="3447526" y="675748"/>
                <a:ext cx="186120" cy="2088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C85C7035-B3A0-E329-58F5-978F166B703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38526" y="666748"/>
                  <a:ext cx="2037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F51AF962-5FE3-8C3C-D5C5-2B0A036B31C9}"/>
                    </a:ext>
                  </a:extLst>
                </p14:cNvPr>
                <p14:cNvContentPartPr/>
                <p14:nvPr/>
              </p14:nvContentPartPr>
              <p14:xfrm>
                <a:off x="3690526" y="748468"/>
                <a:ext cx="94320" cy="12096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F51AF962-5FE3-8C3C-D5C5-2B0A036B31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681886" y="739468"/>
                  <a:ext cx="11196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75F61DC6-8349-CE4C-146E-56A7C27692B8}"/>
              </a:ext>
            </a:extLst>
          </p:cNvPr>
          <p:cNvGrpSpPr/>
          <p:nvPr/>
        </p:nvGrpSpPr>
        <p:grpSpPr>
          <a:xfrm>
            <a:off x="3618166" y="2052748"/>
            <a:ext cx="275040" cy="300600"/>
            <a:chOff x="3618166" y="2052748"/>
            <a:chExt cx="27504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A30E3579-AB3D-08A7-61A1-0B1F38CECAF9}"/>
                    </a:ext>
                  </a:extLst>
                </p14:cNvPr>
                <p14:cNvContentPartPr/>
                <p14:nvPr/>
              </p14:nvContentPartPr>
              <p14:xfrm>
                <a:off x="3618166" y="2052748"/>
                <a:ext cx="162720" cy="17604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A30E3579-AB3D-08A7-61A1-0B1F38CECAF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09166" y="2043748"/>
                  <a:ext cx="1803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8C6730A4-69C6-331A-78D4-D6A776152BF5}"/>
                    </a:ext>
                  </a:extLst>
                </p14:cNvPr>
                <p14:cNvContentPartPr/>
                <p14:nvPr/>
              </p14:nvContentPartPr>
              <p14:xfrm>
                <a:off x="3771166" y="2188108"/>
                <a:ext cx="122040" cy="16524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8C6730A4-69C6-331A-78D4-D6A776152BF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62166" y="2179108"/>
                  <a:ext cx="139680" cy="18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A9D1A655-D911-52D6-2861-2B715314F569}"/>
                  </a:ext>
                </a:extLst>
              </p14:cNvPr>
              <p14:cNvContentPartPr/>
              <p14:nvPr/>
            </p14:nvContentPartPr>
            <p14:xfrm>
              <a:off x="2608006" y="363268"/>
              <a:ext cx="100080" cy="1941840"/>
            </p14:xfrm>
          </p:contentPart>
        </mc:Choice>
        <mc:Fallback xmlns=""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A9D1A655-D911-52D6-2861-2B715314F56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54366" y="255628"/>
                <a:ext cx="207720" cy="215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upo 16">
            <a:extLst>
              <a:ext uri="{FF2B5EF4-FFF2-40B4-BE49-F238E27FC236}">
                <a16:creationId xmlns:a16="http://schemas.microsoft.com/office/drawing/2014/main" id="{0846B2B6-14CD-6E19-CAF2-AE63C6935B24}"/>
              </a:ext>
            </a:extLst>
          </p:cNvPr>
          <p:cNvGrpSpPr/>
          <p:nvPr/>
        </p:nvGrpSpPr>
        <p:grpSpPr>
          <a:xfrm>
            <a:off x="4319806" y="738028"/>
            <a:ext cx="423720" cy="356400"/>
            <a:chOff x="4319806" y="738028"/>
            <a:chExt cx="42372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07B2D726-6237-5B7A-08BD-8ADBE50BF040}"/>
                    </a:ext>
                  </a:extLst>
                </p14:cNvPr>
                <p14:cNvContentPartPr/>
                <p14:nvPr/>
              </p14:nvContentPartPr>
              <p14:xfrm>
                <a:off x="4366606" y="805348"/>
                <a:ext cx="37080" cy="28908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07B2D726-6237-5B7A-08BD-8ADBE50BF04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57606" y="796348"/>
                  <a:ext cx="547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B2246C00-CB18-694A-3DBE-C0E291663D0A}"/>
                    </a:ext>
                  </a:extLst>
                </p14:cNvPr>
                <p14:cNvContentPartPr/>
                <p14:nvPr/>
              </p14:nvContentPartPr>
              <p14:xfrm>
                <a:off x="4319806" y="742708"/>
                <a:ext cx="142920" cy="15300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B2246C00-CB18-694A-3DBE-C0E291663D0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10806" y="733708"/>
                  <a:ext cx="1605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FCAF83F5-A3E7-E5BF-4799-CD6923805C65}"/>
                    </a:ext>
                  </a:extLst>
                </p14:cNvPr>
                <p14:cNvContentPartPr/>
                <p14:nvPr/>
              </p14:nvContentPartPr>
              <p14:xfrm>
                <a:off x="4514206" y="788068"/>
                <a:ext cx="212040" cy="22644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FCAF83F5-A3E7-E5BF-4799-CD6923805C6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505566" y="779428"/>
                  <a:ext cx="2296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52A79F59-CC64-CAA3-164B-8440586EA567}"/>
                    </a:ext>
                  </a:extLst>
                </p14:cNvPr>
                <p14:cNvContentPartPr/>
                <p14:nvPr/>
              </p14:nvContentPartPr>
              <p14:xfrm>
                <a:off x="4494046" y="738028"/>
                <a:ext cx="249480" cy="3564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52A79F59-CC64-CAA3-164B-8440586EA56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485406" y="729388"/>
                  <a:ext cx="26712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BB1854DC-D2B9-DF73-FD4F-31CF51B2A84D}"/>
                  </a:ext>
                </a:extLst>
              </p14:cNvPr>
              <p14:cNvContentPartPr/>
              <p14:nvPr/>
            </p14:nvContentPartPr>
            <p14:xfrm>
              <a:off x="2464006" y="1552348"/>
              <a:ext cx="209160" cy="41292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BB1854DC-D2B9-DF73-FD4F-31CF51B2A84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455006" y="1543348"/>
                <a:ext cx="22680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FD0F3336-B199-D62B-1AEA-D6C43F054767}"/>
                  </a:ext>
                </a:extLst>
              </p14:cNvPr>
              <p14:cNvContentPartPr/>
              <p14:nvPr/>
            </p14:nvContentPartPr>
            <p14:xfrm>
              <a:off x="2663086" y="2806588"/>
              <a:ext cx="2101320" cy="1352520"/>
            </p14:xfrm>
          </p:contentPart>
        </mc:Choice>
        <mc:Fallback xmlns=""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FD0F3336-B199-D62B-1AEA-D6C43F05476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654086" y="2797948"/>
                <a:ext cx="2118960" cy="13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BC1155BA-25BB-8889-B9A7-1FB14819D56E}"/>
                  </a:ext>
                </a:extLst>
              </p14:cNvPr>
              <p14:cNvContentPartPr/>
              <p14:nvPr/>
            </p14:nvContentPartPr>
            <p14:xfrm>
              <a:off x="2437366" y="2814508"/>
              <a:ext cx="2451960" cy="1331280"/>
            </p14:xfrm>
          </p:contentPart>
        </mc:Choice>
        <mc:Fallback xmlns=""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BC1155BA-25BB-8889-B9A7-1FB14819D56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383366" y="2706868"/>
                <a:ext cx="2559600" cy="15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D4069367-08BA-F6C0-0588-1CB595EA80F1}"/>
                  </a:ext>
                </a:extLst>
              </p14:cNvPr>
              <p14:cNvContentPartPr/>
              <p14:nvPr/>
            </p14:nvContentPartPr>
            <p14:xfrm>
              <a:off x="3208486" y="607348"/>
              <a:ext cx="176400" cy="23724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D4069367-08BA-F6C0-0588-1CB595EA80F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190486" y="589708"/>
                <a:ext cx="212040" cy="27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upo 29">
            <a:extLst>
              <a:ext uri="{FF2B5EF4-FFF2-40B4-BE49-F238E27FC236}">
                <a16:creationId xmlns:a16="http://schemas.microsoft.com/office/drawing/2014/main" id="{23EA2F27-2D85-DAA3-B5E5-6D443D1842ED}"/>
              </a:ext>
            </a:extLst>
          </p:cNvPr>
          <p:cNvGrpSpPr/>
          <p:nvPr/>
        </p:nvGrpSpPr>
        <p:grpSpPr>
          <a:xfrm>
            <a:off x="3003646" y="1981108"/>
            <a:ext cx="339480" cy="172800"/>
            <a:chOff x="3003646" y="1981108"/>
            <a:chExt cx="33948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05DD2013-0664-1EF4-3182-4CF1A9237499}"/>
                    </a:ext>
                  </a:extLst>
                </p14:cNvPr>
                <p14:cNvContentPartPr/>
                <p14:nvPr/>
              </p14:nvContentPartPr>
              <p14:xfrm>
                <a:off x="3003646" y="2025388"/>
                <a:ext cx="263520" cy="720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05DD2013-0664-1EF4-3182-4CF1A923749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86006" y="2007748"/>
                  <a:ext cx="2991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42873B3A-D25A-BF74-E118-34D4AB595917}"/>
                    </a:ext>
                  </a:extLst>
                </p14:cNvPr>
                <p14:cNvContentPartPr/>
                <p14:nvPr/>
              </p14:nvContentPartPr>
              <p14:xfrm>
                <a:off x="3095086" y="1981108"/>
                <a:ext cx="248040" cy="17280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42873B3A-D25A-BF74-E118-34D4AB59591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77086" y="1963108"/>
                  <a:ext cx="283680" cy="208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84508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</p:spPr>
        <p:txBody>
          <a:bodyPr/>
          <a:lstStyle/>
          <a:p>
            <a:r>
              <a:rPr lang="es-AR" dirty="0"/>
              <a:t>P 3 </a:t>
            </a:r>
            <a:r>
              <a:rPr lang="es-AR" dirty="0" err="1"/>
              <a:t>gn</a:t>
            </a:r>
            <a:r>
              <a:rPr lang="es-AR" dirty="0"/>
              <a:t>, planteo</a:t>
            </a:r>
          </a:p>
        </p:txBody>
      </p:sp>
    </p:spTree>
    <p:extLst>
      <p:ext uri="{BB962C8B-B14F-4D97-AF65-F5344CB8AC3E}">
        <p14:creationId xmlns:p14="http://schemas.microsoft.com/office/powerpoint/2010/main" val="230373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1237"/>
            <a:ext cx="6260459" cy="6724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8FE167D5-CD2E-DFCC-B564-6395051A0C14}"/>
                  </a:ext>
                </a:extLst>
              </p14:cNvPr>
              <p14:cNvContentPartPr/>
              <p14:nvPr/>
            </p14:nvContentPartPr>
            <p14:xfrm>
              <a:off x="2186446" y="1559188"/>
              <a:ext cx="2253240" cy="7164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8FE167D5-CD2E-DFCC-B564-6395051A0C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2446" y="1451188"/>
                <a:ext cx="236088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8E3071FD-3FF8-6871-92D6-2A99EC4BBF91}"/>
                  </a:ext>
                </a:extLst>
              </p14:cNvPr>
              <p14:cNvContentPartPr/>
              <p14:nvPr/>
            </p14:nvContentPartPr>
            <p14:xfrm>
              <a:off x="7152646" y="4604898"/>
              <a:ext cx="360" cy="252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8E3071FD-3FF8-6871-92D6-2A99EC4BBF9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99006" y="4497258"/>
                <a:ext cx="108000" cy="21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upo 24">
            <a:extLst>
              <a:ext uri="{FF2B5EF4-FFF2-40B4-BE49-F238E27FC236}">
                <a16:creationId xmlns:a16="http://schemas.microsoft.com/office/drawing/2014/main" id="{AB87B0B0-64CB-D0BE-41F9-DBDF6985B759}"/>
              </a:ext>
            </a:extLst>
          </p:cNvPr>
          <p:cNvGrpSpPr/>
          <p:nvPr/>
        </p:nvGrpSpPr>
        <p:grpSpPr>
          <a:xfrm>
            <a:off x="6517966" y="3999018"/>
            <a:ext cx="2178720" cy="795240"/>
            <a:chOff x="6517966" y="3999018"/>
            <a:chExt cx="2178720" cy="79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AB3928EC-7D34-D08B-5A84-C1573D155FCF}"/>
                    </a:ext>
                  </a:extLst>
                </p14:cNvPr>
                <p14:cNvContentPartPr/>
                <p14:nvPr/>
              </p14:nvContentPartPr>
              <p14:xfrm>
                <a:off x="6565486" y="4309698"/>
                <a:ext cx="188640" cy="30888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AB3928EC-7D34-D08B-5A84-C1573D155FC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47486" y="4291698"/>
                  <a:ext cx="2242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8FB72CC6-06DB-0D1D-2A42-9A634C52C4B3}"/>
                    </a:ext>
                  </a:extLst>
                </p14:cNvPr>
                <p14:cNvContentPartPr/>
                <p14:nvPr/>
              </p14:nvContentPartPr>
              <p14:xfrm>
                <a:off x="6856726" y="4394658"/>
                <a:ext cx="9360" cy="16740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8FB72CC6-06DB-0D1D-2A42-9A634C52C4B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39086" y="4376658"/>
                  <a:ext cx="450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AE128F1F-6C83-AD65-A933-49DAAAACD3FB}"/>
                    </a:ext>
                  </a:extLst>
                </p14:cNvPr>
                <p14:cNvContentPartPr/>
                <p14:nvPr/>
              </p14:nvContentPartPr>
              <p14:xfrm>
                <a:off x="6838726" y="4325898"/>
                <a:ext cx="155160" cy="1432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AE128F1F-6C83-AD65-A933-49DAAAACD3F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20726" y="4308258"/>
                  <a:ext cx="1908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E371B48A-BA15-5536-3C05-DA6B7AF09EBE}"/>
                    </a:ext>
                  </a:extLst>
                </p14:cNvPr>
                <p14:cNvContentPartPr/>
                <p14:nvPr/>
              </p14:nvContentPartPr>
              <p14:xfrm>
                <a:off x="6838006" y="4540098"/>
                <a:ext cx="198720" cy="4140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E371B48A-BA15-5536-3C05-DA6B7AF09EB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820006" y="4522458"/>
                  <a:ext cx="234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7E02CF50-3795-F07E-144E-AB26372A58C3}"/>
                    </a:ext>
                  </a:extLst>
                </p14:cNvPr>
                <p14:cNvContentPartPr/>
                <p14:nvPr/>
              </p14:nvContentPartPr>
              <p14:xfrm>
                <a:off x="6517966" y="4090818"/>
                <a:ext cx="68760" cy="6519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7E02CF50-3795-F07E-144E-AB26372A58C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00326" y="4073178"/>
                  <a:ext cx="10440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62C2A165-CAAF-0D91-65DA-0A2117C80A17}"/>
                    </a:ext>
                  </a:extLst>
                </p14:cNvPr>
                <p14:cNvContentPartPr/>
                <p14:nvPr/>
              </p14:nvContentPartPr>
              <p14:xfrm>
                <a:off x="7152286" y="4110258"/>
                <a:ext cx="7560" cy="6840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62C2A165-CAAF-0D91-65DA-0A2117C80A1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34646" y="4092618"/>
                  <a:ext cx="43200" cy="7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0D9F6441-DDCE-B8B6-0163-B3F69F603D7F}"/>
                    </a:ext>
                  </a:extLst>
                </p14:cNvPr>
                <p14:cNvContentPartPr/>
                <p14:nvPr/>
              </p14:nvContentPartPr>
              <p14:xfrm>
                <a:off x="7345966" y="4555938"/>
                <a:ext cx="207720" cy="198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0D9F6441-DDCE-B8B6-0163-B3F69F603D7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28326" y="4538298"/>
                  <a:ext cx="243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FB8E2B74-AABA-E034-DB24-DE491187DCFB}"/>
                    </a:ext>
                  </a:extLst>
                </p14:cNvPr>
                <p14:cNvContentPartPr/>
                <p14:nvPr/>
              </p14:nvContentPartPr>
              <p14:xfrm>
                <a:off x="7390246" y="4436778"/>
                <a:ext cx="178560" cy="172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FB8E2B74-AABA-E034-DB24-DE491187DCF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372606" y="4418778"/>
                  <a:ext cx="2142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2A4C23F6-FE97-918C-8B2E-BD39071F8AD4}"/>
                    </a:ext>
                  </a:extLst>
                </p14:cNvPr>
                <p14:cNvContentPartPr/>
                <p14:nvPr/>
              </p14:nvContentPartPr>
              <p14:xfrm>
                <a:off x="7776886" y="4254978"/>
                <a:ext cx="124560" cy="34020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2A4C23F6-FE97-918C-8B2E-BD39071F8AD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759246" y="4236978"/>
                  <a:ext cx="1602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99D309B3-A317-C9EC-3845-D727BC45ABB8}"/>
                    </a:ext>
                  </a:extLst>
                </p14:cNvPr>
                <p14:cNvContentPartPr/>
                <p14:nvPr/>
              </p14:nvContentPartPr>
              <p14:xfrm>
                <a:off x="7975246" y="4294578"/>
                <a:ext cx="139680" cy="20628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99D309B3-A317-C9EC-3845-D727BC45ABB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957606" y="4276578"/>
                  <a:ext cx="1753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F81DCEB7-BBDA-E44D-4A9B-937921B5CF6B}"/>
                    </a:ext>
                  </a:extLst>
                </p14:cNvPr>
                <p14:cNvContentPartPr/>
                <p14:nvPr/>
              </p14:nvContentPartPr>
              <p14:xfrm>
                <a:off x="8228326" y="4302498"/>
                <a:ext cx="174240" cy="2167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F81DCEB7-BBDA-E44D-4A9B-937921B5CF6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10686" y="4284858"/>
                  <a:ext cx="2098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E0DAC02D-0800-36A7-7556-0472174D74C6}"/>
                    </a:ext>
                  </a:extLst>
                </p14:cNvPr>
                <p14:cNvContentPartPr/>
                <p14:nvPr/>
              </p14:nvContentPartPr>
              <p14:xfrm>
                <a:off x="7735126" y="3999018"/>
                <a:ext cx="73800" cy="78732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E0DAC02D-0800-36A7-7556-0472174D74C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717486" y="3981018"/>
                  <a:ext cx="10944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E7F54D82-67DD-93D0-6FBE-73660AB6D16E}"/>
                    </a:ext>
                  </a:extLst>
                </p14:cNvPr>
                <p14:cNvContentPartPr/>
                <p14:nvPr/>
              </p14:nvContentPartPr>
              <p14:xfrm>
                <a:off x="8630446" y="4071738"/>
                <a:ext cx="66240" cy="64620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E7F54D82-67DD-93D0-6FBE-73660AB6D16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612806" y="4053738"/>
                  <a:ext cx="10188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811AF15C-EC83-4F34-F0AA-01DB5C7F3D63}"/>
                    </a:ext>
                  </a:extLst>
                </p14:cNvPr>
                <p14:cNvContentPartPr/>
                <p14:nvPr/>
              </p14:nvContentPartPr>
              <p14:xfrm>
                <a:off x="6604006" y="4014858"/>
                <a:ext cx="269640" cy="72360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811AF15C-EC83-4F34-F0AA-01DB5C7F3D6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86366" y="3996858"/>
                  <a:ext cx="30528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AB61968A-556A-DA80-C83C-FCF392352C8A}"/>
                    </a:ext>
                  </a:extLst>
                </p14:cNvPr>
                <p14:cNvContentPartPr/>
                <p14:nvPr/>
              </p14:nvContentPartPr>
              <p14:xfrm>
                <a:off x="7640806" y="4005858"/>
                <a:ext cx="393480" cy="77688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AB61968A-556A-DA80-C83C-FCF392352C8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622806" y="3987858"/>
                  <a:ext cx="429120" cy="81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40654C52-2698-9FD5-FA1C-4A08F006FDB7}"/>
                  </a:ext>
                </a:extLst>
              </p14:cNvPr>
              <p14:cNvContentPartPr/>
              <p14:nvPr/>
            </p14:nvContentPartPr>
            <p14:xfrm>
              <a:off x="2298406" y="4593738"/>
              <a:ext cx="225720" cy="1872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40654C52-2698-9FD5-FA1C-4A08F006FDB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280406" y="4575738"/>
                <a:ext cx="2613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3BBC66AF-2B88-C075-A322-FC3C1A0B043B}"/>
                  </a:ext>
                </a:extLst>
              </p14:cNvPr>
              <p14:cNvContentPartPr/>
              <p14:nvPr/>
            </p14:nvContentPartPr>
            <p14:xfrm>
              <a:off x="5079406" y="4757538"/>
              <a:ext cx="232560" cy="5616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3BBC66AF-2B88-C075-A322-FC3C1A0B043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061766" y="4739538"/>
                <a:ext cx="268200" cy="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upo 40">
            <a:extLst>
              <a:ext uri="{FF2B5EF4-FFF2-40B4-BE49-F238E27FC236}">
                <a16:creationId xmlns:a16="http://schemas.microsoft.com/office/drawing/2014/main" id="{DD9ED9FD-2182-F7DA-A22D-5EBEA04E68A8}"/>
              </a:ext>
            </a:extLst>
          </p:cNvPr>
          <p:cNvGrpSpPr/>
          <p:nvPr/>
        </p:nvGrpSpPr>
        <p:grpSpPr>
          <a:xfrm>
            <a:off x="2528446" y="1559188"/>
            <a:ext cx="1475640" cy="642960"/>
            <a:chOff x="2528446" y="1559188"/>
            <a:chExt cx="1475640" cy="64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ED61FF8A-B0CE-A4B6-2664-B6F355854086}"/>
                    </a:ext>
                  </a:extLst>
                </p14:cNvPr>
                <p14:cNvContentPartPr/>
                <p14:nvPr/>
              </p14:nvContentPartPr>
              <p14:xfrm>
                <a:off x="2528446" y="1559188"/>
                <a:ext cx="11880" cy="277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ED61FF8A-B0CE-A4B6-2664-B6F35585408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510446" y="1541188"/>
                  <a:ext cx="475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B1BD3AC1-85F8-5FF4-D67E-08FB1F03E6BC}"/>
                    </a:ext>
                  </a:extLst>
                </p14:cNvPr>
                <p14:cNvContentPartPr/>
                <p14:nvPr/>
              </p14:nvContentPartPr>
              <p14:xfrm>
                <a:off x="2664886" y="1590868"/>
                <a:ext cx="57240" cy="1188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B1BD3AC1-85F8-5FF4-D67E-08FB1F03E6B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647246" y="1573228"/>
                  <a:ext cx="92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4E34A3C8-9445-E8FF-E02F-97F35C7577B6}"/>
                    </a:ext>
                  </a:extLst>
                </p14:cNvPr>
                <p14:cNvContentPartPr/>
                <p14:nvPr/>
              </p14:nvContentPartPr>
              <p14:xfrm>
                <a:off x="2788726" y="1593388"/>
                <a:ext cx="33120" cy="230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4E34A3C8-9445-E8FF-E02F-97F35C7577B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771086" y="1575388"/>
                  <a:ext cx="68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87832B42-AA00-FAC8-2E4E-42654A5656D4}"/>
                    </a:ext>
                  </a:extLst>
                </p14:cNvPr>
                <p14:cNvContentPartPr/>
                <p14:nvPr/>
              </p14:nvContentPartPr>
              <p14:xfrm>
                <a:off x="2897446" y="1620748"/>
                <a:ext cx="45720" cy="2088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87832B42-AA00-FAC8-2E4E-42654A5656D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79806" y="1602748"/>
                  <a:ext cx="813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789CF018-6326-0CBD-92EB-1C58E6E91B15}"/>
                    </a:ext>
                  </a:extLst>
                </p14:cNvPr>
                <p14:cNvContentPartPr/>
                <p14:nvPr/>
              </p14:nvContentPartPr>
              <p14:xfrm>
                <a:off x="3040366" y="1657108"/>
                <a:ext cx="196200" cy="482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789CF018-6326-0CBD-92EB-1C58E6E91B1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022726" y="1639108"/>
                  <a:ext cx="231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F45256F6-A112-71DD-4EEC-37EBCE9ED137}"/>
                    </a:ext>
                  </a:extLst>
                </p14:cNvPr>
                <p14:cNvContentPartPr/>
                <p14:nvPr/>
              </p14:nvContentPartPr>
              <p14:xfrm>
                <a:off x="3323686" y="1727308"/>
                <a:ext cx="47160" cy="2988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F45256F6-A112-71DD-4EEC-37EBCE9ED13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305686" y="1709668"/>
                  <a:ext cx="828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0D56342C-E0DC-9009-1DEE-AA8760AF36F3}"/>
                    </a:ext>
                  </a:extLst>
                </p14:cNvPr>
                <p14:cNvContentPartPr/>
                <p14:nvPr/>
              </p14:nvContentPartPr>
              <p14:xfrm>
                <a:off x="3490366" y="1752508"/>
                <a:ext cx="230400" cy="12204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0D56342C-E0DC-9009-1DEE-AA8760AF36F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472726" y="1734508"/>
                  <a:ext cx="266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D2044E3A-A8E5-2826-07E6-953B643A5C5F}"/>
                    </a:ext>
                  </a:extLst>
                </p14:cNvPr>
                <p14:cNvContentPartPr/>
                <p14:nvPr/>
              </p14:nvContentPartPr>
              <p14:xfrm>
                <a:off x="3839206" y="1982188"/>
                <a:ext cx="28080" cy="6408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D2044E3A-A8E5-2826-07E6-953B643A5C5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821566" y="1964188"/>
                  <a:ext cx="63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19F6BEA5-8A56-C9C4-A086-F2B45ED48A70}"/>
                    </a:ext>
                  </a:extLst>
                </p14:cNvPr>
                <p14:cNvContentPartPr/>
                <p14:nvPr/>
              </p14:nvContentPartPr>
              <p14:xfrm>
                <a:off x="3989686" y="2153908"/>
                <a:ext cx="14400" cy="4824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19F6BEA5-8A56-C9C4-A086-F2B45ED48A7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972046" y="2135908"/>
                  <a:ext cx="5004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B68FC524-5BBB-A636-026F-4FC184985AA7}"/>
              </a:ext>
            </a:extLst>
          </p:cNvPr>
          <p:cNvGrpSpPr/>
          <p:nvPr/>
        </p:nvGrpSpPr>
        <p:grpSpPr>
          <a:xfrm>
            <a:off x="6984166" y="2300428"/>
            <a:ext cx="1278000" cy="1031760"/>
            <a:chOff x="6984166" y="2300428"/>
            <a:chExt cx="1278000" cy="103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24480E0E-5025-0922-59D8-78950F47EBAB}"/>
                    </a:ext>
                  </a:extLst>
                </p14:cNvPr>
                <p14:cNvContentPartPr/>
                <p14:nvPr/>
              </p14:nvContentPartPr>
              <p14:xfrm>
                <a:off x="6984166" y="2300428"/>
                <a:ext cx="172800" cy="23580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24480E0E-5025-0922-59D8-78950F47EBA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966166" y="2282428"/>
                  <a:ext cx="2084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5FC2CD07-843B-B9FC-84D2-A1361C11B749}"/>
                    </a:ext>
                  </a:extLst>
                </p14:cNvPr>
                <p14:cNvContentPartPr/>
                <p14:nvPr/>
              </p14:nvContentPartPr>
              <p14:xfrm>
                <a:off x="7237606" y="2340388"/>
                <a:ext cx="118800" cy="14688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5FC2CD07-843B-B9FC-84D2-A1361C11B74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219966" y="2322388"/>
                  <a:ext cx="1544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A94AB0E7-B5C7-26D9-066B-2E439E1E8EAE}"/>
                    </a:ext>
                  </a:extLst>
                </p14:cNvPr>
                <p14:cNvContentPartPr/>
                <p14:nvPr/>
              </p14:nvContentPartPr>
              <p14:xfrm>
                <a:off x="7553326" y="2385388"/>
                <a:ext cx="151560" cy="8208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A94AB0E7-B5C7-26D9-066B-2E439E1E8EA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535686" y="2367748"/>
                  <a:ext cx="187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00172AE0-6950-104C-6151-E5D0800739C4}"/>
                    </a:ext>
                  </a:extLst>
                </p14:cNvPr>
                <p14:cNvContentPartPr/>
                <p14:nvPr/>
              </p14:nvContentPartPr>
              <p14:xfrm>
                <a:off x="7755646" y="2856628"/>
                <a:ext cx="57240" cy="6696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00172AE0-6950-104C-6151-E5D0800739C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738006" y="2838988"/>
                  <a:ext cx="92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F4DCA230-84C9-2349-128E-E48D5067975D}"/>
                    </a:ext>
                  </a:extLst>
                </p14:cNvPr>
                <p14:cNvContentPartPr/>
                <p14:nvPr/>
              </p14:nvContentPartPr>
              <p14:xfrm>
                <a:off x="7715326" y="2495188"/>
                <a:ext cx="76320" cy="35856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F4DCA230-84C9-2349-128E-E48D5067975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697326" y="2477188"/>
                  <a:ext cx="11196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B6C5BD21-B78B-9A03-FEC3-7688D0ED320D}"/>
                    </a:ext>
                  </a:extLst>
                </p14:cNvPr>
                <p14:cNvContentPartPr/>
                <p14:nvPr/>
              </p14:nvContentPartPr>
              <p14:xfrm>
                <a:off x="7912606" y="2430028"/>
                <a:ext cx="142920" cy="24912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B6C5BD21-B78B-9A03-FEC3-7688D0ED320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894606" y="2412388"/>
                  <a:ext cx="1785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50591CE6-C299-4B96-02CC-CFB926E42523}"/>
                    </a:ext>
                  </a:extLst>
                </p14:cNvPr>
                <p14:cNvContentPartPr/>
                <p14:nvPr/>
              </p14:nvContentPartPr>
              <p14:xfrm>
                <a:off x="8049046" y="2522188"/>
                <a:ext cx="180000" cy="12672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50591CE6-C299-4B96-02CC-CFB926E4252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031046" y="2504548"/>
                  <a:ext cx="2156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12B36352-EB06-B582-B99D-3005F4551D39}"/>
                    </a:ext>
                  </a:extLst>
                </p14:cNvPr>
                <p14:cNvContentPartPr/>
                <p14:nvPr/>
              </p14:nvContentPartPr>
              <p14:xfrm>
                <a:off x="8184406" y="2343628"/>
                <a:ext cx="5400" cy="36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12B36352-EB06-B582-B99D-3005F4551D3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166406" y="2325988"/>
                  <a:ext cx="4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78EDB78E-04CE-1B49-3D29-107C6506AF9A}"/>
                    </a:ext>
                  </a:extLst>
                </p14:cNvPr>
                <p14:cNvContentPartPr/>
                <p14:nvPr/>
              </p14:nvContentPartPr>
              <p14:xfrm>
                <a:off x="7935286" y="2301868"/>
                <a:ext cx="164880" cy="3780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78EDB78E-04CE-1B49-3D29-107C6506AF9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917286" y="2283868"/>
                  <a:ext cx="200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2B022ABA-329C-A9F6-5CC6-660D11D96D16}"/>
                    </a:ext>
                  </a:extLst>
                </p14:cNvPr>
                <p14:cNvContentPartPr/>
                <p14:nvPr/>
              </p14:nvContentPartPr>
              <p14:xfrm>
                <a:off x="7674646" y="2900908"/>
                <a:ext cx="123480" cy="36828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2B022ABA-329C-A9F6-5CC6-660D11D96D1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657006" y="2883268"/>
                  <a:ext cx="1591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6D6CC71B-DCBE-5552-4379-7D41591D73FF}"/>
                    </a:ext>
                  </a:extLst>
                </p14:cNvPr>
                <p14:cNvContentPartPr/>
                <p14:nvPr/>
              </p14:nvContentPartPr>
              <p14:xfrm>
                <a:off x="7909006" y="3062548"/>
                <a:ext cx="203760" cy="21708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6D6CC71B-DCBE-5552-4379-7D41591D73F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891006" y="3044908"/>
                  <a:ext cx="239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F76B03D6-28B4-81F8-4A73-4F6C3EF9783B}"/>
                    </a:ext>
                  </a:extLst>
                </p14:cNvPr>
                <p14:cNvContentPartPr/>
                <p14:nvPr/>
              </p14:nvContentPartPr>
              <p14:xfrm>
                <a:off x="8124646" y="3186388"/>
                <a:ext cx="137520" cy="14580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F76B03D6-28B4-81F8-4A73-4F6C3EF9783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107006" y="3168748"/>
                  <a:ext cx="1731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FB609879-9079-97A2-E5B7-7B849C3D4623}"/>
                    </a:ext>
                  </a:extLst>
                </p14:cNvPr>
                <p14:cNvContentPartPr/>
                <p14:nvPr/>
              </p14:nvContentPartPr>
              <p14:xfrm>
                <a:off x="7941406" y="2849788"/>
                <a:ext cx="287280" cy="2880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FB609879-9079-97A2-E5B7-7B849C3D462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923766" y="2832148"/>
                  <a:ext cx="32292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A6CE2F7E-494D-DBF7-AB7A-FCB7FB7996D3}"/>
                  </a:ext>
                </a:extLst>
              </p14:cNvPr>
              <p14:cNvContentPartPr/>
              <p14:nvPr/>
            </p14:nvContentPartPr>
            <p14:xfrm>
              <a:off x="10218406" y="6179428"/>
              <a:ext cx="18000" cy="504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A6CE2F7E-494D-DBF7-AB7A-FCB7FB7996D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0200406" y="6161428"/>
                <a:ext cx="536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56117778-190E-154B-9C5E-68BEDBB09E7A}"/>
                  </a:ext>
                </a:extLst>
              </p14:cNvPr>
              <p14:cNvContentPartPr/>
              <p14:nvPr/>
            </p14:nvContentPartPr>
            <p14:xfrm>
              <a:off x="10132366" y="6107788"/>
              <a:ext cx="360" cy="360"/>
            </p14:xfrm>
          </p:contentPart>
        </mc:Choice>
        <mc:Fallback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56117778-190E-154B-9C5E-68BEDBB09E7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114366" y="6089788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4943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977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8979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24</Words>
  <Application>Microsoft Office PowerPoint</Application>
  <PresentationFormat>Presentación en pantalla (4:3)</PresentationFormat>
  <Paragraphs>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Tema de Office</vt:lpstr>
      <vt:lpstr>Fuerza magnética</vt:lpstr>
      <vt:lpstr>Presentación de PowerPoint</vt:lpstr>
      <vt:lpstr>Presentación de PowerPoint</vt:lpstr>
      <vt:lpstr>Fuerza de Lorentz</vt:lpstr>
      <vt:lpstr>Presentación de PowerPoint</vt:lpstr>
      <vt:lpstr>P 1 gn</vt:lpstr>
      <vt:lpstr>Presentación de PowerPoint</vt:lpstr>
      <vt:lpstr>Presentación de PowerPoint</vt:lpstr>
      <vt:lpstr>Presentación de PowerPoint</vt:lpstr>
      <vt:lpstr>P 7 gn</vt:lpstr>
      <vt:lpstr>Presentación de PowerPoint</vt:lpstr>
      <vt:lpstr>P 3 gn, planteo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Patricia Monzón</cp:lastModifiedBy>
  <cp:revision>14</cp:revision>
  <dcterms:created xsi:type="dcterms:W3CDTF">2020-06-11T14:31:24Z</dcterms:created>
  <dcterms:modified xsi:type="dcterms:W3CDTF">2022-06-06T23:42:11Z</dcterms:modified>
</cp:coreProperties>
</file>